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72874" y="1896563"/>
              <a:ext cx="6239896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433775" y="3036178"/>
              <a:ext cx="0" cy="48745"/>
            </a:xfrm>
            <a:custGeom>
              <a:avLst/>
              <a:pathLst>
                <a:path w="0" h="48745">
                  <a:moveTo>
                    <a:pt x="0" y="4874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433775" y="3342561"/>
              <a:ext cx="0" cy="208890"/>
            </a:xfrm>
            <a:custGeom>
              <a:avLst/>
              <a:pathLst>
                <a:path w="0" h="208890">
                  <a:moveTo>
                    <a:pt x="0" y="0"/>
                  </a:moveTo>
                  <a:lnTo>
                    <a:pt x="0" y="20889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1300823" y="3084924"/>
              <a:ext cx="265904" cy="257636"/>
            </a:xfrm>
            <a:custGeom>
              <a:avLst/>
              <a:pathLst>
                <a:path w="265904" h="257636">
                  <a:moveTo>
                    <a:pt x="0" y="0"/>
                  </a:moveTo>
                  <a:lnTo>
                    <a:pt x="0" y="257636"/>
                  </a:lnTo>
                  <a:lnTo>
                    <a:pt x="265904" y="257636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300823" y="3133670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788315" y="2268988"/>
              <a:ext cx="0" cy="80183"/>
            </a:xfrm>
            <a:custGeom>
              <a:avLst/>
              <a:pathLst>
                <a:path w="0" h="80183">
                  <a:moveTo>
                    <a:pt x="0" y="801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788315" y="2678567"/>
              <a:ext cx="0" cy="249211"/>
            </a:xfrm>
            <a:custGeom>
              <a:avLst/>
              <a:pathLst>
                <a:path w="0" h="249211">
                  <a:moveTo>
                    <a:pt x="0" y="0"/>
                  </a:moveTo>
                  <a:lnTo>
                    <a:pt x="0" y="24921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1655363" y="2349171"/>
              <a:ext cx="265904" cy="329395"/>
            </a:xfrm>
            <a:custGeom>
              <a:avLst/>
              <a:pathLst>
                <a:path w="265904" h="329395">
                  <a:moveTo>
                    <a:pt x="0" y="0"/>
                  </a:moveTo>
                  <a:lnTo>
                    <a:pt x="0" y="329395"/>
                  </a:lnTo>
                  <a:lnTo>
                    <a:pt x="265904" y="329395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655363" y="2429355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142855" y="2645597"/>
              <a:ext cx="0" cy="432850"/>
            </a:xfrm>
            <a:custGeom>
              <a:avLst/>
              <a:pathLst>
                <a:path w="0" h="432850">
                  <a:moveTo>
                    <a:pt x="0" y="43285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142855" y="3676348"/>
              <a:ext cx="0" cy="165050"/>
            </a:xfrm>
            <a:custGeom>
              <a:avLst/>
              <a:pathLst>
                <a:path w="0" h="165050">
                  <a:moveTo>
                    <a:pt x="0" y="0"/>
                  </a:moveTo>
                  <a:lnTo>
                    <a:pt x="0" y="16505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009902" y="3078447"/>
              <a:ext cx="265904" cy="597901"/>
            </a:xfrm>
            <a:custGeom>
              <a:avLst/>
              <a:pathLst>
                <a:path w="265904" h="597901">
                  <a:moveTo>
                    <a:pt x="0" y="0"/>
                  </a:moveTo>
                  <a:lnTo>
                    <a:pt x="0" y="597901"/>
                  </a:lnTo>
                  <a:lnTo>
                    <a:pt x="265904" y="597901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09902" y="3511297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97394" y="3616203"/>
              <a:ext cx="0" cy="49433"/>
            </a:xfrm>
            <a:custGeom>
              <a:avLst/>
              <a:pathLst>
                <a:path w="0" h="49433">
                  <a:moveTo>
                    <a:pt x="0" y="4943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97394" y="3873902"/>
              <a:ext cx="0" cy="158832"/>
            </a:xfrm>
            <a:custGeom>
              <a:avLst/>
              <a:pathLst>
                <a:path w="0" h="158832">
                  <a:moveTo>
                    <a:pt x="0" y="0"/>
                  </a:moveTo>
                  <a:lnTo>
                    <a:pt x="0" y="15883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2364442" y="3665636"/>
              <a:ext cx="265904" cy="208265"/>
            </a:xfrm>
            <a:custGeom>
              <a:avLst/>
              <a:pathLst>
                <a:path w="265904" h="208265">
                  <a:moveTo>
                    <a:pt x="0" y="0"/>
                  </a:moveTo>
                  <a:lnTo>
                    <a:pt x="0" y="208265"/>
                  </a:lnTo>
                  <a:lnTo>
                    <a:pt x="265904" y="208265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364442" y="3715069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851934" y="2964836"/>
              <a:ext cx="0" cy="22419"/>
            </a:xfrm>
            <a:custGeom>
              <a:avLst/>
              <a:pathLst>
                <a:path w="0" h="22419">
                  <a:moveTo>
                    <a:pt x="0" y="2241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851934" y="3162009"/>
              <a:ext cx="0" cy="152333"/>
            </a:xfrm>
            <a:custGeom>
              <a:avLst/>
              <a:pathLst>
                <a:path w="0" h="152333">
                  <a:moveTo>
                    <a:pt x="0" y="0"/>
                  </a:moveTo>
                  <a:lnTo>
                    <a:pt x="0" y="15233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718981" y="2987255"/>
              <a:ext cx="265904" cy="174753"/>
            </a:xfrm>
            <a:custGeom>
              <a:avLst/>
              <a:pathLst>
                <a:path w="265904" h="174753">
                  <a:moveTo>
                    <a:pt x="0" y="0"/>
                  </a:moveTo>
                  <a:lnTo>
                    <a:pt x="0" y="174753"/>
                  </a:lnTo>
                  <a:lnTo>
                    <a:pt x="265904" y="174753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18981" y="3009675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206473" y="326983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206473" y="326983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073521" y="3269838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73521" y="3269838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561013" y="5231030"/>
              <a:ext cx="0" cy="75683"/>
            </a:xfrm>
            <a:custGeom>
              <a:avLst/>
              <a:pathLst>
                <a:path w="0" h="75683">
                  <a:moveTo>
                    <a:pt x="0" y="756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561013" y="5422468"/>
              <a:ext cx="0" cy="40071"/>
            </a:xfrm>
            <a:custGeom>
              <a:avLst/>
              <a:pathLst>
                <a:path w="0" h="40071">
                  <a:moveTo>
                    <a:pt x="0" y="0"/>
                  </a:moveTo>
                  <a:lnTo>
                    <a:pt x="0" y="4007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428061" y="5306713"/>
              <a:ext cx="265904" cy="115754"/>
            </a:xfrm>
            <a:custGeom>
              <a:avLst/>
              <a:pathLst>
                <a:path w="265904" h="115754">
                  <a:moveTo>
                    <a:pt x="0" y="0"/>
                  </a:moveTo>
                  <a:lnTo>
                    <a:pt x="0" y="115754"/>
                  </a:lnTo>
                  <a:lnTo>
                    <a:pt x="265904" y="115754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428061" y="5382397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915553" y="4872547"/>
              <a:ext cx="0" cy="137015"/>
            </a:xfrm>
            <a:custGeom>
              <a:avLst/>
              <a:pathLst>
                <a:path w="0" h="137015">
                  <a:moveTo>
                    <a:pt x="0" y="13701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915553" y="5202686"/>
              <a:ext cx="0" cy="56107"/>
            </a:xfrm>
            <a:custGeom>
              <a:avLst/>
              <a:pathLst>
                <a:path w="0" h="56107">
                  <a:moveTo>
                    <a:pt x="0" y="0"/>
                  </a:moveTo>
                  <a:lnTo>
                    <a:pt x="0" y="5610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3782600" y="5009562"/>
              <a:ext cx="265904" cy="193123"/>
            </a:xfrm>
            <a:custGeom>
              <a:avLst/>
              <a:pathLst>
                <a:path w="265904" h="193123">
                  <a:moveTo>
                    <a:pt x="0" y="0"/>
                  </a:moveTo>
                  <a:lnTo>
                    <a:pt x="0" y="193123"/>
                  </a:lnTo>
                  <a:lnTo>
                    <a:pt x="265904" y="193123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782600" y="5146578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270092" y="3947790"/>
              <a:ext cx="0" cy="167984"/>
            </a:xfrm>
            <a:custGeom>
              <a:avLst/>
              <a:pathLst>
                <a:path w="0" h="167984">
                  <a:moveTo>
                    <a:pt x="0" y="16798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270092" y="4310121"/>
              <a:ext cx="0" cy="26361"/>
            </a:xfrm>
            <a:custGeom>
              <a:avLst/>
              <a:pathLst>
                <a:path w="0" h="26361">
                  <a:moveTo>
                    <a:pt x="0" y="0"/>
                  </a:moveTo>
                  <a:lnTo>
                    <a:pt x="0" y="2636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4137140" y="4115775"/>
              <a:ext cx="265904" cy="194346"/>
            </a:xfrm>
            <a:custGeom>
              <a:avLst/>
              <a:pathLst>
                <a:path w="265904" h="194346">
                  <a:moveTo>
                    <a:pt x="0" y="0"/>
                  </a:moveTo>
                  <a:lnTo>
                    <a:pt x="0" y="194346"/>
                  </a:lnTo>
                  <a:lnTo>
                    <a:pt x="265904" y="194346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137140" y="4283760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624632" y="4587150"/>
              <a:ext cx="0" cy="83635"/>
            </a:xfrm>
            <a:custGeom>
              <a:avLst/>
              <a:pathLst>
                <a:path w="0" h="83635">
                  <a:moveTo>
                    <a:pt x="0" y="8363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624632" y="4838057"/>
              <a:ext cx="0" cy="83635"/>
            </a:xfrm>
            <a:custGeom>
              <a:avLst/>
              <a:pathLst>
                <a:path w="0" h="83635">
                  <a:moveTo>
                    <a:pt x="0" y="0"/>
                  </a:moveTo>
                  <a:lnTo>
                    <a:pt x="0" y="8363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4491679" y="4670786"/>
              <a:ext cx="265904" cy="167271"/>
            </a:xfrm>
            <a:custGeom>
              <a:avLst/>
              <a:pathLst>
                <a:path w="265904" h="167271">
                  <a:moveTo>
                    <a:pt x="0" y="0"/>
                  </a:moveTo>
                  <a:lnTo>
                    <a:pt x="0" y="167271"/>
                  </a:lnTo>
                  <a:lnTo>
                    <a:pt x="265904" y="167271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4491679" y="4754421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4979171" y="3834699"/>
              <a:ext cx="0" cy="102064"/>
            </a:xfrm>
            <a:custGeom>
              <a:avLst/>
              <a:pathLst>
                <a:path w="0" h="102064">
                  <a:moveTo>
                    <a:pt x="0" y="10206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4979171" y="4116934"/>
              <a:ext cx="0" cy="78106"/>
            </a:xfrm>
            <a:custGeom>
              <a:avLst/>
              <a:pathLst>
                <a:path w="0" h="78106">
                  <a:moveTo>
                    <a:pt x="0" y="0"/>
                  </a:moveTo>
                  <a:lnTo>
                    <a:pt x="0" y="7810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4846219" y="3936763"/>
              <a:ext cx="265904" cy="180171"/>
            </a:xfrm>
            <a:custGeom>
              <a:avLst/>
              <a:pathLst>
                <a:path w="265904" h="180171">
                  <a:moveTo>
                    <a:pt x="0" y="0"/>
                  </a:moveTo>
                  <a:lnTo>
                    <a:pt x="0" y="180171"/>
                  </a:lnTo>
                  <a:lnTo>
                    <a:pt x="265904" y="180171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846219" y="4038827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333711" y="3902645"/>
              <a:ext cx="0" cy="119534"/>
            </a:xfrm>
            <a:custGeom>
              <a:avLst/>
              <a:pathLst>
                <a:path w="0" h="119534">
                  <a:moveTo>
                    <a:pt x="0" y="11953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333711" y="4144543"/>
              <a:ext cx="0" cy="2829"/>
            </a:xfrm>
            <a:custGeom>
              <a:avLst/>
              <a:pathLst>
                <a:path w="0" h="2829">
                  <a:moveTo>
                    <a:pt x="0" y="0"/>
                  </a:moveTo>
                  <a:lnTo>
                    <a:pt x="0" y="282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5200759" y="4022179"/>
              <a:ext cx="265904" cy="122363"/>
            </a:xfrm>
            <a:custGeom>
              <a:avLst/>
              <a:pathLst>
                <a:path w="265904" h="122363">
                  <a:moveTo>
                    <a:pt x="0" y="0"/>
                  </a:moveTo>
                  <a:lnTo>
                    <a:pt x="0" y="122363"/>
                  </a:lnTo>
                  <a:lnTo>
                    <a:pt x="265904" y="122363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200759" y="4141714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688250" y="4574597"/>
              <a:ext cx="0" cy="61141"/>
            </a:xfrm>
            <a:custGeom>
              <a:avLst/>
              <a:pathLst>
                <a:path w="0" h="61141">
                  <a:moveTo>
                    <a:pt x="0" y="6114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688250" y="4737802"/>
              <a:ext cx="0" cy="40921"/>
            </a:xfrm>
            <a:custGeom>
              <a:avLst/>
              <a:pathLst>
                <a:path w="0" h="40921">
                  <a:moveTo>
                    <a:pt x="0" y="0"/>
                  </a:moveTo>
                  <a:lnTo>
                    <a:pt x="0" y="4092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5555298" y="4635739"/>
              <a:ext cx="265904" cy="102062"/>
            </a:xfrm>
            <a:custGeom>
              <a:avLst/>
              <a:pathLst>
                <a:path w="265904" h="102062">
                  <a:moveTo>
                    <a:pt x="0" y="0"/>
                  </a:moveTo>
                  <a:lnTo>
                    <a:pt x="0" y="102062"/>
                  </a:lnTo>
                  <a:lnTo>
                    <a:pt x="265904" y="102062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555298" y="4696880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042790" y="4053270"/>
              <a:ext cx="0" cy="48822"/>
            </a:xfrm>
            <a:custGeom>
              <a:avLst/>
              <a:pathLst>
                <a:path w="0" h="48822">
                  <a:moveTo>
                    <a:pt x="0" y="488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042790" y="4292986"/>
              <a:ext cx="0" cy="142070"/>
            </a:xfrm>
            <a:custGeom>
              <a:avLst/>
              <a:pathLst>
                <a:path w="0" h="142070">
                  <a:moveTo>
                    <a:pt x="0" y="0"/>
                  </a:moveTo>
                  <a:lnTo>
                    <a:pt x="0" y="14207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5909838" y="4102093"/>
              <a:ext cx="265904" cy="190892"/>
            </a:xfrm>
            <a:custGeom>
              <a:avLst/>
              <a:pathLst>
                <a:path w="265904" h="190892">
                  <a:moveTo>
                    <a:pt x="0" y="0"/>
                  </a:moveTo>
                  <a:lnTo>
                    <a:pt x="0" y="190892"/>
                  </a:lnTo>
                  <a:lnTo>
                    <a:pt x="265904" y="190892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909838" y="4150915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397330" y="5442824"/>
              <a:ext cx="0" cy="8523"/>
            </a:xfrm>
            <a:custGeom>
              <a:avLst/>
              <a:pathLst>
                <a:path w="0" h="8523">
                  <a:moveTo>
                    <a:pt x="0" y="852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397330" y="5468396"/>
              <a:ext cx="0" cy="8523"/>
            </a:xfrm>
            <a:custGeom>
              <a:avLst/>
              <a:pathLst>
                <a:path w="0" h="8523">
                  <a:moveTo>
                    <a:pt x="0" y="0"/>
                  </a:moveTo>
                  <a:lnTo>
                    <a:pt x="0" y="852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264377" y="5451348"/>
              <a:ext cx="265904" cy="17047"/>
            </a:xfrm>
            <a:custGeom>
              <a:avLst/>
              <a:pathLst>
                <a:path w="265904" h="17047">
                  <a:moveTo>
                    <a:pt x="0" y="0"/>
                  </a:moveTo>
                  <a:lnTo>
                    <a:pt x="0" y="17047"/>
                  </a:lnTo>
                  <a:lnTo>
                    <a:pt x="265904" y="17047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6264377" y="5459872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6751869" y="5439194"/>
              <a:ext cx="0" cy="33722"/>
            </a:xfrm>
            <a:custGeom>
              <a:avLst/>
              <a:pathLst>
                <a:path w="0" h="33722">
                  <a:moveTo>
                    <a:pt x="0" y="337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6751869" y="5527923"/>
              <a:ext cx="0" cy="21284"/>
            </a:xfrm>
            <a:custGeom>
              <a:avLst/>
              <a:pathLst>
                <a:path w="0" h="21284">
                  <a:moveTo>
                    <a:pt x="0" y="0"/>
                  </a:moveTo>
                  <a:lnTo>
                    <a:pt x="0" y="2128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618917" y="5472916"/>
              <a:ext cx="265904" cy="55006"/>
            </a:xfrm>
            <a:custGeom>
              <a:avLst/>
              <a:pathLst>
                <a:path w="265904" h="55006">
                  <a:moveTo>
                    <a:pt x="0" y="0"/>
                  </a:moveTo>
                  <a:lnTo>
                    <a:pt x="0" y="55006"/>
                  </a:lnTo>
                  <a:lnTo>
                    <a:pt x="265904" y="55006"/>
                  </a:lnTo>
                  <a:lnTo>
                    <a:pt x="265904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618917" y="5506639"/>
              <a:ext cx="265904" cy="0"/>
            </a:xfrm>
            <a:custGeom>
              <a:avLst/>
              <a:pathLst>
                <a:path w="265904" h="0">
                  <a:moveTo>
                    <a:pt x="0" y="0"/>
                  </a:moveTo>
                  <a:lnTo>
                    <a:pt x="26590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tx70"/>
            <p:cNvSpPr/>
            <p:nvPr/>
          </p:nvSpPr>
          <p:spPr>
            <a:xfrm>
              <a:off x="2774210" y="1920171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2774210" y="1920171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630003" y="1920171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5630003" y="1920171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5630003" y="1920171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774210" y="1920171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054957" y="1920171"/>
              <a:ext cx="30303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abcd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5965066" y="1920171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965066" y="1920171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5965066" y="1920171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1356051" y="1920171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356051" y="1920171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92368" y="1920171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1356051" y="1920171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192368" y="1920171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192368" y="1920171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1749453" y="1920171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4527522" y="1920171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527522" y="1920171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1749453" y="1920171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1749453" y="1920171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4866517" y="1920171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069062" y="1920171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069062" y="1920171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069062" y="1920171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866517" y="1920171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866517" y="1920171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384740" y="1920171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bcd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384740" y="1920171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bcd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384740" y="1920171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bcd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5221057" y="1920171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5221057" y="1920171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5221057" y="1920171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3502766" y="1920171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3502766" y="1920171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6339082" y="1920171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3502766" y="1920171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6339082" y="1920171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6713007" y="1920171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6713007" y="1920171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3857305" y="1920171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3857305" y="1920171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3857305" y="1920171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6713007" y="1920171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</a:t>
              </a:r>
            </a:p>
          </p:txBody>
        </p:sp>
        <p:sp>
          <p:nvSpPr>
            <p:cNvPr id="114" name="pl114"/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692708" y="5540172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692708" y="466274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692708" y="378531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692708" y="2907879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692708" y="2030448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120" name="pl120"/>
            <p:cNvSpPr/>
            <p:nvPr/>
          </p:nvSpPr>
          <p:spPr>
            <a:xfrm>
              <a:off x="938079" y="55802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938079" y="47027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938079" y="38253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938079" y="29479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938079" y="20704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972874" y="5723142"/>
              <a:ext cx="6239896" cy="0"/>
            </a:xfrm>
            <a:custGeom>
              <a:avLst/>
              <a:pathLst>
                <a:path w="6239896" h="0">
                  <a:moveTo>
                    <a:pt x="0" y="0"/>
                  </a:moveTo>
                  <a:lnTo>
                    <a:pt x="6239896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674664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510981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tx128"/>
            <p:cNvSpPr/>
            <p:nvPr/>
          </p:nvSpPr>
          <p:spPr>
            <a:xfrm>
              <a:off x="2438657" y="5785772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5265739" y="5785772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3545417" y="5925448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131" name="tx131"/>
            <p:cNvSpPr/>
            <p:nvPr/>
          </p:nvSpPr>
          <p:spPr>
            <a:xfrm rot="-5400000">
              <a:off x="328455" y="3759743"/>
              <a:ext cx="4968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132" name="rc132"/>
            <p:cNvSpPr/>
            <p:nvPr/>
          </p:nvSpPr>
          <p:spPr>
            <a:xfrm>
              <a:off x="7351949" y="2762083"/>
              <a:ext cx="1265261" cy="20955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tx133"/>
            <p:cNvSpPr/>
            <p:nvPr/>
          </p:nvSpPr>
          <p:spPr>
            <a:xfrm>
              <a:off x="7421538" y="2847125"/>
              <a:ext cx="112608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Broodstock Group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7421538" y="303238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7531266" y="319697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7531266" y="305433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7448970" y="3087250"/>
              <a:ext cx="164592" cy="109727"/>
            </a:xfrm>
            <a:prstGeom prst="rect">
              <a:avLst/>
            </a:pr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7448970" y="3142114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7531266" y="32298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7531266" y="3054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7421538" y="325184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7531266" y="341643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7531266" y="327378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7448970" y="3306706"/>
              <a:ext cx="164592" cy="109727"/>
            </a:xfrm>
            <a:prstGeom prst="rect">
              <a:avLst/>
            </a:pr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7448970" y="3361570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7531266" y="344935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531266" y="327378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7421538" y="34712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531266" y="3635890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7531266" y="3493243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7448970" y="3526162"/>
              <a:ext cx="164592" cy="109727"/>
            </a:xfrm>
            <a:prstGeom prst="rect">
              <a:avLst/>
            </a:pr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7448970" y="3581026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7531266" y="366880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7531266" y="349324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7421538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7531266" y="3855346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7531266" y="371269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7448970" y="3745618"/>
              <a:ext cx="164592" cy="109727"/>
            </a:xfrm>
            <a:prstGeom prst="rect">
              <a:avLst/>
            </a:pr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7448970" y="3800482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7531266" y="38882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7531266" y="37126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7421538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7531266" y="4074802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7531266" y="393215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7448970" y="3965074"/>
              <a:ext cx="164592" cy="109727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7448970" y="4019938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7531266" y="410772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7531266" y="393215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7421538" y="412966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7531266" y="429425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7531266" y="415161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7448970" y="4184530"/>
              <a:ext cx="164592" cy="109727"/>
            </a:xfrm>
            <a:prstGeom prst="rect">
              <a:avLst/>
            </a:pr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7448970" y="4239394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7531266" y="432717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7531266" y="415161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7421538" y="434912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7531266" y="451371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7531266" y="437106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7448970" y="4403986"/>
              <a:ext cx="164592" cy="109727"/>
            </a:xfrm>
            <a:prstGeom prst="rect">
              <a:avLst/>
            </a:pr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7448970" y="4458850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7531266" y="45466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7531266" y="437106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7421538" y="456857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7531266" y="4733170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7531266" y="4590523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7448970" y="4623442"/>
              <a:ext cx="164592" cy="109727"/>
            </a:xfrm>
            <a:prstGeom prst="rect">
              <a:avLst/>
            </a:pr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7448970" y="4678306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7531266" y="47660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7531266" y="45905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0" name="tx190"/>
            <p:cNvSpPr/>
            <p:nvPr/>
          </p:nvSpPr>
          <p:spPr>
            <a:xfrm>
              <a:off x="7710583" y="3102063"/>
              <a:ext cx="3725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7710583" y="3321519"/>
              <a:ext cx="36649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7710583" y="3540975"/>
              <a:ext cx="3601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7710583" y="3760431"/>
              <a:ext cx="3788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7710583" y="3979887"/>
              <a:ext cx="48463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7710583" y="4199343"/>
              <a:ext cx="5031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7710583" y="4418799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7710583" y="4638255"/>
              <a:ext cx="39739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972874" y="1669789"/>
              <a:ext cx="310054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Final Survival at Lewisetta and York River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6270894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t6"/>
            <p:cNvSpPr/>
            <p:nvPr/>
          </p:nvSpPr>
          <p:spPr>
            <a:xfrm>
              <a:off x="1380241" y="4290000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t7"/>
            <p:cNvSpPr/>
            <p:nvPr/>
          </p:nvSpPr>
          <p:spPr>
            <a:xfrm>
              <a:off x="1380241" y="2073727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t8"/>
            <p:cNvSpPr/>
            <p:nvPr/>
          </p:nvSpPr>
          <p:spPr>
            <a:xfrm>
              <a:off x="1380241" y="4710812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05067" y="2294931"/>
              <a:ext cx="0" cy="729406"/>
            </a:xfrm>
            <a:custGeom>
              <a:avLst/>
              <a:pathLst>
                <a:path w="0" h="729406">
                  <a:moveTo>
                    <a:pt x="0" y="72940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405067" y="3529312"/>
              <a:ext cx="0" cy="617190"/>
            </a:xfrm>
            <a:custGeom>
              <a:avLst/>
              <a:pathLst>
                <a:path w="0" h="617190">
                  <a:moveTo>
                    <a:pt x="0" y="0"/>
                  </a:moveTo>
                  <a:lnTo>
                    <a:pt x="0" y="61719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1271454" y="3024338"/>
              <a:ext cx="267225" cy="504973"/>
            </a:xfrm>
            <a:custGeom>
              <a:avLst/>
              <a:pathLst>
                <a:path w="267225" h="504973">
                  <a:moveTo>
                    <a:pt x="0" y="0"/>
                  </a:moveTo>
                  <a:lnTo>
                    <a:pt x="0" y="504973"/>
                  </a:lnTo>
                  <a:lnTo>
                    <a:pt x="267225" y="504973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271454" y="3276825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pt13"/>
            <p:cNvSpPr/>
            <p:nvPr/>
          </p:nvSpPr>
          <p:spPr>
            <a:xfrm>
              <a:off x="1736542" y="4346109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761368" y="2154661"/>
              <a:ext cx="0" cy="617190"/>
            </a:xfrm>
            <a:custGeom>
              <a:avLst/>
              <a:pathLst>
                <a:path w="0" h="617190">
                  <a:moveTo>
                    <a:pt x="0" y="61719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761368" y="3389041"/>
              <a:ext cx="0" cy="617190"/>
            </a:xfrm>
            <a:custGeom>
              <a:avLst/>
              <a:pathLst>
                <a:path w="0" h="617190">
                  <a:moveTo>
                    <a:pt x="0" y="0"/>
                  </a:moveTo>
                  <a:lnTo>
                    <a:pt x="0" y="61719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1627755" y="2771851"/>
              <a:ext cx="267225" cy="617190"/>
            </a:xfrm>
            <a:custGeom>
              <a:avLst/>
              <a:pathLst>
                <a:path w="267225" h="617190">
                  <a:moveTo>
                    <a:pt x="0" y="0"/>
                  </a:moveTo>
                  <a:lnTo>
                    <a:pt x="0" y="617190"/>
                  </a:lnTo>
                  <a:lnTo>
                    <a:pt x="267225" y="617190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627755" y="3136554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2092843" y="2522592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9"/>
            <p:cNvSpPr/>
            <p:nvPr/>
          </p:nvSpPr>
          <p:spPr>
            <a:xfrm>
              <a:off x="2092843" y="417778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2092843" y="4374163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2092843" y="4402217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117669" y="2912121"/>
              <a:ext cx="0" cy="287554"/>
            </a:xfrm>
            <a:custGeom>
              <a:avLst/>
              <a:pathLst>
                <a:path w="0" h="287554">
                  <a:moveTo>
                    <a:pt x="0" y="28755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117669" y="3585420"/>
              <a:ext cx="0" cy="476919"/>
            </a:xfrm>
            <a:custGeom>
              <a:avLst/>
              <a:pathLst>
                <a:path w="0" h="476919">
                  <a:moveTo>
                    <a:pt x="0" y="0"/>
                  </a:moveTo>
                  <a:lnTo>
                    <a:pt x="0" y="47691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984056" y="3199676"/>
              <a:ext cx="267225" cy="385743"/>
            </a:xfrm>
            <a:custGeom>
              <a:avLst/>
              <a:pathLst>
                <a:path w="267225" h="385743">
                  <a:moveTo>
                    <a:pt x="0" y="0"/>
                  </a:moveTo>
                  <a:lnTo>
                    <a:pt x="0" y="385743"/>
                  </a:lnTo>
                  <a:lnTo>
                    <a:pt x="267225" y="385743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984056" y="3360987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449143" y="431805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449143" y="2213997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449143" y="224205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449143" y="255064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449143" y="406556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473969" y="2687689"/>
              <a:ext cx="0" cy="448865"/>
            </a:xfrm>
            <a:custGeom>
              <a:avLst/>
              <a:pathLst>
                <a:path w="0" h="448865">
                  <a:moveTo>
                    <a:pt x="0" y="44886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473969" y="3501257"/>
              <a:ext cx="0" cy="252486"/>
            </a:xfrm>
            <a:custGeom>
              <a:avLst/>
              <a:pathLst>
                <a:path w="0" h="252486">
                  <a:moveTo>
                    <a:pt x="0" y="0"/>
                  </a:moveTo>
                  <a:lnTo>
                    <a:pt x="0" y="25248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340357" y="3136554"/>
              <a:ext cx="267225" cy="364703"/>
            </a:xfrm>
            <a:custGeom>
              <a:avLst/>
              <a:pathLst>
                <a:path w="267225" h="364703">
                  <a:moveTo>
                    <a:pt x="0" y="0"/>
                  </a:moveTo>
                  <a:lnTo>
                    <a:pt x="0" y="364703"/>
                  </a:lnTo>
                  <a:lnTo>
                    <a:pt x="267225" y="364703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340357" y="3304879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830270" y="2070498"/>
              <a:ext cx="0" cy="589136"/>
            </a:xfrm>
            <a:custGeom>
              <a:avLst/>
              <a:pathLst>
                <a:path w="0" h="589136">
                  <a:moveTo>
                    <a:pt x="0" y="58913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830270" y="3276825"/>
              <a:ext cx="0" cy="364703"/>
            </a:xfrm>
            <a:custGeom>
              <a:avLst/>
              <a:pathLst>
                <a:path w="0" h="364703">
                  <a:moveTo>
                    <a:pt x="0" y="0"/>
                  </a:moveTo>
                  <a:lnTo>
                    <a:pt x="0" y="36470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696657" y="2659634"/>
              <a:ext cx="267225" cy="617190"/>
            </a:xfrm>
            <a:custGeom>
              <a:avLst/>
              <a:pathLst>
                <a:path w="267225" h="617190">
                  <a:moveTo>
                    <a:pt x="0" y="0"/>
                  </a:moveTo>
                  <a:lnTo>
                    <a:pt x="0" y="617190"/>
                  </a:lnTo>
                  <a:lnTo>
                    <a:pt x="267225" y="617190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96657" y="2968230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161745" y="417778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161745" y="398140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161745" y="412167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161745" y="4486379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186571" y="2351039"/>
              <a:ext cx="0" cy="582122"/>
            </a:xfrm>
            <a:custGeom>
              <a:avLst/>
              <a:pathLst>
                <a:path w="0" h="582122">
                  <a:moveTo>
                    <a:pt x="0" y="5821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186571" y="3339946"/>
              <a:ext cx="0" cy="610176"/>
            </a:xfrm>
            <a:custGeom>
              <a:avLst/>
              <a:pathLst>
                <a:path w="0" h="610176">
                  <a:moveTo>
                    <a:pt x="0" y="0"/>
                  </a:moveTo>
                  <a:lnTo>
                    <a:pt x="0" y="61017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052958" y="2933162"/>
              <a:ext cx="267225" cy="406784"/>
            </a:xfrm>
            <a:custGeom>
              <a:avLst/>
              <a:pathLst>
                <a:path w="267225" h="406784">
                  <a:moveTo>
                    <a:pt x="0" y="0"/>
                  </a:moveTo>
                  <a:lnTo>
                    <a:pt x="0" y="406784"/>
                  </a:lnTo>
                  <a:lnTo>
                    <a:pt x="267225" y="406784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052958" y="3136554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542872" y="3473203"/>
              <a:ext cx="0" cy="336649"/>
            </a:xfrm>
            <a:custGeom>
              <a:avLst/>
              <a:pathLst>
                <a:path w="0" h="336649">
                  <a:moveTo>
                    <a:pt x="0" y="33664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542872" y="4441070"/>
              <a:ext cx="0" cy="350676"/>
            </a:xfrm>
            <a:custGeom>
              <a:avLst/>
              <a:pathLst>
                <a:path w="0" h="350676">
                  <a:moveTo>
                    <a:pt x="0" y="0"/>
                  </a:moveTo>
                  <a:lnTo>
                    <a:pt x="0" y="35067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3409259" y="3809853"/>
              <a:ext cx="267225" cy="631217"/>
            </a:xfrm>
            <a:custGeom>
              <a:avLst/>
              <a:pathLst>
                <a:path w="267225" h="631217">
                  <a:moveTo>
                    <a:pt x="0" y="0"/>
                  </a:moveTo>
                  <a:lnTo>
                    <a:pt x="0" y="631217"/>
                  </a:lnTo>
                  <a:lnTo>
                    <a:pt x="267225" y="631217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409259" y="3964150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874347" y="445832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874347" y="4374163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874347" y="431805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899173" y="2884067"/>
              <a:ext cx="0" cy="322622"/>
            </a:xfrm>
            <a:custGeom>
              <a:avLst/>
              <a:pathLst>
                <a:path w="0" h="322622">
                  <a:moveTo>
                    <a:pt x="0" y="3226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899173" y="3641528"/>
              <a:ext cx="0" cy="448865"/>
            </a:xfrm>
            <a:custGeom>
              <a:avLst/>
              <a:pathLst>
                <a:path w="0" h="448865">
                  <a:moveTo>
                    <a:pt x="0" y="0"/>
                  </a:moveTo>
                  <a:lnTo>
                    <a:pt x="0" y="44886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765560" y="3206689"/>
              <a:ext cx="267225" cy="434838"/>
            </a:xfrm>
            <a:custGeom>
              <a:avLst/>
              <a:pathLst>
                <a:path w="267225" h="434838">
                  <a:moveTo>
                    <a:pt x="0" y="0"/>
                  </a:moveTo>
                  <a:lnTo>
                    <a:pt x="0" y="434838"/>
                  </a:lnTo>
                  <a:lnTo>
                    <a:pt x="267225" y="434838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765560" y="3501257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4255474" y="3753744"/>
              <a:ext cx="0" cy="154297"/>
            </a:xfrm>
            <a:custGeom>
              <a:avLst/>
              <a:pathLst>
                <a:path w="0" h="154297">
                  <a:moveTo>
                    <a:pt x="0" y="15429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255474" y="4160529"/>
              <a:ext cx="0" cy="238459"/>
            </a:xfrm>
            <a:custGeom>
              <a:avLst/>
              <a:pathLst>
                <a:path w="0" h="238459">
                  <a:moveTo>
                    <a:pt x="0" y="0"/>
                  </a:moveTo>
                  <a:lnTo>
                    <a:pt x="0" y="23845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4121861" y="3908042"/>
              <a:ext cx="267225" cy="252486"/>
            </a:xfrm>
            <a:custGeom>
              <a:avLst/>
              <a:pathLst>
                <a:path w="267225" h="252486">
                  <a:moveTo>
                    <a:pt x="0" y="0"/>
                  </a:moveTo>
                  <a:lnTo>
                    <a:pt x="0" y="252486"/>
                  </a:lnTo>
                  <a:lnTo>
                    <a:pt x="267225" y="252486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4121861" y="4062339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586949" y="336421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4611774" y="3669582"/>
              <a:ext cx="0" cy="224432"/>
            </a:xfrm>
            <a:custGeom>
              <a:avLst/>
              <a:pathLst>
                <a:path w="0" h="224432">
                  <a:moveTo>
                    <a:pt x="0" y="22443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4611774" y="4139488"/>
              <a:ext cx="0" cy="259500"/>
            </a:xfrm>
            <a:custGeom>
              <a:avLst/>
              <a:pathLst>
                <a:path w="0" h="259500">
                  <a:moveTo>
                    <a:pt x="0" y="0"/>
                  </a:moveTo>
                  <a:lnTo>
                    <a:pt x="0" y="25950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4478162" y="3894015"/>
              <a:ext cx="267225" cy="245473"/>
            </a:xfrm>
            <a:custGeom>
              <a:avLst/>
              <a:pathLst>
                <a:path w="267225" h="245473">
                  <a:moveTo>
                    <a:pt x="0" y="0"/>
                  </a:moveTo>
                  <a:lnTo>
                    <a:pt x="0" y="245473"/>
                  </a:lnTo>
                  <a:lnTo>
                    <a:pt x="267225" y="245473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478162" y="4006231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4968075" y="3360987"/>
              <a:ext cx="0" cy="252486"/>
            </a:xfrm>
            <a:custGeom>
              <a:avLst/>
              <a:pathLst>
                <a:path w="0" h="252486">
                  <a:moveTo>
                    <a:pt x="0" y="25248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4968075" y="4062339"/>
              <a:ext cx="0" cy="561081"/>
            </a:xfrm>
            <a:custGeom>
              <a:avLst/>
              <a:pathLst>
                <a:path w="0" h="561081">
                  <a:moveTo>
                    <a:pt x="0" y="0"/>
                  </a:moveTo>
                  <a:lnTo>
                    <a:pt x="0" y="56108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4834463" y="3613474"/>
              <a:ext cx="267225" cy="448865"/>
            </a:xfrm>
            <a:custGeom>
              <a:avLst/>
              <a:pathLst>
                <a:path w="267225" h="448865">
                  <a:moveTo>
                    <a:pt x="0" y="0"/>
                  </a:moveTo>
                  <a:lnTo>
                    <a:pt x="0" y="448865"/>
                  </a:lnTo>
                  <a:lnTo>
                    <a:pt x="267225" y="448865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834463" y="3809853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5299550" y="457054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5299550" y="431805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5299550" y="336421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324376" y="3417095"/>
              <a:ext cx="0" cy="336649"/>
            </a:xfrm>
            <a:custGeom>
              <a:avLst/>
              <a:pathLst>
                <a:path w="0" h="336649">
                  <a:moveTo>
                    <a:pt x="0" y="33664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324376" y="3978177"/>
              <a:ext cx="0" cy="280540"/>
            </a:xfrm>
            <a:custGeom>
              <a:avLst/>
              <a:pathLst>
                <a:path w="0" h="280540">
                  <a:moveTo>
                    <a:pt x="0" y="0"/>
                  </a:moveTo>
                  <a:lnTo>
                    <a:pt x="0" y="28054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5190763" y="3753744"/>
              <a:ext cx="267225" cy="224432"/>
            </a:xfrm>
            <a:custGeom>
              <a:avLst/>
              <a:pathLst>
                <a:path w="267225" h="224432">
                  <a:moveTo>
                    <a:pt x="0" y="0"/>
                  </a:moveTo>
                  <a:lnTo>
                    <a:pt x="0" y="224432"/>
                  </a:lnTo>
                  <a:lnTo>
                    <a:pt x="267225" y="224432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190763" y="3865961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680677" y="3304879"/>
              <a:ext cx="0" cy="210405"/>
            </a:xfrm>
            <a:custGeom>
              <a:avLst/>
              <a:pathLst>
                <a:path w="0" h="210405">
                  <a:moveTo>
                    <a:pt x="0" y="2104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680677" y="3865961"/>
              <a:ext cx="0" cy="280540"/>
            </a:xfrm>
            <a:custGeom>
              <a:avLst/>
              <a:pathLst>
                <a:path w="0" h="280540">
                  <a:moveTo>
                    <a:pt x="0" y="0"/>
                  </a:moveTo>
                  <a:lnTo>
                    <a:pt x="0" y="28054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5547064" y="3515285"/>
              <a:ext cx="267225" cy="350676"/>
            </a:xfrm>
            <a:custGeom>
              <a:avLst/>
              <a:pathLst>
                <a:path w="267225" h="350676">
                  <a:moveTo>
                    <a:pt x="0" y="0"/>
                  </a:moveTo>
                  <a:lnTo>
                    <a:pt x="0" y="350676"/>
                  </a:lnTo>
                  <a:lnTo>
                    <a:pt x="267225" y="350676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47064" y="3697636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012152" y="2775079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6036978" y="2968230"/>
              <a:ext cx="0" cy="483933"/>
            </a:xfrm>
            <a:custGeom>
              <a:avLst/>
              <a:pathLst>
                <a:path w="0" h="483933">
                  <a:moveTo>
                    <a:pt x="0" y="48393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6036978" y="3781798"/>
              <a:ext cx="0" cy="336649"/>
            </a:xfrm>
            <a:custGeom>
              <a:avLst/>
              <a:pathLst>
                <a:path w="0" h="336649">
                  <a:moveTo>
                    <a:pt x="0" y="0"/>
                  </a:moveTo>
                  <a:lnTo>
                    <a:pt x="0" y="33664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5903365" y="3452163"/>
              <a:ext cx="267225" cy="329635"/>
            </a:xfrm>
            <a:custGeom>
              <a:avLst/>
              <a:pathLst>
                <a:path w="267225" h="329635">
                  <a:moveTo>
                    <a:pt x="0" y="0"/>
                  </a:moveTo>
                  <a:lnTo>
                    <a:pt x="0" y="329635"/>
                  </a:lnTo>
                  <a:lnTo>
                    <a:pt x="267225" y="329635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903365" y="3669582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6368453" y="381308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393279" y="4174556"/>
              <a:ext cx="0" cy="56108"/>
            </a:xfrm>
            <a:custGeom>
              <a:avLst/>
              <a:pathLst>
                <a:path w="0" h="56108">
                  <a:moveTo>
                    <a:pt x="0" y="5610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393279" y="4476137"/>
              <a:ext cx="0" cy="35067"/>
            </a:xfrm>
            <a:custGeom>
              <a:avLst/>
              <a:pathLst>
                <a:path w="0" h="35067">
                  <a:moveTo>
                    <a:pt x="0" y="0"/>
                  </a:moveTo>
                  <a:lnTo>
                    <a:pt x="0" y="3506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259666" y="4230664"/>
              <a:ext cx="267225" cy="245473"/>
            </a:xfrm>
            <a:custGeom>
              <a:avLst/>
              <a:pathLst>
                <a:path w="267225" h="245473">
                  <a:moveTo>
                    <a:pt x="0" y="0"/>
                  </a:moveTo>
                  <a:lnTo>
                    <a:pt x="0" y="245473"/>
                  </a:lnTo>
                  <a:lnTo>
                    <a:pt x="267225" y="245473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6259666" y="4427043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749580" y="3894015"/>
              <a:ext cx="0" cy="14027"/>
            </a:xfrm>
            <a:custGeom>
              <a:avLst/>
              <a:pathLst>
                <a:path w="0" h="14027">
                  <a:moveTo>
                    <a:pt x="0" y="1402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749580" y="4076367"/>
              <a:ext cx="0" cy="154297"/>
            </a:xfrm>
            <a:custGeom>
              <a:avLst/>
              <a:pathLst>
                <a:path w="0" h="154297">
                  <a:moveTo>
                    <a:pt x="0" y="0"/>
                  </a:moveTo>
                  <a:lnTo>
                    <a:pt x="0" y="15429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615967" y="3908042"/>
              <a:ext cx="267225" cy="168324"/>
            </a:xfrm>
            <a:custGeom>
              <a:avLst/>
              <a:pathLst>
                <a:path w="267225" h="168324">
                  <a:moveTo>
                    <a:pt x="0" y="0"/>
                  </a:moveTo>
                  <a:lnTo>
                    <a:pt x="0" y="168324"/>
                  </a:lnTo>
                  <a:lnTo>
                    <a:pt x="267225" y="168324"/>
                  </a:lnTo>
                  <a:lnTo>
                    <a:pt x="267225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6615967" y="3922069"/>
              <a:ext cx="267225" cy="0"/>
            </a:xfrm>
            <a:custGeom>
              <a:avLst/>
              <a:pathLst>
                <a:path w="267225" h="0">
                  <a:moveTo>
                    <a:pt x="0" y="0"/>
                  </a:moveTo>
                  <a:lnTo>
                    <a:pt x="2672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3112779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5978731" y="5398879"/>
              <a:ext cx="11649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96" name="tx296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13" name="tx313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14" name="tx314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17" name="tx317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18" name="tx318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19" name="tx319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25" name="tx325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26" name="tx326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27" name="tx327"/>
            <p:cNvSpPr/>
            <p:nvPr/>
          </p:nvSpPr>
          <p:spPr>
            <a:xfrm>
              <a:off x="2020559" y="539887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328" name="tx328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29" name="tx329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30" name="tx330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31" name="tx331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32" name="tx332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33" name="tx333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34" name="tx334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35" name="tx335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36" name="tx336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37" name="tx337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38" name="tx338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39" name="tx339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42" name="tx342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43" name="tx343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44" name="tx344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45" name="tx345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46" name="tx346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47" name="tx347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65" name="tx365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67" name="tx367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68" name="tx368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69" name="tx369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70" name="tx370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71" name="tx371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72" name="tx372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73" name="tx373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74" name="tx374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75" name="tx375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4913714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1" name="tx401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2" name="tx402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3" name="tx403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4" name="tx404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5" name="tx405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6" name="tx406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8" name="tx408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09" name="tx409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10" name="tx410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11" name="tx411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12" name="tx412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45" name="tx445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55" name="tx455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56" name="tx456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57" name="tx457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58" name="tx458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60" name="tx460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61" name="tx461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62" name="tx462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63" name="tx463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64" name="tx464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65" name="tx465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66" name="tx466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67" name="tx467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68" name="tx468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69" name="tx469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70" name="tx470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71" name="tx471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72" name="tx472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73" name="tx473"/>
            <p:cNvSpPr/>
            <p:nvPr/>
          </p:nvSpPr>
          <p:spPr>
            <a:xfrm>
              <a:off x="1683644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74" name="tx474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75" name="tx475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76" name="tx476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77" name="tx477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78" name="tx478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79" name="tx479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89" name="tx489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90" name="tx490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91" name="tx491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92" name="tx492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93" name="tx493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94" name="tx494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95" name="tx495"/>
            <p:cNvSpPr/>
            <p:nvPr/>
          </p:nvSpPr>
          <p:spPr>
            <a:xfrm>
              <a:off x="4557413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496" name="tx496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97" name="tx497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98" name="tx498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99" name="tx499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00" name="tx500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01" name="tx501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02" name="tx502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03" name="tx503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04" name="tx504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05" name="tx505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06" name="tx506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07" name="tx507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08" name="tx508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09" name="tx509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10" name="tx510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11" name="tx511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12" name="tx512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13" name="tx513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14" name="tx514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15" name="tx515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16" name="tx516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17" name="tx517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18" name="tx518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19" name="tx519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20" name="tx520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21" name="tx521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22" name="tx522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23" name="tx523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45" name="tx545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47" name="tx547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48" name="tx548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50" name="tx550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51" name="tx551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52" name="tx552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53" name="tx553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54" name="tx554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55" name="tx555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56" name="tx556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57" name="tx557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58" name="tx558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59" name="tx559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60" name="tx560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61" name="tx561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62" name="tx562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63" name="tx563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64" name="tx564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65" name="tx565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66" name="tx566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67" name="tx567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79" name="tx579"/>
            <p:cNvSpPr/>
            <p:nvPr/>
          </p:nvSpPr>
          <p:spPr>
            <a:xfrm>
              <a:off x="2791408" y="539887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80" name="tx580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81" name="tx581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82" name="tx582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83" name="tx583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84" name="tx584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85" name="tx585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86" name="tx586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87" name="tx587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88" name="tx588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89" name="tx589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90" name="tx590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91" name="tx591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92" name="tx592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93" name="tx593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94" name="tx594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95" name="tx595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96" name="tx596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97" name="tx597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98" name="tx598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00" name="tx600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01" name="tx601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02" name="tx602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03" name="tx603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04" name="tx604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05" name="tx605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06" name="tx606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07" name="tx607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08" name="tx608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09" name="tx609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10" name="tx610"/>
            <p:cNvSpPr/>
            <p:nvPr/>
          </p:nvSpPr>
          <p:spPr>
            <a:xfrm>
              <a:off x="5602953" y="5398879"/>
              <a:ext cx="15544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611" name="tx611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5" name="tx615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1" name="tx621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2" name="tx622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3" name="tx623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4" name="tx624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5" name="tx625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6" name="tx626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7" name="tx627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8" name="tx628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29" name="tx629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30" name="tx630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31" name="tx631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32" name="tx632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33" name="tx633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34" name="tx634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35" name="tx635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36" name="tx636"/>
            <p:cNvSpPr/>
            <p:nvPr/>
          </p:nvSpPr>
          <p:spPr>
            <a:xfrm>
              <a:off x="3763202" y="5398879"/>
              <a:ext cx="27194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637" name="tx637"/>
            <p:cNvSpPr/>
            <p:nvPr/>
          </p:nvSpPr>
          <p:spPr>
            <a:xfrm>
              <a:off x="6598109" y="5398879"/>
              <a:ext cx="30294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efghi</a:t>
              </a:r>
            </a:p>
          </p:txBody>
        </p:sp>
        <p:sp>
          <p:nvSpPr>
            <p:cNvPr id="638" name="tx638"/>
            <p:cNvSpPr/>
            <p:nvPr/>
          </p:nvSpPr>
          <p:spPr>
            <a:xfrm>
              <a:off x="6598109" y="5398879"/>
              <a:ext cx="30294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efghi</a:t>
              </a:r>
            </a:p>
          </p:txBody>
        </p:sp>
        <p:sp>
          <p:nvSpPr>
            <p:cNvPr id="639" name="tx639"/>
            <p:cNvSpPr/>
            <p:nvPr/>
          </p:nvSpPr>
          <p:spPr>
            <a:xfrm>
              <a:off x="6598109" y="5398879"/>
              <a:ext cx="30294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efghi</a:t>
              </a:r>
            </a:p>
          </p:txBody>
        </p:sp>
        <p:sp>
          <p:nvSpPr>
            <p:cNvPr id="640" name="tx640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41" name="tx641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42" name="tx642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43" name="tx643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44" name="tx644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45" name="tx645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46" name="tx646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47" name="tx647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48" name="tx648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49" name="tx649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50" name="tx650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51" name="tx651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52" name="tx652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53" name="tx653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54" name="tx654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55" name="tx655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56" name="tx656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59" name="tx659"/>
            <p:cNvSpPr/>
            <p:nvPr/>
          </p:nvSpPr>
          <p:spPr>
            <a:xfrm>
              <a:off x="3527373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60" name="tx660"/>
            <p:cNvSpPr/>
            <p:nvPr/>
          </p:nvSpPr>
          <p:spPr>
            <a:xfrm>
              <a:off x="6377780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6377780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62" name="tx662"/>
            <p:cNvSpPr/>
            <p:nvPr/>
          </p:nvSpPr>
          <p:spPr>
            <a:xfrm>
              <a:off x="6377780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63" name="tx663"/>
            <p:cNvSpPr/>
            <p:nvPr/>
          </p:nvSpPr>
          <p:spPr>
            <a:xfrm>
              <a:off x="6377780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6377780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65" name="tx665"/>
            <p:cNvSpPr/>
            <p:nvPr/>
          </p:nvSpPr>
          <p:spPr>
            <a:xfrm>
              <a:off x="6377780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666" name="tx666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67" name="tx667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68" name="tx668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69" name="tx669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70" name="tx670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71" name="tx671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72" name="tx672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73" name="tx673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74" name="tx674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75" name="tx675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76" name="tx676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77" name="tx677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78" name="tx678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79" name="tx679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80" name="tx680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81" name="tx681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82" name="tx682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83" name="tx683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84" name="tx684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85" name="tx685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86" name="tx686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87" name="tx687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88" name="tx688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89" name="tx689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90" name="tx690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91" name="tx691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92" name="tx692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93" name="tx693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94" name="tx694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95" name="tx695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96" name="tx696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97" name="tx697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98" name="tx698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699" name="tx699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09" name="tx709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10" name="tx710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11" name="tx711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12" name="tx712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13" name="tx713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14" name="tx714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15" name="tx715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16" name="tx716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17" name="tx717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18" name="tx718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19" name="tx719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20" name="tx720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21" name="tx721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22" name="tx722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23" name="tx723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24" name="tx724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25" name="tx725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26" name="tx726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27" name="tx727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28" name="tx728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29" name="tx729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30" name="tx730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31" name="tx731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32" name="tx732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33" name="tx733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34" name="tx734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35" name="tx735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36" name="tx736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37" name="tx737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38" name="tx738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39" name="tx739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40" name="tx740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41" name="tx741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42" name="tx742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43" name="tx743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44" name="tx744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45" name="tx745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46" name="tx746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47" name="tx747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48" name="tx748"/>
            <p:cNvSpPr/>
            <p:nvPr/>
          </p:nvSpPr>
          <p:spPr>
            <a:xfrm>
              <a:off x="1331275" y="5398879"/>
              <a:ext cx="14758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749" name="tx749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0" name="tx750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1" name="tx751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2" name="tx752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3" name="tx753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4" name="tx754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5" name="tx755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6" name="tx756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7" name="tx757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239975" y="5398879"/>
              <a:ext cx="3099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97" name="tx797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98" name="tx798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799" name="tx799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51" name="tx851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52" name="tx852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53" name="tx853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54" name="tx854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55" name="tx855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56" name="tx856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57" name="tx857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58" name="tx858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59" name="tx859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60" name="tx860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61" name="tx861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62" name="tx862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63" name="tx863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64" name="tx864"/>
            <p:cNvSpPr/>
            <p:nvPr/>
          </p:nvSpPr>
          <p:spPr>
            <a:xfrm>
              <a:off x="2361315" y="5398879"/>
              <a:ext cx="2253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865" name="tx865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6" name="tx866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7" name="tx867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8" name="tx868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9" name="tx869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0" name="tx870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1" name="tx871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2" name="tx872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3" name="tx873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4" name="tx874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5" name="tx875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6" name="tx876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5270015" y="5398879"/>
              <a:ext cx="10872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6" name="pl916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tx917"/>
            <p:cNvSpPr/>
            <p:nvPr/>
          </p:nvSpPr>
          <p:spPr>
            <a:xfrm>
              <a:off x="817066" y="55372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754887" y="4835858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754887" y="4134505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754887" y="34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692708" y="2731800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923" name="pl923"/>
            <p:cNvSpPr/>
            <p:nvPr/>
          </p:nvSpPr>
          <p:spPr>
            <a:xfrm>
              <a:off x="907081" y="55772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907081" y="48759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907081" y="41745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907081" y="347320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907081" y="27718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907081" y="20704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941876" y="5723142"/>
              <a:ext cx="6270894" cy="0"/>
            </a:xfrm>
            <a:custGeom>
              <a:avLst/>
              <a:pathLst>
                <a:path w="6270894" h="0">
                  <a:moveTo>
                    <a:pt x="0" y="0"/>
                  </a:moveTo>
                  <a:lnTo>
                    <a:pt x="6270894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2652120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5502527" y="572314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tx932"/>
            <p:cNvSpPr/>
            <p:nvPr/>
          </p:nvSpPr>
          <p:spPr>
            <a:xfrm>
              <a:off x="2416113" y="5785772"/>
              <a:ext cx="47201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933" name="tx933"/>
            <p:cNvSpPr/>
            <p:nvPr/>
          </p:nvSpPr>
          <p:spPr>
            <a:xfrm>
              <a:off x="5257285" y="5785772"/>
              <a:ext cx="49048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YorkRiver</a:t>
              </a:r>
            </a:p>
          </p:txBody>
        </p:sp>
        <p:sp>
          <p:nvSpPr>
            <p:cNvPr id="934" name="tx934"/>
            <p:cNvSpPr/>
            <p:nvPr/>
          </p:nvSpPr>
          <p:spPr>
            <a:xfrm>
              <a:off x="3529918" y="5925448"/>
              <a:ext cx="109481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935" name="tx935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936" name="rc936"/>
            <p:cNvSpPr/>
            <p:nvPr/>
          </p:nvSpPr>
          <p:spPr>
            <a:xfrm>
              <a:off x="7351949" y="2762083"/>
              <a:ext cx="1265261" cy="20955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7" name="tx937"/>
            <p:cNvSpPr/>
            <p:nvPr/>
          </p:nvSpPr>
          <p:spPr>
            <a:xfrm>
              <a:off x="7421538" y="2847125"/>
              <a:ext cx="112608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Broodstock Group</a:t>
              </a:r>
            </a:p>
          </p:txBody>
        </p:sp>
        <p:sp>
          <p:nvSpPr>
            <p:cNvPr id="938" name="rc938"/>
            <p:cNvSpPr/>
            <p:nvPr/>
          </p:nvSpPr>
          <p:spPr>
            <a:xfrm>
              <a:off x="7421538" y="303238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7531266" y="319697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7531266" y="305433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1" name="rc941"/>
            <p:cNvSpPr/>
            <p:nvPr/>
          </p:nvSpPr>
          <p:spPr>
            <a:xfrm>
              <a:off x="7448970" y="3087250"/>
              <a:ext cx="164592" cy="109727"/>
            </a:xfrm>
            <a:prstGeom prst="rect">
              <a:avLst/>
            </a:pr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7448970" y="3142114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7531266" y="32298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7531266" y="305433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5" name="rc945"/>
            <p:cNvSpPr/>
            <p:nvPr/>
          </p:nvSpPr>
          <p:spPr>
            <a:xfrm>
              <a:off x="7421538" y="325184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7531266" y="341643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7531266" y="327378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8" name="rc948"/>
            <p:cNvSpPr/>
            <p:nvPr/>
          </p:nvSpPr>
          <p:spPr>
            <a:xfrm>
              <a:off x="7448970" y="3306706"/>
              <a:ext cx="164592" cy="109727"/>
            </a:xfrm>
            <a:prstGeom prst="rect">
              <a:avLst/>
            </a:pr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7448970" y="3361570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7531266" y="344935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7531266" y="327378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2" name="rc952"/>
            <p:cNvSpPr/>
            <p:nvPr/>
          </p:nvSpPr>
          <p:spPr>
            <a:xfrm>
              <a:off x="7421538" y="34712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7531266" y="3635890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7531266" y="3493243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5" name="rc955"/>
            <p:cNvSpPr/>
            <p:nvPr/>
          </p:nvSpPr>
          <p:spPr>
            <a:xfrm>
              <a:off x="7448970" y="3526162"/>
              <a:ext cx="164592" cy="109727"/>
            </a:xfrm>
            <a:prstGeom prst="rect">
              <a:avLst/>
            </a:pr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7448970" y="3581026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7531266" y="366880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7531266" y="349324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9" name="rc959"/>
            <p:cNvSpPr/>
            <p:nvPr/>
          </p:nvSpPr>
          <p:spPr>
            <a:xfrm>
              <a:off x="7421538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7531266" y="3855346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7531266" y="3712699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2" name="rc962"/>
            <p:cNvSpPr/>
            <p:nvPr/>
          </p:nvSpPr>
          <p:spPr>
            <a:xfrm>
              <a:off x="7448970" y="3745618"/>
              <a:ext cx="164592" cy="109727"/>
            </a:xfrm>
            <a:prstGeom prst="rect">
              <a:avLst/>
            </a:pr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7448970" y="3800482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7531266" y="388826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7531266" y="37126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6" name="rc966"/>
            <p:cNvSpPr/>
            <p:nvPr/>
          </p:nvSpPr>
          <p:spPr>
            <a:xfrm>
              <a:off x="7421538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7531266" y="4074802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7531266" y="3932155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9" name="rc969"/>
            <p:cNvSpPr/>
            <p:nvPr/>
          </p:nvSpPr>
          <p:spPr>
            <a:xfrm>
              <a:off x="7448970" y="3965074"/>
              <a:ext cx="164592" cy="109727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7448970" y="4019938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7531266" y="410772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7531266" y="393215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3" name="rc973"/>
            <p:cNvSpPr/>
            <p:nvPr/>
          </p:nvSpPr>
          <p:spPr>
            <a:xfrm>
              <a:off x="7421538" y="412966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7531266" y="4294258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7531266" y="4151611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6" name="rc976"/>
            <p:cNvSpPr/>
            <p:nvPr/>
          </p:nvSpPr>
          <p:spPr>
            <a:xfrm>
              <a:off x="7448970" y="4184530"/>
              <a:ext cx="164592" cy="109727"/>
            </a:xfrm>
            <a:prstGeom prst="rect">
              <a:avLst/>
            </a:pr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7448970" y="4239394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7531266" y="432717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7531266" y="415161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0" name="rc980"/>
            <p:cNvSpPr/>
            <p:nvPr/>
          </p:nvSpPr>
          <p:spPr>
            <a:xfrm>
              <a:off x="7421538" y="434912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7531266" y="4513714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7531266" y="4371067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3" name="rc983"/>
            <p:cNvSpPr/>
            <p:nvPr/>
          </p:nvSpPr>
          <p:spPr>
            <a:xfrm>
              <a:off x="7448970" y="4403986"/>
              <a:ext cx="164592" cy="109727"/>
            </a:xfrm>
            <a:prstGeom prst="rect">
              <a:avLst/>
            </a:pr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7448970" y="4458850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7531266" y="454663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6" name="pl986"/>
            <p:cNvSpPr/>
            <p:nvPr/>
          </p:nvSpPr>
          <p:spPr>
            <a:xfrm>
              <a:off x="7531266" y="437106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7" name="rc987"/>
            <p:cNvSpPr/>
            <p:nvPr/>
          </p:nvSpPr>
          <p:spPr>
            <a:xfrm>
              <a:off x="7421538" y="456857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7531266" y="4733170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7531266" y="4590523"/>
              <a:ext cx="0" cy="32918"/>
            </a:xfrm>
            <a:custGeom>
              <a:avLst/>
              <a:pathLst>
                <a:path w="0"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0" name="rc990"/>
            <p:cNvSpPr/>
            <p:nvPr/>
          </p:nvSpPr>
          <p:spPr>
            <a:xfrm>
              <a:off x="7448970" y="4623442"/>
              <a:ext cx="164592" cy="109727"/>
            </a:xfrm>
            <a:prstGeom prst="rect">
              <a:avLst/>
            </a:pr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7448970" y="4678306"/>
              <a:ext cx="164591" cy="0"/>
            </a:xfrm>
            <a:custGeom>
              <a:avLst/>
              <a:pathLst>
                <a:path w="164591" h="0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7531266" y="476608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7531266" y="45905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4" name="tx994"/>
            <p:cNvSpPr/>
            <p:nvPr/>
          </p:nvSpPr>
          <p:spPr>
            <a:xfrm>
              <a:off x="7710583" y="3102063"/>
              <a:ext cx="3725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995" name="tx995"/>
            <p:cNvSpPr/>
            <p:nvPr/>
          </p:nvSpPr>
          <p:spPr>
            <a:xfrm>
              <a:off x="7710583" y="3321519"/>
              <a:ext cx="36649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996" name="tx996"/>
            <p:cNvSpPr/>
            <p:nvPr/>
          </p:nvSpPr>
          <p:spPr>
            <a:xfrm>
              <a:off x="7710583" y="3540975"/>
              <a:ext cx="36018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997" name="tx997"/>
            <p:cNvSpPr/>
            <p:nvPr/>
          </p:nvSpPr>
          <p:spPr>
            <a:xfrm>
              <a:off x="7710583" y="3760431"/>
              <a:ext cx="3788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998" name="tx998"/>
            <p:cNvSpPr/>
            <p:nvPr/>
          </p:nvSpPr>
          <p:spPr>
            <a:xfrm>
              <a:off x="7710583" y="3979887"/>
              <a:ext cx="48463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999" name="tx999"/>
            <p:cNvSpPr/>
            <p:nvPr/>
          </p:nvSpPr>
          <p:spPr>
            <a:xfrm>
              <a:off x="7710583" y="4199343"/>
              <a:ext cx="50310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000" name="tx1000"/>
            <p:cNvSpPr/>
            <p:nvPr/>
          </p:nvSpPr>
          <p:spPr>
            <a:xfrm>
              <a:off x="7710583" y="4418799"/>
              <a:ext cx="39108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001" name="tx1001"/>
            <p:cNvSpPr/>
            <p:nvPr/>
          </p:nvSpPr>
          <p:spPr>
            <a:xfrm>
              <a:off x="7710583" y="4638255"/>
              <a:ext cx="39739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1002" name="tx1002"/>
            <p:cNvSpPr/>
            <p:nvPr/>
          </p:nvSpPr>
          <p:spPr>
            <a:xfrm>
              <a:off x="941876" y="1669789"/>
              <a:ext cx="301715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Final Length at Lewisetta and York River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2025-12-16T15:11:03Z</dcterms:modified>
  <cp:category/>
</cp:coreProperties>
</file>