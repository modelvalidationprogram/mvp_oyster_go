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457200" y="1600200"/>
              <a:ext cx="8229599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972874" y="1896563"/>
              <a:ext cx="2845628" cy="382657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358219" y="3036178"/>
              <a:ext cx="0" cy="48745"/>
            </a:xfrm>
            <a:custGeom>
              <a:avLst/>
              <a:pathLst>
                <a:path w="0" h="48745">
                  <a:moveTo>
                    <a:pt x="0" y="48745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358219" y="3342561"/>
              <a:ext cx="0" cy="208890"/>
            </a:xfrm>
            <a:custGeom>
              <a:avLst/>
              <a:pathLst>
                <a:path w="0" h="208890">
                  <a:moveTo>
                    <a:pt x="0" y="0"/>
                  </a:moveTo>
                  <a:lnTo>
                    <a:pt x="0" y="20889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8"/>
            <p:cNvSpPr/>
            <p:nvPr/>
          </p:nvSpPr>
          <p:spPr>
            <a:xfrm>
              <a:off x="1247062" y="3084924"/>
              <a:ext cx="222314" cy="257636"/>
            </a:xfrm>
            <a:custGeom>
              <a:avLst/>
              <a:pathLst>
                <a:path w="222314" h="257636">
                  <a:moveTo>
                    <a:pt x="0" y="0"/>
                  </a:moveTo>
                  <a:lnTo>
                    <a:pt x="0" y="257636"/>
                  </a:lnTo>
                  <a:lnTo>
                    <a:pt x="222314" y="257636"/>
                  </a:lnTo>
                  <a:lnTo>
                    <a:pt x="222314" y="0"/>
                  </a:lnTo>
                  <a:close/>
                </a:path>
              </a:pathLst>
            </a:custGeom>
            <a:solidFill>
              <a:srgbClr val="365C8D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247062" y="3133670"/>
              <a:ext cx="222314" cy="0"/>
            </a:xfrm>
            <a:custGeom>
              <a:avLst/>
              <a:pathLst>
                <a:path w="222314" h="0">
                  <a:moveTo>
                    <a:pt x="0" y="0"/>
                  </a:moveTo>
                  <a:lnTo>
                    <a:pt x="222314" y="0"/>
                  </a:lnTo>
                </a:path>
              </a:pathLst>
            </a:custGeom>
            <a:ln w="27101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1654639" y="2268988"/>
              <a:ext cx="0" cy="80183"/>
            </a:xfrm>
            <a:custGeom>
              <a:avLst/>
              <a:pathLst>
                <a:path w="0" h="80183">
                  <a:moveTo>
                    <a:pt x="0" y="80183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1654639" y="2678567"/>
              <a:ext cx="0" cy="249211"/>
            </a:xfrm>
            <a:custGeom>
              <a:avLst/>
              <a:pathLst>
                <a:path w="0" h="249211">
                  <a:moveTo>
                    <a:pt x="0" y="0"/>
                  </a:moveTo>
                  <a:lnTo>
                    <a:pt x="0" y="249211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12"/>
            <p:cNvSpPr/>
            <p:nvPr/>
          </p:nvSpPr>
          <p:spPr>
            <a:xfrm>
              <a:off x="1543482" y="2349171"/>
              <a:ext cx="222314" cy="329395"/>
            </a:xfrm>
            <a:custGeom>
              <a:avLst/>
              <a:pathLst>
                <a:path w="222314" h="329395">
                  <a:moveTo>
                    <a:pt x="0" y="0"/>
                  </a:moveTo>
                  <a:lnTo>
                    <a:pt x="0" y="329395"/>
                  </a:lnTo>
                  <a:lnTo>
                    <a:pt x="222314" y="329395"/>
                  </a:lnTo>
                  <a:lnTo>
                    <a:pt x="222314" y="0"/>
                  </a:lnTo>
                  <a:close/>
                </a:path>
              </a:pathLst>
            </a:custGeom>
            <a:solidFill>
              <a:srgbClr val="277F8E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543482" y="2429355"/>
              <a:ext cx="222314" cy="0"/>
            </a:xfrm>
            <a:custGeom>
              <a:avLst/>
              <a:pathLst>
                <a:path w="222314" h="0">
                  <a:moveTo>
                    <a:pt x="0" y="0"/>
                  </a:moveTo>
                  <a:lnTo>
                    <a:pt x="222314" y="0"/>
                  </a:lnTo>
                </a:path>
              </a:pathLst>
            </a:custGeom>
            <a:ln w="27101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951059" y="2645597"/>
              <a:ext cx="0" cy="432850"/>
            </a:xfrm>
            <a:custGeom>
              <a:avLst/>
              <a:pathLst>
                <a:path w="0" h="432850">
                  <a:moveTo>
                    <a:pt x="0" y="43285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951059" y="3676348"/>
              <a:ext cx="0" cy="165050"/>
            </a:xfrm>
            <a:custGeom>
              <a:avLst/>
              <a:pathLst>
                <a:path w="0" h="165050">
                  <a:moveTo>
                    <a:pt x="0" y="0"/>
                  </a:moveTo>
                  <a:lnTo>
                    <a:pt x="0" y="16505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6"/>
            <p:cNvSpPr/>
            <p:nvPr/>
          </p:nvSpPr>
          <p:spPr>
            <a:xfrm>
              <a:off x="1839901" y="3078447"/>
              <a:ext cx="222314" cy="597901"/>
            </a:xfrm>
            <a:custGeom>
              <a:avLst/>
              <a:pathLst>
                <a:path w="222314" h="597901">
                  <a:moveTo>
                    <a:pt x="0" y="0"/>
                  </a:moveTo>
                  <a:lnTo>
                    <a:pt x="0" y="597901"/>
                  </a:lnTo>
                  <a:lnTo>
                    <a:pt x="222314" y="597901"/>
                  </a:lnTo>
                  <a:lnTo>
                    <a:pt x="222314" y="0"/>
                  </a:lnTo>
                  <a:close/>
                </a:path>
              </a:pathLst>
            </a:custGeom>
            <a:solidFill>
              <a:srgbClr val="1FA187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839901" y="3511297"/>
              <a:ext cx="222314" cy="0"/>
            </a:xfrm>
            <a:custGeom>
              <a:avLst/>
              <a:pathLst>
                <a:path w="222314" h="0">
                  <a:moveTo>
                    <a:pt x="0" y="0"/>
                  </a:moveTo>
                  <a:lnTo>
                    <a:pt x="222314" y="0"/>
                  </a:lnTo>
                </a:path>
              </a:pathLst>
            </a:custGeom>
            <a:ln w="27101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247478" y="3616203"/>
              <a:ext cx="0" cy="49433"/>
            </a:xfrm>
            <a:custGeom>
              <a:avLst/>
              <a:pathLst>
                <a:path w="0" h="49433">
                  <a:moveTo>
                    <a:pt x="0" y="49433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247478" y="3873902"/>
              <a:ext cx="0" cy="158832"/>
            </a:xfrm>
            <a:custGeom>
              <a:avLst/>
              <a:pathLst>
                <a:path w="0" h="158832">
                  <a:moveTo>
                    <a:pt x="0" y="0"/>
                  </a:moveTo>
                  <a:lnTo>
                    <a:pt x="0" y="158832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2136321" y="3665636"/>
              <a:ext cx="222314" cy="208265"/>
            </a:xfrm>
            <a:custGeom>
              <a:avLst/>
              <a:pathLst>
                <a:path w="222314" h="208265">
                  <a:moveTo>
                    <a:pt x="0" y="0"/>
                  </a:moveTo>
                  <a:lnTo>
                    <a:pt x="0" y="208265"/>
                  </a:lnTo>
                  <a:lnTo>
                    <a:pt x="222314" y="208265"/>
                  </a:lnTo>
                  <a:lnTo>
                    <a:pt x="222314" y="0"/>
                  </a:lnTo>
                  <a:close/>
                </a:path>
              </a:pathLst>
            </a:custGeom>
            <a:solidFill>
              <a:srgbClr val="4AC16D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2136321" y="3715069"/>
              <a:ext cx="222314" cy="0"/>
            </a:xfrm>
            <a:custGeom>
              <a:avLst/>
              <a:pathLst>
                <a:path w="222314" h="0">
                  <a:moveTo>
                    <a:pt x="0" y="0"/>
                  </a:moveTo>
                  <a:lnTo>
                    <a:pt x="222314" y="0"/>
                  </a:lnTo>
                </a:path>
              </a:pathLst>
            </a:custGeom>
            <a:ln w="27101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543898" y="2964836"/>
              <a:ext cx="0" cy="22419"/>
            </a:xfrm>
            <a:custGeom>
              <a:avLst/>
              <a:pathLst>
                <a:path w="0" h="22419">
                  <a:moveTo>
                    <a:pt x="0" y="22419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543898" y="3162009"/>
              <a:ext cx="0" cy="152333"/>
            </a:xfrm>
            <a:custGeom>
              <a:avLst/>
              <a:pathLst>
                <a:path w="0" h="152333">
                  <a:moveTo>
                    <a:pt x="0" y="0"/>
                  </a:moveTo>
                  <a:lnTo>
                    <a:pt x="0" y="152333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2432741" y="2987255"/>
              <a:ext cx="222314" cy="174753"/>
            </a:xfrm>
            <a:custGeom>
              <a:avLst/>
              <a:pathLst>
                <a:path w="222314" h="174753">
                  <a:moveTo>
                    <a:pt x="0" y="0"/>
                  </a:moveTo>
                  <a:lnTo>
                    <a:pt x="0" y="174753"/>
                  </a:lnTo>
                  <a:lnTo>
                    <a:pt x="222314" y="174753"/>
                  </a:lnTo>
                  <a:lnTo>
                    <a:pt x="222314" y="0"/>
                  </a:lnTo>
                  <a:close/>
                </a:path>
              </a:pathLst>
            </a:custGeom>
            <a:solidFill>
              <a:srgbClr val="440154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2432741" y="3009675"/>
              <a:ext cx="222314" cy="0"/>
            </a:xfrm>
            <a:custGeom>
              <a:avLst/>
              <a:pathLst>
                <a:path w="222314" h="0">
                  <a:moveTo>
                    <a:pt x="0" y="0"/>
                  </a:moveTo>
                  <a:lnTo>
                    <a:pt x="222314" y="0"/>
                  </a:lnTo>
                </a:path>
              </a:pathLst>
            </a:custGeom>
            <a:ln w="27101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2840318" y="3269838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2840318" y="3269838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2729160" y="3269838"/>
              <a:ext cx="222314" cy="0"/>
            </a:xfrm>
            <a:custGeom>
              <a:avLst/>
              <a:pathLst>
                <a:path w="222314" h="0">
                  <a:moveTo>
                    <a:pt x="0" y="0"/>
                  </a:moveTo>
                  <a:lnTo>
                    <a:pt x="222314" y="0"/>
                  </a:lnTo>
                  <a:close/>
                </a:path>
              </a:pathLst>
            </a:custGeom>
            <a:solidFill>
              <a:srgbClr val="46337E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2729160" y="3269838"/>
              <a:ext cx="222314" cy="0"/>
            </a:xfrm>
            <a:custGeom>
              <a:avLst/>
              <a:pathLst>
                <a:path w="222314" h="0">
                  <a:moveTo>
                    <a:pt x="0" y="0"/>
                  </a:moveTo>
                  <a:lnTo>
                    <a:pt x="222314" y="0"/>
                  </a:lnTo>
                </a:path>
              </a:pathLst>
            </a:custGeom>
            <a:ln w="27101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3136737" y="5231030"/>
              <a:ext cx="0" cy="75683"/>
            </a:xfrm>
            <a:custGeom>
              <a:avLst/>
              <a:pathLst>
                <a:path w="0" h="75683">
                  <a:moveTo>
                    <a:pt x="0" y="75683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3136737" y="5422468"/>
              <a:ext cx="0" cy="40071"/>
            </a:xfrm>
            <a:custGeom>
              <a:avLst/>
              <a:pathLst>
                <a:path w="0" h="40071">
                  <a:moveTo>
                    <a:pt x="0" y="0"/>
                  </a:moveTo>
                  <a:lnTo>
                    <a:pt x="0" y="40071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3025580" y="5306713"/>
              <a:ext cx="222314" cy="115754"/>
            </a:xfrm>
            <a:custGeom>
              <a:avLst/>
              <a:pathLst>
                <a:path w="222314" h="115754">
                  <a:moveTo>
                    <a:pt x="0" y="0"/>
                  </a:moveTo>
                  <a:lnTo>
                    <a:pt x="0" y="115754"/>
                  </a:lnTo>
                  <a:lnTo>
                    <a:pt x="222314" y="115754"/>
                  </a:lnTo>
                  <a:lnTo>
                    <a:pt x="222314" y="0"/>
                  </a:lnTo>
                  <a:close/>
                </a:path>
              </a:pathLst>
            </a:custGeom>
            <a:solidFill>
              <a:srgbClr val="9FDA3A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3025580" y="5382397"/>
              <a:ext cx="222314" cy="0"/>
            </a:xfrm>
            <a:custGeom>
              <a:avLst/>
              <a:pathLst>
                <a:path w="222314" h="0">
                  <a:moveTo>
                    <a:pt x="0" y="0"/>
                  </a:moveTo>
                  <a:lnTo>
                    <a:pt x="222314" y="0"/>
                  </a:lnTo>
                </a:path>
              </a:pathLst>
            </a:custGeom>
            <a:ln w="27101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3433157" y="4872547"/>
              <a:ext cx="0" cy="137015"/>
            </a:xfrm>
            <a:custGeom>
              <a:avLst/>
              <a:pathLst>
                <a:path w="0" h="137015">
                  <a:moveTo>
                    <a:pt x="0" y="137015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3433157" y="5202686"/>
              <a:ext cx="0" cy="56107"/>
            </a:xfrm>
            <a:custGeom>
              <a:avLst/>
              <a:pathLst>
                <a:path w="0" h="56107">
                  <a:moveTo>
                    <a:pt x="0" y="0"/>
                  </a:moveTo>
                  <a:lnTo>
                    <a:pt x="0" y="56107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3321999" y="5009562"/>
              <a:ext cx="222314" cy="193123"/>
            </a:xfrm>
            <a:custGeom>
              <a:avLst/>
              <a:pathLst>
                <a:path w="222314" h="193123">
                  <a:moveTo>
                    <a:pt x="0" y="0"/>
                  </a:moveTo>
                  <a:lnTo>
                    <a:pt x="0" y="193123"/>
                  </a:lnTo>
                  <a:lnTo>
                    <a:pt x="222314" y="193123"/>
                  </a:lnTo>
                  <a:lnTo>
                    <a:pt x="222314" y="0"/>
                  </a:lnTo>
                  <a:close/>
                </a:path>
              </a:pathLst>
            </a:custGeom>
            <a:solidFill>
              <a:srgbClr val="FDE725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3321999" y="5146578"/>
              <a:ext cx="222314" cy="0"/>
            </a:xfrm>
            <a:custGeom>
              <a:avLst/>
              <a:pathLst>
                <a:path w="222314" h="0">
                  <a:moveTo>
                    <a:pt x="0" y="0"/>
                  </a:moveTo>
                  <a:lnTo>
                    <a:pt x="222314" y="0"/>
                  </a:lnTo>
                </a:path>
              </a:pathLst>
            </a:custGeom>
            <a:ln w="27101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2466174" y="1920171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2466174" y="1920171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2466174" y="1920171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2688801" y="1920171"/>
              <a:ext cx="30303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abcd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1280495" y="1920171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280495" y="1920171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280495" y="1920171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1615777" y="1920171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615777" y="1920171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1615777" y="1920171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1877267" y="1920171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1877267" y="1920171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877267" y="1920171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2134824" y="1920171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bcd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2134824" y="1920171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bcd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2134824" y="1920171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bcd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3078490" y="1920171"/>
              <a:ext cx="1164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fg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3078490" y="1920171"/>
              <a:ext cx="1164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fg</a:t>
              </a:r>
            </a:p>
          </p:txBody>
        </p:sp>
        <p:sp>
          <p:nvSpPr>
            <p:cNvPr id="56" name="tx56"/>
            <p:cNvSpPr/>
            <p:nvPr/>
          </p:nvSpPr>
          <p:spPr>
            <a:xfrm>
              <a:off x="3078490" y="1920171"/>
              <a:ext cx="1164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fg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3374910" y="1920171"/>
              <a:ext cx="1164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fg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3374910" y="1920171"/>
              <a:ext cx="1164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fg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3374910" y="1920171"/>
              <a:ext cx="1164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fg</a:t>
              </a:r>
            </a:p>
          </p:txBody>
        </p:sp>
        <p:sp>
          <p:nvSpPr>
            <p:cNvPr id="60" name="rc60"/>
            <p:cNvSpPr/>
            <p:nvPr/>
          </p:nvSpPr>
          <p:spPr>
            <a:xfrm>
              <a:off x="4367142" y="1896563"/>
              <a:ext cx="2845628" cy="382657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4752488" y="3947790"/>
              <a:ext cx="0" cy="167984"/>
            </a:xfrm>
            <a:custGeom>
              <a:avLst/>
              <a:pathLst>
                <a:path w="0" h="167984">
                  <a:moveTo>
                    <a:pt x="0" y="16798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4752488" y="4310121"/>
              <a:ext cx="0" cy="26361"/>
            </a:xfrm>
            <a:custGeom>
              <a:avLst/>
              <a:pathLst>
                <a:path w="0" h="26361">
                  <a:moveTo>
                    <a:pt x="0" y="0"/>
                  </a:moveTo>
                  <a:lnTo>
                    <a:pt x="0" y="26361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63"/>
            <p:cNvSpPr/>
            <p:nvPr/>
          </p:nvSpPr>
          <p:spPr>
            <a:xfrm>
              <a:off x="4641330" y="4115775"/>
              <a:ext cx="222314" cy="194346"/>
            </a:xfrm>
            <a:custGeom>
              <a:avLst/>
              <a:pathLst>
                <a:path w="222314" h="194346">
                  <a:moveTo>
                    <a:pt x="0" y="0"/>
                  </a:moveTo>
                  <a:lnTo>
                    <a:pt x="0" y="194346"/>
                  </a:lnTo>
                  <a:lnTo>
                    <a:pt x="222314" y="194346"/>
                  </a:lnTo>
                  <a:lnTo>
                    <a:pt x="222314" y="0"/>
                  </a:lnTo>
                  <a:close/>
                </a:path>
              </a:pathLst>
            </a:custGeom>
            <a:solidFill>
              <a:srgbClr val="365C8D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4641330" y="4283760"/>
              <a:ext cx="222314" cy="0"/>
            </a:xfrm>
            <a:custGeom>
              <a:avLst/>
              <a:pathLst>
                <a:path w="222314" h="0">
                  <a:moveTo>
                    <a:pt x="0" y="0"/>
                  </a:moveTo>
                  <a:lnTo>
                    <a:pt x="222314" y="0"/>
                  </a:lnTo>
                </a:path>
              </a:pathLst>
            </a:custGeom>
            <a:ln w="27101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5" name="pl65"/>
            <p:cNvSpPr/>
            <p:nvPr/>
          </p:nvSpPr>
          <p:spPr>
            <a:xfrm>
              <a:off x="5048907" y="4587150"/>
              <a:ext cx="0" cy="83635"/>
            </a:xfrm>
            <a:custGeom>
              <a:avLst/>
              <a:pathLst>
                <a:path w="0" h="83635">
                  <a:moveTo>
                    <a:pt x="0" y="83635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5048907" y="4838057"/>
              <a:ext cx="0" cy="83635"/>
            </a:xfrm>
            <a:custGeom>
              <a:avLst/>
              <a:pathLst>
                <a:path w="0" h="83635">
                  <a:moveTo>
                    <a:pt x="0" y="0"/>
                  </a:moveTo>
                  <a:lnTo>
                    <a:pt x="0" y="83635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7"/>
            <p:cNvSpPr/>
            <p:nvPr/>
          </p:nvSpPr>
          <p:spPr>
            <a:xfrm>
              <a:off x="4937750" y="4670786"/>
              <a:ext cx="222314" cy="167271"/>
            </a:xfrm>
            <a:custGeom>
              <a:avLst/>
              <a:pathLst>
                <a:path w="222314" h="167271">
                  <a:moveTo>
                    <a:pt x="0" y="0"/>
                  </a:moveTo>
                  <a:lnTo>
                    <a:pt x="0" y="167271"/>
                  </a:lnTo>
                  <a:lnTo>
                    <a:pt x="222314" y="167271"/>
                  </a:lnTo>
                  <a:lnTo>
                    <a:pt x="222314" y="0"/>
                  </a:lnTo>
                  <a:close/>
                </a:path>
              </a:pathLst>
            </a:custGeom>
            <a:solidFill>
              <a:srgbClr val="277F8E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8" name="pl68"/>
            <p:cNvSpPr/>
            <p:nvPr/>
          </p:nvSpPr>
          <p:spPr>
            <a:xfrm>
              <a:off x="4937750" y="4754421"/>
              <a:ext cx="222314" cy="0"/>
            </a:xfrm>
            <a:custGeom>
              <a:avLst/>
              <a:pathLst>
                <a:path w="222314" h="0">
                  <a:moveTo>
                    <a:pt x="0" y="0"/>
                  </a:moveTo>
                  <a:lnTo>
                    <a:pt x="222314" y="0"/>
                  </a:lnTo>
                </a:path>
              </a:pathLst>
            </a:custGeom>
            <a:ln w="27101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9" name="pl69"/>
            <p:cNvSpPr/>
            <p:nvPr/>
          </p:nvSpPr>
          <p:spPr>
            <a:xfrm>
              <a:off x="5345327" y="3834699"/>
              <a:ext cx="0" cy="102064"/>
            </a:xfrm>
            <a:custGeom>
              <a:avLst/>
              <a:pathLst>
                <a:path w="0" h="102064">
                  <a:moveTo>
                    <a:pt x="0" y="10206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l70"/>
            <p:cNvSpPr/>
            <p:nvPr/>
          </p:nvSpPr>
          <p:spPr>
            <a:xfrm>
              <a:off x="5345327" y="4116934"/>
              <a:ext cx="0" cy="78106"/>
            </a:xfrm>
            <a:custGeom>
              <a:avLst/>
              <a:pathLst>
                <a:path w="0" h="78106">
                  <a:moveTo>
                    <a:pt x="0" y="0"/>
                  </a:moveTo>
                  <a:lnTo>
                    <a:pt x="0" y="78106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71"/>
            <p:cNvSpPr/>
            <p:nvPr/>
          </p:nvSpPr>
          <p:spPr>
            <a:xfrm>
              <a:off x="5234170" y="3936763"/>
              <a:ext cx="222314" cy="180171"/>
            </a:xfrm>
            <a:custGeom>
              <a:avLst/>
              <a:pathLst>
                <a:path w="222314" h="180171">
                  <a:moveTo>
                    <a:pt x="0" y="0"/>
                  </a:moveTo>
                  <a:lnTo>
                    <a:pt x="0" y="180171"/>
                  </a:lnTo>
                  <a:lnTo>
                    <a:pt x="222314" y="180171"/>
                  </a:lnTo>
                  <a:lnTo>
                    <a:pt x="222314" y="0"/>
                  </a:lnTo>
                  <a:close/>
                </a:path>
              </a:pathLst>
            </a:custGeom>
            <a:solidFill>
              <a:srgbClr val="1FA187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2" name="pl72"/>
            <p:cNvSpPr/>
            <p:nvPr/>
          </p:nvSpPr>
          <p:spPr>
            <a:xfrm>
              <a:off x="5234170" y="4038827"/>
              <a:ext cx="222314" cy="0"/>
            </a:xfrm>
            <a:custGeom>
              <a:avLst/>
              <a:pathLst>
                <a:path w="222314" h="0">
                  <a:moveTo>
                    <a:pt x="0" y="0"/>
                  </a:moveTo>
                  <a:lnTo>
                    <a:pt x="222314" y="0"/>
                  </a:lnTo>
                </a:path>
              </a:pathLst>
            </a:custGeom>
            <a:ln w="27101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3" name="pl73"/>
            <p:cNvSpPr/>
            <p:nvPr/>
          </p:nvSpPr>
          <p:spPr>
            <a:xfrm>
              <a:off x="5641747" y="3902645"/>
              <a:ext cx="0" cy="119534"/>
            </a:xfrm>
            <a:custGeom>
              <a:avLst/>
              <a:pathLst>
                <a:path w="0" h="119534">
                  <a:moveTo>
                    <a:pt x="0" y="11953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l74"/>
            <p:cNvSpPr/>
            <p:nvPr/>
          </p:nvSpPr>
          <p:spPr>
            <a:xfrm>
              <a:off x="5641747" y="4144543"/>
              <a:ext cx="0" cy="2829"/>
            </a:xfrm>
            <a:custGeom>
              <a:avLst/>
              <a:pathLst>
                <a:path w="0" h="2829">
                  <a:moveTo>
                    <a:pt x="0" y="0"/>
                  </a:moveTo>
                  <a:lnTo>
                    <a:pt x="0" y="2829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5"/>
            <p:cNvSpPr/>
            <p:nvPr/>
          </p:nvSpPr>
          <p:spPr>
            <a:xfrm>
              <a:off x="5530589" y="4022179"/>
              <a:ext cx="222314" cy="122363"/>
            </a:xfrm>
            <a:custGeom>
              <a:avLst/>
              <a:pathLst>
                <a:path w="222314" h="122363">
                  <a:moveTo>
                    <a:pt x="0" y="0"/>
                  </a:moveTo>
                  <a:lnTo>
                    <a:pt x="0" y="122363"/>
                  </a:lnTo>
                  <a:lnTo>
                    <a:pt x="222314" y="122363"/>
                  </a:lnTo>
                  <a:lnTo>
                    <a:pt x="222314" y="0"/>
                  </a:lnTo>
                  <a:close/>
                </a:path>
              </a:pathLst>
            </a:custGeom>
            <a:solidFill>
              <a:srgbClr val="4AC16D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6" name="pl76"/>
            <p:cNvSpPr/>
            <p:nvPr/>
          </p:nvSpPr>
          <p:spPr>
            <a:xfrm>
              <a:off x="5530589" y="4141714"/>
              <a:ext cx="222314" cy="0"/>
            </a:xfrm>
            <a:custGeom>
              <a:avLst/>
              <a:pathLst>
                <a:path w="222314" h="0">
                  <a:moveTo>
                    <a:pt x="0" y="0"/>
                  </a:moveTo>
                  <a:lnTo>
                    <a:pt x="222314" y="0"/>
                  </a:lnTo>
                </a:path>
              </a:pathLst>
            </a:custGeom>
            <a:ln w="27101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7" name="pl77"/>
            <p:cNvSpPr/>
            <p:nvPr/>
          </p:nvSpPr>
          <p:spPr>
            <a:xfrm>
              <a:off x="5938166" y="4574597"/>
              <a:ext cx="0" cy="61141"/>
            </a:xfrm>
            <a:custGeom>
              <a:avLst/>
              <a:pathLst>
                <a:path w="0" h="61141">
                  <a:moveTo>
                    <a:pt x="0" y="61141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l78"/>
            <p:cNvSpPr/>
            <p:nvPr/>
          </p:nvSpPr>
          <p:spPr>
            <a:xfrm>
              <a:off x="5938166" y="4737802"/>
              <a:ext cx="0" cy="40921"/>
            </a:xfrm>
            <a:custGeom>
              <a:avLst/>
              <a:pathLst>
                <a:path w="0" h="40921">
                  <a:moveTo>
                    <a:pt x="0" y="0"/>
                  </a:moveTo>
                  <a:lnTo>
                    <a:pt x="0" y="40921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9"/>
            <p:cNvSpPr/>
            <p:nvPr/>
          </p:nvSpPr>
          <p:spPr>
            <a:xfrm>
              <a:off x="5827009" y="4635739"/>
              <a:ext cx="222314" cy="102062"/>
            </a:xfrm>
            <a:custGeom>
              <a:avLst/>
              <a:pathLst>
                <a:path w="222314" h="102062">
                  <a:moveTo>
                    <a:pt x="0" y="0"/>
                  </a:moveTo>
                  <a:lnTo>
                    <a:pt x="0" y="102062"/>
                  </a:lnTo>
                  <a:lnTo>
                    <a:pt x="222314" y="102062"/>
                  </a:lnTo>
                  <a:lnTo>
                    <a:pt x="222314" y="0"/>
                  </a:lnTo>
                  <a:close/>
                </a:path>
              </a:pathLst>
            </a:custGeom>
            <a:solidFill>
              <a:srgbClr val="440154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0" name="pl80"/>
            <p:cNvSpPr/>
            <p:nvPr/>
          </p:nvSpPr>
          <p:spPr>
            <a:xfrm>
              <a:off x="5827009" y="4696880"/>
              <a:ext cx="222314" cy="0"/>
            </a:xfrm>
            <a:custGeom>
              <a:avLst/>
              <a:pathLst>
                <a:path w="222314" h="0">
                  <a:moveTo>
                    <a:pt x="0" y="0"/>
                  </a:moveTo>
                  <a:lnTo>
                    <a:pt x="222314" y="0"/>
                  </a:lnTo>
                </a:path>
              </a:pathLst>
            </a:custGeom>
            <a:ln w="27101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1" name="pl81"/>
            <p:cNvSpPr/>
            <p:nvPr/>
          </p:nvSpPr>
          <p:spPr>
            <a:xfrm>
              <a:off x="6234586" y="4053270"/>
              <a:ext cx="0" cy="48822"/>
            </a:xfrm>
            <a:custGeom>
              <a:avLst/>
              <a:pathLst>
                <a:path w="0" h="48822">
                  <a:moveTo>
                    <a:pt x="0" y="48822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l82"/>
            <p:cNvSpPr/>
            <p:nvPr/>
          </p:nvSpPr>
          <p:spPr>
            <a:xfrm>
              <a:off x="6234586" y="4292986"/>
              <a:ext cx="0" cy="142070"/>
            </a:xfrm>
            <a:custGeom>
              <a:avLst/>
              <a:pathLst>
                <a:path w="0" h="142070">
                  <a:moveTo>
                    <a:pt x="0" y="0"/>
                  </a:moveTo>
                  <a:lnTo>
                    <a:pt x="0" y="14207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83"/>
            <p:cNvSpPr/>
            <p:nvPr/>
          </p:nvSpPr>
          <p:spPr>
            <a:xfrm>
              <a:off x="6123429" y="4102093"/>
              <a:ext cx="222314" cy="190892"/>
            </a:xfrm>
            <a:custGeom>
              <a:avLst/>
              <a:pathLst>
                <a:path w="222314" h="190892">
                  <a:moveTo>
                    <a:pt x="0" y="0"/>
                  </a:moveTo>
                  <a:lnTo>
                    <a:pt x="0" y="190892"/>
                  </a:lnTo>
                  <a:lnTo>
                    <a:pt x="222314" y="190892"/>
                  </a:lnTo>
                  <a:lnTo>
                    <a:pt x="222314" y="0"/>
                  </a:lnTo>
                  <a:close/>
                </a:path>
              </a:pathLst>
            </a:custGeom>
            <a:solidFill>
              <a:srgbClr val="46337E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4" name="pl84"/>
            <p:cNvSpPr/>
            <p:nvPr/>
          </p:nvSpPr>
          <p:spPr>
            <a:xfrm>
              <a:off x="6123429" y="4150915"/>
              <a:ext cx="222314" cy="0"/>
            </a:xfrm>
            <a:custGeom>
              <a:avLst/>
              <a:pathLst>
                <a:path w="222314" h="0">
                  <a:moveTo>
                    <a:pt x="0" y="0"/>
                  </a:moveTo>
                  <a:lnTo>
                    <a:pt x="222314" y="0"/>
                  </a:lnTo>
                </a:path>
              </a:pathLst>
            </a:custGeom>
            <a:ln w="27101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5" name="pl85"/>
            <p:cNvSpPr/>
            <p:nvPr/>
          </p:nvSpPr>
          <p:spPr>
            <a:xfrm>
              <a:off x="6531006" y="5442824"/>
              <a:ext cx="0" cy="8523"/>
            </a:xfrm>
            <a:custGeom>
              <a:avLst/>
              <a:pathLst>
                <a:path w="0" h="8523">
                  <a:moveTo>
                    <a:pt x="0" y="8523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l86"/>
            <p:cNvSpPr/>
            <p:nvPr/>
          </p:nvSpPr>
          <p:spPr>
            <a:xfrm>
              <a:off x="6531006" y="5468396"/>
              <a:ext cx="0" cy="8523"/>
            </a:xfrm>
            <a:custGeom>
              <a:avLst/>
              <a:pathLst>
                <a:path w="0" h="8523">
                  <a:moveTo>
                    <a:pt x="0" y="0"/>
                  </a:moveTo>
                  <a:lnTo>
                    <a:pt x="0" y="8523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7"/>
            <p:cNvSpPr/>
            <p:nvPr/>
          </p:nvSpPr>
          <p:spPr>
            <a:xfrm>
              <a:off x="6419848" y="5451348"/>
              <a:ext cx="222314" cy="17047"/>
            </a:xfrm>
            <a:custGeom>
              <a:avLst/>
              <a:pathLst>
                <a:path w="222314" h="17047">
                  <a:moveTo>
                    <a:pt x="0" y="0"/>
                  </a:moveTo>
                  <a:lnTo>
                    <a:pt x="0" y="17047"/>
                  </a:lnTo>
                  <a:lnTo>
                    <a:pt x="222314" y="17047"/>
                  </a:lnTo>
                  <a:lnTo>
                    <a:pt x="222314" y="0"/>
                  </a:lnTo>
                  <a:close/>
                </a:path>
              </a:pathLst>
            </a:custGeom>
            <a:solidFill>
              <a:srgbClr val="9FDA3A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8" name="pl88"/>
            <p:cNvSpPr/>
            <p:nvPr/>
          </p:nvSpPr>
          <p:spPr>
            <a:xfrm>
              <a:off x="6419848" y="5459872"/>
              <a:ext cx="222314" cy="0"/>
            </a:xfrm>
            <a:custGeom>
              <a:avLst/>
              <a:pathLst>
                <a:path w="222314" h="0">
                  <a:moveTo>
                    <a:pt x="0" y="0"/>
                  </a:moveTo>
                  <a:lnTo>
                    <a:pt x="222314" y="0"/>
                  </a:lnTo>
                </a:path>
              </a:pathLst>
            </a:custGeom>
            <a:ln w="27101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9" name="pl89"/>
            <p:cNvSpPr/>
            <p:nvPr/>
          </p:nvSpPr>
          <p:spPr>
            <a:xfrm>
              <a:off x="6827425" y="5439194"/>
              <a:ext cx="0" cy="33722"/>
            </a:xfrm>
            <a:custGeom>
              <a:avLst/>
              <a:pathLst>
                <a:path w="0" h="33722">
                  <a:moveTo>
                    <a:pt x="0" y="33722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l90"/>
            <p:cNvSpPr/>
            <p:nvPr/>
          </p:nvSpPr>
          <p:spPr>
            <a:xfrm>
              <a:off x="6827425" y="5527923"/>
              <a:ext cx="0" cy="21284"/>
            </a:xfrm>
            <a:custGeom>
              <a:avLst/>
              <a:pathLst>
                <a:path w="0" h="21284">
                  <a:moveTo>
                    <a:pt x="0" y="0"/>
                  </a:moveTo>
                  <a:lnTo>
                    <a:pt x="0" y="21284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91"/>
            <p:cNvSpPr/>
            <p:nvPr/>
          </p:nvSpPr>
          <p:spPr>
            <a:xfrm>
              <a:off x="6716268" y="5472916"/>
              <a:ext cx="222314" cy="55006"/>
            </a:xfrm>
            <a:custGeom>
              <a:avLst/>
              <a:pathLst>
                <a:path w="222314" h="55006">
                  <a:moveTo>
                    <a:pt x="0" y="0"/>
                  </a:moveTo>
                  <a:lnTo>
                    <a:pt x="0" y="55006"/>
                  </a:lnTo>
                  <a:lnTo>
                    <a:pt x="222314" y="55006"/>
                  </a:lnTo>
                  <a:lnTo>
                    <a:pt x="222314" y="0"/>
                  </a:lnTo>
                  <a:close/>
                </a:path>
              </a:pathLst>
            </a:custGeom>
            <a:solidFill>
              <a:srgbClr val="FDE725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2" name="pl92"/>
            <p:cNvSpPr/>
            <p:nvPr/>
          </p:nvSpPr>
          <p:spPr>
            <a:xfrm>
              <a:off x="6716268" y="5506639"/>
              <a:ext cx="222314" cy="0"/>
            </a:xfrm>
            <a:custGeom>
              <a:avLst/>
              <a:pathLst>
                <a:path w="222314" h="0">
                  <a:moveTo>
                    <a:pt x="0" y="0"/>
                  </a:moveTo>
                  <a:lnTo>
                    <a:pt x="222314" y="0"/>
                  </a:lnTo>
                </a:path>
              </a:pathLst>
            </a:custGeom>
            <a:ln w="27101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3" name="tx93"/>
            <p:cNvSpPr/>
            <p:nvPr/>
          </p:nvSpPr>
          <p:spPr>
            <a:xfrm>
              <a:off x="5879919" y="1920171"/>
              <a:ext cx="1164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ef</a:t>
              </a:r>
            </a:p>
          </p:txBody>
        </p:sp>
        <p:sp>
          <p:nvSpPr>
            <p:cNvPr id="94" name="tx94"/>
            <p:cNvSpPr/>
            <p:nvPr/>
          </p:nvSpPr>
          <p:spPr>
            <a:xfrm>
              <a:off x="5879919" y="1920171"/>
              <a:ext cx="1164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ef</a:t>
              </a:r>
            </a:p>
          </p:txBody>
        </p:sp>
        <p:sp>
          <p:nvSpPr>
            <p:cNvPr id="95" name="tx95"/>
            <p:cNvSpPr/>
            <p:nvPr/>
          </p:nvSpPr>
          <p:spPr>
            <a:xfrm>
              <a:off x="5879919" y="1920171"/>
              <a:ext cx="1164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ef</a:t>
              </a:r>
            </a:p>
          </p:txBody>
        </p:sp>
        <p:sp>
          <p:nvSpPr>
            <p:cNvPr id="96" name="tx96"/>
            <p:cNvSpPr/>
            <p:nvPr/>
          </p:nvSpPr>
          <p:spPr>
            <a:xfrm>
              <a:off x="6156862" y="1920171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</a:t>
              </a:r>
            </a:p>
          </p:txBody>
        </p:sp>
        <p:sp>
          <p:nvSpPr>
            <p:cNvPr id="97" name="tx97"/>
            <p:cNvSpPr/>
            <p:nvPr/>
          </p:nvSpPr>
          <p:spPr>
            <a:xfrm>
              <a:off x="6156862" y="1920171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</a:t>
              </a:r>
            </a:p>
          </p:txBody>
        </p:sp>
        <p:sp>
          <p:nvSpPr>
            <p:cNvPr id="98" name="tx98"/>
            <p:cNvSpPr/>
            <p:nvPr/>
          </p:nvSpPr>
          <p:spPr>
            <a:xfrm>
              <a:off x="6156862" y="1920171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</a:t>
              </a:r>
            </a:p>
          </p:txBody>
        </p:sp>
        <p:sp>
          <p:nvSpPr>
            <p:cNvPr id="99" name="tx99"/>
            <p:cNvSpPr/>
            <p:nvPr/>
          </p:nvSpPr>
          <p:spPr>
            <a:xfrm>
              <a:off x="4674764" y="1920171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</a:t>
              </a:r>
            </a:p>
          </p:txBody>
        </p:sp>
        <p:sp>
          <p:nvSpPr>
            <p:cNvPr id="100" name="tx100"/>
            <p:cNvSpPr/>
            <p:nvPr/>
          </p:nvSpPr>
          <p:spPr>
            <a:xfrm>
              <a:off x="4674764" y="1920171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</a:t>
              </a:r>
            </a:p>
          </p:txBody>
        </p:sp>
        <p:sp>
          <p:nvSpPr>
            <p:cNvPr id="101" name="tx101"/>
            <p:cNvSpPr/>
            <p:nvPr/>
          </p:nvSpPr>
          <p:spPr>
            <a:xfrm>
              <a:off x="4674764" y="1920171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</a:t>
              </a:r>
            </a:p>
          </p:txBody>
        </p:sp>
        <p:sp>
          <p:nvSpPr>
            <p:cNvPr id="102" name="tx102"/>
            <p:cNvSpPr/>
            <p:nvPr/>
          </p:nvSpPr>
          <p:spPr>
            <a:xfrm>
              <a:off x="4951798" y="1920171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efg</a:t>
              </a:r>
            </a:p>
          </p:txBody>
        </p:sp>
        <p:sp>
          <p:nvSpPr>
            <p:cNvPr id="103" name="tx103"/>
            <p:cNvSpPr/>
            <p:nvPr/>
          </p:nvSpPr>
          <p:spPr>
            <a:xfrm>
              <a:off x="4951798" y="1920171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efg</a:t>
              </a:r>
            </a:p>
          </p:txBody>
        </p:sp>
        <p:sp>
          <p:nvSpPr>
            <p:cNvPr id="104" name="tx104"/>
            <p:cNvSpPr/>
            <p:nvPr/>
          </p:nvSpPr>
          <p:spPr>
            <a:xfrm>
              <a:off x="5232673" y="1920171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105" name="tx105"/>
            <p:cNvSpPr/>
            <p:nvPr/>
          </p:nvSpPr>
          <p:spPr>
            <a:xfrm>
              <a:off x="5232673" y="1920171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106" name="tx106"/>
            <p:cNvSpPr/>
            <p:nvPr/>
          </p:nvSpPr>
          <p:spPr>
            <a:xfrm>
              <a:off x="5232673" y="1920171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107" name="tx107"/>
            <p:cNvSpPr/>
            <p:nvPr/>
          </p:nvSpPr>
          <p:spPr>
            <a:xfrm>
              <a:off x="5529093" y="1920171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108" name="tx108"/>
            <p:cNvSpPr/>
            <p:nvPr/>
          </p:nvSpPr>
          <p:spPr>
            <a:xfrm>
              <a:off x="5529093" y="1920171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109" name="tx109"/>
            <p:cNvSpPr/>
            <p:nvPr/>
          </p:nvSpPr>
          <p:spPr>
            <a:xfrm>
              <a:off x="5529093" y="1920171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110" name="tx110"/>
            <p:cNvSpPr/>
            <p:nvPr/>
          </p:nvSpPr>
          <p:spPr>
            <a:xfrm>
              <a:off x="6472758" y="1920171"/>
              <a:ext cx="1164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fg</a:t>
              </a:r>
            </a:p>
          </p:txBody>
        </p:sp>
        <p:sp>
          <p:nvSpPr>
            <p:cNvPr id="111" name="tx111"/>
            <p:cNvSpPr/>
            <p:nvPr/>
          </p:nvSpPr>
          <p:spPr>
            <a:xfrm>
              <a:off x="6472758" y="1920171"/>
              <a:ext cx="1164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fg</a:t>
              </a:r>
            </a:p>
          </p:txBody>
        </p:sp>
        <p:sp>
          <p:nvSpPr>
            <p:cNvPr id="112" name="tx112"/>
            <p:cNvSpPr/>
            <p:nvPr/>
          </p:nvSpPr>
          <p:spPr>
            <a:xfrm>
              <a:off x="6788563" y="1920171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</a:t>
              </a:r>
            </a:p>
          </p:txBody>
        </p:sp>
        <p:sp>
          <p:nvSpPr>
            <p:cNvPr id="113" name="tx113"/>
            <p:cNvSpPr/>
            <p:nvPr/>
          </p:nvSpPr>
          <p:spPr>
            <a:xfrm>
              <a:off x="6788563" y="1920171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</a:t>
              </a:r>
            </a:p>
          </p:txBody>
        </p:sp>
        <p:sp>
          <p:nvSpPr>
            <p:cNvPr id="114" name="tx114"/>
            <p:cNvSpPr/>
            <p:nvPr/>
          </p:nvSpPr>
          <p:spPr>
            <a:xfrm>
              <a:off x="6788563" y="1920171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</a:t>
              </a:r>
            </a:p>
          </p:txBody>
        </p:sp>
        <p:sp>
          <p:nvSpPr>
            <p:cNvPr id="115" name="pl115"/>
            <p:cNvSpPr/>
            <p:nvPr/>
          </p:nvSpPr>
          <p:spPr>
            <a:xfrm>
              <a:off x="972874" y="5723142"/>
              <a:ext cx="2845628" cy="0"/>
            </a:xfrm>
            <a:custGeom>
              <a:avLst/>
              <a:pathLst>
                <a:path w="2845628" h="0">
                  <a:moveTo>
                    <a:pt x="0" y="0"/>
                  </a:moveTo>
                  <a:lnTo>
                    <a:pt x="2845628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l116"/>
            <p:cNvSpPr/>
            <p:nvPr/>
          </p:nvSpPr>
          <p:spPr>
            <a:xfrm>
              <a:off x="2395688" y="57231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tx117"/>
            <p:cNvSpPr/>
            <p:nvPr/>
          </p:nvSpPr>
          <p:spPr>
            <a:xfrm>
              <a:off x="2159681" y="5785772"/>
              <a:ext cx="47201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Lewisetta</a:t>
              </a:r>
            </a:p>
          </p:txBody>
        </p:sp>
        <p:sp>
          <p:nvSpPr>
            <p:cNvPr id="118" name="pl118"/>
            <p:cNvSpPr/>
            <p:nvPr/>
          </p:nvSpPr>
          <p:spPr>
            <a:xfrm>
              <a:off x="4367142" y="5723142"/>
              <a:ext cx="2845628" cy="0"/>
            </a:xfrm>
            <a:custGeom>
              <a:avLst/>
              <a:pathLst>
                <a:path w="2845628" h="0">
                  <a:moveTo>
                    <a:pt x="0" y="0"/>
                  </a:moveTo>
                  <a:lnTo>
                    <a:pt x="2845628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l119"/>
            <p:cNvSpPr/>
            <p:nvPr/>
          </p:nvSpPr>
          <p:spPr>
            <a:xfrm>
              <a:off x="5789957" y="57231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tx120"/>
            <p:cNvSpPr/>
            <p:nvPr/>
          </p:nvSpPr>
          <p:spPr>
            <a:xfrm>
              <a:off x="5544714" y="5785772"/>
              <a:ext cx="49048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YorkRiver</a:t>
              </a:r>
            </a:p>
          </p:txBody>
        </p:sp>
        <p:sp>
          <p:nvSpPr>
            <p:cNvPr id="121" name="pl121"/>
            <p:cNvSpPr/>
            <p:nvPr/>
          </p:nvSpPr>
          <p:spPr>
            <a:xfrm>
              <a:off x="97287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tx122"/>
            <p:cNvSpPr/>
            <p:nvPr/>
          </p:nvSpPr>
          <p:spPr>
            <a:xfrm>
              <a:off x="692708" y="554017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123" name="tx123"/>
            <p:cNvSpPr/>
            <p:nvPr/>
          </p:nvSpPr>
          <p:spPr>
            <a:xfrm>
              <a:off x="692708" y="466274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0.25</a:t>
              </a:r>
            </a:p>
          </p:txBody>
        </p:sp>
        <p:sp>
          <p:nvSpPr>
            <p:cNvPr id="124" name="tx124"/>
            <p:cNvSpPr/>
            <p:nvPr/>
          </p:nvSpPr>
          <p:spPr>
            <a:xfrm>
              <a:off x="692708" y="3785310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0.50</a:t>
              </a:r>
            </a:p>
          </p:txBody>
        </p:sp>
        <p:sp>
          <p:nvSpPr>
            <p:cNvPr id="125" name="tx125"/>
            <p:cNvSpPr/>
            <p:nvPr/>
          </p:nvSpPr>
          <p:spPr>
            <a:xfrm>
              <a:off x="692708" y="2907879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0.75</a:t>
              </a:r>
            </a:p>
          </p:txBody>
        </p:sp>
        <p:sp>
          <p:nvSpPr>
            <p:cNvPr id="126" name="tx126"/>
            <p:cNvSpPr/>
            <p:nvPr/>
          </p:nvSpPr>
          <p:spPr>
            <a:xfrm>
              <a:off x="692708" y="2030448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1.00</a:t>
              </a:r>
            </a:p>
          </p:txBody>
        </p:sp>
        <p:sp>
          <p:nvSpPr>
            <p:cNvPr id="127" name="pl127"/>
            <p:cNvSpPr/>
            <p:nvPr/>
          </p:nvSpPr>
          <p:spPr>
            <a:xfrm>
              <a:off x="938079" y="5580223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l128"/>
            <p:cNvSpPr/>
            <p:nvPr/>
          </p:nvSpPr>
          <p:spPr>
            <a:xfrm>
              <a:off x="938079" y="4702792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l129"/>
            <p:cNvSpPr/>
            <p:nvPr/>
          </p:nvSpPr>
          <p:spPr>
            <a:xfrm>
              <a:off x="938079" y="382536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l130"/>
            <p:cNvSpPr/>
            <p:nvPr/>
          </p:nvSpPr>
          <p:spPr>
            <a:xfrm>
              <a:off x="938079" y="294793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l131"/>
            <p:cNvSpPr/>
            <p:nvPr/>
          </p:nvSpPr>
          <p:spPr>
            <a:xfrm>
              <a:off x="938079" y="2070498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tx132"/>
            <p:cNvSpPr/>
            <p:nvPr/>
          </p:nvSpPr>
          <p:spPr>
            <a:xfrm>
              <a:off x="3545417" y="5925448"/>
              <a:ext cx="109481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Experimental Site</a:t>
              </a:r>
            </a:p>
          </p:txBody>
        </p:sp>
        <p:sp>
          <p:nvSpPr>
            <p:cNvPr id="133" name="tx133"/>
            <p:cNvSpPr/>
            <p:nvPr/>
          </p:nvSpPr>
          <p:spPr>
            <a:xfrm rot="-5400000">
              <a:off x="328455" y="3759743"/>
              <a:ext cx="4968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Survival</a:t>
              </a:r>
            </a:p>
          </p:txBody>
        </p:sp>
        <p:sp>
          <p:nvSpPr>
            <p:cNvPr id="134" name="rc134"/>
            <p:cNvSpPr/>
            <p:nvPr/>
          </p:nvSpPr>
          <p:spPr>
            <a:xfrm>
              <a:off x="7351949" y="2762083"/>
              <a:ext cx="1265261" cy="209554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5" name="tx135"/>
            <p:cNvSpPr/>
            <p:nvPr/>
          </p:nvSpPr>
          <p:spPr>
            <a:xfrm>
              <a:off x="7421538" y="2847125"/>
              <a:ext cx="112608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Broodstock Group</a:t>
              </a:r>
            </a:p>
          </p:txBody>
        </p:sp>
        <p:sp>
          <p:nvSpPr>
            <p:cNvPr id="136" name="rc136"/>
            <p:cNvSpPr/>
            <p:nvPr/>
          </p:nvSpPr>
          <p:spPr>
            <a:xfrm>
              <a:off x="7421538" y="3032386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7" name="pl137"/>
            <p:cNvSpPr/>
            <p:nvPr/>
          </p:nvSpPr>
          <p:spPr>
            <a:xfrm>
              <a:off x="7531266" y="3196978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8" name="pl138"/>
            <p:cNvSpPr/>
            <p:nvPr/>
          </p:nvSpPr>
          <p:spPr>
            <a:xfrm>
              <a:off x="7531266" y="3054331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9" name="rc139"/>
            <p:cNvSpPr/>
            <p:nvPr/>
          </p:nvSpPr>
          <p:spPr>
            <a:xfrm>
              <a:off x="7448970" y="3087250"/>
              <a:ext cx="164592" cy="109727"/>
            </a:xfrm>
            <a:prstGeom prst="rect">
              <a:avLst/>
            </a:prstGeom>
            <a:solidFill>
              <a:srgbClr val="365C8D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0" name="pl140"/>
            <p:cNvSpPr/>
            <p:nvPr/>
          </p:nvSpPr>
          <p:spPr>
            <a:xfrm>
              <a:off x="7448970" y="3142114"/>
              <a:ext cx="164592" cy="0"/>
            </a:xfrm>
            <a:custGeom>
              <a:avLst/>
              <a:pathLst>
                <a:path w="164592" h="0">
                  <a:moveTo>
                    <a:pt x="0" y="0"/>
                  </a:moveTo>
                  <a:lnTo>
                    <a:pt x="164592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1" name="pl141"/>
            <p:cNvSpPr/>
            <p:nvPr/>
          </p:nvSpPr>
          <p:spPr>
            <a:xfrm>
              <a:off x="7531266" y="3229896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2" name="pl142"/>
            <p:cNvSpPr/>
            <p:nvPr/>
          </p:nvSpPr>
          <p:spPr>
            <a:xfrm>
              <a:off x="7531266" y="3054331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3" name="rc143"/>
            <p:cNvSpPr/>
            <p:nvPr/>
          </p:nvSpPr>
          <p:spPr>
            <a:xfrm>
              <a:off x="7421538" y="3251842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4" name="pl144"/>
            <p:cNvSpPr/>
            <p:nvPr/>
          </p:nvSpPr>
          <p:spPr>
            <a:xfrm>
              <a:off x="7531266" y="3416434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5" name="pl145"/>
            <p:cNvSpPr/>
            <p:nvPr/>
          </p:nvSpPr>
          <p:spPr>
            <a:xfrm>
              <a:off x="7531266" y="3273787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6" name="rc146"/>
            <p:cNvSpPr/>
            <p:nvPr/>
          </p:nvSpPr>
          <p:spPr>
            <a:xfrm>
              <a:off x="7448970" y="3306706"/>
              <a:ext cx="164592" cy="109727"/>
            </a:xfrm>
            <a:prstGeom prst="rect">
              <a:avLst/>
            </a:prstGeom>
            <a:solidFill>
              <a:srgbClr val="277F8E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7" name="pl147"/>
            <p:cNvSpPr/>
            <p:nvPr/>
          </p:nvSpPr>
          <p:spPr>
            <a:xfrm>
              <a:off x="7448970" y="3361570"/>
              <a:ext cx="164592" cy="0"/>
            </a:xfrm>
            <a:custGeom>
              <a:avLst/>
              <a:pathLst>
                <a:path w="164592" h="0">
                  <a:moveTo>
                    <a:pt x="0" y="0"/>
                  </a:moveTo>
                  <a:lnTo>
                    <a:pt x="164592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8" name="pl148"/>
            <p:cNvSpPr/>
            <p:nvPr/>
          </p:nvSpPr>
          <p:spPr>
            <a:xfrm>
              <a:off x="7531266" y="3449352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9" name="pl149"/>
            <p:cNvSpPr/>
            <p:nvPr/>
          </p:nvSpPr>
          <p:spPr>
            <a:xfrm>
              <a:off x="7531266" y="3273787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0" name="rc150"/>
            <p:cNvSpPr/>
            <p:nvPr/>
          </p:nvSpPr>
          <p:spPr>
            <a:xfrm>
              <a:off x="7421538" y="3471298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1" name="pl151"/>
            <p:cNvSpPr/>
            <p:nvPr/>
          </p:nvSpPr>
          <p:spPr>
            <a:xfrm>
              <a:off x="7531266" y="3635890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2" name="pl152"/>
            <p:cNvSpPr/>
            <p:nvPr/>
          </p:nvSpPr>
          <p:spPr>
            <a:xfrm>
              <a:off x="7531266" y="3493243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3" name="rc153"/>
            <p:cNvSpPr/>
            <p:nvPr/>
          </p:nvSpPr>
          <p:spPr>
            <a:xfrm>
              <a:off x="7448970" y="3526162"/>
              <a:ext cx="164592" cy="109727"/>
            </a:xfrm>
            <a:prstGeom prst="rect">
              <a:avLst/>
            </a:prstGeom>
            <a:solidFill>
              <a:srgbClr val="1FA187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4" name="pl154"/>
            <p:cNvSpPr/>
            <p:nvPr/>
          </p:nvSpPr>
          <p:spPr>
            <a:xfrm>
              <a:off x="7448970" y="3581026"/>
              <a:ext cx="164592" cy="0"/>
            </a:xfrm>
            <a:custGeom>
              <a:avLst/>
              <a:pathLst>
                <a:path w="164592" h="0">
                  <a:moveTo>
                    <a:pt x="0" y="0"/>
                  </a:moveTo>
                  <a:lnTo>
                    <a:pt x="164592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5" name="pl155"/>
            <p:cNvSpPr/>
            <p:nvPr/>
          </p:nvSpPr>
          <p:spPr>
            <a:xfrm>
              <a:off x="7531266" y="3668808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6" name="pl156"/>
            <p:cNvSpPr/>
            <p:nvPr/>
          </p:nvSpPr>
          <p:spPr>
            <a:xfrm>
              <a:off x="7531266" y="3493243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7" name="rc157"/>
            <p:cNvSpPr/>
            <p:nvPr/>
          </p:nvSpPr>
          <p:spPr>
            <a:xfrm>
              <a:off x="7421538" y="3690754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8" name="pl158"/>
            <p:cNvSpPr/>
            <p:nvPr/>
          </p:nvSpPr>
          <p:spPr>
            <a:xfrm>
              <a:off x="7531266" y="3855346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9" name="pl159"/>
            <p:cNvSpPr/>
            <p:nvPr/>
          </p:nvSpPr>
          <p:spPr>
            <a:xfrm>
              <a:off x="7531266" y="3712699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0" name="rc160"/>
            <p:cNvSpPr/>
            <p:nvPr/>
          </p:nvSpPr>
          <p:spPr>
            <a:xfrm>
              <a:off x="7448970" y="3745618"/>
              <a:ext cx="164592" cy="109727"/>
            </a:xfrm>
            <a:prstGeom prst="rect">
              <a:avLst/>
            </a:prstGeom>
            <a:solidFill>
              <a:srgbClr val="4AC16D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1" name="pl161"/>
            <p:cNvSpPr/>
            <p:nvPr/>
          </p:nvSpPr>
          <p:spPr>
            <a:xfrm>
              <a:off x="7448970" y="3800482"/>
              <a:ext cx="164592" cy="0"/>
            </a:xfrm>
            <a:custGeom>
              <a:avLst/>
              <a:pathLst>
                <a:path w="164592" h="0">
                  <a:moveTo>
                    <a:pt x="0" y="0"/>
                  </a:moveTo>
                  <a:lnTo>
                    <a:pt x="164592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2" name="pl162"/>
            <p:cNvSpPr/>
            <p:nvPr/>
          </p:nvSpPr>
          <p:spPr>
            <a:xfrm>
              <a:off x="7531266" y="3888264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3" name="pl163"/>
            <p:cNvSpPr/>
            <p:nvPr/>
          </p:nvSpPr>
          <p:spPr>
            <a:xfrm>
              <a:off x="7531266" y="3712699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4" name="rc164"/>
            <p:cNvSpPr/>
            <p:nvPr/>
          </p:nvSpPr>
          <p:spPr>
            <a:xfrm>
              <a:off x="7421538" y="3910210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5" name="pl165"/>
            <p:cNvSpPr/>
            <p:nvPr/>
          </p:nvSpPr>
          <p:spPr>
            <a:xfrm>
              <a:off x="7531266" y="4074802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6" name="pl166"/>
            <p:cNvSpPr/>
            <p:nvPr/>
          </p:nvSpPr>
          <p:spPr>
            <a:xfrm>
              <a:off x="7531266" y="3932155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7" name="rc167"/>
            <p:cNvSpPr/>
            <p:nvPr/>
          </p:nvSpPr>
          <p:spPr>
            <a:xfrm>
              <a:off x="7448970" y="3965074"/>
              <a:ext cx="164592" cy="109727"/>
            </a:xfrm>
            <a:prstGeom prst="rect">
              <a:avLst/>
            </a:prstGeom>
            <a:solidFill>
              <a:srgbClr val="440154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8" name="pl168"/>
            <p:cNvSpPr/>
            <p:nvPr/>
          </p:nvSpPr>
          <p:spPr>
            <a:xfrm>
              <a:off x="7448970" y="4019938"/>
              <a:ext cx="164592" cy="0"/>
            </a:xfrm>
            <a:custGeom>
              <a:avLst/>
              <a:pathLst>
                <a:path w="164592" h="0">
                  <a:moveTo>
                    <a:pt x="0" y="0"/>
                  </a:moveTo>
                  <a:lnTo>
                    <a:pt x="164592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9" name="pl169"/>
            <p:cNvSpPr/>
            <p:nvPr/>
          </p:nvSpPr>
          <p:spPr>
            <a:xfrm>
              <a:off x="7531266" y="4107720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0" name="pl170"/>
            <p:cNvSpPr/>
            <p:nvPr/>
          </p:nvSpPr>
          <p:spPr>
            <a:xfrm>
              <a:off x="7531266" y="3932155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1" name="rc171"/>
            <p:cNvSpPr/>
            <p:nvPr/>
          </p:nvSpPr>
          <p:spPr>
            <a:xfrm>
              <a:off x="7421538" y="4129666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2" name="pl172"/>
            <p:cNvSpPr/>
            <p:nvPr/>
          </p:nvSpPr>
          <p:spPr>
            <a:xfrm>
              <a:off x="7531266" y="4294258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3" name="pl173"/>
            <p:cNvSpPr/>
            <p:nvPr/>
          </p:nvSpPr>
          <p:spPr>
            <a:xfrm>
              <a:off x="7531266" y="4151611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4" name="rc174"/>
            <p:cNvSpPr/>
            <p:nvPr/>
          </p:nvSpPr>
          <p:spPr>
            <a:xfrm>
              <a:off x="7448970" y="4184530"/>
              <a:ext cx="164592" cy="109727"/>
            </a:xfrm>
            <a:prstGeom prst="rect">
              <a:avLst/>
            </a:prstGeom>
            <a:solidFill>
              <a:srgbClr val="46337E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5" name="pl175"/>
            <p:cNvSpPr/>
            <p:nvPr/>
          </p:nvSpPr>
          <p:spPr>
            <a:xfrm>
              <a:off x="7448970" y="4239394"/>
              <a:ext cx="164592" cy="0"/>
            </a:xfrm>
            <a:custGeom>
              <a:avLst/>
              <a:pathLst>
                <a:path w="164592" h="0">
                  <a:moveTo>
                    <a:pt x="0" y="0"/>
                  </a:moveTo>
                  <a:lnTo>
                    <a:pt x="164592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6" name="pl176"/>
            <p:cNvSpPr/>
            <p:nvPr/>
          </p:nvSpPr>
          <p:spPr>
            <a:xfrm>
              <a:off x="7531266" y="4327176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7" name="pl177"/>
            <p:cNvSpPr/>
            <p:nvPr/>
          </p:nvSpPr>
          <p:spPr>
            <a:xfrm>
              <a:off x="7531266" y="4151611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8" name="rc178"/>
            <p:cNvSpPr/>
            <p:nvPr/>
          </p:nvSpPr>
          <p:spPr>
            <a:xfrm>
              <a:off x="7421538" y="4349122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9" name="pl179"/>
            <p:cNvSpPr/>
            <p:nvPr/>
          </p:nvSpPr>
          <p:spPr>
            <a:xfrm>
              <a:off x="7531266" y="4513714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0" name="pl180"/>
            <p:cNvSpPr/>
            <p:nvPr/>
          </p:nvSpPr>
          <p:spPr>
            <a:xfrm>
              <a:off x="7531266" y="4371067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1" name="rc181"/>
            <p:cNvSpPr/>
            <p:nvPr/>
          </p:nvSpPr>
          <p:spPr>
            <a:xfrm>
              <a:off x="7448970" y="4403986"/>
              <a:ext cx="164592" cy="109727"/>
            </a:xfrm>
            <a:prstGeom prst="rect">
              <a:avLst/>
            </a:prstGeom>
            <a:solidFill>
              <a:srgbClr val="9FDA3A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2" name="pl182"/>
            <p:cNvSpPr/>
            <p:nvPr/>
          </p:nvSpPr>
          <p:spPr>
            <a:xfrm>
              <a:off x="7448970" y="4458850"/>
              <a:ext cx="164592" cy="0"/>
            </a:xfrm>
            <a:custGeom>
              <a:avLst/>
              <a:pathLst>
                <a:path w="164592" h="0">
                  <a:moveTo>
                    <a:pt x="0" y="0"/>
                  </a:moveTo>
                  <a:lnTo>
                    <a:pt x="164592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3" name="pl183"/>
            <p:cNvSpPr/>
            <p:nvPr/>
          </p:nvSpPr>
          <p:spPr>
            <a:xfrm>
              <a:off x="7531266" y="4546632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4" name="pl184"/>
            <p:cNvSpPr/>
            <p:nvPr/>
          </p:nvSpPr>
          <p:spPr>
            <a:xfrm>
              <a:off x="7531266" y="4371067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5" name="rc185"/>
            <p:cNvSpPr/>
            <p:nvPr/>
          </p:nvSpPr>
          <p:spPr>
            <a:xfrm>
              <a:off x="7421538" y="4568578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6" name="pl186"/>
            <p:cNvSpPr/>
            <p:nvPr/>
          </p:nvSpPr>
          <p:spPr>
            <a:xfrm>
              <a:off x="7531266" y="4733170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7" name="pl187"/>
            <p:cNvSpPr/>
            <p:nvPr/>
          </p:nvSpPr>
          <p:spPr>
            <a:xfrm>
              <a:off x="7531266" y="4590523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8" name="rc188"/>
            <p:cNvSpPr/>
            <p:nvPr/>
          </p:nvSpPr>
          <p:spPr>
            <a:xfrm>
              <a:off x="7448970" y="4623442"/>
              <a:ext cx="164592" cy="109727"/>
            </a:xfrm>
            <a:prstGeom prst="rect">
              <a:avLst/>
            </a:prstGeom>
            <a:solidFill>
              <a:srgbClr val="FDE725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9" name="pl189"/>
            <p:cNvSpPr/>
            <p:nvPr/>
          </p:nvSpPr>
          <p:spPr>
            <a:xfrm>
              <a:off x="7448970" y="4678306"/>
              <a:ext cx="164592" cy="0"/>
            </a:xfrm>
            <a:custGeom>
              <a:avLst/>
              <a:pathLst>
                <a:path w="164592" h="0">
                  <a:moveTo>
                    <a:pt x="0" y="0"/>
                  </a:moveTo>
                  <a:lnTo>
                    <a:pt x="164592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90" name="pl190"/>
            <p:cNvSpPr/>
            <p:nvPr/>
          </p:nvSpPr>
          <p:spPr>
            <a:xfrm>
              <a:off x="7531266" y="4766088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91" name="pl191"/>
            <p:cNvSpPr/>
            <p:nvPr/>
          </p:nvSpPr>
          <p:spPr>
            <a:xfrm>
              <a:off x="7531266" y="4590523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92" name="tx192"/>
            <p:cNvSpPr/>
            <p:nvPr/>
          </p:nvSpPr>
          <p:spPr>
            <a:xfrm>
              <a:off x="7710583" y="3102063"/>
              <a:ext cx="3725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W1_TX</a:t>
              </a:r>
            </a:p>
          </p:txBody>
        </p:sp>
        <p:sp>
          <p:nvSpPr>
            <p:cNvPr id="193" name="tx193"/>
            <p:cNvSpPr/>
            <p:nvPr/>
          </p:nvSpPr>
          <p:spPr>
            <a:xfrm>
              <a:off x="7710583" y="3321519"/>
              <a:ext cx="36649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W2_LA</a:t>
              </a:r>
            </a:p>
          </p:txBody>
        </p:sp>
        <p:sp>
          <p:nvSpPr>
            <p:cNvPr id="194" name="tx194"/>
            <p:cNvSpPr/>
            <p:nvPr/>
          </p:nvSpPr>
          <p:spPr>
            <a:xfrm>
              <a:off x="7710583" y="3540975"/>
              <a:ext cx="36018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W3_FL</a:t>
              </a:r>
            </a:p>
          </p:txBody>
        </p:sp>
        <p:sp>
          <p:nvSpPr>
            <p:cNvPr id="195" name="tx195"/>
            <p:cNvSpPr/>
            <p:nvPr/>
          </p:nvSpPr>
          <p:spPr>
            <a:xfrm>
              <a:off x="7710583" y="3760431"/>
              <a:ext cx="3788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W4_VA</a:t>
              </a:r>
            </a:p>
          </p:txBody>
        </p:sp>
        <p:sp>
          <p:nvSpPr>
            <p:cNvPr id="196" name="tx196"/>
            <p:cNvSpPr/>
            <p:nvPr/>
          </p:nvSpPr>
          <p:spPr>
            <a:xfrm>
              <a:off x="7710583" y="3979887"/>
              <a:ext cx="48463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S1_LOLA</a:t>
              </a:r>
            </a:p>
          </p:txBody>
        </p:sp>
        <p:sp>
          <p:nvSpPr>
            <p:cNvPr id="197" name="tx197"/>
            <p:cNvSpPr/>
            <p:nvPr/>
          </p:nvSpPr>
          <p:spPr>
            <a:xfrm>
              <a:off x="7710583" y="4199343"/>
              <a:ext cx="50310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S2_DEBY</a:t>
              </a:r>
            </a:p>
          </p:txBody>
        </p:sp>
        <p:sp>
          <p:nvSpPr>
            <p:cNvPr id="198" name="tx198"/>
            <p:cNvSpPr/>
            <p:nvPr/>
          </p:nvSpPr>
          <p:spPr>
            <a:xfrm>
              <a:off x="7710583" y="4418799"/>
              <a:ext cx="39108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W5_NH</a:t>
              </a:r>
            </a:p>
          </p:txBody>
        </p:sp>
        <p:sp>
          <p:nvSpPr>
            <p:cNvPr id="199" name="tx199"/>
            <p:cNvSpPr/>
            <p:nvPr/>
          </p:nvSpPr>
          <p:spPr>
            <a:xfrm>
              <a:off x="7710583" y="4638255"/>
              <a:ext cx="39739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W6_ME</a:t>
              </a:r>
            </a:p>
          </p:txBody>
        </p:sp>
        <p:sp>
          <p:nvSpPr>
            <p:cNvPr id="200" name="tx200"/>
            <p:cNvSpPr/>
            <p:nvPr/>
          </p:nvSpPr>
          <p:spPr>
            <a:xfrm>
              <a:off x="972874" y="1669789"/>
              <a:ext cx="310054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Final Survival at Lewisetta and York River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941876" y="1896563"/>
              <a:ext cx="2861127" cy="382657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t6"/>
            <p:cNvSpPr/>
            <p:nvPr/>
          </p:nvSpPr>
          <p:spPr>
            <a:xfrm>
              <a:off x="1304494" y="4290000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t7"/>
            <p:cNvSpPr/>
            <p:nvPr/>
          </p:nvSpPr>
          <p:spPr>
            <a:xfrm>
              <a:off x="1304494" y="2073727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t8"/>
            <p:cNvSpPr/>
            <p:nvPr/>
          </p:nvSpPr>
          <p:spPr>
            <a:xfrm>
              <a:off x="1304494" y="4710812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329320" y="2294931"/>
              <a:ext cx="0" cy="729406"/>
            </a:xfrm>
            <a:custGeom>
              <a:avLst/>
              <a:pathLst>
                <a:path w="0" h="729406">
                  <a:moveTo>
                    <a:pt x="0" y="729406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1329320" y="3529312"/>
              <a:ext cx="0" cy="617190"/>
            </a:xfrm>
            <a:custGeom>
              <a:avLst/>
              <a:pathLst>
                <a:path w="0" h="617190">
                  <a:moveTo>
                    <a:pt x="0" y="0"/>
                  </a:moveTo>
                  <a:lnTo>
                    <a:pt x="0" y="61719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11"/>
            <p:cNvSpPr/>
            <p:nvPr/>
          </p:nvSpPr>
          <p:spPr>
            <a:xfrm>
              <a:off x="1217557" y="3024338"/>
              <a:ext cx="223525" cy="504973"/>
            </a:xfrm>
            <a:custGeom>
              <a:avLst/>
              <a:pathLst>
                <a:path w="223525" h="504973">
                  <a:moveTo>
                    <a:pt x="0" y="0"/>
                  </a:moveTo>
                  <a:lnTo>
                    <a:pt x="0" y="504973"/>
                  </a:lnTo>
                  <a:lnTo>
                    <a:pt x="223525" y="504973"/>
                  </a:lnTo>
                  <a:lnTo>
                    <a:pt x="223525" y="0"/>
                  </a:lnTo>
                  <a:close/>
                </a:path>
              </a:pathLst>
            </a:custGeom>
            <a:solidFill>
              <a:srgbClr val="365C8D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217557" y="3276825"/>
              <a:ext cx="223525" cy="0"/>
            </a:xfrm>
            <a:custGeom>
              <a:avLst/>
              <a:pathLst>
                <a:path w="223525" h="0">
                  <a:moveTo>
                    <a:pt x="0" y="0"/>
                  </a:moveTo>
                  <a:lnTo>
                    <a:pt x="223525" y="0"/>
                  </a:lnTo>
                </a:path>
              </a:pathLst>
            </a:custGeom>
            <a:ln w="27101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" name="pt13"/>
            <p:cNvSpPr/>
            <p:nvPr/>
          </p:nvSpPr>
          <p:spPr>
            <a:xfrm>
              <a:off x="1602528" y="4346109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627354" y="2154661"/>
              <a:ext cx="0" cy="617190"/>
            </a:xfrm>
            <a:custGeom>
              <a:avLst/>
              <a:pathLst>
                <a:path w="0" h="617190">
                  <a:moveTo>
                    <a:pt x="0" y="61719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627354" y="3389041"/>
              <a:ext cx="0" cy="617190"/>
            </a:xfrm>
            <a:custGeom>
              <a:avLst/>
              <a:pathLst>
                <a:path w="0" h="617190">
                  <a:moveTo>
                    <a:pt x="0" y="0"/>
                  </a:moveTo>
                  <a:lnTo>
                    <a:pt x="0" y="61719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6"/>
            <p:cNvSpPr/>
            <p:nvPr/>
          </p:nvSpPr>
          <p:spPr>
            <a:xfrm>
              <a:off x="1515591" y="2771851"/>
              <a:ext cx="223525" cy="617190"/>
            </a:xfrm>
            <a:custGeom>
              <a:avLst/>
              <a:pathLst>
                <a:path w="223525" h="617190">
                  <a:moveTo>
                    <a:pt x="0" y="0"/>
                  </a:moveTo>
                  <a:lnTo>
                    <a:pt x="0" y="617190"/>
                  </a:lnTo>
                  <a:lnTo>
                    <a:pt x="223525" y="617190"/>
                  </a:lnTo>
                  <a:lnTo>
                    <a:pt x="223525" y="0"/>
                  </a:lnTo>
                  <a:close/>
                </a:path>
              </a:pathLst>
            </a:custGeom>
            <a:solidFill>
              <a:srgbClr val="277F8E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515591" y="3136554"/>
              <a:ext cx="223525" cy="0"/>
            </a:xfrm>
            <a:custGeom>
              <a:avLst/>
              <a:pathLst>
                <a:path w="223525" h="0">
                  <a:moveTo>
                    <a:pt x="0" y="0"/>
                  </a:moveTo>
                  <a:lnTo>
                    <a:pt x="223525" y="0"/>
                  </a:lnTo>
                </a:path>
              </a:pathLst>
            </a:custGeom>
            <a:ln w="27101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" name="pt18"/>
            <p:cNvSpPr/>
            <p:nvPr/>
          </p:nvSpPr>
          <p:spPr>
            <a:xfrm>
              <a:off x="1900562" y="2522592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9"/>
            <p:cNvSpPr/>
            <p:nvPr/>
          </p:nvSpPr>
          <p:spPr>
            <a:xfrm>
              <a:off x="1900562" y="4177784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20"/>
            <p:cNvSpPr/>
            <p:nvPr/>
          </p:nvSpPr>
          <p:spPr>
            <a:xfrm>
              <a:off x="1900562" y="4374163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1"/>
            <p:cNvSpPr/>
            <p:nvPr/>
          </p:nvSpPr>
          <p:spPr>
            <a:xfrm>
              <a:off x="1900562" y="4402217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925388" y="2912121"/>
              <a:ext cx="0" cy="287554"/>
            </a:xfrm>
            <a:custGeom>
              <a:avLst/>
              <a:pathLst>
                <a:path w="0" h="287554">
                  <a:moveTo>
                    <a:pt x="0" y="28755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925388" y="3585420"/>
              <a:ext cx="0" cy="476919"/>
            </a:xfrm>
            <a:custGeom>
              <a:avLst/>
              <a:pathLst>
                <a:path w="0" h="476919">
                  <a:moveTo>
                    <a:pt x="0" y="0"/>
                  </a:moveTo>
                  <a:lnTo>
                    <a:pt x="0" y="476919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813626" y="3199676"/>
              <a:ext cx="223525" cy="385743"/>
            </a:xfrm>
            <a:custGeom>
              <a:avLst/>
              <a:pathLst>
                <a:path w="223525" h="385743">
                  <a:moveTo>
                    <a:pt x="0" y="0"/>
                  </a:moveTo>
                  <a:lnTo>
                    <a:pt x="0" y="385743"/>
                  </a:lnTo>
                  <a:lnTo>
                    <a:pt x="223525" y="385743"/>
                  </a:lnTo>
                  <a:lnTo>
                    <a:pt x="223525" y="0"/>
                  </a:lnTo>
                  <a:close/>
                </a:path>
              </a:pathLst>
            </a:custGeom>
            <a:solidFill>
              <a:srgbClr val="1FA187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813626" y="3360987"/>
              <a:ext cx="223525" cy="0"/>
            </a:xfrm>
            <a:custGeom>
              <a:avLst/>
              <a:pathLst>
                <a:path w="223525" h="0">
                  <a:moveTo>
                    <a:pt x="0" y="0"/>
                  </a:moveTo>
                  <a:lnTo>
                    <a:pt x="223525" y="0"/>
                  </a:lnTo>
                </a:path>
              </a:pathLst>
            </a:custGeom>
            <a:ln w="27101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198596" y="4318055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198596" y="2213997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2198596" y="2242051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2198596" y="2550646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2198596" y="4065568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2223422" y="2687689"/>
              <a:ext cx="0" cy="448865"/>
            </a:xfrm>
            <a:custGeom>
              <a:avLst/>
              <a:pathLst>
                <a:path w="0" h="448865">
                  <a:moveTo>
                    <a:pt x="0" y="448865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2223422" y="3501257"/>
              <a:ext cx="0" cy="252486"/>
            </a:xfrm>
            <a:custGeom>
              <a:avLst/>
              <a:pathLst>
                <a:path w="0" h="252486">
                  <a:moveTo>
                    <a:pt x="0" y="0"/>
                  </a:moveTo>
                  <a:lnTo>
                    <a:pt x="0" y="252486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2111660" y="3136554"/>
              <a:ext cx="223525" cy="364703"/>
            </a:xfrm>
            <a:custGeom>
              <a:avLst/>
              <a:pathLst>
                <a:path w="223525" h="364703">
                  <a:moveTo>
                    <a:pt x="0" y="0"/>
                  </a:moveTo>
                  <a:lnTo>
                    <a:pt x="0" y="364703"/>
                  </a:lnTo>
                  <a:lnTo>
                    <a:pt x="223525" y="364703"/>
                  </a:lnTo>
                  <a:lnTo>
                    <a:pt x="223525" y="0"/>
                  </a:lnTo>
                  <a:close/>
                </a:path>
              </a:pathLst>
            </a:custGeom>
            <a:solidFill>
              <a:srgbClr val="4AC16D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2111660" y="3304879"/>
              <a:ext cx="223525" cy="0"/>
            </a:xfrm>
            <a:custGeom>
              <a:avLst/>
              <a:pathLst>
                <a:path w="223525" h="0">
                  <a:moveTo>
                    <a:pt x="0" y="0"/>
                  </a:moveTo>
                  <a:lnTo>
                    <a:pt x="223525" y="0"/>
                  </a:lnTo>
                </a:path>
              </a:pathLst>
            </a:custGeom>
            <a:ln w="27101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2521457" y="2070498"/>
              <a:ext cx="0" cy="589136"/>
            </a:xfrm>
            <a:custGeom>
              <a:avLst/>
              <a:pathLst>
                <a:path w="0" h="589136">
                  <a:moveTo>
                    <a:pt x="0" y="589136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2521457" y="3276825"/>
              <a:ext cx="0" cy="364703"/>
            </a:xfrm>
            <a:custGeom>
              <a:avLst/>
              <a:pathLst>
                <a:path w="0" h="364703">
                  <a:moveTo>
                    <a:pt x="0" y="0"/>
                  </a:moveTo>
                  <a:lnTo>
                    <a:pt x="0" y="364703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2409694" y="2659634"/>
              <a:ext cx="223525" cy="617190"/>
            </a:xfrm>
            <a:custGeom>
              <a:avLst/>
              <a:pathLst>
                <a:path w="223525" h="617190">
                  <a:moveTo>
                    <a:pt x="0" y="0"/>
                  </a:moveTo>
                  <a:lnTo>
                    <a:pt x="0" y="617190"/>
                  </a:lnTo>
                  <a:lnTo>
                    <a:pt x="223525" y="617190"/>
                  </a:lnTo>
                  <a:lnTo>
                    <a:pt x="223525" y="0"/>
                  </a:lnTo>
                  <a:close/>
                </a:path>
              </a:pathLst>
            </a:custGeom>
            <a:solidFill>
              <a:srgbClr val="440154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2409694" y="2968230"/>
              <a:ext cx="223525" cy="0"/>
            </a:xfrm>
            <a:custGeom>
              <a:avLst/>
              <a:pathLst>
                <a:path w="223525" h="0">
                  <a:moveTo>
                    <a:pt x="0" y="0"/>
                  </a:moveTo>
                  <a:lnTo>
                    <a:pt x="223525" y="0"/>
                  </a:lnTo>
                </a:path>
              </a:pathLst>
            </a:custGeom>
            <a:ln w="27101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2794665" y="4177784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2794665" y="3981405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2794665" y="4121676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2794665" y="4486379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2819491" y="2351039"/>
              <a:ext cx="0" cy="582122"/>
            </a:xfrm>
            <a:custGeom>
              <a:avLst/>
              <a:pathLst>
                <a:path w="0" h="582122">
                  <a:moveTo>
                    <a:pt x="0" y="582122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l44"/>
            <p:cNvSpPr/>
            <p:nvPr/>
          </p:nvSpPr>
          <p:spPr>
            <a:xfrm>
              <a:off x="2819491" y="3339946"/>
              <a:ext cx="0" cy="610176"/>
            </a:xfrm>
            <a:custGeom>
              <a:avLst/>
              <a:pathLst>
                <a:path w="0" h="610176">
                  <a:moveTo>
                    <a:pt x="0" y="0"/>
                  </a:moveTo>
                  <a:lnTo>
                    <a:pt x="0" y="610176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5"/>
            <p:cNvSpPr/>
            <p:nvPr/>
          </p:nvSpPr>
          <p:spPr>
            <a:xfrm>
              <a:off x="2707728" y="2933162"/>
              <a:ext cx="223525" cy="406784"/>
            </a:xfrm>
            <a:custGeom>
              <a:avLst/>
              <a:pathLst>
                <a:path w="223525" h="406784">
                  <a:moveTo>
                    <a:pt x="0" y="0"/>
                  </a:moveTo>
                  <a:lnTo>
                    <a:pt x="0" y="406784"/>
                  </a:lnTo>
                  <a:lnTo>
                    <a:pt x="223525" y="406784"/>
                  </a:lnTo>
                  <a:lnTo>
                    <a:pt x="223525" y="0"/>
                  </a:lnTo>
                  <a:close/>
                </a:path>
              </a:pathLst>
            </a:custGeom>
            <a:solidFill>
              <a:srgbClr val="46337E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pl46"/>
            <p:cNvSpPr/>
            <p:nvPr/>
          </p:nvSpPr>
          <p:spPr>
            <a:xfrm>
              <a:off x="2707728" y="3136554"/>
              <a:ext cx="223525" cy="0"/>
            </a:xfrm>
            <a:custGeom>
              <a:avLst/>
              <a:pathLst>
                <a:path w="223525" h="0">
                  <a:moveTo>
                    <a:pt x="0" y="0"/>
                  </a:moveTo>
                  <a:lnTo>
                    <a:pt x="223525" y="0"/>
                  </a:lnTo>
                </a:path>
              </a:pathLst>
            </a:custGeom>
            <a:ln w="27101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pl47"/>
            <p:cNvSpPr/>
            <p:nvPr/>
          </p:nvSpPr>
          <p:spPr>
            <a:xfrm>
              <a:off x="3117525" y="3473203"/>
              <a:ext cx="0" cy="336649"/>
            </a:xfrm>
            <a:custGeom>
              <a:avLst/>
              <a:pathLst>
                <a:path w="0" h="336649">
                  <a:moveTo>
                    <a:pt x="0" y="336649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l48"/>
            <p:cNvSpPr/>
            <p:nvPr/>
          </p:nvSpPr>
          <p:spPr>
            <a:xfrm>
              <a:off x="3117525" y="4441070"/>
              <a:ext cx="0" cy="350676"/>
            </a:xfrm>
            <a:custGeom>
              <a:avLst/>
              <a:pathLst>
                <a:path w="0" h="350676">
                  <a:moveTo>
                    <a:pt x="0" y="0"/>
                  </a:moveTo>
                  <a:lnTo>
                    <a:pt x="0" y="350676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9"/>
            <p:cNvSpPr/>
            <p:nvPr/>
          </p:nvSpPr>
          <p:spPr>
            <a:xfrm>
              <a:off x="3005762" y="3809853"/>
              <a:ext cx="223525" cy="631217"/>
            </a:xfrm>
            <a:custGeom>
              <a:avLst/>
              <a:pathLst>
                <a:path w="223525" h="631217">
                  <a:moveTo>
                    <a:pt x="0" y="0"/>
                  </a:moveTo>
                  <a:lnTo>
                    <a:pt x="0" y="631217"/>
                  </a:lnTo>
                  <a:lnTo>
                    <a:pt x="223525" y="631217"/>
                  </a:lnTo>
                  <a:lnTo>
                    <a:pt x="223525" y="0"/>
                  </a:lnTo>
                  <a:close/>
                </a:path>
              </a:pathLst>
            </a:custGeom>
            <a:solidFill>
              <a:srgbClr val="9FDA3A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3005762" y="3964150"/>
              <a:ext cx="223525" cy="0"/>
            </a:xfrm>
            <a:custGeom>
              <a:avLst/>
              <a:pathLst>
                <a:path w="223525" h="0">
                  <a:moveTo>
                    <a:pt x="0" y="0"/>
                  </a:moveTo>
                  <a:lnTo>
                    <a:pt x="223525" y="0"/>
                  </a:lnTo>
                </a:path>
              </a:pathLst>
            </a:custGeom>
            <a:ln w="27101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3390733" y="4458325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390733" y="4374163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3390733" y="4318055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3415559" y="2884067"/>
              <a:ext cx="0" cy="322622"/>
            </a:xfrm>
            <a:custGeom>
              <a:avLst/>
              <a:pathLst>
                <a:path w="0" h="322622">
                  <a:moveTo>
                    <a:pt x="0" y="322622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3415559" y="3641528"/>
              <a:ext cx="0" cy="448865"/>
            </a:xfrm>
            <a:custGeom>
              <a:avLst/>
              <a:pathLst>
                <a:path w="0" h="448865">
                  <a:moveTo>
                    <a:pt x="0" y="0"/>
                  </a:moveTo>
                  <a:lnTo>
                    <a:pt x="0" y="448865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6"/>
            <p:cNvSpPr/>
            <p:nvPr/>
          </p:nvSpPr>
          <p:spPr>
            <a:xfrm>
              <a:off x="3303796" y="3206689"/>
              <a:ext cx="223525" cy="434838"/>
            </a:xfrm>
            <a:custGeom>
              <a:avLst/>
              <a:pathLst>
                <a:path w="223525" h="434838">
                  <a:moveTo>
                    <a:pt x="0" y="0"/>
                  </a:moveTo>
                  <a:lnTo>
                    <a:pt x="0" y="434838"/>
                  </a:lnTo>
                  <a:lnTo>
                    <a:pt x="223525" y="434838"/>
                  </a:lnTo>
                  <a:lnTo>
                    <a:pt x="223525" y="0"/>
                  </a:lnTo>
                  <a:close/>
                </a:path>
              </a:pathLst>
            </a:custGeom>
            <a:solidFill>
              <a:srgbClr val="FDE725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3303796" y="3501257"/>
              <a:ext cx="223525" cy="0"/>
            </a:xfrm>
            <a:custGeom>
              <a:avLst/>
              <a:pathLst>
                <a:path w="223525" h="0">
                  <a:moveTo>
                    <a:pt x="0" y="0"/>
                  </a:moveTo>
                  <a:lnTo>
                    <a:pt x="223525" y="0"/>
                  </a:lnTo>
                </a:path>
              </a:pathLst>
            </a:custGeom>
            <a:ln w="27101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8" name="tx58"/>
            <p:cNvSpPr/>
            <p:nvPr/>
          </p:nvSpPr>
          <p:spPr>
            <a:xfrm>
              <a:off x="2745699" y="5398879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2745699" y="5398879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2745699" y="5398879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2745699" y="5398879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2745699" y="5398879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2745699" y="5398879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2745699" y="5398879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2745699" y="5398879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2745699" y="5398879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2745699" y="5398879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2745699" y="5398879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2745699" y="5398879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70" name="tx70"/>
            <p:cNvSpPr/>
            <p:nvPr/>
          </p:nvSpPr>
          <p:spPr>
            <a:xfrm>
              <a:off x="2745699" y="5398879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71" name="tx71"/>
            <p:cNvSpPr/>
            <p:nvPr/>
          </p:nvSpPr>
          <p:spPr>
            <a:xfrm>
              <a:off x="2745699" y="5398879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72" name="tx72"/>
            <p:cNvSpPr/>
            <p:nvPr/>
          </p:nvSpPr>
          <p:spPr>
            <a:xfrm>
              <a:off x="2745699" y="5398879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73" name="tx73"/>
            <p:cNvSpPr/>
            <p:nvPr/>
          </p:nvSpPr>
          <p:spPr>
            <a:xfrm>
              <a:off x="2745699" y="5398879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74" name="tx74"/>
            <p:cNvSpPr/>
            <p:nvPr/>
          </p:nvSpPr>
          <p:spPr>
            <a:xfrm>
              <a:off x="2745699" y="5398879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75" name="tx75"/>
            <p:cNvSpPr/>
            <p:nvPr/>
          </p:nvSpPr>
          <p:spPr>
            <a:xfrm>
              <a:off x="2745699" y="5398879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76" name="tx76"/>
            <p:cNvSpPr/>
            <p:nvPr/>
          </p:nvSpPr>
          <p:spPr>
            <a:xfrm>
              <a:off x="2745699" y="5398879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77" name="tx77"/>
            <p:cNvSpPr/>
            <p:nvPr/>
          </p:nvSpPr>
          <p:spPr>
            <a:xfrm>
              <a:off x="2745699" y="5398879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78" name="tx78"/>
            <p:cNvSpPr/>
            <p:nvPr/>
          </p:nvSpPr>
          <p:spPr>
            <a:xfrm>
              <a:off x="2745699" y="5398879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79" name="tx79"/>
            <p:cNvSpPr/>
            <p:nvPr/>
          </p:nvSpPr>
          <p:spPr>
            <a:xfrm>
              <a:off x="2745699" y="5398879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80" name="tx80"/>
            <p:cNvSpPr/>
            <p:nvPr/>
          </p:nvSpPr>
          <p:spPr>
            <a:xfrm>
              <a:off x="2745699" y="5398879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81" name="tx81"/>
            <p:cNvSpPr/>
            <p:nvPr/>
          </p:nvSpPr>
          <p:spPr>
            <a:xfrm>
              <a:off x="2745699" y="5398879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82" name="tx82"/>
            <p:cNvSpPr/>
            <p:nvPr/>
          </p:nvSpPr>
          <p:spPr>
            <a:xfrm>
              <a:off x="2745699" y="5398879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83" name="tx83"/>
            <p:cNvSpPr/>
            <p:nvPr/>
          </p:nvSpPr>
          <p:spPr>
            <a:xfrm>
              <a:off x="2745699" y="5398879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84" name="tx84"/>
            <p:cNvSpPr/>
            <p:nvPr/>
          </p:nvSpPr>
          <p:spPr>
            <a:xfrm>
              <a:off x="2745699" y="5398879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85" name="tx85"/>
            <p:cNvSpPr/>
            <p:nvPr/>
          </p:nvSpPr>
          <p:spPr>
            <a:xfrm>
              <a:off x="2745699" y="5398879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86" name="tx86"/>
            <p:cNvSpPr/>
            <p:nvPr/>
          </p:nvSpPr>
          <p:spPr>
            <a:xfrm>
              <a:off x="2745699" y="5398879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87" name="tx87"/>
            <p:cNvSpPr/>
            <p:nvPr/>
          </p:nvSpPr>
          <p:spPr>
            <a:xfrm>
              <a:off x="2745699" y="5398879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88" name="tx88"/>
            <p:cNvSpPr/>
            <p:nvPr/>
          </p:nvSpPr>
          <p:spPr>
            <a:xfrm>
              <a:off x="2745699" y="5398879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89" name="tx89"/>
            <p:cNvSpPr/>
            <p:nvPr/>
          </p:nvSpPr>
          <p:spPr>
            <a:xfrm>
              <a:off x="2745699" y="5398879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90" name="tx90"/>
            <p:cNvSpPr/>
            <p:nvPr/>
          </p:nvSpPr>
          <p:spPr>
            <a:xfrm>
              <a:off x="2745699" y="5398879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91" name="tx91"/>
            <p:cNvSpPr/>
            <p:nvPr/>
          </p:nvSpPr>
          <p:spPr>
            <a:xfrm>
              <a:off x="2745699" y="5398879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92" name="tx92"/>
            <p:cNvSpPr/>
            <p:nvPr/>
          </p:nvSpPr>
          <p:spPr>
            <a:xfrm>
              <a:off x="2745699" y="5398879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93" name="tx93"/>
            <p:cNvSpPr/>
            <p:nvPr/>
          </p:nvSpPr>
          <p:spPr>
            <a:xfrm>
              <a:off x="2745699" y="5398879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94" name="tx94"/>
            <p:cNvSpPr/>
            <p:nvPr/>
          </p:nvSpPr>
          <p:spPr>
            <a:xfrm>
              <a:off x="2745699" y="5398879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95" name="tx95"/>
            <p:cNvSpPr/>
            <p:nvPr/>
          </p:nvSpPr>
          <p:spPr>
            <a:xfrm>
              <a:off x="2745699" y="5398879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96" name="tx96"/>
            <p:cNvSpPr/>
            <p:nvPr/>
          </p:nvSpPr>
          <p:spPr>
            <a:xfrm>
              <a:off x="2745699" y="5398879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97" name="tx97"/>
            <p:cNvSpPr/>
            <p:nvPr/>
          </p:nvSpPr>
          <p:spPr>
            <a:xfrm>
              <a:off x="2745699" y="5398879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98" name="tx98"/>
            <p:cNvSpPr/>
            <p:nvPr/>
          </p:nvSpPr>
          <p:spPr>
            <a:xfrm>
              <a:off x="2745699" y="5398879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99" name="tx99"/>
            <p:cNvSpPr/>
            <p:nvPr/>
          </p:nvSpPr>
          <p:spPr>
            <a:xfrm>
              <a:off x="2745699" y="5398879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100" name="tx100"/>
            <p:cNvSpPr/>
            <p:nvPr/>
          </p:nvSpPr>
          <p:spPr>
            <a:xfrm>
              <a:off x="2745699" y="5398879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101" name="tx101"/>
            <p:cNvSpPr/>
            <p:nvPr/>
          </p:nvSpPr>
          <p:spPr>
            <a:xfrm>
              <a:off x="2745699" y="5398879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102" name="tx102"/>
            <p:cNvSpPr/>
            <p:nvPr/>
          </p:nvSpPr>
          <p:spPr>
            <a:xfrm>
              <a:off x="2745699" y="5398879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103" name="tx103"/>
            <p:cNvSpPr/>
            <p:nvPr/>
          </p:nvSpPr>
          <p:spPr>
            <a:xfrm>
              <a:off x="2745699" y="5398879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104" name="tx104"/>
            <p:cNvSpPr/>
            <p:nvPr/>
          </p:nvSpPr>
          <p:spPr>
            <a:xfrm>
              <a:off x="2745699" y="5398879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105" name="tx105"/>
            <p:cNvSpPr/>
            <p:nvPr/>
          </p:nvSpPr>
          <p:spPr>
            <a:xfrm>
              <a:off x="2745699" y="5398879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106" name="tx106"/>
            <p:cNvSpPr/>
            <p:nvPr/>
          </p:nvSpPr>
          <p:spPr>
            <a:xfrm>
              <a:off x="2745699" y="5398879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107" name="tx107"/>
            <p:cNvSpPr/>
            <p:nvPr/>
          </p:nvSpPr>
          <p:spPr>
            <a:xfrm>
              <a:off x="2745699" y="5398879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108" name="tx108"/>
            <p:cNvSpPr/>
            <p:nvPr/>
          </p:nvSpPr>
          <p:spPr>
            <a:xfrm>
              <a:off x="2745699" y="5398879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109" name="tx109"/>
            <p:cNvSpPr/>
            <p:nvPr/>
          </p:nvSpPr>
          <p:spPr>
            <a:xfrm>
              <a:off x="2745699" y="5398879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110" name="tx110"/>
            <p:cNvSpPr/>
            <p:nvPr/>
          </p:nvSpPr>
          <p:spPr>
            <a:xfrm>
              <a:off x="2745699" y="5398879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111" name="tx111"/>
            <p:cNvSpPr/>
            <p:nvPr/>
          </p:nvSpPr>
          <p:spPr>
            <a:xfrm>
              <a:off x="2745699" y="5398879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112" name="tx112"/>
            <p:cNvSpPr/>
            <p:nvPr/>
          </p:nvSpPr>
          <p:spPr>
            <a:xfrm>
              <a:off x="2745699" y="5398879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113" name="tx113"/>
            <p:cNvSpPr/>
            <p:nvPr/>
          </p:nvSpPr>
          <p:spPr>
            <a:xfrm>
              <a:off x="2745699" y="5398879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114" name="tx114"/>
            <p:cNvSpPr/>
            <p:nvPr/>
          </p:nvSpPr>
          <p:spPr>
            <a:xfrm>
              <a:off x="2745699" y="5398879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115" name="tx115"/>
            <p:cNvSpPr/>
            <p:nvPr/>
          </p:nvSpPr>
          <p:spPr>
            <a:xfrm>
              <a:off x="2745699" y="5398879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116" name="tx116"/>
            <p:cNvSpPr/>
            <p:nvPr/>
          </p:nvSpPr>
          <p:spPr>
            <a:xfrm>
              <a:off x="2745699" y="5398879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117" name="tx117"/>
            <p:cNvSpPr/>
            <p:nvPr/>
          </p:nvSpPr>
          <p:spPr>
            <a:xfrm>
              <a:off x="2745699" y="5398879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118" name="tx118"/>
            <p:cNvSpPr/>
            <p:nvPr/>
          </p:nvSpPr>
          <p:spPr>
            <a:xfrm>
              <a:off x="2745699" y="5398879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119" name="tx119"/>
            <p:cNvSpPr/>
            <p:nvPr/>
          </p:nvSpPr>
          <p:spPr>
            <a:xfrm>
              <a:off x="2745699" y="5398879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120" name="tx120"/>
            <p:cNvSpPr/>
            <p:nvPr/>
          </p:nvSpPr>
          <p:spPr>
            <a:xfrm>
              <a:off x="2745699" y="5398879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121" name="tx121"/>
            <p:cNvSpPr/>
            <p:nvPr/>
          </p:nvSpPr>
          <p:spPr>
            <a:xfrm>
              <a:off x="2745699" y="5398879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122" name="tx122"/>
            <p:cNvSpPr/>
            <p:nvPr/>
          </p:nvSpPr>
          <p:spPr>
            <a:xfrm>
              <a:off x="2745699" y="5398879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123" name="tx123"/>
            <p:cNvSpPr/>
            <p:nvPr/>
          </p:nvSpPr>
          <p:spPr>
            <a:xfrm>
              <a:off x="2745699" y="5398879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124" name="tx124"/>
            <p:cNvSpPr/>
            <p:nvPr/>
          </p:nvSpPr>
          <p:spPr>
            <a:xfrm>
              <a:off x="2745699" y="5398879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125" name="tx125"/>
            <p:cNvSpPr/>
            <p:nvPr/>
          </p:nvSpPr>
          <p:spPr>
            <a:xfrm>
              <a:off x="2745699" y="5398879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126" name="tx126"/>
            <p:cNvSpPr/>
            <p:nvPr/>
          </p:nvSpPr>
          <p:spPr>
            <a:xfrm>
              <a:off x="2745699" y="5398879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127" name="tx127"/>
            <p:cNvSpPr/>
            <p:nvPr/>
          </p:nvSpPr>
          <p:spPr>
            <a:xfrm>
              <a:off x="2745699" y="5398879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128" name="tx128"/>
            <p:cNvSpPr/>
            <p:nvPr/>
          </p:nvSpPr>
          <p:spPr>
            <a:xfrm>
              <a:off x="2745699" y="5398879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129" name="tx129"/>
            <p:cNvSpPr/>
            <p:nvPr/>
          </p:nvSpPr>
          <p:spPr>
            <a:xfrm>
              <a:off x="2745699" y="5398879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130" name="tx130"/>
            <p:cNvSpPr/>
            <p:nvPr/>
          </p:nvSpPr>
          <p:spPr>
            <a:xfrm>
              <a:off x="2745699" y="5398879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131" name="tx131"/>
            <p:cNvSpPr/>
            <p:nvPr/>
          </p:nvSpPr>
          <p:spPr>
            <a:xfrm>
              <a:off x="2745699" y="5398879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132" name="tx132"/>
            <p:cNvSpPr/>
            <p:nvPr/>
          </p:nvSpPr>
          <p:spPr>
            <a:xfrm>
              <a:off x="2745699" y="5398879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133" name="tx133"/>
            <p:cNvSpPr/>
            <p:nvPr/>
          </p:nvSpPr>
          <p:spPr>
            <a:xfrm>
              <a:off x="2745699" y="5398879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134" name="tx134"/>
            <p:cNvSpPr/>
            <p:nvPr/>
          </p:nvSpPr>
          <p:spPr>
            <a:xfrm>
              <a:off x="2745699" y="5398879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135" name="tx135"/>
            <p:cNvSpPr/>
            <p:nvPr/>
          </p:nvSpPr>
          <p:spPr>
            <a:xfrm>
              <a:off x="2745699" y="5398879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136" name="tx136"/>
            <p:cNvSpPr/>
            <p:nvPr/>
          </p:nvSpPr>
          <p:spPr>
            <a:xfrm>
              <a:off x="2745699" y="5398879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137" name="tx137"/>
            <p:cNvSpPr/>
            <p:nvPr/>
          </p:nvSpPr>
          <p:spPr>
            <a:xfrm>
              <a:off x="2745699" y="5398879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138" name="tx138"/>
            <p:cNvSpPr/>
            <p:nvPr/>
          </p:nvSpPr>
          <p:spPr>
            <a:xfrm>
              <a:off x="2745699" y="5398879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139" name="tx139"/>
            <p:cNvSpPr/>
            <p:nvPr/>
          </p:nvSpPr>
          <p:spPr>
            <a:xfrm>
              <a:off x="2745699" y="5398879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140" name="tx140"/>
            <p:cNvSpPr/>
            <p:nvPr/>
          </p:nvSpPr>
          <p:spPr>
            <a:xfrm>
              <a:off x="2745699" y="5398879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141" name="tx141"/>
            <p:cNvSpPr/>
            <p:nvPr/>
          </p:nvSpPr>
          <p:spPr>
            <a:xfrm>
              <a:off x="2745699" y="5398879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142" name="tx142"/>
            <p:cNvSpPr/>
            <p:nvPr/>
          </p:nvSpPr>
          <p:spPr>
            <a:xfrm>
              <a:off x="1828279" y="5398879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143" name="tx143"/>
            <p:cNvSpPr/>
            <p:nvPr/>
          </p:nvSpPr>
          <p:spPr>
            <a:xfrm>
              <a:off x="1828279" y="5398879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144" name="tx144"/>
            <p:cNvSpPr/>
            <p:nvPr/>
          </p:nvSpPr>
          <p:spPr>
            <a:xfrm>
              <a:off x="1828279" y="5398879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145" name="tx145"/>
            <p:cNvSpPr/>
            <p:nvPr/>
          </p:nvSpPr>
          <p:spPr>
            <a:xfrm>
              <a:off x="1828279" y="5398879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146" name="tx146"/>
            <p:cNvSpPr/>
            <p:nvPr/>
          </p:nvSpPr>
          <p:spPr>
            <a:xfrm>
              <a:off x="1828279" y="5398879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147" name="tx147"/>
            <p:cNvSpPr/>
            <p:nvPr/>
          </p:nvSpPr>
          <p:spPr>
            <a:xfrm>
              <a:off x="1828279" y="5398879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148" name="tx148"/>
            <p:cNvSpPr/>
            <p:nvPr/>
          </p:nvSpPr>
          <p:spPr>
            <a:xfrm>
              <a:off x="1828279" y="5398879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149" name="tx149"/>
            <p:cNvSpPr/>
            <p:nvPr/>
          </p:nvSpPr>
          <p:spPr>
            <a:xfrm>
              <a:off x="1828279" y="5398879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150" name="tx150"/>
            <p:cNvSpPr/>
            <p:nvPr/>
          </p:nvSpPr>
          <p:spPr>
            <a:xfrm>
              <a:off x="1828279" y="5398879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151" name="tx151"/>
            <p:cNvSpPr/>
            <p:nvPr/>
          </p:nvSpPr>
          <p:spPr>
            <a:xfrm>
              <a:off x="1828279" y="5398879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152" name="tx152"/>
            <p:cNvSpPr/>
            <p:nvPr/>
          </p:nvSpPr>
          <p:spPr>
            <a:xfrm>
              <a:off x="1828279" y="5398879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153" name="tx153"/>
            <p:cNvSpPr/>
            <p:nvPr/>
          </p:nvSpPr>
          <p:spPr>
            <a:xfrm>
              <a:off x="1828279" y="5398879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154" name="tx154"/>
            <p:cNvSpPr/>
            <p:nvPr/>
          </p:nvSpPr>
          <p:spPr>
            <a:xfrm>
              <a:off x="1828279" y="5398879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155" name="tx155"/>
            <p:cNvSpPr/>
            <p:nvPr/>
          </p:nvSpPr>
          <p:spPr>
            <a:xfrm>
              <a:off x="1828279" y="5398879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156" name="tx156"/>
            <p:cNvSpPr/>
            <p:nvPr/>
          </p:nvSpPr>
          <p:spPr>
            <a:xfrm>
              <a:off x="1828279" y="5398879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157" name="tx157"/>
            <p:cNvSpPr/>
            <p:nvPr/>
          </p:nvSpPr>
          <p:spPr>
            <a:xfrm>
              <a:off x="1828279" y="5398879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158" name="tx158"/>
            <p:cNvSpPr/>
            <p:nvPr/>
          </p:nvSpPr>
          <p:spPr>
            <a:xfrm>
              <a:off x="1828279" y="5398879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159" name="tx159"/>
            <p:cNvSpPr/>
            <p:nvPr/>
          </p:nvSpPr>
          <p:spPr>
            <a:xfrm>
              <a:off x="1828279" y="5398879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160" name="tx160"/>
            <p:cNvSpPr/>
            <p:nvPr/>
          </p:nvSpPr>
          <p:spPr>
            <a:xfrm>
              <a:off x="1828279" y="5398879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161" name="tx161"/>
            <p:cNvSpPr/>
            <p:nvPr/>
          </p:nvSpPr>
          <p:spPr>
            <a:xfrm>
              <a:off x="1828279" y="5398879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162" name="tx162"/>
            <p:cNvSpPr/>
            <p:nvPr/>
          </p:nvSpPr>
          <p:spPr>
            <a:xfrm>
              <a:off x="1828279" y="5398879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163" name="tx163"/>
            <p:cNvSpPr/>
            <p:nvPr/>
          </p:nvSpPr>
          <p:spPr>
            <a:xfrm>
              <a:off x="1828279" y="5398879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164" name="tx164"/>
            <p:cNvSpPr/>
            <p:nvPr/>
          </p:nvSpPr>
          <p:spPr>
            <a:xfrm>
              <a:off x="1828279" y="5398879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165" name="tx165"/>
            <p:cNvSpPr/>
            <p:nvPr/>
          </p:nvSpPr>
          <p:spPr>
            <a:xfrm>
              <a:off x="1828279" y="5398879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166" name="tx166"/>
            <p:cNvSpPr/>
            <p:nvPr/>
          </p:nvSpPr>
          <p:spPr>
            <a:xfrm>
              <a:off x="1828279" y="5398879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167" name="tx167"/>
            <p:cNvSpPr/>
            <p:nvPr/>
          </p:nvSpPr>
          <p:spPr>
            <a:xfrm>
              <a:off x="1828279" y="5398879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168" name="tx168"/>
            <p:cNvSpPr/>
            <p:nvPr/>
          </p:nvSpPr>
          <p:spPr>
            <a:xfrm>
              <a:off x="1828279" y="5398879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169" name="tx169"/>
            <p:cNvSpPr/>
            <p:nvPr/>
          </p:nvSpPr>
          <p:spPr>
            <a:xfrm>
              <a:off x="1828279" y="5398879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170" name="tx170"/>
            <p:cNvSpPr/>
            <p:nvPr/>
          </p:nvSpPr>
          <p:spPr>
            <a:xfrm>
              <a:off x="1828279" y="5398879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171" name="tx171"/>
            <p:cNvSpPr/>
            <p:nvPr/>
          </p:nvSpPr>
          <p:spPr>
            <a:xfrm>
              <a:off x="1828279" y="5398879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172" name="tx172"/>
            <p:cNvSpPr/>
            <p:nvPr/>
          </p:nvSpPr>
          <p:spPr>
            <a:xfrm>
              <a:off x="1828279" y="5398879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173" name="tx173"/>
            <p:cNvSpPr/>
            <p:nvPr/>
          </p:nvSpPr>
          <p:spPr>
            <a:xfrm>
              <a:off x="1828279" y="5398879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174" name="tx174"/>
            <p:cNvSpPr/>
            <p:nvPr/>
          </p:nvSpPr>
          <p:spPr>
            <a:xfrm>
              <a:off x="1828279" y="5398879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175" name="tx175"/>
            <p:cNvSpPr/>
            <p:nvPr/>
          </p:nvSpPr>
          <p:spPr>
            <a:xfrm>
              <a:off x="1828279" y="5398879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176" name="tx176"/>
            <p:cNvSpPr/>
            <p:nvPr/>
          </p:nvSpPr>
          <p:spPr>
            <a:xfrm>
              <a:off x="1828279" y="5398879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177" name="tx177"/>
            <p:cNvSpPr/>
            <p:nvPr/>
          </p:nvSpPr>
          <p:spPr>
            <a:xfrm>
              <a:off x="1828279" y="5398879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178" name="tx178"/>
            <p:cNvSpPr/>
            <p:nvPr/>
          </p:nvSpPr>
          <p:spPr>
            <a:xfrm>
              <a:off x="1828279" y="5398879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179" name="tx179"/>
            <p:cNvSpPr/>
            <p:nvPr/>
          </p:nvSpPr>
          <p:spPr>
            <a:xfrm>
              <a:off x="1828279" y="5398879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180" name="tx180"/>
            <p:cNvSpPr/>
            <p:nvPr/>
          </p:nvSpPr>
          <p:spPr>
            <a:xfrm>
              <a:off x="1828279" y="5398879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181" name="tx181"/>
            <p:cNvSpPr/>
            <p:nvPr/>
          </p:nvSpPr>
          <p:spPr>
            <a:xfrm>
              <a:off x="1828279" y="5398879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182" name="tx182"/>
            <p:cNvSpPr/>
            <p:nvPr/>
          </p:nvSpPr>
          <p:spPr>
            <a:xfrm>
              <a:off x="1828279" y="5398879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183" name="tx183"/>
            <p:cNvSpPr/>
            <p:nvPr/>
          </p:nvSpPr>
          <p:spPr>
            <a:xfrm>
              <a:off x="1828279" y="5398879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184" name="tx184"/>
            <p:cNvSpPr/>
            <p:nvPr/>
          </p:nvSpPr>
          <p:spPr>
            <a:xfrm>
              <a:off x="1828279" y="5398879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185" name="tx185"/>
            <p:cNvSpPr/>
            <p:nvPr/>
          </p:nvSpPr>
          <p:spPr>
            <a:xfrm>
              <a:off x="1828279" y="5398879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186" name="tx186"/>
            <p:cNvSpPr/>
            <p:nvPr/>
          </p:nvSpPr>
          <p:spPr>
            <a:xfrm>
              <a:off x="1828279" y="5398879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187" name="tx187"/>
            <p:cNvSpPr/>
            <p:nvPr/>
          </p:nvSpPr>
          <p:spPr>
            <a:xfrm>
              <a:off x="1828279" y="5398879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188" name="tx188"/>
            <p:cNvSpPr/>
            <p:nvPr/>
          </p:nvSpPr>
          <p:spPr>
            <a:xfrm>
              <a:off x="1828279" y="5398879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189" name="tx189"/>
            <p:cNvSpPr/>
            <p:nvPr/>
          </p:nvSpPr>
          <p:spPr>
            <a:xfrm>
              <a:off x="1828279" y="5398879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190" name="tx190"/>
            <p:cNvSpPr/>
            <p:nvPr/>
          </p:nvSpPr>
          <p:spPr>
            <a:xfrm>
              <a:off x="1828279" y="5398879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191" name="tx191"/>
            <p:cNvSpPr/>
            <p:nvPr/>
          </p:nvSpPr>
          <p:spPr>
            <a:xfrm>
              <a:off x="1828279" y="5398879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192" name="tx192"/>
            <p:cNvSpPr/>
            <p:nvPr/>
          </p:nvSpPr>
          <p:spPr>
            <a:xfrm>
              <a:off x="1828279" y="5398879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193" name="tx193"/>
            <p:cNvSpPr/>
            <p:nvPr/>
          </p:nvSpPr>
          <p:spPr>
            <a:xfrm>
              <a:off x="1828279" y="5398879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194" name="tx194"/>
            <p:cNvSpPr/>
            <p:nvPr/>
          </p:nvSpPr>
          <p:spPr>
            <a:xfrm>
              <a:off x="1828279" y="5398879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195" name="tx195"/>
            <p:cNvSpPr/>
            <p:nvPr/>
          </p:nvSpPr>
          <p:spPr>
            <a:xfrm>
              <a:off x="1828279" y="5398879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196" name="tx196"/>
            <p:cNvSpPr/>
            <p:nvPr/>
          </p:nvSpPr>
          <p:spPr>
            <a:xfrm>
              <a:off x="1828279" y="5398879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197" name="tx197"/>
            <p:cNvSpPr/>
            <p:nvPr/>
          </p:nvSpPr>
          <p:spPr>
            <a:xfrm>
              <a:off x="1828279" y="5398879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198" name="tx198"/>
            <p:cNvSpPr/>
            <p:nvPr/>
          </p:nvSpPr>
          <p:spPr>
            <a:xfrm>
              <a:off x="1828279" y="5398879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199" name="tx199"/>
            <p:cNvSpPr/>
            <p:nvPr/>
          </p:nvSpPr>
          <p:spPr>
            <a:xfrm>
              <a:off x="1828279" y="5398879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200" name="tx200"/>
            <p:cNvSpPr/>
            <p:nvPr/>
          </p:nvSpPr>
          <p:spPr>
            <a:xfrm>
              <a:off x="1828279" y="5398879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201" name="tx201"/>
            <p:cNvSpPr/>
            <p:nvPr/>
          </p:nvSpPr>
          <p:spPr>
            <a:xfrm>
              <a:off x="1828279" y="5398879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202" name="tx202"/>
            <p:cNvSpPr/>
            <p:nvPr/>
          </p:nvSpPr>
          <p:spPr>
            <a:xfrm>
              <a:off x="1828279" y="5398879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203" name="tx203"/>
            <p:cNvSpPr/>
            <p:nvPr/>
          </p:nvSpPr>
          <p:spPr>
            <a:xfrm>
              <a:off x="1828279" y="5398879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204" name="tx204"/>
            <p:cNvSpPr/>
            <p:nvPr/>
          </p:nvSpPr>
          <p:spPr>
            <a:xfrm>
              <a:off x="1828279" y="5398879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205" name="tx205"/>
            <p:cNvSpPr/>
            <p:nvPr/>
          </p:nvSpPr>
          <p:spPr>
            <a:xfrm>
              <a:off x="1828279" y="5398879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206" name="tx206"/>
            <p:cNvSpPr/>
            <p:nvPr/>
          </p:nvSpPr>
          <p:spPr>
            <a:xfrm>
              <a:off x="1828279" y="5398879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207" name="tx207"/>
            <p:cNvSpPr/>
            <p:nvPr/>
          </p:nvSpPr>
          <p:spPr>
            <a:xfrm>
              <a:off x="1828279" y="5398879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208" name="tx208"/>
            <p:cNvSpPr/>
            <p:nvPr/>
          </p:nvSpPr>
          <p:spPr>
            <a:xfrm>
              <a:off x="1828279" y="5398879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209" name="tx209"/>
            <p:cNvSpPr/>
            <p:nvPr/>
          </p:nvSpPr>
          <p:spPr>
            <a:xfrm>
              <a:off x="1828279" y="5398879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210" name="tx210"/>
            <p:cNvSpPr/>
            <p:nvPr/>
          </p:nvSpPr>
          <p:spPr>
            <a:xfrm>
              <a:off x="1828279" y="5398879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211" name="tx211"/>
            <p:cNvSpPr/>
            <p:nvPr/>
          </p:nvSpPr>
          <p:spPr>
            <a:xfrm>
              <a:off x="1828279" y="5398879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212" name="tx212"/>
            <p:cNvSpPr/>
            <p:nvPr/>
          </p:nvSpPr>
          <p:spPr>
            <a:xfrm>
              <a:off x="1828279" y="5398879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213" name="tx213"/>
            <p:cNvSpPr/>
            <p:nvPr/>
          </p:nvSpPr>
          <p:spPr>
            <a:xfrm>
              <a:off x="1828279" y="5398879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214" name="tx214"/>
            <p:cNvSpPr/>
            <p:nvPr/>
          </p:nvSpPr>
          <p:spPr>
            <a:xfrm>
              <a:off x="1828279" y="5398879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215" name="tx215"/>
            <p:cNvSpPr/>
            <p:nvPr/>
          </p:nvSpPr>
          <p:spPr>
            <a:xfrm>
              <a:off x="1828279" y="5398879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216" name="tx216"/>
            <p:cNvSpPr/>
            <p:nvPr/>
          </p:nvSpPr>
          <p:spPr>
            <a:xfrm>
              <a:off x="1828279" y="5398879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217" name="tx217"/>
            <p:cNvSpPr/>
            <p:nvPr/>
          </p:nvSpPr>
          <p:spPr>
            <a:xfrm>
              <a:off x="1828279" y="5398879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218" name="tx218"/>
            <p:cNvSpPr/>
            <p:nvPr/>
          </p:nvSpPr>
          <p:spPr>
            <a:xfrm>
              <a:off x="1828279" y="5398879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219" name="tx219"/>
            <p:cNvSpPr/>
            <p:nvPr/>
          </p:nvSpPr>
          <p:spPr>
            <a:xfrm>
              <a:off x="1828279" y="5398879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220" name="tx220"/>
            <p:cNvSpPr/>
            <p:nvPr/>
          </p:nvSpPr>
          <p:spPr>
            <a:xfrm>
              <a:off x="1828279" y="5398879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221" name="tx221"/>
            <p:cNvSpPr/>
            <p:nvPr/>
          </p:nvSpPr>
          <p:spPr>
            <a:xfrm>
              <a:off x="1828279" y="5398879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222" name="tx222"/>
            <p:cNvSpPr/>
            <p:nvPr/>
          </p:nvSpPr>
          <p:spPr>
            <a:xfrm>
              <a:off x="1828279" y="5398879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223" name="tx223"/>
            <p:cNvSpPr/>
            <p:nvPr/>
          </p:nvSpPr>
          <p:spPr>
            <a:xfrm>
              <a:off x="1828279" y="5398879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224" name="tx224"/>
            <p:cNvSpPr/>
            <p:nvPr/>
          </p:nvSpPr>
          <p:spPr>
            <a:xfrm>
              <a:off x="1828279" y="5398879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225" name="tx225"/>
            <p:cNvSpPr/>
            <p:nvPr/>
          </p:nvSpPr>
          <p:spPr>
            <a:xfrm>
              <a:off x="1828279" y="5398879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226" name="tx226"/>
            <p:cNvSpPr/>
            <p:nvPr/>
          </p:nvSpPr>
          <p:spPr>
            <a:xfrm>
              <a:off x="1828279" y="5398879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227" name="tx227"/>
            <p:cNvSpPr/>
            <p:nvPr/>
          </p:nvSpPr>
          <p:spPr>
            <a:xfrm>
              <a:off x="1828279" y="5398879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228" name="tx228"/>
            <p:cNvSpPr/>
            <p:nvPr/>
          </p:nvSpPr>
          <p:spPr>
            <a:xfrm>
              <a:off x="1828279" y="5398879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229" name="tx229"/>
            <p:cNvSpPr/>
            <p:nvPr/>
          </p:nvSpPr>
          <p:spPr>
            <a:xfrm>
              <a:off x="1828279" y="5398879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230" name="tx230"/>
            <p:cNvSpPr/>
            <p:nvPr/>
          </p:nvSpPr>
          <p:spPr>
            <a:xfrm>
              <a:off x="1828279" y="5398879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231" name="tx231"/>
            <p:cNvSpPr/>
            <p:nvPr/>
          </p:nvSpPr>
          <p:spPr>
            <a:xfrm>
              <a:off x="1828279" y="5398879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232" name="tx232"/>
            <p:cNvSpPr/>
            <p:nvPr/>
          </p:nvSpPr>
          <p:spPr>
            <a:xfrm>
              <a:off x="1549630" y="5398879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233" name="tx233"/>
            <p:cNvSpPr/>
            <p:nvPr/>
          </p:nvSpPr>
          <p:spPr>
            <a:xfrm>
              <a:off x="1549630" y="5398879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234" name="tx234"/>
            <p:cNvSpPr/>
            <p:nvPr/>
          </p:nvSpPr>
          <p:spPr>
            <a:xfrm>
              <a:off x="1549630" y="5398879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235" name="tx235"/>
            <p:cNvSpPr/>
            <p:nvPr/>
          </p:nvSpPr>
          <p:spPr>
            <a:xfrm>
              <a:off x="1549630" y="5398879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236" name="tx236"/>
            <p:cNvSpPr/>
            <p:nvPr/>
          </p:nvSpPr>
          <p:spPr>
            <a:xfrm>
              <a:off x="1549630" y="5398879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237" name="tx237"/>
            <p:cNvSpPr/>
            <p:nvPr/>
          </p:nvSpPr>
          <p:spPr>
            <a:xfrm>
              <a:off x="1549630" y="5398879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238" name="tx238"/>
            <p:cNvSpPr/>
            <p:nvPr/>
          </p:nvSpPr>
          <p:spPr>
            <a:xfrm>
              <a:off x="1549630" y="5398879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239" name="tx239"/>
            <p:cNvSpPr/>
            <p:nvPr/>
          </p:nvSpPr>
          <p:spPr>
            <a:xfrm>
              <a:off x="1549630" y="5398879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240" name="tx240"/>
            <p:cNvSpPr/>
            <p:nvPr/>
          </p:nvSpPr>
          <p:spPr>
            <a:xfrm>
              <a:off x="1549630" y="5398879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241" name="tx241"/>
            <p:cNvSpPr/>
            <p:nvPr/>
          </p:nvSpPr>
          <p:spPr>
            <a:xfrm>
              <a:off x="1549630" y="5398879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242" name="tx242"/>
            <p:cNvSpPr/>
            <p:nvPr/>
          </p:nvSpPr>
          <p:spPr>
            <a:xfrm>
              <a:off x="1549630" y="5398879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243" name="tx243"/>
            <p:cNvSpPr/>
            <p:nvPr/>
          </p:nvSpPr>
          <p:spPr>
            <a:xfrm>
              <a:off x="1549630" y="5398879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244" name="tx244"/>
            <p:cNvSpPr/>
            <p:nvPr/>
          </p:nvSpPr>
          <p:spPr>
            <a:xfrm>
              <a:off x="1549630" y="5398879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245" name="tx245"/>
            <p:cNvSpPr/>
            <p:nvPr/>
          </p:nvSpPr>
          <p:spPr>
            <a:xfrm>
              <a:off x="1549630" y="5398879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246" name="tx246"/>
            <p:cNvSpPr/>
            <p:nvPr/>
          </p:nvSpPr>
          <p:spPr>
            <a:xfrm>
              <a:off x="1549630" y="5398879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247" name="tx247"/>
            <p:cNvSpPr/>
            <p:nvPr/>
          </p:nvSpPr>
          <p:spPr>
            <a:xfrm>
              <a:off x="1549630" y="5398879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248" name="tx248"/>
            <p:cNvSpPr/>
            <p:nvPr/>
          </p:nvSpPr>
          <p:spPr>
            <a:xfrm>
              <a:off x="1549630" y="5398879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249" name="tx249"/>
            <p:cNvSpPr/>
            <p:nvPr/>
          </p:nvSpPr>
          <p:spPr>
            <a:xfrm>
              <a:off x="1549630" y="5398879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250" name="tx250"/>
            <p:cNvSpPr/>
            <p:nvPr/>
          </p:nvSpPr>
          <p:spPr>
            <a:xfrm>
              <a:off x="1549630" y="5398879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251" name="tx251"/>
            <p:cNvSpPr/>
            <p:nvPr/>
          </p:nvSpPr>
          <p:spPr>
            <a:xfrm>
              <a:off x="1549630" y="5398879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252" name="tx252"/>
            <p:cNvSpPr/>
            <p:nvPr/>
          </p:nvSpPr>
          <p:spPr>
            <a:xfrm>
              <a:off x="1549630" y="5398879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253" name="tx253"/>
            <p:cNvSpPr/>
            <p:nvPr/>
          </p:nvSpPr>
          <p:spPr>
            <a:xfrm>
              <a:off x="1549630" y="5398879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254" name="tx254"/>
            <p:cNvSpPr/>
            <p:nvPr/>
          </p:nvSpPr>
          <p:spPr>
            <a:xfrm>
              <a:off x="1549630" y="5398879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255" name="tx255"/>
            <p:cNvSpPr/>
            <p:nvPr/>
          </p:nvSpPr>
          <p:spPr>
            <a:xfrm>
              <a:off x="1549630" y="5398879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256" name="tx256"/>
            <p:cNvSpPr/>
            <p:nvPr/>
          </p:nvSpPr>
          <p:spPr>
            <a:xfrm>
              <a:off x="1549630" y="5398879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257" name="tx257"/>
            <p:cNvSpPr/>
            <p:nvPr/>
          </p:nvSpPr>
          <p:spPr>
            <a:xfrm>
              <a:off x="1549630" y="5398879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258" name="tx258"/>
            <p:cNvSpPr/>
            <p:nvPr/>
          </p:nvSpPr>
          <p:spPr>
            <a:xfrm>
              <a:off x="1549630" y="5398879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259" name="tx259"/>
            <p:cNvSpPr/>
            <p:nvPr/>
          </p:nvSpPr>
          <p:spPr>
            <a:xfrm>
              <a:off x="1549630" y="5398879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260" name="tx260"/>
            <p:cNvSpPr/>
            <p:nvPr/>
          </p:nvSpPr>
          <p:spPr>
            <a:xfrm>
              <a:off x="1549630" y="5398879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261" name="tx261"/>
            <p:cNvSpPr/>
            <p:nvPr/>
          </p:nvSpPr>
          <p:spPr>
            <a:xfrm>
              <a:off x="1549630" y="5398879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262" name="tx262"/>
            <p:cNvSpPr/>
            <p:nvPr/>
          </p:nvSpPr>
          <p:spPr>
            <a:xfrm>
              <a:off x="1549630" y="5398879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263" name="tx263"/>
            <p:cNvSpPr/>
            <p:nvPr/>
          </p:nvSpPr>
          <p:spPr>
            <a:xfrm>
              <a:off x="1549630" y="5398879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264" name="tx264"/>
            <p:cNvSpPr/>
            <p:nvPr/>
          </p:nvSpPr>
          <p:spPr>
            <a:xfrm>
              <a:off x="1549630" y="5398879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265" name="tx265"/>
            <p:cNvSpPr/>
            <p:nvPr/>
          </p:nvSpPr>
          <p:spPr>
            <a:xfrm>
              <a:off x="1549630" y="5398879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266" name="tx266"/>
            <p:cNvSpPr/>
            <p:nvPr/>
          </p:nvSpPr>
          <p:spPr>
            <a:xfrm>
              <a:off x="1549630" y="5398879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267" name="tx267"/>
            <p:cNvSpPr/>
            <p:nvPr/>
          </p:nvSpPr>
          <p:spPr>
            <a:xfrm>
              <a:off x="1549630" y="5398879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268" name="tx268"/>
            <p:cNvSpPr/>
            <p:nvPr/>
          </p:nvSpPr>
          <p:spPr>
            <a:xfrm>
              <a:off x="1549630" y="5398879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269" name="tx269"/>
            <p:cNvSpPr/>
            <p:nvPr/>
          </p:nvSpPr>
          <p:spPr>
            <a:xfrm>
              <a:off x="1549630" y="5398879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270" name="tx270"/>
            <p:cNvSpPr/>
            <p:nvPr/>
          </p:nvSpPr>
          <p:spPr>
            <a:xfrm>
              <a:off x="1549630" y="5398879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271" name="tx271"/>
            <p:cNvSpPr/>
            <p:nvPr/>
          </p:nvSpPr>
          <p:spPr>
            <a:xfrm>
              <a:off x="1549630" y="5398879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272" name="tx272"/>
            <p:cNvSpPr/>
            <p:nvPr/>
          </p:nvSpPr>
          <p:spPr>
            <a:xfrm>
              <a:off x="1549630" y="5398879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273" name="tx273"/>
            <p:cNvSpPr/>
            <p:nvPr/>
          </p:nvSpPr>
          <p:spPr>
            <a:xfrm>
              <a:off x="1549630" y="5398879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274" name="tx274"/>
            <p:cNvSpPr/>
            <p:nvPr/>
          </p:nvSpPr>
          <p:spPr>
            <a:xfrm>
              <a:off x="1549630" y="5398879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275" name="tx275"/>
            <p:cNvSpPr/>
            <p:nvPr/>
          </p:nvSpPr>
          <p:spPr>
            <a:xfrm>
              <a:off x="1549630" y="5398879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276" name="tx276"/>
            <p:cNvSpPr/>
            <p:nvPr/>
          </p:nvSpPr>
          <p:spPr>
            <a:xfrm>
              <a:off x="1549630" y="5398879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277" name="tx277"/>
            <p:cNvSpPr/>
            <p:nvPr/>
          </p:nvSpPr>
          <p:spPr>
            <a:xfrm>
              <a:off x="1549630" y="5398879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278" name="tx278"/>
            <p:cNvSpPr/>
            <p:nvPr/>
          </p:nvSpPr>
          <p:spPr>
            <a:xfrm>
              <a:off x="1549630" y="5398879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279" name="tx279"/>
            <p:cNvSpPr/>
            <p:nvPr/>
          </p:nvSpPr>
          <p:spPr>
            <a:xfrm>
              <a:off x="1549630" y="5398879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280" name="tx280"/>
            <p:cNvSpPr/>
            <p:nvPr/>
          </p:nvSpPr>
          <p:spPr>
            <a:xfrm>
              <a:off x="1549630" y="5398879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281" name="tx281"/>
            <p:cNvSpPr/>
            <p:nvPr/>
          </p:nvSpPr>
          <p:spPr>
            <a:xfrm>
              <a:off x="1549630" y="5398879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282" name="tx282"/>
            <p:cNvSpPr/>
            <p:nvPr/>
          </p:nvSpPr>
          <p:spPr>
            <a:xfrm>
              <a:off x="1549630" y="5398879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283" name="tx283"/>
            <p:cNvSpPr/>
            <p:nvPr/>
          </p:nvSpPr>
          <p:spPr>
            <a:xfrm>
              <a:off x="1549630" y="5398879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284" name="tx284"/>
            <p:cNvSpPr/>
            <p:nvPr/>
          </p:nvSpPr>
          <p:spPr>
            <a:xfrm>
              <a:off x="1549630" y="5398879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285" name="tx285"/>
            <p:cNvSpPr/>
            <p:nvPr/>
          </p:nvSpPr>
          <p:spPr>
            <a:xfrm>
              <a:off x="1549630" y="5398879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286" name="tx286"/>
            <p:cNvSpPr/>
            <p:nvPr/>
          </p:nvSpPr>
          <p:spPr>
            <a:xfrm>
              <a:off x="1549630" y="5398879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287" name="tx287"/>
            <p:cNvSpPr/>
            <p:nvPr/>
          </p:nvSpPr>
          <p:spPr>
            <a:xfrm>
              <a:off x="1549630" y="5398879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288" name="tx288"/>
            <p:cNvSpPr/>
            <p:nvPr/>
          </p:nvSpPr>
          <p:spPr>
            <a:xfrm>
              <a:off x="1549630" y="5398879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289" name="tx289"/>
            <p:cNvSpPr/>
            <p:nvPr/>
          </p:nvSpPr>
          <p:spPr>
            <a:xfrm>
              <a:off x="1549630" y="5398879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290" name="tx290"/>
            <p:cNvSpPr/>
            <p:nvPr/>
          </p:nvSpPr>
          <p:spPr>
            <a:xfrm>
              <a:off x="1549630" y="5398879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291" name="tx291"/>
            <p:cNvSpPr/>
            <p:nvPr/>
          </p:nvSpPr>
          <p:spPr>
            <a:xfrm>
              <a:off x="1549630" y="5398879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292" name="tx292"/>
            <p:cNvSpPr/>
            <p:nvPr/>
          </p:nvSpPr>
          <p:spPr>
            <a:xfrm>
              <a:off x="1549630" y="5398879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293" name="tx293"/>
            <p:cNvSpPr/>
            <p:nvPr/>
          </p:nvSpPr>
          <p:spPr>
            <a:xfrm>
              <a:off x="1549630" y="5398879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294" name="tx294"/>
            <p:cNvSpPr/>
            <p:nvPr/>
          </p:nvSpPr>
          <p:spPr>
            <a:xfrm>
              <a:off x="1549630" y="5398879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295" name="tx295"/>
            <p:cNvSpPr/>
            <p:nvPr/>
          </p:nvSpPr>
          <p:spPr>
            <a:xfrm>
              <a:off x="1549630" y="5398879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296" name="tx296"/>
            <p:cNvSpPr/>
            <p:nvPr/>
          </p:nvSpPr>
          <p:spPr>
            <a:xfrm>
              <a:off x="1549630" y="5398879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297" name="tx297"/>
            <p:cNvSpPr/>
            <p:nvPr/>
          </p:nvSpPr>
          <p:spPr>
            <a:xfrm>
              <a:off x="1549630" y="5398879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298" name="tx298"/>
            <p:cNvSpPr/>
            <p:nvPr/>
          </p:nvSpPr>
          <p:spPr>
            <a:xfrm>
              <a:off x="1549630" y="5398879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299" name="tx299"/>
            <p:cNvSpPr/>
            <p:nvPr/>
          </p:nvSpPr>
          <p:spPr>
            <a:xfrm>
              <a:off x="1549630" y="5398879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300" name="tx300"/>
            <p:cNvSpPr/>
            <p:nvPr/>
          </p:nvSpPr>
          <p:spPr>
            <a:xfrm>
              <a:off x="1549630" y="5398879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301" name="tx301"/>
            <p:cNvSpPr/>
            <p:nvPr/>
          </p:nvSpPr>
          <p:spPr>
            <a:xfrm>
              <a:off x="1549630" y="5398879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302" name="tx302"/>
            <p:cNvSpPr/>
            <p:nvPr/>
          </p:nvSpPr>
          <p:spPr>
            <a:xfrm>
              <a:off x="1549630" y="5398879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303" name="tx303"/>
            <p:cNvSpPr/>
            <p:nvPr/>
          </p:nvSpPr>
          <p:spPr>
            <a:xfrm>
              <a:off x="1549630" y="5398879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304" name="tx304"/>
            <p:cNvSpPr/>
            <p:nvPr/>
          </p:nvSpPr>
          <p:spPr>
            <a:xfrm>
              <a:off x="1549630" y="5398879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305" name="tx305"/>
            <p:cNvSpPr/>
            <p:nvPr/>
          </p:nvSpPr>
          <p:spPr>
            <a:xfrm>
              <a:off x="1549630" y="5398879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306" name="tx306"/>
            <p:cNvSpPr/>
            <p:nvPr/>
          </p:nvSpPr>
          <p:spPr>
            <a:xfrm>
              <a:off x="1549630" y="5398879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307" name="tx307"/>
            <p:cNvSpPr/>
            <p:nvPr/>
          </p:nvSpPr>
          <p:spPr>
            <a:xfrm>
              <a:off x="1549630" y="5398879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308" name="tx308"/>
            <p:cNvSpPr/>
            <p:nvPr/>
          </p:nvSpPr>
          <p:spPr>
            <a:xfrm>
              <a:off x="1549630" y="5398879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309" name="tx309"/>
            <p:cNvSpPr/>
            <p:nvPr/>
          </p:nvSpPr>
          <p:spPr>
            <a:xfrm>
              <a:off x="1549630" y="5398879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310" name="tx310"/>
            <p:cNvSpPr/>
            <p:nvPr/>
          </p:nvSpPr>
          <p:spPr>
            <a:xfrm>
              <a:off x="1549630" y="5398879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311" name="tx311"/>
            <p:cNvSpPr/>
            <p:nvPr/>
          </p:nvSpPr>
          <p:spPr>
            <a:xfrm>
              <a:off x="1549630" y="5398879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312" name="tx312"/>
            <p:cNvSpPr/>
            <p:nvPr/>
          </p:nvSpPr>
          <p:spPr>
            <a:xfrm>
              <a:off x="1549630" y="5398879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313" name="tx313"/>
            <p:cNvSpPr/>
            <p:nvPr/>
          </p:nvSpPr>
          <p:spPr>
            <a:xfrm>
              <a:off x="1549630" y="5398879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314" name="tx314"/>
            <p:cNvSpPr/>
            <p:nvPr/>
          </p:nvSpPr>
          <p:spPr>
            <a:xfrm>
              <a:off x="1549630" y="5398879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315" name="tx315"/>
            <p:cNvSpPr/>
            <p:nvPr/>
          </p:nvSpPr>
          <p:spPr>
            <a:xfrm>
              <a:off x="1549630" y="5398879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316" name="tx316"/>
            <p:cNvSpPr/>
            <p:nvPr/>
          </p:nvSpPr>
          <p:spPr>
            <a:xfrm>
              <a:off x="1549630" y="5398879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317" name="tx317"/>
            <p:cNvSpPr/>
            <p:nvPr/>
          </p:nvSpPr>
          <p:spPr>
            <a:xfrm>
              <a:off x="1549630" y="5398879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318" name="tx318"/>
            <p:cNvSpPr/>
            <p:nvPr/>
          </p:nvSpPr>
          <p:spPr>
            <a:xfrm>
              <a:off x="1549630" y="5398879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319" name="tx319"/>
            <p:cNvSpPr/>
            <p:nvPr/>
          </p:nvSpPr>
          <p:spPr>
            <a:xfrm>
              <a:off x="1549630" y="5398879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320" name="tx320"/>
            <p:cNvSpPr/>
            <p:nvPr/>
          </p:nvSpPr>
          <p:spPr>
            <a:xfrm>
              <a:off x="1549630" y="5398879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321" name="tx321"/>
            <p:cNvSpPr/>
            <p:nvPr/>
          </p:nvSpPr>
          <p:spPr>
            <a:xfrm>
              <a:off x="1549630" y="5398879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322" name="tx322"/>
            <p:cNvSpPr/>
            <p:nvPr/>
          </p:nvSpPr>
          <p:spPr>
            <a:xfrm>
              <a:off x="1549630" y="5398879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323" name="tx323"/>
            <p:cNvSpPr/>
            <p:nvPr/>
          </p:nvSpPr>
          <p:spPr>
            <a:xfrm>
              <a:off x="1549630" y="5398879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324" name="tx324"/>
            <p:cNvSpPr/>
            <p:nvPr/>
          </p:nvSpPr>
          <p:spPr>
            <a:xfrm>
              <a:off x="1549630" y="5398879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325" name="tx325"/>
            <p:cNvSpPr/>
            <p:nvPr/>
          </p:nvSpPr>
          <p:spPr>
            <a:xfrm>
              <a:off x="1549630" y="5398879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326" name="tx326"/>
            <p:cNvSpPr/>
            <p:nvPr/>
          </p:nvSpPr>
          <p:spPr>
            <a:xfrm>
              <a:off x="1549630" y="5398879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327" name="tx327"/>
            <p:cNvSpPr/>
            <p:nvPr/>
          </p:nvSpPr>
          <p:spPr>
            <a:xfrm>
              <a:off x="1549630" y="5398879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328" name="tx328"/>
            <p:cNvSpPr/>
            <p:nvPr/>
          </p:nvSpPr>
          <p:spPr>
            <a:xfrm>
              <a:off x="1549630" y="5398879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329" name="tx329"/>
            <p:cNvSpPr/>
            <p:nvPr/>
          </p:nvSpPr>
          <p:spPr>
            <a:xfrm>
              <a:off x="2482595" y="539887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330" name="tx330"/>
            <p:cNvSpPr/>
            <p:nvPr/>
          </p:nvSpPr>
          <p:spPr>
            <a:xfrm>
              <a:off x="2482595" y="539887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331" name="tx331"/>
            <p:cNvSpPr/>
            <p:nvPr/>
          </p:nvSpPr>
          <p:spPr>
            <a:xfrm>
              <a:off x="2482595" y="539887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332" name="tx332"/>
            <p:cNvSpPr/>
            <p:nvPr/>
          </p:nvSpPr>
          <p:spPr>
            <a:xfrm>
              <a:off x="2482595" y="539887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333" name="tx333"/>
            <p:cNvSpPr/>
            <p:nvPr/>
          </p:nvSpPr>
          <p:spPr>
            <a:xfrm>
              <a:off x="2482595" y="539887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334" name="tx334"/>
            <p:cNvSpPr/>
            <p:nvPr/>
          </p:nvSpPr>
          <p:spPr>
            <a:xfrm>
              <a:off x="2482595" y="539887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335" name="tx335"/>
            <p:cNvSpPr/>
            <p:nvPr/>
          </p:nvSpPr>
          <p:spPr>
            <a:xfrm>
              <a:off x="2482595" y="539887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336" name="tx336"/>
            <p:cNvSpPr/>
            <p:nvPr/>
          </p:nvSpPr>
          <p:spPr>
            <a:xfrm>
              <a:off x="2482595" y="539887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337" name="tx337"/>
            <p:cNvSpPr/>
            <p:nvPr/>
          </p:nvSpPr>
          <p:spPr>
            <a:xfrm>
              <a:off x="2482595" y="539887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338" name="tx338"/>
            <p:cNvSpPr/>
            <p:nvPr/>
          </p:nvSpPr>
          <p:spPr>
            <a:xfrm>
              <a:off x="2482595" y="539887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339" name="tx339"/>
            <p:cNvSpPr/>
            <p:nvPr/>
          </p:nvSpPr>
          <p:spPr>
            <a:xfrm>
              <a:off x="2482595" y="539887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340" name="tx340"/>
            <p:cNvSpPr/>
            <p:nvPr/>
          </p:nvSpPr>
          <p:spPr>
            <a:xfrm>
              <a:off x="2482595" y="539887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341" name="tx341"/>
            <p:cNvSpPr/>
            <p:nvPr/>
          </p:nvSpPr>
          <p:spPr>
            <a:xfrm>
              <a:off x="2482595" y="539887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342" name="tx342"/>
            <p:cNvSpPr/>
            <p:nvPr/>
          </p:nvSpPr>
          <p:spPr>
            <a:xfrm>
              <a:off x="2482595" y="539887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343" name="tx343"/>
            <p:cNvSpPr/>
            <p:nvPr/>
          </p:nvSpPr>
          <p:spPr>
            <a:xfrm>
              <a:off x="2482595" y="539887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344" name="tx344"/>
            <p:cNvSpPr/>
            <p:nvPr/>
          </p:nvSpPr>
          <p:spPr>
            <a:xfrm>
              <a:off x="2482595" y="539887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345" name="tx345"/>
            <p:cNvSpPr/>
            <p:nvPr/>
          </p:nvSpPr>
          <p:spPr>
            <a:xfrm>
              <a:off x="2482595" y="539887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346" name="tx346"/>
            <p:cNvSpPr/>
            <p:nvPr/>
          </p:nvSpPr>
          <p:spPr>
            <a:xfrm>
              <a:off x="2482595" y="539887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347" name="tx347"/>
            <p:cNvSpPr/>
            <p:nvPr/>
          </p:nvSpPr>
          <p:spPr>
            <a:xfrm>
              <a:off x="2482595" y="539887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348" name="tx348"/>
            <p:cNvSpPr/>
            <p:nvPr/>
          </p:nvSpPr>
          <p:spPr>
            <a:xfrm>
              <a:off x="2482595" y="539887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349" name="tx349"/>
            <p:cNvSpPr/>
            <p:nvPr/>
          </p:nvSpPr>
          <p:spPr>
            <a:xfrm>
              <a:off x="2482595" y="539887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350" name="tx350"/>
            <p:cNvSpPr/>
            <p:nvPr/>
          </p:nvSpPr>
          <p:spPr>
            <a:xfrm>
              <a:off x="2482595" y="539887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351" name="tx351"/>
            <p:cNvSpPr/>
            <p:nvPr/>
          </p:nvSpPr>
          <p:spPr>
            <a:xfrm>
              <a:off x="2482595" y="539887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352" name="tx352"/>
            <p:cNvSpPr/>
            <p:nvPr/>
          </p:nvSpPr>
          <p:spPr>
            <a:xfrm>
              <a:off x="2482595" y="539887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353" name="tx353"/>
            <p:cNvSpPr/>
            <p:nvPr/>
          </p:nvSpPr>
          <p:spPr>
            <a:xfrm>
              <a:off x="2482595" y="539887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354" name="tx354"/>
            <p:cNvSpPr/>
            <p:nvPr/>
          </p:nvSpPr>
          <p:spPr>
            <a:xfrm>
              <a:off x="2482595" y="539887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355" name="tx355"/>
            <p:cNvSpPr/>
            <p:nvPr/>
          </p:nvSpPr>
          <p:spPr>
            <a:xfrm>
              <a:off x="2482595" y="539887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356" name="tx356"/>
            <p:cNvSpPr/>
            <p:nvPr/>
          </p:nvSpPr>
          <p:spPr>
            <a:xfrm>
              <a:off x="2482595" y="539887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357" name="tx357"/>
            <p:cNvSpPr/>
            <p:nvPr/>
          </p:nvSpPr>
          <p:spPr>
            <a:xfrm>
              <a:off x="2482595" y="539887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358" name="tx358"/>
            <p:cNvSpPr/>
            <p:nvPr/>
          </p:nvSpPr>
          <p:spPr>
            <a:xfrm>
              <a:off x="2482595" y="539887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359" name="tx359"/>
            <p:cNvSpPr/>
            <p:nvPr/>
          </p:nvSpPr>
          <p:spPr>
            <a:xfrm>
              <a:off x="2482595" y="539887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360" name="tx360"/>
            <p:cNvSpPr/>
            <p:nvPr/>
          </p:nvSpPr>
          <p:spPr>
            <a:xfrm>
              <a:off x="2482595" y="539887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361" name="tx361"/>
            <p:cNvSpPr/>
            <p:nvPr/>
          </p:nvSpPr>
          <p:spPr>
            <a:xfrm>
              <a:off x="2482595" y="539887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362" name="tx362"/>
            <p:cNvSpPr/>
            <p:nvPr/>
          </p:nvSpPr>
          <p:spPr>
            <a:xfrm>
              <a:off x="2482595" y="539887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363" name="tx363"/>
            <p:cNvSpPr/>
            <p:nvPr/>
          </p:nvSpPr>
          <p:spPr>
            <a:xfrm>
              <a:off x="2482595" y="539887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364" name="tx364"/>
            <p:cNvSpPr/>
            <p:nvPr/>
          </p:nvSpPr>
          <p:spPr>
            <a:xfrm>
              <a:off x="2482595" y="539887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365" name="tx365"/>
            <p:cNvSpPr/>
            <p:nvPr/>
          </p:nvSpPr>
          <p:spPr>
            <a:xfrm>
              <a:off x="2482595" y="539887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366" name="tx366"/>
            <p:cNvSpPr/>
            <p:nvPr/>
          </p:nvSpPr>
          <p:spPr>
            <a:xfrm>
              <a:off x="2482595" y="539887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367" name="tx367"/>
            <p:cNvSpPr/>
            <p:nvPr/>
          </p:nvSpPr>
          <p:spPr>
            <a:xfrm>
              <a:off x="2482595" y="539887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368" name="tx368"/>
            <p:cNvSpPr/>
            <p:nvPr/>
          </p:nvSpPr>
          <p:spPr>
            <a:xfrm>
              <a:off x="2482595" y="539887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369" name="tx369"/>
            <p:cNvSpPr/>
            <p:nvPr/>
          </p:nvSpPr>
          <p:spPr>
            <a:xfrm>
              <a:off x="2482595" y="539887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370" name="tx370"/>
            <p:cNvSpPr/>
            <p:nvPr/>
          </p:nvSpPr>
          <p:spPr>
            <a:xfrm>
              <a:off x="2482595" y="539887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371" name="tx371"/>
            <p:cNvSpPr/>
            <p:nvPr/>
          </p:nvSpPr>
          <p:spPr>
            <a:xfrm>
              <a:off x="2482595" y="539887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372" name="tx372"/>
            <p:cNvSpPr/>
            <p:nvPr/>
          </p:nvSpPr>
          <p:spPr>
            <a:xfrm>
              <a:off x="2482595" y="539887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373" name="tx373"/>
            <p:cNvSpPr/>
            <p:nvPr/>
          </p:nvSpPr>
          <p:spPr>
            <a:xfrm>
              <a:off x="2482595" y="539887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374" name="tx374"/>
            <p:cNvSpPr/>
            <p:nvPr/>
          </p:nvSpPr>
          <p:spPr>
            <a:xfrm>
              <a:off x="2482595" y="539887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375" name="tx375"/>
            <p:cNvSpPr/>
            <p:nvPr/>
          </p:nvSpPr>
          <p:spPr>
            <a:xfrm>
              <a:off x="2482595" y="539887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376" name="tx376"/>
            <p:cNvSpPr/>
            <p:nvPr/>
          </p:nvSpPr>
          <p:spPr>
            <a:xfrm>
              <a:off x="2482595" y="539887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377" name="tx377"/>
            <p:cNvSpPr/>
            <p:nvPr/>
          </p:nvSpPr>
          <p:spPr>
            <a:xfrm>
              <a:off x="2482595" y="539887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378" name="tx378"/>
            <p:cNvSpPr/>
            <p:nvPr/>
          </p:nvSpPr>
          <p:spPr>
            <a:xfrm>
              <a:off x="2482595" y="539887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379" name="tx379"/>
            <p:cNvSpPr/>
            <p:nvPr/>
          </p:nvSpPr>
          <p:spPr>
            <a:xfrm>
              <a:off x="2482595" y="539887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380" name="tx380"/>
            <p:cNvSpPr/>
            <p:nvPr/>
          </p:nvSpPr>
          <p:spPr>
            <a:xfrm>
              <a:off x="2482595" y="539887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381" name="tx381"/>
            <p:cNvSpPr/>
            <p:nvPr/>
          </p:nvSpPr>
          <p:spPr>
            <a:xfrm>
              <a:off x="2482595" y="539887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382" name="tx382"/>
            <p:cNvSpPr/>
            <p:nvPr/>
          </p:nvSpPr>
          <p:spPr>
            <a:xfrm>
              <a:off x="2482595" y="539887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383" name="tx383"/>
            <p:cNvSpPr/>
            <p:nvPr/>
          </p:nvSpPr>
          <p:spPr>
            <a:xfrm>
              <a:off x="2482595" y="539887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384" name="tx384"/>
            <p:cNvSpPr/>
            <p:nvPr/>
          </p:nvSpPr>
          <p:spPr>
            <a:xfrm>
              <a:off x="2482595" y="539887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385" name="tx385"/>
            <p:cNvSpPr/>
            <p:nvPr/>
          </p:nvSpPr>
          <p:spPr>
            <a:xfrm>
              <a:off x="2482595" y="539887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386" name="tx386"/>
            <p:cNvSpPr/>
            <p:nvPr/>
          </p:nvSpPr>
          <p:spPr>
            <a:xfrm>
              <a:off x="2482595" y="539887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387" name="tx387"/>
            <p:cNvSpPr/>
            <p:nvPr/>
          </p:nvSpPr>
          <p:spPr>
            <a:xfrm>
              <a:off x="2482595" y="539887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388" name="tx388"/>
            <p:cNvSpPr/>
            <p:nvPr/>
          </p:nvSpPr>
          <p:spPr>
            <a:xfrm>
              <a:off x="2482595" y="539887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389" name="tx389"/>
            <p:cNvSpPr/>
            <p:nvPr/>
          </p:nvSpPr>
          <p:spPr>
            <a:xfrm>
              <a:off x="2482595" y="539887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390" name="tx390"/>
            <p:cNvSpPr/>
            <p:nvPr/>
          </p:nvSpPr>
          <p:spPr>
            <a:xfrm>
              <a:off x="2482595" y="539887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391" name="tx391"/>
            <p:cNvSpPr/>
            <p:nvPr/>
          </p:nvSpPr>
          <p:spPr>
            <a:xfrm>
              <a:off x="2482595" y="539887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392" name="tx392"/>
            <p:cNvSpPr/>
            <p:nvPr/>
          </p:nvSpPr>
          <p:spPr>
            <a:xfrm>
              <a:off x="2482595" y="539887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393" name="tx393"/>
            <p:cNvSpPr/>
            <p:nvPr/>
          </p:nvSpPr>
          <p:spPr>
            <a:xfrm>
              <a:off x="2482595" y="539887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394" name="tx394"/>
            <p:cNvSpPr/>
            <p:nvPr/>
          </p:nvSpPr>
          <p:spPr>
            <a:xfrm>
              <a:off x="2482595" y="539887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395" name="tx395"/>
            <p:cNvSpPr/>
            <p:nvPr/>
          </p:nvSpPr>
          <p:spPr>
            <a:xfrm>
              <a:off x="2482595" y="539887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396" name="tx396"/>
            <p:cNvSpPr/>
            <p:nvPr/>
          </p:nvSpPr>
          <p:spPr>
            <a:xfrm>
              <a:off x="2482595" y="539887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397" name="tx397"/>
            <p:cNvSpPr/>
            <p:nvPr/>
          </p:nvSpPr>
          <p:spPr>
            <a:xfrm>
              <a:off x="2482595" y="539887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398" name="tx398"/>
            <p:cNvSpPr/>
            <p:nvPr/>
          </p:nvSpPr>
          <p:spPr>
            <a:xfrm>
              <a:off x="2482595" y="539887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399" name="tx399"/>
            <p:cNvSpPr/>
            <p:nvPr/>
          </p:nvSpPr>
          <p:spPr>
            <a:xfrm>
              <a:off x="2482595" y="539887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400" name="tx400"/>
            <p:cNvSpPr/>
            <p:nvPr/>
          </p:nvSpPr>
          <p:spPr>
            <a:xfrm>
              <a:off x="2482595" y="539887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401" name="tx401"/>
            <p:cNvSpPr/>
            <p:nvPr/>
          </p:nvSpPr>
          <p:spPr>
            <a:xfrm>
              <a:off x="2482595" y="539887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402" name="tx402"/>
            <p:cNvSpPr/>
            <p:nvPr/>
          </p:nvSpPr>
          <p:spPr>
            <a:xfrm>
              <a:off x="2482595" y="539887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403" name="tx403"/>
            <p:cNvSpPr/>
            <p:nvPr/>
          </p:nvSpPr>
          <p:spPr>
            <a:xfrm>
              <a:off x="2482595" y="539887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404" name="tx404"/>
            <p:cNvSpPr/>
            <p:nvPr/>
          </p:nvSpPr>
          <p:spPr>
            <a:xfrm>
              <a:off x="2482595" y="539887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405" name="tx405"/>
            <p:cNvSpPr/>
            <p:nvPr/>
          </p:nvSpPr>
          <p:spPr>
            <a:xfrm>
              <a:off x="2482595" y="539887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406" name="tx406"/>
            <p:cNvSpPr/>
            <p:nvPr/>
          </p:nvSpPr>
          <p:spPr>
            <a:xfrm>
              <a:off x="2482595" y="539887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407" name="tx407"/>
            <p:cNvSpPr/>
            <p:nvPr/>
          </p:nvSpPr>
          <p:spPr>
            <a:xfrm>
              <a:off x="2482595" y="539887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408" name="tx408"/>
            <p:cNvSpPr/>
            <p:nvPr/>
          </p:nvSpPr>
          <p:spPr>
            <a:xfrm>
              <a:off x="2482595" y="539887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409" name="tx409"/>
            <p:cNvSpPr/>
            <p:nvPr/>
          </p:nvSpPr>
          <p:spPr>
            <a:xfrm>
              <a:off x="2482595" y="539887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410" name="tx410"/>
            <p:cNvSpPr/>
            <p:nvPr/>
          </p:nvSpPr>
          <p:spPr>
            <a:xfrm>
              <a:off x="2482595" y="539887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411" name="tx411"/>
            <p:cNvSpPr/>
            <p:nvPr/>
          </p:nvSpPr>
          <p:spPr>
            <a:xfrm>
              <a:off x="2482595" y="539887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412" name="tx412"/>
            <p:cNvSpPr/>
            <p:nvPr/>
          </p:nvSpPr>
          <p:spPr>
            <a:xfrm>
              <a:off x="2482595" y="539887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413" name="tx413"/>
            <p:cNvSpPr/>
            <p:nvPr/>
          </p:nvSpPr>
          <p:spPr>
            <a:xfrm>
              <a:off x="3279588" y="5398879"/>
              <a:ext cx="27194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defg</a:t>
              </a:r>
            </a:p>
          </p:txBody>
        </p:sp>
        <p:sp>
          <p:nvSpPr>
            <p:cNvPr id="414" name="tx414"/>
            <p:cNvSpPr/>
            <p:nvPr/>
          </p:nvSpPr>
          <p:spPr>
            <a:xfrm>
              <a:off x="3279588" y="5398879"/>
              <a:ext cx="27194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defg</a:t>
              </a:r>
            </a:p>
          </p:txBody>
        </p:sp>
        <p:sp>
          <p:nvSpPr>
            <p:cNvPr id="415" name="tx415"/>
            <p:cNvSpPr/>
            <p:nvPr/>
          </p:nvSpPr>
          <p:spPr>
            <a:xfrm>
              <a:off x="3279588" y="5398879"/>
              <a:ext cx="27194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defg</a:t>
              </a:r>
            </a:p>
          </p:txBody>
        </p:sp>
        <p:sp>
          <p:nvSpPr>
            <p:cNvPr id="416" name="tx416"/>
            <p:cNvSpPr/>
            <p:nvPr/>
          </p:nvSpPr>
          <p:spPr>
            <a:xfrm>
              <a:off x="3279588" y="5398879"/>
              <a:ext cx="27194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defg</a:t>
              </a:r>
            </a:p>
          </p:txBody>
        </p:sp>
        <p:sp>
          <p:nvSpPr>
            <p:cNvPr id="417" name="tx417"/>
            <p:cNvSpPr/>
            <p:nvPr/>
          </p:nvSpPr>
          <p:spPr>
            <a:xfrm>
              <a:off x="3279588" y="5398879"/>
              <a:ext cx="27194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defg</a:t>
              </a:r>
            </a:p>
          </p:txBody>
        </p:sp>
        <p:sp>
          <p:nvSpPr>
            <p:cNvPr id="418" name="tx418"/>
            <p:cNvSpPr/>
            <p:nvPr/>
          </p:nvSpPr>
          <p:spPr>
            <a:xfrm>
              <a:off x="3279588" y="5398879"/>
              <a:ext cx="27194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defg</a:t>
              </a:r>
            </a:p>
          </p:txBody>
        </p:sp>
        <p:sp>
          <p:nvSpPr>
            <p:cNvPr id="419" name="tx419"/>
            <p:cNvSpPr/>
            <p:nvPr/>
          </p:nvSpPr>
          <p:spPr>
            <a:xfrm>
              <a:off x="3279588" y="5398879"/>
              <a:ext cx="27194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defg</a:t>
              </a:r>
            </a:p>
          </p:txBody>
        </p:sp>
        <p:sp>
          <p:nvSpPr>
            <p:cNvPr id="420" name="tx420"/>
            <p:cNvSpPr/>
            <p:nvPr/>
          </p:nvSpPr>
          <p:spPr>
            <a:xfrm>
              <a:off x="3279588" y="5398879"/>
              <a:ext cx="27194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defg</a:t>
              </a:r>
            </a:p>
          </p:txBody>
        </p:sp>
        <p:sp>
          <p:nvSpPr>
            <p:cNvPr id="421" name="tx421"/>
            <p:cNvSpPr/>
            <p:nvPr/>
          </p:nvSpPr>
          <p:spPr>
            <a:xfrm>
              <a:off x="3279588" y="5398879"/>
              <a:ext cx="27194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defg</a:t>
              </a:r>
            </a:p>
          </p:txBody>
        </p:sp>
        <p:sp>
          <p:nvSpPr>
            <p:cNvPr id="422" name="tx422"/>
            <p:cNvSpPr/>
            <p:nvPr/>
          </p:nvSpPr>
          <p:spPr>
            <a:xfrm>
              <a:off x="3279588" y="5398879"/>
              <a:ext cx="27194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defg</a:t>
              </a:r>
            </a:p>
          </p:txBody>
        </p:sp>
        <p:sp>
          <p:nvSpPr>
            <p:cNvPr id="423" name="tx423"/>
            <p:cNvSpPr/>
            <p:nvPr/>
          </p:nvSpPr>
          <p:spPr>
            <a:xfrm>
              <a:off x="3279588" y="5398879"/>
              <a:ext cx="27194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defg</a:t>
              </a:r>
            </a:p>
          </p:txBody>
        </p:sp>
        <p:sp>
          <p:nvSpPr>
            <p:cNvPr id="424" name="tx424"/>
            <p:cNvSpPr/>
            <p:nvPr/>
          </p:nvSpPr>
          <p:spPr>
            <a:xfrm>
              <a:off x="3279588" y="5398879"/>
              <a:ext cx="27194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defg</a:t>
              </a:r>
            </a:p>
          </p:txBody>
        </p:sp>
        <p:sp>
          <p:nvSpPr>
            <p:cNvPr id="425" name="tx425"/>
            <p:cNvSpPr/>
            <p:nvPr/>
          </p:nvSpPr>
          <p:spPr>
            <a:xfrm>
              <a:off x="3279588" y="5398879"/>
              <a:ext cx="27194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defg</a:t>
              </a:r>
            </a:p>
          </p:txBody>
        </p:sp>
        <p:sp>
          <p:nvSpPr>
            <p:cNvPr id="426" name="tx426"/>
            <p:cNvSpPr/>
            <p:nvPr/>
          </p:nvSpPr>
          <p:spPr>
            <a:xfrm>
              <a:off x="3279588" y="5398879"/>
              <a:ext cx="27194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defg</a:t>
              </a:r>
            </a:p>
          </p:txBody>
        </p:sp>
        <p:sp>
          <p:nvSpPr>
            <p:cNvPr id="427" name="tx427"/>
            <p:cNvSpPr/>
            <p:nvPr/>
          </p:nvSpPr>
          <p:spPr>
            <a:xfrm>
              <a:off x="3279588" y="5398879"/>
              <a:ext cx="27194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defg</a:t>
              </a:r>
            </a:p>
          </p:txBody>
        </p:sp>
        <p:sp>
          <p:nvSpPr>
            <p:cNvPr id="428" name="tx428"/>
            <p:cNvSpPr/>
            <p:nvPr/>
          </p:nvSpPr>
          <p:spPr>
            <a:xfrm>
              <a:off x="3279588" y="5398879"/>
              <a:ext cx="27194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defg</a:t>
              </a:r>
            </a:p>
          </p:txBody>
        </p:sp>
        <p:sp>
          <p:nvSpPr>
            <p:cNvPr id="429" name="tx429"/>
            <p:cNvSpPr/>
            <p:nvPr/>
          </p:nvSpPr>
          <p:spPr>
            <a:xfrm>
              <a:off x="3279588" y="5398879"/>
              <a:ext cx="27194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defg</a:t>
              </a:r>
            </a:p>
          </p:txBody>
        </p:sp>
        <p:sp>
          <p:nvSpPr>
            <p:cNvPr id="430" name="tx430"/>
            <p:cNvSpPr/>
            <p:nvPr/>
          </p:nvSpPr>
          <p:spPr>
            <a:xfrm>
              <a:off x="3279588" y="5398879"/>
              <a:ext cx="27194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defg</a:t>
              </a:r>
            </a:p>
          </p:txBody>
        </p:sp>
        <p:sp>
          <p:nvSpPr>
            <p:cNvPr id="431" name="tx431"/>
            <p:cNvSpPr/>
            <p:nvPr/>
          </p:nvSpPr>
          <p:spPr>
            <a:xfrm>
              <a:off x="3279588" y="5398879"/>
              <a:ext cx="27194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defg</a:t>
              </a:r>
            </a:p>
          </p:txBody>
        </p:sp>
        <p:sp>
          <p:nvSpPr>
            <p:cNvPr id="432" name="tx432"/>
            <p:cNvSpPr/>
            <p:nvPr/>
          </p:nvSpPr>
          <p:spPr>
            <a:xfrm>
              <a:off x="3279588" y="5398879"/>
              <a:ext cx="27194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defg</a:t>
              </a:r>
            </a:p>
          </p:txBody>
        </p:sp>
        <p:sp>
          <p:nvSpPr>
            <p:cNvPr id="433" name="tx433"/>
            <p:cNvSpPr/>
            <p:nvPr/>
          </p:nvSpPr>
          <p:spPr>
            <a:xfrm>
              <a:off x="3279588" y="5398879"/>
              <a:ext cx="27194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defg</a:t>
              </a:r>
            </a:p>
          </p:txBody>
        </p:sp>
        <p:sp>
          <p:nvSpPr>
            <p:cNvPr id="434" name="tx434"/>
            <p:cNvSpPr/>
            <p:nvPr/>
          </p:nvSpPr>
          <p:spPr>
            <a:xfrm>
              <a:off x="3279588" y="5398879"/>
              <a:ext cx="27194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defg</a:t>
              </a:r>
            </a:p>
          </p:txBody>
        </p:sp>
        <p:sp>
          <p:nvSpPr>
            <p:cNvPr id="435" name="tx435"/>
            <p:cNvSpPr/>
            <p:nvPr/>
          </p:nvSpPr>
          <p:spPr>
            <a:xfrm>
              <a:off x="3279588" y="5398879"/>
              <a:ext cx="27194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defg</a:t>
              </a:r>
            </a:p>
          </p:txBody>
        </p:sp>
        <p:sp>
          <p:nvSpPr>
            <p:cNvPr id="436" name="tx436"/>
            <p:cNvSpPr/>
            <p:nvPr/>
          </p:nvSpPr>
          <p:spPr>
            <a:xfrm>
              <a:off x="3279588" y="5398879"/>
              <a:ext cx="27194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defg</a:t>
              </a:r>
            </a:p>
          </p:txBody>
        </p:sp>
        <p:sp>
          <p:nvSpPr>
            <p:cNvPr id="437" name="tx437"/>
            <p:cNvSpPr/>
            <p:nvPr/>
          </p:nvSpPr>
          <p:spPr>
            <a:xfrm>
              <a:off x="3279588" y="5398879"/>
              <a:ext cx="27194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defg</a:t>
              </a:r>
            </a:p>
          </p:txBody>
        </p:sp>
        <p:sp>
          <p:nvSpPr>
            <p:cNvPr id="438" name="tx438"/>
            <p:cNvSpPr/>
            <p:nvPr/>
          </p:nvSpPr>
          <p:spPr>
            <a:xfrm>
              <a:off x="3279588" y="5398879"/>
              <a:ext cx="27194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defg</a:t>
              </a:r>
            </a:p>
          </p:txBody>
        </p:sp>
        <p:sp>
          <p:nvSpPr>
            <p:cNvPr id="439" name="tx439"/>
            <p:cNvSpPr/>
            <p:nvPr/>
          </p:nvSpPr>
          <p:spPr>
            <a:xfrm>
              <a:off x="3102026" y="5398879"/>
              <a:ext cx="3099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</a:t>
              </a:r>
            </a:p>
          </p:txBody>
        </p:sp>
        <p:sp>
          <p:nvSpPr>
            <p:cNvPr id="440" name="tx440"/>
            <p:cNvSpPr/>
            <p:nvPr/>
          </p:nvSpPr>
          <p:spPr>
            <a:xfrm>
              <a:off x="3102026" y="5398879"/>
              <a:ext cx="3099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</a:t>
              </a:r>
            </a:p>
          </p:txBody>
        </p:sp>
        <p:sp>
          <p:nvSpPr>
            <p:cNvPr id="441" name="tx441"/>
            <p:cNvSpPr/>
            <p:nvPr/>
          </p:nvSpPr>
          <p:spPr>
            <a:xfrm>
              <a:off x="3102026" y="5398879"/>
              <a:ext cx="3099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</a:t>
              </a:r>
            </a:p>
          </p:txBody>
        </p:sp>
        <p:sp>
          <p:nvSpPr>
            <p:cNvPr id="442" name="tx442"/>
            <p:cNvSpPr/>
            <p:nvPr/>
          </p:nvSpPr>
          <p:spPr>
            <a:xfrm>
              <a:off x="3102026" y="5398879"/>
              <a:ext cx="3099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</a:t>
              </a:r>
            </a:p>
          </p:txBody>
        </p:sp>
        <p:sp>
          <p:nvSpPr>
            <p:cNvPr id="443" name="tx443"/>
            <p:cNvSpPr/>
            <p:nvPr/>
          </p:nvSpPr>
          <p:spPr>
            <a:xfrm>
              <a:off x="3102026" y="5398879"/>
              <a:ext cx="3099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</a:t>
              </a:r>
            </a:p>
          </p:txBody>
        </p:sp>
        <p:sp>
          <p:nvSpPr>
            <p:cNvPr id="444" name="tx444"/>
            <p:cNvSpPr/>
            <p:nvPr/>
          </p:nvSpPr>
          <p:spPr>
            <a:xfrm>
              <a:off x="3102026" y="5398879"/>
              <a:ext cx="3099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</a:t>
              </a:r>
            </a:p>
          </p:txBody>
        </p:sp>
        <p:sp>
          <p:nvSpPr>
            <p:cNvPr id="445" name="tx445"/>
            <p:cNvSpPr/>
            <p:nvPr/>
          </p:nvSpPr>
          <p:spPr>
            <a:xfrm>
              <a:off x="3102026" y="5398879"/>
              <a:ext cx="3099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</a:t>
              </a:r>
            </a:p>
          </p:txBody>
        </p:sp>
        <p:sp>
          <p:nvSpPr>
            <p:cNvPr id="446" name="tx446"/>
            <p:cNvSpPr/>
            <p:nvPr/>
          </p:nvSpPr>
          <p:spPr>
            <a:xfrm>
              <a:off x="3102026" y="5398879"/>
              <a:ext cx="3099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</a:t>
              </a:r>
            </a:p>
          </p:txBody>
        </p:sp>
        <p:sp>
          <p:nvSpPr>
            <p:cNvPr id="447" name="tx447"/>
            <p:cNvSpPr/>
            <p:nvPr/>
          </p:nvSpPr>
          <p:spPr>
            <a:xfrm>
              <a:off x="3102026" y="5398879"/>
              <a:ext cx="3099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</a:t>
              </a:r>
            </a:p>
          </p:txBody>
        </p:sp>
        <p:sp>
          <p:nvSpPr>
            <p:cNvPr id="448" name="tx448"/>
            <p:cNvSpPr/>
            <p:nvPr/>
          </p:nvSpPr>
          <p:spPr>
            <a:xfrm>
              <a:off x="3102026" y="5398879"/>
              <a:ext cx="3099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</a:t>
              </a:r>
            </a:p>
          </p:txBody>
        </p:sp>
        <p:sp>
          <p:nvSpPr>
            <p:cNvPr id="449" name="tx449"/>
            <p:cNvSpPr/>
            <p:nvPr/>
          </p:nvSpPr>
          <p:spPr>
            <a:xfrm>
              <a:off x="3102026" y="5398879"/>
              <a:ext cx="3099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</a:t>
              </a:r>
            </a:p>
          </p:txBody>
        </p:sp>
        <p:sp>
          <p:nvSpPr>
            <p:cNvPr id="450" name="tx450"/>
            <p:cNvSpPr/>
            <p:nvPr/>
          </p:nvSpPr>
          <p:spPr>
            <a:xfrm>
              <a:off x="3102026" y="5398879"/>
              <a:ext cx="3099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</a:t>
              </a:r>
            </a:p>
          </p:txBody>
        </p:sp>
        <p:sp>
          <p:nvSpPr>
            <p:cNvPr id="451" name="tx451"/>
            <p:cNvSpPr/>
            <p:nvPr/>
          </p:nvSpPr>
          <p:spPr>
            <a:xfrm>
              <a:off x="3102026" y="5398879"/>
              <a:ext cx="3099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</a:t>
              </a:r>
            </a:p>
          </p:txBody>
        </p:sp>
        <p:sp>
          <p:nvSpPr>
            <p:cNvPr id="452" name="tx452"/>
            <p:cNvSpPr/>
            <p:nvPr/>
          </p:nvSpPr>
          <p:spPr>
            <a:xfrm>
              <a:off x="3102026" y="5398879"/>
              <a:ext cx="3099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</a:t>
              </a:r>
            </a:p>
          </p:txBody>
        </p:sp>
        <p:sp>
          <p:nvSpPr>
            <p:cNvPr id="453" name="tx453"/>
            <p:cNvSpPr/>
            <p:nvPr/>
          </p:nvSpPr>
          <p:spPr>
            <a:xfrm>
              <a:off x="3102026" y="5398879"/>
              <a:ext cx="3099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</a:t>
              </a:r>
            </a:p>
          </p:txBody>
        </p:sp>
        <p:sp>
          <p:nvSpPr>
            <p:cNvPr id="454" name="tx454"/>
            <p:cNvSpPr/>
            <p:nvPr/>
          </p:nvSpPr>
          <p:spPr>
            <a:xfrm>
              <a:off x="3102026" y="5398879"/>
              <a:ext cx="3099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</a:t>
              </a:r>
            </a:p>
          </p:txBody>
        </p:sp>
        <p:sp>
          <p:nvSpPr>
            <p:cNvPr id="455" name="tx455"/>
            <p:cNvSpPr/>
            <p:nvPr/>
          </p:nvSpPr>
          <p:spPr>
            <a:xfrm>
              <a:off x="3102026" y="5398879"/>
              <a:ext cx="3099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</a:t>
              </a:r>
            </a:p>
          </p:txBody>
        </p:sp>
        <p:sp>
          <p:nvSpPr>
            <p:cNvPr id="456" name="tx456"/>
            <p:cNvSpPr/>
            <p:nvPr/>
          </p:nvSpPr>
          <p:spPr>
            <a:xfrm>
              <a:off x="3102026" y="5398879"/>
              <a:ext cx="3099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</a:t>
              </a:r>
            </a:p>
          </p:txBody>
        </p:sp>
        <p:sp>
          <p:nvSpPr>
            <p:cNvPr id="457" name="tx457"/>
            <p:cNvSpPr/>
            <p:nvPr/>
          </p:nvSpPr>
          <p:spPr>
            <a:xfrm>
              <a:off x="3102026" y="5398879"/>
              <a:ext cx="3099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</a:t>
              </a:r>
            </a:p>
          </p:txBody>
        </p:sp>
        <p:sp>
          <p:nvSpPr>
            <p:cNvPr id="458" name="tx458"/>
            <p:cNvSpPr/>
            <p:nvPr/>
          </p:nvSpPr>
          <p:spPr>
            <a:xfrm>
              <a:off x="3102026" y="5398879"/>
              <a:ext cx="3099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</a:t>
              </a:r>
            </a:p>
          </p:txBody>
        </p:sp>
        <p:sp>
          <p:nvSpPr>
            <p:cNvPr id="459" name="tx459"/>
            <p:cNvSpPr/>
            <p:nvPr/>
          </p:nvSpPr>
          <p:spPr>
            <a:xfrm>
              <a:off x="1255528" y="5398879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460" name="tx460"/>
            <p:cNvSpPr/>
            <p:nvPr/>
          </p:nvSpPr>
          <p:spPr>
            <a:xfrm>
              <a:off x="1255528" y="5398879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461" name="tx461"/>
            <p:cNvSpPr/>
            <p:nvPr/>
          </p:nvSpPr>
          <p:spPr>
            <a:xfrm>
              <a:off x="1255528" y="5398879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462" name="tx462"/>
            <p:cNvSpPr/>
            <p:nvPr/>
          </p:nvSpPr>
          <p:spPr>
            <a:xfrm>
              <a:off x="1255528" y="5398879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463" name="tx463"/>
            <p:cNvSpPr/>
            <p:nvPr/>
          </p:nvSpPr>
          <p:spPr>
            <a:xfrm>
              <a:off x="1255528" y="5398879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464" name="tx464"/>
            <p:cNvSpPr/>
            <p:nvPr/>
          </p:nvSpPr>
          <p:spPr>
            <a:xfrm>
              <a:off x="1255528" y="5398879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465" name="tx465"/>
            <p:cNvSpPr/>
            <p:nvPr/>
          </p:nvSpPr>
          <p:spPr>
            <a:xfrm>
              <a:off x="1255528" y="5398879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466" name="tx466"/>
            <p:cNvSpPr/>
            <p:nvPr/>
          </p:nvSpPr>
          <p:spPr>
            <a:xfrm>
              <a:off x="1255528" y="5398879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467" name="tx467"/>
            <p:cNvSpPr/>
            <p:nvPr/>
          </p:nvSpPr>
          <p:spPr>
            <a:xfrm>
              <a:off x="1255528" y="5398879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468" name="tx468"/>
            <p:cNvSpPr/>
            <p:nvPr/>
          </p:nvSpPr>
          <p:spPr>
            <a:xfrm>
              <a:off x="1255528" y="5398879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469" name="tx469"/>
            <p:cNvSpPr/>
            <p:nvPr/>
          </p:nvSpPr>
          <p:spPr>
            <a:xfrm>
              <a:off x="1255528" y="5398879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470" name="tx470"/>
            <p:cNvSpPr/>
            <p:nvPr/>
          </p:nvSpPr>
          <p:spPr>
            <a:xfrm>
              <a:off x="1255528" y="5398879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471" name="tx471"/>
            <p:cNvSpPr/>
            <p:nvPr/>
          </p:nvSpPr>
          <p:spPr>
            <a:xfrm>
              <a:off x="1255528" y="5398879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472" name="tx472"/>
            <p:cNvSpPr/>
            <p:nvPr/>
          </p:nvSpPr>
          <p:spPr>
            <a:xfrm>
              <a:off x="1255528" y="5398879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473" name="tx473"/>
            <p:cNvSpPr/>
            <p:nvPr/>
          </p:nvSpPr>
          <p:spPr>
            <a:xfrm>
              <a:off x="1255528" y="5398879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474" name="tx474"/>
            <p:cNvSpPr/>
            <p:nvPr/>
          </p:nvSpPr>
          <p:spPr>
            <a:xfrm>
              <a:off x="1255528" y="5398879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475" name="tx475"/>
            <p:cNvSpPr/>
            <p:nvPr/>
          </p:nvSpPr>
          <p:spPr>
            <a:xfrm>
              <a:off x="1255528" y="5398879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476" name="tx476"/>
            <p:cNvSpPr/>
            <p:nvPr/>
          </p:nvSpPr>
          <p:spPr>
            <a:xfrm>
              <a:off x="1255528" y="5398879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477" name="tx477"/>
            <p:cNvSpPr/>
            <p:nvPr/>
          </p:nvSpPr>
          <p:spPr>
            <a:xfrm>
              <a:off x="1255528" y="5398879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478" name="tx478"/>
            <p:cNvSpPr/>
            <p:nvPr/>
          </p:nvSpPr>
          <p:spPr>
            <a:xfrm>
              <a:off x="1255528" y="5398879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479" name="tx479"/>
            <p:cNvSpPr/>
            <p:nvPr/>
          </p:nvSpPr>
          <p:spPr>
            <a:xfrm>
              <a:off x="1255528" y="5398879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480" name="tx480"/>
            <p:cNvSpPr/>
            <p:nvPr/>
          </p:nvSpPr>
          <p:spPr>
            <a:xfrm>
              <a:off x="1255528" y="5398879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481" name="tx481"/>
            <p:cNvSpPr/>
            <p:nvPr/>
          </p:nvSpPr>
          <p:spPr>
            <a:xfrm>
              <a:off x="1255528" y="5398879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482" name="tx482"/>
            <p:cNvSpPr/>
            <p:nvPr/>
          </p:nvSpPr>
          <p:spPr>
            <a:xfrm>
              <a:off x="1255528" y="5398879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483" name="tx483"/>
            <p:cNvSpPr/>
            <p:nvPr/>
          </p:nvSpPr>
          <p:spPr>
            <a:xfrm>
              <a:off x="1255528" y="5398879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484" name="tx484"/>
            <p:cNvSpPr/>
            <p:nvPr/>
          </p:nvSpPr>
          <p:spPr>
            <a:xfrm>
              <a:off x="1255528" y="5398879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485" name="tx485"/>
            <p:cNvSpPr/>
            <p:nvPr/>
          </p:nvSpPr>
          <p:spPr>
            <a:xfrm>
              <a:off x="1255528" y="5398879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486" name="tx486"/>
            <p:cNvSpPr/>
            <p:nvPr/>
          </p:nvSpPr>
          <p:spPr>
            <a:xfrm>
              <a:off x="1255528" y="5398879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487" name="tx487"/>
            <p:cNvSpPr/>
            <p:nvPr/>
          </p:nvSpPr>
          <p:spPr>
            <a:xfrm>
              <a:off x="1255528" y="5398879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488" name="tx488"/>
            <p:cNvSpPr/>
            <p:nvPr/>
          </p:nvSpPr>
          <p:spPr>
            <a:xfrm>
              <a:off x="1255528" y="5398879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489" name="tx489"/>
            <p:cNvSpPr/>
            <p:nvPr/>
          </p:nvSpPr>
          <p:spPr>
            <a:xfrm>
              <a:off x="1255528" y="5398879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490" name="tx490"/>
            <p:cNvSpPr/>
            <p:nvPr/>
          </p:nvSpPr>
          <p:spPr>
            <a:xfrm>
              <a:off x="1255528" y="5398879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491" name="tx491"/>
            <p:cNvSpPr/>
            <p:nvPr/>
          </p:nvSpPr>
          <p:spPr>
            <a:xfrm>
              <a:off x="1255528" y="5398879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492" name="tx492"/>
            <p:cNvSpPr/>
            <p:nvPr/>
          </p:nvSpPr>
          <p:spPr>
            <a:xfrm>
              <a:off x="1255528" y="5398879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493" name="tx493"/>
            <p:cNvSpPr/>
            <p:nvPr/>
          </p:nvSpPr>
          <p:spPr>
            <a:xfrm>
              <a:off x="1255528" y="5398879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494" name="tx494"/>
            <p:cNvSpPr/>
            <p:nvPr/>
          </p:nvSpPr>
          <p:spPr>
            <a:xfrm>
              <a:off x="1255528" y="5398879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495" name="tx495"/>
            <p:cNvSpPr/>
            <p:nvPr/>
          </p:nvSpPr>
          <p:spPr>
            <a:xfrm>
              <a:off x="1255528" y="5398879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496" name="tx496"/>
            <p:cNvSpPr/>
            <p:nvPr/>
          </p:nvSpPr>
          <p:spPr>
            <a:xfrm>
              <a:off x="1255528" y="5398879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497" name="tx497"/>
            <p:cNvSpPr/>
            <p:nvPr/>
          </p:nvSpPr>
          <p:spPr>
            <a:xfrm>
              <a:off x="1255528" y="5398879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498" name="tx498"/>
            <p:cNvSpPr/>
            <p:nvPr/>
          </p:nvSpPr>
          <p:spPr>
            <a:xfrm>
              <a:off x="1255528" y="5398879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499" name="tx499"/>
            <p:cNvSpPr/>
            <p:nvPr/>
          </p:nvSpPr>
          <p:spPr>
            <a:xfrm>
              <a:off x="1255528" y="5398879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500" name="tx500"/>
            <p:cNvSpPr/>
            <p:nvPr/>
          </p:nvSpPr>
          <p:spPr>
            <a:xfrm>
              <a:off x="1255528" y="5398879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501" name="tx501"/>
            <p:cNvSpPr/>
            <p:nvPr/>
          </p:nvSpPr>
          <p:spPr>
            <a:xfrm>
              <a:off x="1255528" y="5398879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502" name="tx502"/>
            <p:cNvSpPr/>
            <p:nvPr/>
          </p:nvSpPr>
          <p:spPr>
            <a:xfrm>
              <a:off x="1255528" y="5398879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503" name="tx503"/>
            <p:cNvSpPr/>
            <p:nvPr/>
          </p:nvSpPr>
          <p:spPr>
            <a:xfrm>
              <a:off x="1255528" y="5398879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504" name="tx504"/>
            <p:cNvSpPr/>
            <p:nvPr/>
          </p:nvSpPr>
          <p:spPr>
            <a:xfrm>
              <a:off x="1255528" y="5398879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505" name="tx505"/>
            <p:cNvSpPr/>
            <p:nvPr/>
          </p:nvSpPr>
          <p:spPr>
            <a:xfrm>
              <a:off x="1255528" y="5398879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506" name="tx506"/>
            <p:cNvSpPr/>
            <p:nvPr/>
          </p:nvSpPr>
          <p:spPr>
            <a:xfrm>
              <a:off x="1255528" y="5398879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507" name="tx507"/>
            <p:cNvSpPr/>
            <p:nvPr/>
          </p:nvSpPr>
          <p:spPr>
            <a:xfrm>
              <a:off x="1255528" y="5398879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508" name="tx508"/>
            <p:cNvSpPr/>
            <p:nvPr/>
          </p:nvSpPr>
          <p:spPr>
            <a:xfrm>
              <a:off x="1255528" y="5398879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509" name="tx509"/>
            <p:cNvSpPr/>
            <p:nvPr/>
          </p:nvSpPr>
          <p:spPr>
            <a:xfrm>
              <a:off x="1255528" y="5398879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510" name="tx510"/>
            <p:cNvSpPr/>
            <p:nvPr/>
          </p:nvSpPr>
          <p:spPr>
            <a:xfrm>
              <a:off x="1255528" y="5398879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511" name="tx511"/>
            <p:cNvSpPr/>
            <p:nvPr/>
          </p:nvSpPr>
          <p:spPr>
            <a:xfrm>
              <a:off x="1255528" y="5398879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512" name="tx512"/>
            <p:cNvSpPr/>
            <p:nvPr/>
          </p:nvSpPr>
          <p:spPr>
            <a:xfrm>
              <a:off x="1255528" y="5398879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513" name="tx513"/>
            <p:cNvSpPr/>
            <p:nvPr/>
          </p:nvSpPr>
          <p:spPr>
            <a:xfrm>
              <a:off x="1255528" y="5398879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514" name="tx514"/>
            <p:cNvSpPr/>
            <p:nvPr/>
          </p:nvSpPr>
          <p:spPr>
            <a:xfrm>
              <a:off x="1255528" y="5398879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515" name="tx515"/>
            <p:cNvSpPr/>
            <p:nvPr/>
          </p:nvSpPr>
          <p:spPr>
            <a:xfrm>
              <a:off x="1255528" y="5398879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516" name="tx516"/>
            <p:cNvSpPr/>
            <p:nvPr/>
          </p:nvSpPr>
          <p:spPr>
            <a:xfrm>
              <a:off x="1255528" y="5398879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517" name="tx517"/>
            <p:cNvSpPr/>
            <p:nvPr/>
          </p:nvSpPr>
          <p:spPr>
            <a:xfrm>
              <a:off x="1255528" y="5398879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518" name="tx518"/>
            <p:cNvSpPr/>
            <p:nvPr/>
          </p:nvSpPr>
          <p:spPr>
            <a:xfrm>
              <a:off x="1255528" y="5398879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519" name="tx519"/>
            <p:cNvSpPr/>
            <p:nvPr/>
          </p:nvSpPr>
          <p:spPr>
            <a:xfrm>
              <a:off x="1255528" y="5398879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520" name="tx520"/>
            <p:cNvSpPr/>
            <p:nvPr/>
          </p:nvSpPr>
          <p:spPr>
            <a:xfrm>
              <a:off x="1255528" y="5398879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521" name="tx521"/>
            <p:cNvSpPr/>
            <p:nvPr/>
          </p:nvSpPr>
          <p:spPr>
            <a:xfrm>
              <a:off x="1255528" y="5398879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522" name="tx522"/>
            <p:cNvSpPr/>
            <p:nvPr/>
          </p:nvSpPr>
          <p:spPr>
            <a:xfrm>
              <a:off x="1255528" y="5398879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523" name="tx523"/>
            <p:cNvSpPr/>
            <p:nvPr/>
          </p:nvSpPr>
          <p:spPr>
            <a:xfrm>
              <a:off x="1255528" y="5398879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524" name="tx524"/>
            <p:cNvSpPr/>
            <p:nvPr/>
          </p:nvSpPr>
          <p:spPr>
            <a:xfrm>
              <a:off x="1255528" y="5398879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525" name="tx525"/>
            <p:cNvSpPr/>
            <p:nvPr/>
          </p:nvSpPr>
          <p:spPr>
            <a:xfrm>
              <a:off x="1255528" y="5398879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526" name="tx526"/>
            <p:cNvSpPr/>
            <p:nvPr/>
          </p:nvSpPr>
          <p:spPr>
            <a:xfrm>
              <a:off x="1255528" y="5398879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527" name="tx527"/>
            <p:cNvSpPr/>
            <p:nvPr/>
          </p:nvSpPr>
          <p:spPr>
            <a:xfrm>
              <a:off x="1255528" y="5398879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528" name="tx528"/>
            <p:cNvSpPr/>
            <p:nvPr/>
          </p:nvSpPr>
          <p:spPr>
            <a:xfrm>
              <a:off x="1255528" y="5398879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529" name="tx529"/>
            <p:cNvSpPr/>
            <p:nvPr/>
          </p:nvSpPr>
          <p:spPr>
            <a:xfrm>
              <a:off x="1255528" y="5398879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530" name="tx530"/>
            <p:cNvSpPr/>
            <p:nvPr/>
          </p:nvSpPr>
          <p:spPr>
            <a:xfrm>
              <a:off x="1255528" y="5398879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531" name="tx531"/>
            <p:cNvSpPr/>
            <p:nvPr/>
          </p:nvSpPr>
          <p:spPr>
            <a:xfrm>
              <a:off x="1255528" y="5398879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532" name="tx532"/>
            <p:cNvSpPr/>
            <p:nvPr/>
          </p:nvSpPr>
          <p:spPr>
            <a:xfrm>
              <a:off x="1255528" y="5398879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533" name="tx533"/>
            <p:cNvSpPr/>
            <p:nvPr/>
          </p:nvSpPr>
          <p:spPr>
            <a:xfrm>
              <a:off x="1255528" y="5398879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534" name="tx534"/>
            <p:cNvSpPr/>
            <p:nvPr/>
          </p:nvSpPr>
          <p:spPr>
            <a:xfrm>
              <a:off x="1255528" y="5398879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535" name="tx535"/>
            <p:cNvSpPr/>
            <p:nvPr/>
          </p:nvSpPr>
          <p:spPr>
            <a:xfrm>
              <a:off x="1255528" y="5398879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536" name="tx536"/>
            <p:cNvSpPr/>
            <p:nvPr/>
          </p:nvSpPr>
          <p:spPr>
            <a:xfrm>
              <a:off x="1255528" y="5398879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537" name="tx537"/>
            <p:cNvSpPr/>
            <p:nvPr/>
          </p:nvSpPr>
          <p:spPr>
            <a:xfrm>
              <a:off x="1255528" y="5398879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538" name="tx538"/>
            <p:cNvSpPr/>
            <p:nvPr/>
          </p:nvSpPr>
          <p:spPr>
            <a:xfrm>
              <a:off x="1255528" y="5398879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539" name="tx539"/>
            <p:cNvSpPr/>
            <p:nvPr/>
          </p:nvSpPr>
          <p:spPr>
            <a:xfrm>
              <a:off x="1255528" y="5398879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540" name="tx540"/>
            <p:cNvSpPr/>
            <p:nvPr/>
          </p:nvSpPr>
          <p:spPr>
            <a:xfrm>
              <a:off x="1255528" y="5398879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541" name="tx541"/>
            <p:cNvSpPr/>
            <p:nvPr/>
          </p:nvSpPr>
          <p:spPr>
            <a:xfrm>
              <a:off x="1255528" y="5398879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542" name="tx542"/>
            <p:cNvSpPr/>
            <p:nvPr/>
          </p:nvSpPr>
          <p:spPr>
            <a:xfrm>
              <a:off x="2110768" y="5398879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543" name="tx543"/>
            <p:cNvSpPr/>
            <p:nvPr/>
          </p:nvSpPr>
          <p:spPr>
            <a:xfrm>
              <a:off x="2110768" y="5398879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544" name="tx544"/>
            <p:cNvSpPr/>
            <p:nvPr/>
          </p:nvSpPr>
          <p:spPr>
            <a:xfrm>
              <a:off x="2110768" y="5398879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545" name="tx545"/>
            <p:cNvSpPr/>
            <p:nvPr/>
          </p:nvSpPr>
          <p:spPr>
            <a:xfrm>
              <a:off x="2110768" y="5398879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546" name="tx546"/>
            <p:cNvSpPr/>
            <p:nvPr/>
          </p:nvSpPr>
          <p:spPr>
            <a:xfrm>
              <a:off x="2110768" y="5398879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547" name="tx547"/>
            <p:cNvSpPr/>
            <p:nvPr/>
          </p:nvSpPr>
          <p:spPr>
            <a:xfrm>
              <a:off x="2110768" y="5398879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548" name="tx548"/>
            <p:cNvSpPr/>
            <p:nvPr/>
          </p:nvSpPr>
          <p:spPr>
            <a:xfrm>
              <a:off x="2110768" y="5398879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549" name="tx549"/>
            <p:cNvSpPr/>
            <p:nvPr/>
          </p:nvSpPr>
          <p:spPr>
            <a:xfrm>
              <a:off x="2110768" y="5398879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550" name="tx550"/>
            <p:cNvSpPr/>
            <p:nvPr/>
          </p:nvSpPr>
          <p:spPr>
            <a:xfrm>
              <a:off x="2110768" y="5398879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551" name="tx551"/>
            <p:cNvSpPr/>
            <p:nvPr/>
          </p:nvSpPr>
          <p:spPr>
            <a:xfrm>
              <a:off x="2110768" y="5398879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552" name="tx552"/>
            <p:cNvSpPr/>
            <p:nvPr/>
          </p:nvSpPr>
          <p:spPr>
            <a:xfrm>
              <a:off x="2110768" y="5398879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553" name="tx553"/>
            <p:cNvSpPr/>
            <p:nvPr/>
          </p:nvSpPr>
          <p:spPr>
            <a:xfrm>
              <a:off x="2110768" y="5398879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554" name="tx554"/>
            <p:cNvSpPr/>
            <p:nvPr/>
          </p:nvSpPr>
          <p:spPr>
            <a:xfrm>
              <a:off x="2110768" y="5398879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555" name="tx555"/>
            <p:cNvSpPr/>
            <p:nvPr/>
          </p:nvSpPr>
          <p:spPr>
            <a:xfrm>
              <a:off x="2110768" y="5398879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556" name="tx556"/>
            <p:cNvSpPr/>
            <p:nvPr/>
          </p:nvSpPr>
          <p:spPr>
            <a:xfrm>
              <a:off x="2110768" y="5398879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557" name="tx557"/>
            <p:cNvSpPr/>
            <p:nvPr/>
          </p:nvSpPr>
          <p:spPr>
            <a:xfrm>
              <a:off x="2110768" y="5398879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558" name="tx558"/>
            <p:cNvSpPr/>
            <p:nvPr/>
          </p:nvSpPr>
          <p:spPr>
            <a:xfrm>
              <a:off x="2110768" y="5398879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559" name="tx559"/>
            <p:cNvSpPr/>
            <p:nvPr/>
          </p:nvSpPr>
          <p:spPr>
            <a:xfrm>
              <a:off x="2110768" y="5398879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560" name="tx560"/>
            <p:cNvSpPr/>
            <p:nvPr/>
          </p:nvSpPr>
          <p:spPr>
            <a:xfrm>
              <a:off x="2110768" y="5398879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561" name="tx561"/>
            <p:cNvSpPr/>
            <p:nvPr/>
          </p:nvSpPr>
          <p:spPr>
            <a:xfrm>
              <a:off x="2110768" y="5398879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562" name="tx562"/>
            <p:cNvSpPr/>
            <p:nvPr/>
          </p:nvSpPr>
          <p:spPr>
            <a:xfrm>
              <a:off x="2110768" y="5398879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563" name="tx563"/>
            <p:cNvSpPr/>
            <p:nvPr/>
          </p:nvSpPr>
          <p:spPr>
            <a:xfrm>
              <a:off x="2110768" y="5398879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564" name="tx564"/>
            <p:cNvSpPr/>
            <p:nvPr/>
          </p:nvSpPr>
          <p:spPr>
            <a:xfrm>
              <a:off x="2110768" y="5398879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565" name="tx565"/>
            <p:cNvSpPr/>
            <p:nvPr/>
          </p:nvSpPr>
          <p:spPr>
            <a:xfrm>
              <a:off x="2110768" y="5398879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566" name="tx566"/>
            <p:cNvSpPr/>
            <p:nvPr/>
          </p:nvSpPr>
          <p:spPr>
            <a:xfrm>
              <a:off x="2110768" y="5398879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567" name="tx567"/>
            <p:cNvSpPr/>
            <p:nvPr/>
          </p:nvSpPr>
          <p:spPr>
            <a:xfrm>
              <a:off x="2110768" y="5398879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568" name="tx568"/>
            <p:cNvSpPr/>
            <p:nvPr/>
          </p:nvSpPr>
          <p:spPr>
            <a:xfrm>
              <a:off x="2110768" y="5398879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569" name="tx569"/>
            <p:cNvSpPr/>
            <p:nvPr/>
          </p:nvSpPr>
          <p:spPr>
            <a:xfrm>
              <a:off x="2110768" y="5398879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570" name="tx570"/>
            <p:cNvSpPr/>
            <p:nvPr/>
          </p:nvSpPr>
          <p:spPr>
            <a:xfrm>
              <a:off x="2110768" y="5398879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571" name="tx571"/>
            <p:cNvSpPr/>
            <p:nvPr/>
          </p:nvSpPr>
          <p:spPr>
            <a:xfrm>
              <a:off x="2110768" y="5398879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572" name="tx572"/>
            <p:cNvSpPr/>
            <p:nvPr/>
          </p:nvSpPr>
          <p:spPr>
            <a:xfrm>
              <a:off x="2110768" y="5398879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573" name="tx573"/>
            <p:cNvSpPr/>
            <p:nvPr/>
          </p:nvSpPr>
          <p:spPr>
            <a:xfrm>
              <a:off x="2110768" y="5398879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574" name="tx574"/>
            <p:cNvSpPr/>
            <p:nvPr/>
          </p:nvSpPr>
          <p:spPr>
            <a:xfrm>
              <a:off x="2110768" y="5398879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575" name="tx575"/>
            <p:cNvSpPr/>
            <p:nvPr/>
          </p:nvSpPr>
          <p:spPr>
            <a:xfrm>
              <a:off x="2110768" y="5398879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576" name="tx576"/>
            <p:cNvSpPr/>
            <p:nvPr/>
          </p:nvSpPr>
          <p:spPr>
            <a:xfrm>
              <a:off x="2110768" y="5398879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577" name="tx577"/>
            <p:cNvSpPr/>
            <p:nvPr/>
          </p:nvSpPr>
          <p:spPr>
            <a:xfrm>
              <a:off x="2110768" y="5398879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578" name="tx578"/>
            <p:cNvSpPr/>
            <p:nvPr/>
          </p:nvSpPr>
          <p:spPr>
            <a:xfrm>
              <a:off x="2110768" y="5398879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579" name="tx579"/>
            <p:cNvSpPr/>
            <p:nvPr/>
          </p:nvSpPr>
          <p:spPr>
            <a:xfrm>
              <a:off x="2110768" y="5398879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580" name="tx580"/>
            <p:cNvSpPr/>
            <p:nvPr/>
          </p:nvSpPr>
          <p:spPr>
            <a:xfrm>
              <a:off x="2110768" y="5398879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581" name="tx581"/>
            <p:cNvSpPr/>
            <p:nvPr/>
          </p:nvSpPr>
          <p:spPr>
            <a:xfrm>
              <a:off x="2110768" y="5398879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582" name="tx582"/>
            <p:cNvSpPr/>
            <p:nvPr/>
          </p:nvSpPr>
          <p:spPr>
            <a:xfrm>
              <a:off x="2110768" y="5398879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583" name="tx583"/>
            <p:cNvSpPr/>
            <p:nvPr/>
          </p:nvSpPr>
          <p:spPr>
            <a:xfrm>
              <a:off x="2110768" y="5398879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584" name="tx584"/>
            <p:cNvSpPr/>
            <p:nvPr/>
          </p:nvSpPr>
          <p:spPr>
            <a:xfrm>
              <a:off x="2110768" y="5398879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585" name="tx585"/>
            <p:cNvSpPr/>
            <p:nvPr/>
          </p:nvSpPr>
          <p:spPr>
            <a:xfrm>
              <a:off x="2110768" y="5398879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586" name="tx586"/>
            <p:cNvSpPr/>
            <p:nvPr/>
          </p:nvSpPr>
          <p:spPr>
            <a:xfrm>
              <a:off x="2110768" y="5398879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587" name="tx587"/>
            <p:cNvSpPr/>
            <p:nvPr/>
          </p:nvSpPr>
          <p:spPr>
            <a:xfrm>
              <a:off x="2110768" y="5398879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588" name="tx588"/>
            <p:cNvSpPr/>
            <p:nvPr/>
          </p:nvSpPr>
          <p:spPr>
            <a:xfrm>
              <a:off x="2110768" y="5398879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589" name="tx589"/>
            <p:cNvSpPr/>
            <p:nvPr/>
          </p:nvSpPr>
          <p:spPr>
            <a:xfrm>
              <a:off x="2110768" y="5398879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590" name="tx590"/>
            <p:cNvSpPr/>
            <p:nvPr/>
          </p:nvSpPr>
          <p:spPr>
            <a:xfrm>
              <a:off x="2110768" y="5398879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591" name="tx591"/>
            <p:cNvSpPr/>
            <p:nvPr/>
          </p:nvSpPr>
          <p:spPr>
            <a:xfrm>
              <a:off x="2110768" y="5398879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592" name="tx592"/>
            <p:cNvSpPr/>
            <p:nvPr/>
          </p:nvSpPr>
          <p:spPr>
            <a:xfrm>
              <a:off x="2110768" y="5398879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593" name="tx593"/>
            <p:cNvSpPr/>
            <p:nvPr/>
          </p:nvSpPr>
          <p:spPr>
            <a:xfrm>
              <a:off x="2110768" y="5398879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594" name="tx594"/>
            <p:cNvSpPr/>
            <p:nvPr/>
          </p:nvSpPr>
          <p:spPr>
            <a:xfrm>
              <a:off x="2110768" y="5398879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595" name="tx595"/>
            <p:cNvSpPr/>
            <p:nvPr/>
          </p:nvSpPr>
          <p:spPr>
            <a:xfrm>
              <a:off x="2110768" y="5398879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596" name="tx596"/>
            <p:cNvSpPr/>
            <p:nvPr/>
          </p:nvSpPr>
          <p:spPr>
            <a:xfrm>
              <a:off x="2110768" y="5398879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597" name="tx597"/>
            <p:cNvSpPr/>
            <p:nvPr/>
          </p:nvSpPr>
          <p:spPr>
            <a:xfrm>
              <a:off x="2110768" y="5398879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598" name="tx598"/>
            <p:cNvSpPr/>
            <p:nvPr/>
          </p:nvSpPr>
          <p:spPr>
            <a:xfrm>
              <a:off x="2110768" y="5398879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599" name="tx599"/>
            <p:cNvSpPr/>
            <p:nvPr/>
          </p:nvSpPr>
          <p:spPr>
            <a:xfrm>
              <a:off x="2110768" y="5398879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600" name="tx600"/>
            <p:cNvSpPr/>
            <p:nvPr/>
          </p:nvSpPr>
          <p:spPr>
            <a:xfrm>
              <a:off x="2110768" y="5398879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601" name="tx601"/>
            <p:cNvSpPr/>
            <p:nvPr/>
          </p:nvSpPr>
          <p:spPr>
            <a:xfrm>
              <a:off x="2110768" y="5398879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602" name="tx602"/>
            <p:cNvSpPr/>
            <p:nvPr/>
          </p:nvSpPr>
          <p:spPr>
            <a:xfrm>
              <a:off x="2110768" y="5398879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603" name="tx603"/>
            <p:cNvSpPr/>
            <p:nvPr/>
          </p:nvSpPr>
          <p:spPr>
            <a:xfrm>
              <a:off x="2110768" y="5398879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604" name="tx604"/>
            <p:cNvSpPr/>
            <p:nvPr/>
          </p:nvSpPr>
          <p:spPr>
            <a:xfrm>
              <a:off x="2110768" y="5398879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605" name="tx605"/>
            <p:cNvSpPr/>
            <p:nvPr/>
          </p:nvSpPr>
          <p:spPr>
            <a:xfrm>
              <a:off x="2110768" y="5398879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606" name="tx606"/>
            <p:cNvSpPr/>
            <p:nvPr/>
          </p:nvSpPr>
          <p:spPr>
            <a:xfrm>
              <a:off x="2110768" y="5398879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607" name="tx607"/>
            <p:cNvSpPr/>
            <p:nvPr/>
          </p:nvSpPr>
          <p:spPr>
            <a:xfrm>
              <a:off x="2110768" y="5398879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608" name="tx608"/>
            <p:cNvSpPr/>
            <p:nvPr/>
          </p:nvSpPr>
          <p:spPr>
            <a:xfrm>
              <a:off x="2110768" y="5398879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609" name="tx609"/>
            <p:cNvSpPr/>
            <p:nvPr/>
          </p:nvSpPr>
          <p:spPr>
            <a:xfrm>
              <a:off x="2110768" y="5398879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610" name="tx610"/>
            <p:cNvSpPr/>
            <p:nvPr/>
          </p:nvSpPr>
          <p:spPr>
            <a:xfrm>
              <a:off x="2110768" y="5398879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611" name="tx611"/>
            <p:cNvSpPr/>
            <p:nvPr/>
          </p:nvSpPr>
          <p:spPr>
            <a:xfrm>
              <a:off x="2110768" y="5398879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612" name="tx612"/>
            <p:cNvSpPr/>
            <p:nvPr/>
          </p:nvSpPr>
          <p:spPr>
            <a:xfrm>
              <a:off x="2110768" y="5398879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613" name="tx613"/>
            <p:cNvSpPr/>
            <p:nvPr/>
          </p:nvSpPr>
          <p:spPr>
            <a:xfrm>
              <a:off x="2110768" y="5398879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614" name="tx614"/>
            <p:cNvSpPr/>
            <p:nvPr/>
          </p:nvSpPr>
          <p:spPr>
            <a:xfrm>
              <a:off x="2110768" y="5398879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615" name="tx615"/>
            <p:cNvSpPr/>
            <p:nvPr/>
          </p:nvSpPr>
          <p:spPr>
            <a:xfrm>
              <a:off x="2110768" y="5398879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616" name="tx616"/>
            <p:cNvSpPr/>
            <p:nvPr/>
          </p:nvSpPr>
          <p:spPr>
            <a:xfrm>
              <a:off x="2110768" y="5398879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617" name="tx617"/>
            <p:cNvSpPr/>
            <p:nvPr/>
          </p:nvSpPr>
          <p:spPr>
            <a:xfrm>
              <a:off x="2110768" y="5398879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618" name="tx618"/>
            <p:cNvSpPr/>
            <p:nvPr/>
          </p:nvSpPr>
          <p:spPr>
            <a:xfrm>
              <a:off x="2110768" y="5398879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619" name="tx619"/>
            <p:cNvSpPr/>
            <p:nvPr/>
          </p:nvSpPr>
          <p:spPr>
            <a:xfrm>
              <a:off x="2110768" y="5398879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620" name="tx620"/>
            <p:cNvSpPr/>
            <p:nvPr/>
          </p:nvSpPr>
          <p:spPr>
            <a:xfrm>
              <a:off x="2110768" y="5398879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621" name="tx621"/>
            <p:cNvSpPr/>
            <p:nvPr/>
          </p:nvSpPr>
          <p:spPr>
            <a:xfrm>
              <a:off x="2110768" y="5398879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622" name="tx622"/>
            <p:cNvSpPr/>
            <p:nvPr/>
          </p:nvSpPr>
          <p:spPr>
            <a:xfrm>
              <a:off x="2110768" y="5398879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623" name="tx623"/>
            <p:cNvSpPr/>
            <p:nvPr/>
          </p:nvSpPr>
          <p:spPr>
            <a:xfrm>
              <a:off x="2110768" y="5398879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624" name="tx624"/>
            <p:cNvSpPr/>
            <p:nvPr/>
          </p:nvSpPr>
          <p:spPr>
            <a:xfrm>
              <a:off x="2110768" y="5398879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625" name="tx625"/>
            <p:cNvSpPr/>
            <p:nvPr/>
          </p:nvSpPr>
          <p:spPr>
            <a:xfrm>
              <a:off x="2110768" y="5398879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626" name="tx626"/>
            <p:cNvSpPr/>
            <p:nvPr/>
          </p:nvSpPr>
          <p:spPr>
            <a:xfrm>
              <a:off x="2110768" y="5398879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627" name="rc627"/>
            <p:cNvSpPr/>
            <p:nvPr/>
          </p:nvSpPr>
          <p:spPr>
            <a:xfrm>
              <a:off x="4351643" y="1896563"/>
              <a:ext cx="2861127" cy="382657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28" name="pl628"/>
            <p:cNvSpPr/>
            <p:nvPr/>
          </p:nvSpPr>
          <p:spPr>
            <a:xfrm>
              <a:off x="4739088" y="3753744"/>
              <a:ext cx="0" cy="154297"/>
            </a:xfrm>
            <a:custGeom>
              <a:avLst/>
              <a:pathLst>
                <a:path w="0" h="154297">
                  <a:moveTo>
                    <a:pt x="0" y="154297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l629"/>
            <p:cNvSpPr/>
            <p:nvPr/>
          </p:nvSpPr>
          <p:spPr>
            <a:xfrm>
              <a:off x="4739088" y="4160529"/>
              <a:ext cx="0" cy="238459"/>
            </a:xfrm>
            <a:custGeom>
              <a:avLst/>
              <a:pathLst>
                <a:path w="0" h="238459">
                  <a:moveTo>
                    <a:pt x="0" y="0"/>
                  </a:moveTo>
                  <a:lnTo>
                    <a:pt x="0" y="238459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g630"/>
            <p:cNvSpPr/>
            <p:nvPr/>
          </p:nvSpPr>
          <p:spPr>
            <a:xfrm>
              <a:off x="4627325" y="3908042"/>
              <a:ext cx="223525" cy="252486"/>
            </a:xfrm>
            <a:custGeom>
              <a:avLst/>
              <a:pathLst>
                <a:path w="223525" h="252486">
                  <a:moveTo>
                    <a:pt x="0" y="0"/>
                  </a:moveTo>
                  <a:lnTo>
                    <a:pt x="0" y="252486"/>
                  </a:lnTo>
                  <a:lnTo>
                    <a:pt x="223525" y="252486"/>
                  </a:lnTo>
                  <a:lnTo>
                    <a:pt x="223525" y="0"/>
                  </a:lnTo>
                  <a:close/>
                </a:path>
              </a:pathLst>
            </a:custGeom>
            <a:solidFill>
              <a:srgbClr val="365C8D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31" name="pl631"/>
            <p:cNvSpPr/>
            <p:nvPr/>
          </p:nvSpPr>
          <p:spPr>
            <a:xfrm>
              <a:off x="4627325" y="4062339"/>
              <a:ext cx="223525" cy="0"/>
            </a:xfrm>
            <a:custGeom>
              <a:avLst/>
              <a:pathLst>
                <a:path w="223525" h="0">
                  <a:moveTo>
                    <a:pt x="0" y="0"/>
                  </a:moveTo>
                  <a:lnTo>
                    <a:pt x="223525" y="0"/>
                  </a:lnTo>
                </a:path>
              </a:pathLst>
            </a:custGeom>
            <a:ln w="27101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5012296" y="3364215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l633"/>
            <p:cNvSpPr/>
            <p:nvPr/>
          </p:nvSpPr>
          <p:spPr>
            <a:xfrm>
              <a:off x="5037122" y="3669582"/>
              <a:ext cx="0" cy="224432"/>
            </a:xfrm>
            <a:custGeom>
              <a:avLst/>
              <a:pathLst>
                <a:path w="0" h="224432">
                  <a:moveTo>
                    <a:pt x="0" y="224432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l634"/>
            <p:cNvSpPr/>
            <p:nvPr/>
          </p:nvSpPr>
          <p:spPr>
            <a:xfrm>
              <a:off x="5037122" y="4139488"/>
              <a:ext cx="0" cy="259500"/>
            </a:xfrm>
            <a:custGeom>
              <a:avLst/>
              <a:pathLst>
                <a:path w="0" h="259500">
                  <a:moveTo>
                    <a:pt x="0" y="0"/>
                  </a:moveTo>
                  <a:lnTo>
                    <a:pt x="0" y="25950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g635"/>
            <p:cNvSpPr/>
            <p:nvPr/>
          </p:nvSpPr>
          <p:spPr>
            <a:xfrm>
              <a:off x="4925359" y="3894015"/>
              <a:ext cx="223525" cy="245473"/>
            </a:xfrm>
            <a:custGeom>
              <a:avLst/>
              <a:pathLst>
                <a:path w="223525" h="245473">
                  <a:moveTo>
                    <a:pt x="0" y="0"/>
                  </a:moveTo>
                  <a:lnTo>
                    <a:pt x="0" y="245473"/>
                  </a:lnTo>
                  <a:lnTo>
                    <a:pt x="223525" y="245473"/>
                  </a:lnTo>
                  <a:lnTo>
                    <a:pt x="223525" y="0"/>
                  </a:lnTo>
                  <a:close/>
                </a:path>
              </a:pathLst>
            </a:custGeom>
            <a:solidFill>
              <a:srgbClr val="277F8E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36" name="pl636"/>
            <p:cNvSpPr/>
            <p:nvPr/>
          </p:nvSpPr>
          <p:spPr>
            <a:xfrm>
              <a:off x="4925359" y="4006231"/>
              <a:ext cx="223525" cy="0"/>
            </a:xfrm>
            <a:custGeom>
              <a:avLst/>
              <a:pathLst>
                <a:path w="223525" h="0">
                  <a:moveTo>
                    <a:pt x="0" y="0"/>
                  </a:moveTo>
                  <a:lnTo>
                    <a:pt x="223525" y="0"/>
                  </a:lnTo>
                </a:path>
              </a:pathLst>
            </a:custGeom>
            <a:ln w="27101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37" name="pl637"/>
            <p:cNvSpPr/>
            <p:nvPr/>
          </p:nvSpPr>
          <p:spPr>
            <a:xfrm>
              <a:off x="5335156" y="3360987"/>
              <a:ext cx="0" cy="252486"/>
            </a:xfrm>
            <a:custGeom>
              <a:avLst/>
              <a:pathLst>
                <a:path w="0" h="252486">
                  <a:moveTo>
                    <a:pt x="0" y="252486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l638"/>
            <p:cNvSpPr/>
            <p:nvPr/>
          </p:nvSpPr>
          <p:spPr>
            <a:xfrm>
              <a:off x="5335156" y="4062339"/>
              <a:ext cx="0" cy="561081"/>
            </a:xfrm>
            <a:custGeom>
              <a:avLst/>
              <a:pathLst>
                <a:path w="0" h="561081">
                  <a:moveTo>
                    <a:pt x="0" y="0"/>
                  </a:moveTo>
                  <a:lnTo>
                    <a:pt x="0" y="561081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g639"/>
            <p:cNvSpPr/>
            <p:nvPr/>
          </p:nvSpPr>
          <p:spPr>
            <a:xfrm>
              <a:off x="5223393" y="3613474"/>
              <a:ext cx="223525" cy="448865"/>
            </a:xfrm>
            <a:custGeom>
              <a:avLst/>
              <a:pathLst>
                <a:path w="223525" h="448865">
                  <a:moveTo>
                    <a:pt x="0" y="0"/>
                  </a:moveTo>
                  <a:lnTo>
                    <a:pt x="0" y="448865"/>
                  </a:lnTo>
                  <a:lnTo>
                    <a:pt x="223525" y="448865"/>
                  </a:lnTo>
                  <a:lnTo>
                    <a:pt x="223525" y="0"/>
                  </a:lnTo>
                  <a:close/>
                </a:path>
              </a:pathLst>
            </a:custGeom>
            <a:solidFill>
              <a:srgbClr val="1FA187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0" name="pl640"/>
            <p:cNvSpPr/>
            <p:nvPr/>
          </p:nvSpPr>
          <p:spPr>
            <a:xfrm>
              <a:off x="5223393" y="3809853"/>
              <a:ext cx="223525" cy="0"/>
            </a:xfrm>
            <a:custGeom>
              <a:avLst/>
              <a:pathLst>
                <a:path w="223525" h="0">
                  <a:moveTo>
                    <a:pt x="0" y="0"/>
                  </a:moveTo>
                  <a:lnTo>
                    <a:pt x="223525" y="0"/>
                  </a:lnTo>
                </a:path>
              </a:pathLst>
            </a:custGeom>
            <a:ln w="27101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5608364" y="4570541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5608364" y="4318055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5608364" y="3364215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l644"/>
            <p:cNvSpPr/>
            <p:nvPr/>
          </p:nvSpPr>
          <p:spPr>
            <a:xfrm>
              <a:off x="5633190" y="3417095"/>
              <a:ext cx="0" cy="336649"/>
            </a:xfrm>
            <a:custGeom>
              <a:avLst/>
              <a:pathLst>
                <a:path w="0" h="336649">
                  <a:moveTo>
                    <a:pt x="0" y="336649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l645"/>
            <p:cNvSpPr/>
            <p:nvPr/>
          </p:nvSpPr>
          <p:spPr>
            <a:xfrm>
              <a:off x="5633190" y="3978177"/>
              <a:ext cx="0" cy="280540"/>
            </a:xfrm>
            <a:custGeom>
              <a:avLst/>
              <a:pathLst>
                <a:path w="0" h="280540">
                  <a:moveTo>
                    <a:pt x="0" y="0"/>
                  </a:moveTo>
                  <a:lnTo>
                    <a:pt x="0" y="28054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g646"/>
            <p:cNvSpPr/>
            <p:nvPr/>
          </p:nvSpPr>
          <p:spPr>
            <a:xfrm>
              <a:off x="5521427" y="3753744"/>
              <a:ext cx="223525" cy="224432"/>
            </a:xfrm>
            <a:custGeom>
              <a:avLst/>
              <a:pathLst>
                <a:path w="223525" h="224432">
                  <a:moveTo>
                    <a:pt x="0" y="0"/>
                  </a:moveTo>
                  <a:lnTo>
                    <a:pt x="0" y="224432"/>
                  </a:lnTo>
                  <a:lnTo>
                    <a:pt x="223525" y="224432"/>
                  </a:lnTo>
                  <a:lnTo>
                    <a:pt x="223525" y="0"/>
                  </a:lnTo>
                  <a:close/>
                </a:path>
              </a:pathLst>
            </a:custGeom>
            <a:solidFill>
              <a:srgbClr val="4AC16D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7" name="pl647"/>
            <p:cNvSpPr/>
            <p:nvPr/>
          </p:nvSpPr>
          <p:spPr>
            <a:xfrm>
              <a:off x="5521427" y="3865961"/>
              <a:ext cx="223525" cy="0"/>
            </a:xfrm>
            <a:custGeom>
              <a:avLst/>
              <a:pathLst>
                <a:path w="223525" h="0">
                  <a:moveTo>
                    <a:pt x="0" y="0"/>
                  </a:moveTo>
                  <a:lnTo>
                    <a:pt x="223525" y="0"/>
                  </a:lnTo>
                </a:path>
              </a:pathLst>
            </a:custGeom>
            <a:ln w="27101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8" name="pl648"/>
            <p:cNvSpPr/>
            <p:nvPr/>
          </p:nvSpPr>
          <p:spPr>
            <a:xfrm>
              <a:off x="5931224" y="3304879"/>
              <a:ext cx="0" cy="210405"/>
            </a:xfrm>
            <a:custGeom>
              <a:avLst/>
              <a:pathLst>
                <a:path w="0" h="210405">
                  <a:moveTo>
                    <a:pt x="0" y="210405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l649"/>
            <p:cNvSpPr/>
            <p:nvPr/>
          </p:nvSpPr>
          <p:spPr>
            <a:xfrm>
              <a:off x="5931224" y="3865961"/>
              <a:ext cx="0" cy="280540"/>
            </a:xfrm>
            <a:custGeom>
              <a:avLst/>
              <a:pathLst>
                <a:path w="0" h="280540">
                  <a:moveTo>
                    <a:pt x="0" y="0"/>
                  </a:moveTo>
                  <a:lnTo>
                    <a:pt x="0" y="28054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g650"/>
            <p:cNvSpPr/>
            <p:nvPr/>
          </p:nvSpPr>
          <p:spPr>
            <a:xfrm>
              <a:off x="5819461" y="3515285"/>
              <a:ext cx="223525" cy="350676"/>
            </a:xfrm>
            <a:custGeom>
              <a:avLst/>
              <a:pathLst>
                <a:path w="223525" h="350676">
                  <a:moveTo>
                    <a:pt x="0" y="0"/>
                  </a:moveTo>
                  <a:lnTo>
                    <a:pt x="0" y="350676"/>
                  </a:lnTo>
                  <a:lnTo>
                    <a:pt x="223525" y="350676"/>
                  </a:lnTo>
                  <a:lnTo>
                    <a:pt x="223525" y="0"/>
                  </a:lnTo>
                  <a:close/>
                </a:path>
              </a:pathLst>
            </a:custGeom>
            <a:solidFill>
              <a:srgbClr val="440154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51" name="pl651"/>
            <p:cNvSpPr/>
            <p:nvPr/>
          </p:nvSpPr>
          <p:spPr>
            <a:xfrm>
              <a:off x="5819461" y="3697636"/>
              <a:ext cx="223525" cy="0"/>
            </a:xfrm>
            <a:custGeom>
              <a:avLst/>
              <a:pathLst>
                <a:path w="223525" h="0">
                  <a:moveTo>
                    <a:pt x="0" y="0"/>
                  </a:moveTo>
                  <a:lnTo>
                    <a:pt x="223525" y="0"/>
                  </a:lnTo>
                </a:path>
              </a:pathLst>
            </a:custGeom>
            <a:ln w="27101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6204432" y="2775079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l653"/>
            <p:cNvSpPr/>
            <p:nvPr/>
          </p:nvSpPr>
          <p:spPr>
            <a:xfrm>
              <a:off x="6229258" y="2968230"/>
              <a:ext cx="0" cy="483933"/>
            </a:xfrm>
            <a:custGeom>
              <a:avLst/>
              <a:pathLst>
                <a:path w="0" h="483933">
                  <a:moveTo>
                    <a:pt x="0" y="483933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l654"/>
            <p:cNvSpPr/>
            <p:nvPr/>
          </p:nvSpPr>
          <p:spPr>
            <a:xfrm>
              <a:off x="6229258" y="3781798"/>
              <a:ext cx="0" cy="336649"/>
            </a:xfrm>
            <a:custGeom>
              <a:avLst/>
              <a:pathLst>
                <a:path w="0" h="336649">
                  <a:moveTo>
                    <a:pt x="0" y="0"/>
                  </a:moveTo>
                  <a:lnTo>
                    <a:pt x="0" y="336649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g655"/>
            <p:cNvSpPr/>
            <p:nvPr/>
          </p:nvSpPr>
          <p:spPr>
            <a:xfrm>
              <a:off x="6117495" y="3452163"/>
              <a:ext cx="223525" cy="329635"/>
            </a:xfrm>
            <a:custGeom>
              <a:avLst/>
              <a:pathLst>
                <a:path w="223525" h="329635">
                  <a:moveTo>
                    <a:pt x="0" y="0"/>
                  </a:moveTo>
                  <a:lnTo>
                    <a:pt x="0" y="329635"/>
                  </a:lnTo>
                  <a:lnTo>
                    <a:pt x="223525" y="329635"/>
                  </a:lnTo>
                  <a:lnTo>
                    <a:pt x="223525" y="0"/>
                  </a:lnTo>
                  <a:close/>
                </a:path>
              </a:pathLst>
            </a:custGeom>
            <a:solidFill>
              <a:srgbClr val="46337E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56" name="pl656"/>
            <p:cNvSpPr/>
            <p:nvPr/>
          </p:nvSpPr>
          <p:spPr>
            <a:xfrm>
              <a:off x="6117495" y="3669582"/>
              <a:ext cx="223525" cy="0"/>
            </a:xfrm>
            <a:custGeom>
              <a:avLst/>
              <a:pathLst>
                <a:path w="223525" h="0">
                  <a:moveTo>
                    <a:pt x="0" y="0"/>
                  </a:moveTo>
                  <a:lnTo>
                    <a:pt x="223525" y="0"/>
                  </a:lnTo>
                </a:path>
              </a:pathLst>
            </a:custGeom>
            <a:ln w="27101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6502466" y="3813081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l658"/>
            <p:cNvSpPr/>
            <p:nvPr/>
          </p:nvSpPr>
          <p:spPr>
            <a:xfrm>
              <a:off x="6527292" y="4174556"/>
              <a:ext cx="0" cy="56108"/>
            </a:xfrm>
            <a:custGeom>
              <a:avLst/>
              <a:pathLst>
                <a:path w="0" h="56108">
                  <a:moveTo>
                    <a:pt x="0" y="5610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l659"/>
            <p:cNvSpPr/>
            <p:nvPr/>
          </p:nvSpPr>
          <p:spPr>
            <a:xfrm>
              <a:off x="6527292" y="4476137"/>
              <a:ext cx="0" cy="35067"/>
            </a:xfrm>
            <a:custGeom>
              <a:avLst/>
              <a:pathLst>
                <a:path w="0" h="35067">
                  <a:moveTo>
                    <a:pt x="0" y="0"/>
                  </a:moveTo>
                  <a:lnTo>
                    <a:pt x="0" y="35067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g660"/>
            <p:cNvSpPr/>
            <p:nvPr/>
          </p:nvSpPr>
          <p:spPr>
            <a:xfrm>
              <a:off x="6415529" y="4230664"/>
              <a:ext cx="223525" cy="245473"/>
            </a:xfrm>
            <a:custGeom>
              <a:avLst/>
              <a:pathLst>
                <a:path w="223525" h="245473">
                  <a:moveTo>
                    <a:pt x="0" y="0"/>
                  </a:moveTo>
                  <a:lnTo>
                    <a:pt x="0" y="245473"/>
                  </a:lnTo>
                  <a:lnTo>
                    <a:pt x="223525" y="245473"/>
                  </a:lnTo>
                  <a:lnTo>
                    <a:pt x="223525" y="0"/>
                  </a:lnTo>
                  <a:close/>
                </a:path>
              </a:pathLst>
            </a:custGeom>
            <a:solidFill>
              <a:srgbClr val="9FDA3A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61" name="pl661"/>
            <p:cNvSpPr/>
            <p:nvPr/>
          </p:nvSpPr>
          <p:spPr>
            <a:xfrm>
              <a:off x="6415529" y="4427043"/>
              <a:ext cx="223525" cy="0"/>
            </a:xfrm>
            <a:custGeom>
              <a:avLst/>
              <a:pathLst>
                <a:path w="223525" h="0">
                  <a:moveTo>
                    <a:pt x="0" y="0"/>
                  </a:moveTo>
                  <a:lnTo>
                    <a:pt x="223525" y="0"/>
                  </a:lnTo>
                </a:path>
              </a:pathLst>
            </a:custGeom>
            <a:ln w="27101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62" name="pl662"/>
            <p:cNvSpPr/>
            <p:nvPr/>
          </p:nvSpPr>
          <p:spPr>
            <a:xfrm>
              <a:off x="6825326" y="3894015"/>
              <a:ext cx="0" cy="14027"/>
            </a:xfrm>
            <a:custGeom>
              <a:avLst/>
              <a:pathLst>
                <a:path w="0" h="14027">
                  <a:moveTo>
                    <a:pt x="0" y="14027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l663"/>
            <p:cNvSpPr/>
            <p:nvPr/>
          </p:nvSpPr>
          <p:spPr>
            <a:xfrm>
              <a:off x="6825326" y="4076367"/>
              <a:ext cx="0" cy="154297"/>
            </a:xfrm>
            <a:custGeom>
              <a:avLst/>
              <a:pathLst>
                <a:path w="0" h="154297">
                  <a:moveTo>
                    <a:pt x="0" y="0"/>
                  </a:moveTo>
                  <a:lnTo>
                    <a:pt x="0" y="154297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g664"/>
            <p:cNvSpPr/>
            <p:nvPr/>
          </p:nvSpPr>
          <p:spPr>
            <a:xfrm>
              <a:off x="6713564" y="3908042"/>
              <a:ext cx="223525" cy="168324"/>
            </a:xfrm>
            <a:custGeom>
              <a:avLst/>
              <a:pathLst>
                <a:path w="223525" h="168324">
                  <a:moveTo>
                    <a:pt x="0" y="0"/>
                  </a:moveTo>
                  <a:lnTo>
                    <a:pt x="0" y="168324"/>
                  </a:lnTo>
                  <a:lnTo>
                    <a:pt x="223525" y="168324"/>
                  </a:lnTo>
                  <a:lnTo>
                    <a:pt x="223525" y="0"/>
                  </a:lnTo>
                  <a:close/>
                </a:path>
              </a:pathLst>
            </a:custGeom>
            <a:solidFill>
              <a:srgbClr val="FDE725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65" name="pl665"/>
            <p:cNvSpPr/>
            <p:nvPr/>
          </p:nvSpPr>
          <p:spPr>
            <a:xfrm>
              <a:off x="6713564" y="3922069"/>
              <a:ext cx="223525" cy="0"/>
            </a:xfrm>
            <a:custGeom>
              <a:avLst/>
              <a:pathLst>
                <a:path w="223525" h="0">
                  <a:moveTo>
                    <a:pt x="0" y="0"/>
                  </a:moveTo>
                  <a:lnTo>
                    <a:pt x="223525" y="0"/>
                  </a:lnTo>
                </a:path>
              </a:pathLst>
            </a:custGeom>
            <a:ln w="27101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66" name="tx666"/>
            <p:cNvSpPr/>
            <p:nvPr/>
          </p:nvSpPr>
          <p:spPr>
            <a:xfrm>
              <a:off x="6171011" y="5398879"/>
              <a:ext cx="1164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fg</a:t>
              </a:r>
            </a:p>
          </p:txBody>
        </p:sp>
        <p:sp>
          <p:nvSpPr>
            <p:cNvPr id="667" name="tx667"/>
            <p:cNvSpPr/>
            <p:nvPr/>
          </p:nvSpPr>
          <p:spPr>
            <a:xfrm>
              <a:off x="6171011" y="5398879"/>
              <a:ext cx="1164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fg</a:t>
              </a:r>
            </a:p>
          </p:txBody>
        </p:sp>
        <p:sp>
          <p:nvSpPr>
            <p:cNvPr id="668" name="tx668"/>
            <p:cNvSpPr/>
            <p:nvPr/>
          </p:nvSpPr>
          <p:spPr>
            <a:xfrm>
              <a:off x="6171011" y="5398879"/>
              <a:ext cx="1164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fg</a:t>
              </a:r>
            </a:p>
          </p:txBody>
        </p:sp>
        <p:sp>
          <p:nvSpPr>
            <p:cNvPr id="669" name="tx669"/>
            <p:cNvSpPr/>
            <p:nvPr/>
          </p:nvSpPr>
          <p:spPr>
            <a:xfrm>
              <a:off x="6171011" y="5398879"/>
              <a:ext cx="1164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fg</a:t>
              </a:r>
            </a:p>
          </p:txBody>
        </p:sp>
        <p:sp>
          <p:nvSpPr>
            <p:cNvPr id="670" name="tx670"/>
            <p:cNvSpPr/>
            <p:nvPr/>
          </p:nvSpPr>
          <p:spPr>
            <a:xfrm>
              <a:off x="6171011" y="5398879"/>
              <a:ext cx="1164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fg</a:t>
              </a:r>
            </a:p>
          </p:txBody>
        </p:sp>
        <p:sp>
          <p:nvSpPr>
            <p:cNvPr id="671" name="tx671"/>
            <p:cNvSpPr/>
            <p:nvPr/>
          </p:nvSpPr>
          <p:spPr>
            <a:xfrm>
              <a:off x="6171011" y="5398879"/>
              <a:ext cx="1164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fg</a:t>
              </a:r>
            </a:p>
          </p:txBody>
        </p:sp>
        <p:sp>
          <p:nvSpPr>
            <p:cNvPr id="672" name="tx672"/>
            <p:cNvSpPr/>
            <p:nvPr/>
          </p:nvSpPr>
          <p:spPr>
            <a:xfrm>
              <a:off x="6171011" y="5398879"/>
              <a:ext cx="1164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fg</a:t>
              </a:r>
            </a:p>
          </p:txBody>
        </p:sp>
        <p:sp>
          <p:nvSpPr>
            <p:cNvPr id="673" name="tx673"/>
            <p:cNvSpPr/>
            <p:nvPr/>
          </p:nvSpPr>
          <p:spPr>
            <a:xfrm>
              <a:off x="6171011" y="5398879"/>
              <a:ext cx="1164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fg</a:t>
              </a:r>
            </a:p>
          </p:txBody>
        </p:sp>
        <p:sp>
          <p:nvSpPr>
            <p:cNvPr id="674" name="tx674"/>
            <p:cNvSpPr/>
            <p:nvPr/>
          </p:nvSpPr>
          <p:spPr>
            <a:xfrm>
              <a:off x="6171011" y="5398879"/>
              <a:ext cx="1164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fg</a:t>
              </a:r>
            </a:p>
          </p:txBody>
        </p:sp>
        <p:sp>
          <p:nvSpPr>
            <p:cNvPr id="675" name="tx675"/>
            <p:cNvSpPr/>
            <p:nvPr/>
          </p:nvSpPr>
          <p:spPr>
            <a:xfrm>
              <a:off x="6171011" y="5398879"/>
              <a:ext cx="1164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fg</a:t>
              </a:r>
            </a:p>
          </p:txBody>
        </p:sp>
        <p:sp>
          <p:nvSpPr>
            <p:cNvPr id="676" name="tx676"/>
            <p:cNvSpPr/>
            <p:nvPr/>
          </p:nvSpPr>
          <p:spPr>
            <a:xfrm>
              <a:off x="6171011" y="5398879"/>
              <a:ext cx="1164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fg</a:t>
              </a:r>
            </a:p>
          </p:txBody>
        </p:sp>
        <p:sp>
          <p:nvSpPr>
            <p:cNvPr id="677" name="tx677"/>
            <p:cNvSpPr/>
            <p:nvPr/>
          </p:nvSpPr>
          <p:spPr>
            <a:xfrm>
              <a:off x="6171011" y="5398879"/>
              <a:ext cx="1164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fg</a:t>
              </a:r>
            </a:p>
          </p:txBody>
        </p:sp>
        <p:sp>
          <p:nvSpPr>
            <p:cNvPr id="678" name="tx678"/>
            <p:cNvSpPr/>
            <p:nvPr/>
          </p:nvSpPr>
          <p:spPr>
            <a:xfrm>
              <a:off x="6171011" y="5398879"/>
              <a:ext cx="1164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fg</a:t>
              </a:r>
            </a:p>
          </p:txBody>
        </p:sp>
        <p:sp>
          <p:nvSpPr>
            <p:cNvPr id="679" name="tx679"/>
            <p:cNvSpPr/>
            <p:nvPr/>
          </p:nvSpPr>
          <p:spPr>
            <a:xfrm>
              <a:off x="6171011" y="5398879"/>
              <a:ext cx="1164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fg</a:t>
              </a:r>
            </a:p>
          </p:txBody>
        </p:sp>
        <p:sp>
          <p:nvSpPr>
            <p:cNvPr id="680" name="tx680"/>
            <p:cNvSpPr/>
            <p:nvPr/>
          </p:nvSpPr>
          <p:spPr>
            <a:xfrm>
              <a:off x="6171011" y="5398879"/>
              <a:ext cx="1164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fg</a:t>
              </a:r>
            </a:p>
          </p:txBody>
        </p:sp>
        <p:sp>
          <p:nvSpPr>
            <p:cNvPr id="681" name="tx681"/>
            <p:cNvSpPr/>
            <p:nvPr/>
          </p:nvSpPr>
          <p:spPr>
            <a:xfrm>
              <a:off x="6171011" y="5398879"/>
              <a:ext cx="1164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fg</a:t>
              </a:r>
            </a:p>
          </p:txBody>
        </p:sp>
        <p:sp>
          <p:nvSpPr>
            <p:cNvPr id="682" name="tx682"/>
            <p:cNvSpPr/>
            <p:nvPr/>
          </p:nvSpPr>
          <p:spPr>
            <a:xfrm>
              <a:off x="6171011" y="5398879"/>
              <a:ext cx="1164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fg</a:t>
              </a:r>
            </a:p>
          </p:txBody>
        </p:sp>
        <p:sp>
          <p:nvSpPr>
            <p:cNvPr id="683" name="tx683"/>
            <p:cNvSpPr/>
            <p:nvPr/>
          </p:nvSpPr>
          <p:spPr>
            <a:xfrm>
              <a:off x="6171011" y="5398879"/>
              <a:ext cx="1164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fg</a:t>
              </a:r>
            </a:p>
          </p:txBody>
        </p:sp>
        <p:sp>
          <p:nvSpPr>
            <p:cNvPr id="684" name="tx684"/>
            <p:cNvSpPr/>
            <p:nvPr/>
          </p:nvSpPr>
          <p:spPr>
            <a:xfrm>
              <a:off x="6171011" y="5398879"/>
              <a:ext cx="1164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fg</a:t>
              </a:r>
            </a:p>
          </p:txBody>
        </p:sp>
        <p:sp>
          <p:nvSpPr>
            <p:cNvPr id="685" name="tx685"/>
            <p:cNvSpPr/>
            <p:nvPr/>
          </p:nvSpPr>
          <p:spPr>
            <a:xfrm>
              <a:off x="6171011" y="5398879"/>
              <a:ext cx="1164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fg</a:t>
              </a:r>
            </a:p>
          </p:txBody>
        </p:sp>
        <p:sp>
          <p:nvSpPr>
            <p:cNvPr id="686" name="tx686"/>
            <p:cNvSpPr/>
            <p:nvPr/>
          </p:nvSpPr>
          <p:spPr>
            <a:xfrm>
              <a:off x="6171011" y="5398879"/>
              <a:ext cx="1164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fg</a:t>
              </a:r>
            </a:p>
          </p:txBody>
        </p:sp>
        <p:sp>
          <p:nvSpPr>
            <p:cNvPr id="687" name="tx687"/>
            <p:cNvSpPr/>
            <p:nvPr/>
          </p:nvSpPr>
          <p:spPr>
            <a:xfrm>
              <a:off x="6171011" y="5398879"/>
              <a:ext cx="1164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fg</a:t>
              </a:r>
            </a:p>
          </p:txBody>
        </p:sp>
        <p:sp>
          <p:nvSpPr>
            <p:cNvPr id="688" name="tx688"/>
            <p:cNvSpPr/>
            <p:nvPr/>
          </p:nvSpPr>
          <p:spPr>
            <a:xfrm>
              <a:off x="6171011" y="5398879"/>
              <a:ext cx="1164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fg</a:t>
              </a:r>
            </a:p>
          </p:txBody>
        </p:sp>
        <p:sp>
          <p:nvSpPr>
            <p:cNvPr id="689" name="tx689"/>
            <p:cNvSpPr/>
            <p:nvPr/>
          </p:nvSpPr>
          <p:spPr>
            <a:xfrm>
              <a:off x="6171011" y="5398879"/>
              <a:ext cx="1164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fg</a:t>
              </a:r>
            </a:p>
          </p:txBody>
        </p:sp>
        <p:sp>
          <p:nvSpPr>
            <p:cNvPr id="690" name="tx690"/>
            <p:cNvSpPr/>
            <p:nvPr/>
          </p:nvSpPr>
          <p:spPr>
            <a:xfrm>
              <a:off x="6171011" y="5398879"/>
              <a:ext cx="1164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fg</a:t>
              </a:r>
            </a:p>
          </p:txBody>
        </p:sp>
        <p:sp>
          <p:nvSpPr>
            <p:cNvPr id="691" name="tx691"/>
            <p:cNvSpPr/>
            <p:nvPr/>
          </p:nvSpPr>
          <p:spPr>
            <a:xfrm>
              <a:off x="6171011" y="5398879"/>
              <a:ext cx="1164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fg</a:t>
              </a:r>
            </a:p>
          </p:txBody>
        </p:sp>
        <p:sp>
          <p:nvSpPr>
            <p:cNvPr id="692" name="tx692"/>
            <p:cNvSpPr/>
            <p:nvPr/>
          </p:nvSpPr>
          <p:spPr>
            <a:xfrm>
              <a:off x="6171011" y="5398879"/>
              <a:ext cx="1164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fg</a:t>
              </a:r>
            </a:p>
          </p:txBody>
        </p:sp>
        <p:sp>
          <p:nvSpPr>
            <p:cNvPr id="693" name="tx693"/>
            <p:cNvSpPr/>
            <p:nvPr/>
          </p:nvSpPr>
          <p:spPr>
            <a:xfrm>
              <a:off x="6171011" y="5398879"/>
              <a:ext cx="1164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fg</a:t>
              </a:r>
            </a:p>
          </p:txBody>
        </p:sp>
        <p:sp>
          <p:nvSpPr>
            <p:cNvPr id="694" name="tx694"/>
            <p:cNvSpPr/>
            <p:nvPr/>
          </p:nvSpPr>
          <p:spPr>
            <a:xfrm>
              <a:off x="6171011" y="5398879"/>
              <a:ext cx="1164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fg</a:t>
              </a:r>
            </a:p>
          </p:txBody>
        </p:sp>
        <p:sp>
          <p:nvSpPr>
            <p:cNvPr id="695" name="tx695"/>
            <p:cNvSpPr/>
            <p:nvPr/>
          </p:nvSpPr>
          <p:spPr>
            <a:xfrm>
              <a:off x="6171011" y="5398879"/>
              <a:ext cx="1164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fg</a:t>
              </a:r>
            </a:p>
          </p:txBody>
        </p:sp>
        <p:sp>
          <p:nvSpPr>
            <p:cNvPr id="696" name="tx696"/>
            <p:cNvSpPr/>
            <p:nvPr/>
          </p:nvSpPr>
          <p:spPr>
            <a:xfrm>
              <a:off x="6171011" y="5398879"/>
              <a:ext cx="1164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fg</a:t>
              </a:r>
            </a:p>
          </p:txBody>
        </p:sp>
        <p:sp>
          <p:nvSpPr>
            <p:cNvPr id="697" name="tx697"/>
            <p:cNvSpPr/>
            <p:nvPr/>
          </p:nvSpPr>
          <p:spPr>
            <a:xfrm>
              <a:off x="6171011" y="5398879"/>
              <a:ext cx="1164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fg</a:t>
              </a:r>
            </a:p>
          </p:txBody>
        </p:sp>
        <p:sp>
          <p:nvSpPr>
            <p:cNvPr id="698" name="tx698"/>
            <p:cNvSpPr/>
            <p:nvPr/>
          </p:nvSpPr>
          <p:spPr>
            <a:xfrm>
              <a:off x="6171011" y="5398879"/>
              <a:ext cx="1164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fg</a:t>
              </a:r>
            </a:p>
          </p:txBody>
        </p:sp>
        <p:sp>
          <p:nvSpPr>
            <p:cNvPr id="699" name="tx699"/>
            <p:cNvSpPr/>
            <p:nvPr/>
          </p:nvSpPr>
          <p:spPr>
            <a:xfrm>
              <a:off x="6171011" y="5398879"/>
              <a:ext cx="1164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fg</a:t>
              </a:r>
            </a:p>
          </p:txBody>
        </p:sp>
        <p:sp>
          <p:nvSpPr>
            <p:cNvPr id="700" name="tx700"/>
            <p:cNvSpPr/>
            <p:nvPr/>
          </p:nvSpPr>
          <p:spPr>
            <a:xfrm>
              <a:off x="6171011" y="5398879"/>
              <a:ext cx="1164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fg</a:t>
              </a:r>
            </a:p>
          </p:txBody>
        </p:sp>
        <p:sp>
          <p:nvSpPr>
            <p:cNvPr id="701" name="tx701"/>
            <p:cNvSpPr/>
            <p:nvPr/>
          </p:nvSpPr>
          <p:spPr>
            <a:xfrm>
              <a:off x="6171011" y="5398879"/>
              <a:ext cx="1164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fg</a:t>
              </a:r>
            </a:p>
          </p:txBody>
        </p:sp>
        <p:sp>
          <p:nvSpPr>
            <p:cNvPr id="702" name="tx702"/>
            <p:cNvSpPr/>
            <p:nvPr/>
          </p:nvSpPr>
          <p:spPr>
            <a:xfrm>
              <a:off x="6171011" y="5398879"/>
              <a:ext cx="1164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fg</a:t>
              </a:r>
            </a:p>
          </p:txBody>
        </p:sp>
        <p:sp>
          <p:nvSpPr>
            <p:cNvPr id="703" name="tx703"/>
            <p:cNvSpPr/>
            <p:nvPr/>
          </p:nvSpPr>
          <p:spPr>
            <a:xfrm>
              <a:off x="6171011" y="5398879"/>
              <a:ext cx="1164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fg</a:t>
              </a:r>
            </a:p>
          </p:txBody>
        </p:sp>
        <p:sp>
          <p:nvSpPr>
            <p:cNvPr id="704" name="tx704"/>
            <p:cNvSpPr/>
            <p:nvPr/>
          </p:nvSpPr>
          <p:spPr>
            <a:xfrm>
              <a:off x="6171011" y="5398879"/>
              <a:ext cx="1164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fg</a:t>
              </a:r>
            </a:p>
          </p:txBody>
        </p:sp>
        <p:sp>
          <p:nvSpPr>
            <p:cNvPr id="705" name="tx705"/>
            <p:cNvSpPr/>
            <p:nvPr/>
          </p:nvSpPr>
          <p:spPr>
            <a:xfrm>
              <a:off x="6171011" y="5398879"/>
              <a:ext cx="1164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fg</a:t>
              </a:r>
            </a:p>
          </p:txBody>
        </p:sp>
        <p:sp>
          <p:nvSpPr>
            <p:cNvPr id="706" name="tx706"/>
            <p:cNvSpPr/>
            <p:nvPr/>
          </p:nvSpPr>
          <p:spPr>
            <a:xfrm>
              <a:off x="6171011" y="5398879"/>
              <a:ext cx="1164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fg</a:t>
              </a:r>
            </a:p>
          </p:txBody>
        </p:sp>
        <p:sp>
          <p:nvSpPr>
            <p:cNvPr id="707" name="tx707"/>
            <p:cNvSpPr/>
            <p:nvPr/>
          </p:nvSpPr>
          <p:spPr>
            <a:xfrm>
              <a:off x="6171011" y="5398879"/>
              <a:ext cx="1164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fg</a:t>
              </a:r>
            </a:p>
          </p:txBody>
        </p:sp>
        <p:sp>
          <p:nvSpPr>
            <p:cNvPr id="708" name="tx708"/>
            <p:cNvSpPr/>
            <p:nvPr/>
          </p:nvSpPr>
          <p:spPr>
            <a:xfrm>
              <a:off x="6171011" y="5398879"/>
              <a:ext cx="1164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fg</a:t>
              </a:r>
            </a:p>
          </p:txBody>
        </p:sp>
        <p:sp>
          <p:nvSpPr>
            <p:cNvPr id="709" name="tx709"/>
            <p:cNvSpPr/>
            <p:nvPr/>
          </p:nvSpPr>
          <p:spPr>
            <a:xfrm>
              <a:off x="6171011" y="5398879"/>
              <a:ext cx="1164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fg</a:t>
              </a:r>
            </a:p>
          </p:txBody>
        </p:sp>
        <p:sp>
          <p:nvSpPr>
            <p:cNvPr id="710" name="tx710"/>
            <p:cNvSpPr/>
            <p:nvPr/>
          </p:nvSpPr>
          <p:spPr>
            <a:xfrm>
              <a:off x="6171011" y="5398879"/>
              <a:ext cx="1164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fg</a:t>
              </a:r>
            </a:p>
          </p:txBody>
        </p:sp>
        <p:sp>
          <p:nvSpPr>
            <p:cNvPr id="711" name="tx711"/>
            <p:cNvSpPr/>
            <p:nvPr/>
          </p:nvSpPr>
          <p:spPr>
            <a:xfrm>
              <a:off x="6171011" y="5398879"/>
              <a:ext cx="1164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fg</a:t>
              </a:r>
            </a:p>
          </p:txBody>
        </p:sp>
        <p:sp>
          <p:nvSpPr>
            <p:cNvPr id="712" name="tx712"/>
            <p:cNvSpPr/>
            <p:nvPr/>
          </p:nvSpPr>
          <p:spPr>
            <a:xfrm>
              <a:off x="6171011" y="5398879"/>
              <a:ext cx="1164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fg</a:t>
              </a:r>
            </a:p>
          </p:txBody>
        </p:sp>
        <p:sp>
          <p:nvSpPr>
            <p:cNvPr id="713" name="tx713"/>
            <p:cNvSpPr/>
            <p:nvPr/>
          </p:nvSpPr>
          <p:spPr>
            <a:xfrm>
              <a:off x="6171011" y="5398879"/>
              <a:ext cx="1164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fg</a:t>
              </a:r>
            </a:p>
          </p:txBody>
        </p:sp>
        <p:sp>
          <p:nvSpPr>
            <p:cNvPr id="714" name="tx714"/>
            <p:cNvSpPr/>
            <p:nvPr/>
          </p:nvSpPr>
          <p:spPr>
            <a:xfrm>
              <a:off x="6171011" y="5398879"/>
              <a:ext cx="1164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fg</a:t>
              </a:r>
            </a:p>
          </p:txBody>
        </p:sp>
        <p:sp>
          <p:nvSpPr>
            <p:cNvPr id="715" name="tx715"/>
            <p:cNvSpPr/>
            <p:nvPr/>
          </p:nvSpPr>
          <p:spPr>
            <a:xfrm>
              <a:off x="6171011" y="5398879"/>
              <a:ext cx="1164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fg</a:t>
              </a:r>
            </a:p>
          </p:txBody>
        </p:sp>
        <p:sp>
          <p:nvSpPr>
            <p:cNvPr id="716" name="tx716"/>
            <p:cNvSpPr/>
            <p:nvPr/>
          </p:nvSpPr>
          <p:spPr>
            <a:xfrm>
              <a:off x="6171011" y="5398879"/>
              <a:ext cx="1164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fg</a:t>
              </a:r>
            </a:p>
          </p:txBody>
        </p:sp>
        <p:sp>
          <p:nvSpPr>
            <p:cNvPr id="717" name="tx717"/>
            <p:cNvSpPr/>
            <p:nvPr/>
          </p:nvSpPr>
          <p:spPr>
            <a:xfrm>
              <a:off x="6171011" y="5398879"/>
              <a:ext cx="1164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fg</a:t>
              </a:r>
            </a:p>
          </p:txBody>
        </p:sp>
        <p:sp>
          <p:nvSpPr>
            <p:cNvPr id="718" name="tx718"/>
            <p:cNvSpPr/>
            <p:nvPr/>
          </p:nvSpPr>
          <p:spPr>
            <a:xfrm>
              <a:off x="6171011" y="5398879"/>
              <a:ext cx="1164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fg</a:t>
              </a:r>
            </a:p>
          </p:txBody>
        </p:sp>
        <p:sp>
          <p:nvSpPr>
            <p:cNvPr id="719" name="tx719"/>
            <p:cNvSpPr/>
            <p:nvPr/>
          </p:nvSpPr>
          <p:spPr>
            <a:xfrm>
              <a:off x="6171011" y="5398879"/>
              <a:ext cx="1164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fg</a:t>
              </a:r>
            </a:p>
          </p:txBody>
        </p:sp>
        <p:sp>
          <p:nvSpPr>
            <p:cNvPr id="720" name="tx720"/>
            <p:cNvSpPr/>
            <p:nvPr/>
          </p:nvSpPr>
          <p:spPr>
            <a:xfrm>
              <a:off x="6171011" y="5398879"/>
              <a:ext cx="1164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fg</a:t>
              </a:r>
            </a:p>
          </p:txBody>
        </p:sp>
        <p:sp>
          <p:nvSpPr>
            <p:cNvPr id="721" name="tx721"/>
            <p:cNvSpPr/>
            <p:nvPr/>
          </p:nvSpPr>
          <p:spPr>
            <a:xfrm>
              <a:off x="6171011" y="5398879"/>
              <a:ext cx="1164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fg</a:t>
              </a:r>
            </a:p>
          </p:txBody>
        </p:sp>
        <p:sp>
          <p:nvSpPr>
            <p:cNvPr id="722" name="tx722"/>
            <p:cNvSpPr/>
            <p:nvPr/>
          </p:nvSpPr>
          <p:spPr>
            <a:xfrm>
              <a:off x="6171011" y="5398879"/>
              <a:ext cx="1164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fg</a:t>
              </a:r>
            </a:p>
          </p:txBody>
        </p:sp>
        <p:sp>
          <p:nvSpPr>
            <p:cNvPr id="723" name="tx723"/>
            <p:cNvSpPr/>
            <p:nvPr/>
          </p:nvSpPr>
          <p:spPr>
            <a:xfrm>
              <a:off x="6171011" y="5398879"/>
              <a:ext cx="1164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fg</a:t>
              </a:r>
            </a:p>
          </p:txBody>
        </p:sp>
        <p:sp>
          <p:nvSpPr>
            <p:cNvPr id="724" name="tx724"/>
            <p:cNvSpPr/>
            <p:nvPr/>
          </p:nvSpPr>
          <p:spPr>
            <a:xfrm>
              <a:off x="5280795" y="5398879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725" name="tx725"/>
            <p:cNvSpPr/>
            <p:nvPr/>
          </p:nvSpPr>
          <p:spPr>
            <a:xfrm>
              <a:off x="5280795" y="5398879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726" name="tx726"/>
            <p:cNvSpPr/>
            <p:nvPr/>
          </p:nvSpPr>
          <p:spPr>
            <a:xfrm>
              <a:off x="5280795" y="5398879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727" name="tx727"/>
            <p:cNvSpPr/>
            <p:nvPr/>
          </p:nvSpPr>
          <p:spPr>
            <a:xfrm>
              <a:off x="5280795" y="5398879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728" name="tx728"/>
            <p:cNvSpPr/>
            <p:nvPr/>
          </p:nvSpPr>
          <p:spPr>
            <a:xfrm>
              <a:off x="5280795" y="5398879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729" name="tx729"/>
            <p:cNvSpPr/>
            <p:nvPr/>
          </p:nvSpPr>
          <p:spPr>
            <a:xfrm>
              <a:off x="5280795" y="5398879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730" name="tx730"/>
            <p:cNvSpPr/>
            <p:nvPr/>
          </p:nvSpPr>
          <p:spPr>
            <a:xfrm>
              <a:off x="5280795" y="5398879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731" name="tx731"/>
            <p:cNvSpPr/>
            <p:nvPr/>
          </p:nvSpPr>
          <p:spPr>
            <a:xfrm>
              <a:off x="5280795" y="5398879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732" name="tx732"/>
            <p:cNvSpPr/>
            <p:nvPr/>
          </p:nvSpPr>
          <p:spPr>
            <a:xfrm>
              <a:off x="5280795" y="5398879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733" name="tx733"/>
            <p:cNvSpPr/>
            <p:nvPr/>
          </p:nvSpPr>
          <p:spPr>
            <a:xfrm>
              <a:off x="5280795" y="5398879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734" name="tx734"/>
            <p:cNvSpPr/>
            <p:nvPr/>
          </p:nvSpPr>
          <p:spPr>
            <a:xfrm>
              <a:off x="5280795" y="5398879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735" name="tx735"/>
            <p:cNvSpPr/>
            <p:nvPr/>
          </p:nvSpPr>
          <p:spPr>
            <a:xfrm>
              <a:off x="5280795" y="5398879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736" name="tx736"/>
            <p:cNvSpPr/>
            <p:nvPr/>
          </p:nvSpPr>
          <p:spPr>
            <a:xfrm>
              <a:off x="5280795" y="5398879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737" name="tx737"/>
            <p:cNvSpPr/>
            <p:nvPr/>
          </p:nvSpPr>
          <p:spPr>
            <a:xfrm>
              <a:off x="5280795" y="5398879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738" name="tx738"/>
            <p:cNvSpPr/>
            <p:nvPr/>
          </p:nvSpPr>
          <p:spPr>
            <a:xfrm>
              <a:off x="5280795" y="5398879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739" name="tx739"/>
            <p:cNvSpPr/>
            <p:nvPr/>
          </p:nvSpPr>
          <p:spPr>
            <a:xfrm>
              <a:off x="5280795" y="5398879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740" name="tx740"/>
            <p:cNvSpPr/>
            <p:nvPr/>
          </p:nvSpPr>
          <p:spPr>
            <a:xfrm>
              <a:off x="5280795" y="5398879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741" name="tx741"/>
            <p:cNvSpPr/>
            <p:nvPr/>
          </p:nvSpPr>
          <p:spPr>
            <a:xfrm>
              <a:off x="5280795" y="5398879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742" name="tx742"/>
            <p:cNvSpPr/>
            <p:nvPr/>
          </p:nvSpPr>
          <p:spPr>
            <a:xfrm>
              <a:off x="5280795" y="5398879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743" name="tx743"/>
            <p:cNvSpPr/>
            <p:nvPr/>
          </p:nvSpPr>
          <p:spPr>
            <a:xfrm>
              <a:off x="5280795" y="5398879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744" name="tx744"/>
            <p:cNvSpPr/>
            <p:nvPr/>
          </p:nvSpPr>
          <p:spPr>
            <a:xfrm>
              <a:off x="5280795" y="5398879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745" name="tx745"/>
            <p:cNvSpPr/>
            <p:nvPr/>
          </p:nvSpPr>
          <p:spPr>
            <a:xfrm>
              <a:off x="5280795" y="5398879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746" name="tx746"/>
            <p:cNvSpPr/>
            <p:nvPr/>
          </p:nvSpPr>
          <p:spPr>
            <a:xfrm>
              <a:off x="5280795" y="5398879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747" name="tx747"/>
            <p:cNvSpPr/>
            <p:nvPr/>
          </p:nvSpPr>
          <p:spPr>
            <a:xfrm>
              <a:off x="5280795" y="5398879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748" name="tx748"/>
            <p:cNvSpPr/>
            <p:nvPr/>
          </p:nvSpPr>
          <p:spPr>
            <a:xfrm>
              <a:off x="5280795" y="5398879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749" name="tx749"/>
            <p:cNvSpPr/>
            <p:nvPr/>
          </p:nvSpPr>
          <p:spPr>
            <a:xfrm>
              <a:off x="5280795" y="5398879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750" name="tx750"/>
            <p:cNvSpPr/>
            <p:nvPr/>
          </p:nvSpPr>
          <p:spPr>
            <a:xfrm>
              <a:off x="5280795" y="5398879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751" name="tx751"/>
            <p:cNvSpPr/>
            <p:nvPr/>
          </p:nvSpPr>
          <p:spPr>
            <a:xfrm>
              <a:off x="5280795" y="5398879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752" name="tx752"/>
            <p:cNvSpPr/>
            <p:nvPr/>
          </p:nvSpPr>
          <p:spPr>
            <a:xfrm>
              <a:off x="5280795" y="5398879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753" name="tx753"/>
            <p:cNvSpPr/>
            <p:nvPr/>
          </p:nvSpPr>
          <p:spPr>
            <a:xfrm>
              <a:off x="5280795" y="5398879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754" name="tx754"/>
            <p:cNvSpPr/>
            <p:nvPr/>
          </p:nvSpPr>
          <p:spPr>
            <a:xfrm>
              <a:off x="5280795" y="5398879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755" name="tx755"/>
            <p:cNvSpPr/>
            <p:nvPr/>
          </p:nvSpPr>
          <p:spPr>
            <a:xfrm>
              <a:off x="5280795" y="5398879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756" name="tx756"/>
            <p:cNvSpPr/>
            <p:nvPr/>
          </p:nvSpPr>
          <p:spPr>
            <a:xfrm>
              <a:off x="5280795" y="5398879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757" name="tx757"/>
            <p:cNvSpPr/>
            <p:nvPr/>
          </p:nvSpPr>
          <p:spPr>
            <a:xfrm>
              <a:off x="5280795" y="5398879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758" name="tx758"/>
            <p:cNvSpPr/>
            <p:nvPr/>
          </p:nvSpPr>
          <p:spPr>
            <a:xfrm>
              <a:off x="5280795" y="5398879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759" name="tx759"/>
            <p:cNvSpPr/>
            <p:nvPr/>
          </p:nvSpPr>
          <p:spPr>
            <a:xfrm>
              <a:off x="5280795" y="5398879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760" name="tx760"/>
            <p:cNvSpPr/>
            <p:nvPr/>
          </p:nvSpPr>
          <p:spPr>
            <a:xfrm>
              <a:off x="5280795" y="5398879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761" name="tx761"/>
            <p:cNvSpPr/>
            <p:nvPr/>
          </p:nvSpPr>
          <p:spPr>
            <a:xfrm>
              <a:off x="5280795" y="5398879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762" name="tx762"/>
            <p:cNvSpPr/>
            <p:nvPr/>
          </p:nvSpPr>
          <p:spPr>
            <a:xfrm>
              <a:off x="5280795" y="5398879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763" name="tx763"/>
            <p:cNvSpPr/>
            <p:nvPr/>
          </p:nvSpPr>
          <p:spPr>
            <a:xfrm>
              <a:off x="5280795" y="5398879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764" name="tx764"/>
            <p:cNvSpPr/>
            <p:nvPr/>
          </p:nvSpPr>
          <p:spPr>
            <a:xfrm>
              <a:off x="5280795" y="5398879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765" name="tx765"/>
            <p:cNvSpPr/>
            <p:nvPr/>
          </p:nvSpPr>
          <p:spPr>
            <a:xfrm>
              <a:off x="5280795" y="5398879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766" name="tx766"/>
            <p:cNvSpPr/>
            <p:nvPr/>
          </p:nvSpPr>
          <p:spPr>
            <a:xfrm>
              <a:off x="5280795" y="5398879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767" name="tx767"/>
            <p:cNvSpPr/>
            <p:nvPr/>
          </p:nvSpPr>
          <p:spPr>
            <a:xfrm>
              <a:off x="5280795" y="5398879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768" name="tx768"/>
            <p:cNvSpPr/>
            <p:nvPr/>
          </p:nvSpPr>
          <p:spPr>
            <a:xfrm>
              <a:off x="5280795" y="5398879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769" name="tx769"/>
            <p:cNvSpPr/>
            <p:nvPr/>
          </p:nvSpPr>
          <p:spPr>
            <a:xfrm>
              <a:off x="5280795" y="5398879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770" name="tx770"/>
            <p:cNvSpPr/>
            <p:nvPr/>
          </p:nvSpPr>
          <p:spPr>
            <a:xfrm>
              <a:off x="5280795" y="5398879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771" name="tx771"/>
            <p:cNvSpPr/>
            <p:nvPr/>
          </p:nvSpPr>
          <p:spPr>
            <a:xfrm>
              <a:off x="5280795" y="5398879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772" name="tx772"/>
            <p:cNvSpPr/>
            <p:nvPr/>
          </p:nvSpPr>
          <p:spPr>
            <a:xfrm>
              <a:off x="5280795" y="5398879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773" name="tx773"/>
            <p:cNvSpPr/>
            <p:nvPr/>
          </p:nvSpPr>
          <p:spPr>
            <a:xfrm>
              <a:off x="4982761" y="5398879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774" name="tx774"/>
            <p:cNvSpPr/>
            <p:nvPr/>
          </p:nvSpPr>
          <p:spPr>
            <a:xfrm>
              <a:off x="4982761" y="5398879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775" name="tx775"/>
            <p:cNvSpPr/>
            <p:nvPr/>
          </p:nvSpPr>
          <p:spPr>
            <a:xfrm>
              <a:off x="4982761" y="5398879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776" name="tx776"/>
            <p:cNvSpPr/>
            <p:nvPr/>
          </p:nvSpPr>
          <p:spPr>
            <a:xfrm>
              <a:off x="4982761" y="5398879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777" name="tx777"/>
            <p:cNvSpPr/>
            <p:nvPr/>
          </p:nvSpPr>
          <p:spPr>
            <a:xfrm>
              <a:off x="4982761" y="5398879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778" name="tx778"/>
            <p:cNvSpPr/>
            <p:nvPr/>
          </p:nvSpPr>
          <p:spPr>
            <a:xfrm>
              <a:off x="4982761" y="5398879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779" name="tx779"/>
            <p:cNvSpPr/>
            <p:nvPr/>
          </p:nvSpPr>
          <p:spPr>
            <a:xfrm>
              <a:off x="4982761" y="5398879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780" name="tx780"/>
            <p:cNvSpPr/>
            <p:nvPr/>
          </p:nvSpPr>
          <p:spPr>
            <a:xfrm>
              <a:off x="4982761" y="5398879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781" name="tx781"/>
            <p:cNvSpPr/>
            <p:nvPr/>
          </p:nvSpPr>
          <p:spPr>
            <a:xfrm>
              <a:off x="4982761" y="5398879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782" name="tx782"/>
            <p:cNvSpPr/>
            <p:nvPr/>
          </p:nvSpPr>
          <p:spPr>
            <a:xfrm>
              <a:off x="4982761" y="5398879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783" name="tx783"/>
            <p:cNvSpPr/>
            <p:nvPr/>
          </p:nvSpPr>
          <p:spPr>
            <a:xfrm>
              <a:off x="4982761" y="5398879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784" name="tx784"/>
            <p:cNvSpPr/>
            <p:nvPr/>
          </p:nvSpPr>
          <p:spPr>
            <a:xfrm>
              <a:off x="4982761" y="5398879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785" name="tx785"/>
            <p:cNvSpPr/>
            <p:nvPr/>
          </p:nvSpPr>
          <p:spPr>
            <a:xfrm>
              <a:off x="4982761" y="5398879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786" name="tx786"/>
            <p:cNvSpPr/>
            <p:nvPr/>
          </p:nvSpPr>
          <p:spPr>
            <a:xfrm>
              <a:off x="4982761" y="5398879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787" name="tx787"/>
            <p:cNvSpPr/>
            <p:nvPr/>
          </p:nvSpPr>
          <p:spPr>
            <a:xfrm>
              <a:off x="4982761" y="5398879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788" name="tx788"/>
            <p:cNvSpPr/>
            <p:nvPr/>
          </p:nvSpPr>
          <p:spPr>
            <a:xfrm>
              <a:off x="4982761" y="5398879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789" name="tx789"/>
            <p:cNvSpPr/>
            <p:nvPr/>
          </p:nvSpPr>
          <p:spPr>
            <a:xfrm>
              <a:off x="4982761" y="5398879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790" name="tx790"/>
            <p:cNvSpPr/>
            <p:nvPr/>
          </p:nvSpPr>
          <p:spPr>
            <a:xfrm>
              <a:off x="4982761" y="5398879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791" name="tx791"/>
            <p:cNvSpPr/>
            <p:nvPr/>
          </p:nvSpPr>
          <p:spPr>
            <a:xfrm>
              <a:off x="4982761" y="5398879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792" name="tx792"/>
            <p:cNvSpPr/>
            <p:nvPr/>
          </p:nvSpPr>
          <p:spPr>
            <a:xfrm>
              <a:off x="4982761" y="5398879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793" name="tx793"/>
            <p:cNvSpPr/>
            <p:nvPr/>
          </p:nvSpPr>
          <p:spPr>
            <a:xfrm>
              <a:off x="4982761" y="5398879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794" name="tx794"/>
            <p:cNvSpPr/>
            <p:nvPr/>
          </p:nvSpPr>
          <p:spPr>
            <a:xfrm>
              <a:off x="4982761" y="5398879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795" name="tx795"/>
            <p:cNvSpPr/>
            <p:nvPr/>
          </p:nvSpPr>
          <p:spPr>
            <a:xfrm>
              <a:off x="5853500" y="5398879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gh</a:t>
              </a:r>
            </a:p>
          </p:txBody>
        </p:sp>
        <p:sp>
          <p:nvSpPr>
            <p:cNvPr id="796" name="tx796"/>
            <p:cNvSpPr/>
            <p:nvPr/>
          </p:nvSpPr>
          <p:spPr>
            <a:xfrm>
              <a:off x="5853500" y="5398879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gh</a:t>
              </a:r>
            </a:p>
          </p:txBody>
        </p:sp>
        <p:sp>
          <p:nvSpPr>
            <p:cNvPr id="797" name="tx797"/>
            <p:cNvSpPr/>
            <p:nvPr/>
          </p:nvSpPr>
          <p:spPr>
            <a:xfrm>
              <a:off x="5853500" y="5398879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gh</a:t>
              </a:r>
            </a:p>
          </p:txBody>
        </p:sp>
        <p:sp>
          <p:nvSpPr>
            <p:cNvPr id="798" name="tx798"/>
            <p:cNvSpPr/>
            <p:nvPr/>
          </p:nvSpPr>
          <p:spPr>
            <a:xfrm>
              <a:off x="5853500" y="5398879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gh</a:t>
              </a:r>
            </a:p>
          </p:txBody>
        </p:sp>
        <p:sp>
          <p:nvSpPr>
            <p:cNvPr id="799" name="tx799"/>
            <p:cNvSpPr/>
            <p:nvPr/>
          </p:nvSpPr>
          <p:spPr>
            <a:xfrm>
              <a:off x="5853500" y="5398879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gh</a:t>
              </a:r>
            </a:p>
          </p:txBody>
        </p:sp>
        <p:sp>
          <p:nvSpPr>
            <p:cNvPr id="800" name="tx800"/>
            <p:cNvSpPr/>
            <p:nvPr/>
          </p:nvSpPr>
          <p:spPr>
            <a:xfrm>
              <a:off x="5853500" y="5398879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gh</a:t>
              </a:r>
            </a:p>
          </p:txBody>
        </p:sp>
        <p:sp>
          <p:nvSpPr>
            <p:cNvPr id="801" name="tx801"/>
            <p:cNvSpPr/>
            <p:nvPr/>
          </p:nvSpPr>
          <p:spPr>
            <a:xfrm>
              <a:off x="5853500" y="5398879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gh</a:t>
              </a:r>
            </a:p>
          </p:txBody>
        </p:sp>
        <p:sp>
          <p:nvSpPr>
            <p:cNvPr id="802" name="tx802"/>
            <p:cNvSpPr/>
            <p:nvPr/>
          </p:nvSpPr>
          <p:spPr>
            <a:xfrm>
              <a:off x="5853500" y="5398879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gh</a:t>
              </a:r>
            </a:p>
          </p:txBody>
        </p:sp>
        <p:sp>
          <p:nvSpPr>
            <p:cNvPr id="803" name="tx803"/>
            <p:cNvSpPr/>
            <p:nvPr/>
          </p:nvSpPr>
          <p:spPr>
            <a:xfrm>
              <a:off x="5853500" y="5398879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gh</a:t>
              </a:r>
            </a:p>
          </p:txBody>
        </p:sp>
        <p:sp>
          <p:nvSpPr>
            <p:cNvPr id="804" name="tx804"/>
            <p:cNvSpPr/>
            <p:nvPr/>
          </p:nvSpPr>
          <p:spPr>
            <a:xfrm>
              <a:off x="5853500" y="5398879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gh</a:t>
              </a:r>
            </a:p>
          </p:txBody>
        </p:sp>
        <p:sp>
          <p:nvSpPr>
            <p:cNvPr id="805" name="tx805"/>
            <p:cNvSpPr/>
            <p:nvPr/>
          </p:nvSpPr>
          <p:spPr>
            <a:xfrm>
              <a:off x="5853500" y="5398879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gh</a:t>
              </a:r>
            </a:p>
          </p:txBody>
        </p:sp>
        <p:sp>
          <p:nvSpPr>
            <p:cNvPr id="806" name="tx806"/>
            <p:cNvSpPr/>
            <p:nvPr/>
          </p:nvSpPr>
          <p:spPr>
            <a:xfrm>
              <a:off x="5853500" y="5398879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gh</a:t>
              </a:r>
            </a:p>
          </p:txBody>
        </p:sp>
        <p:sp>
          <p:nvSpPr>
            <p:cNvPr id="807" name="tx807"/>
            <p:cNvSpPr/>
            <p:nvPr/>
          </p:nvSpPr>
          <p:spPr>
            <a:xfrm>
              <a:off x="5853500" y="5398879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gh</a:t>
              </a:r>
            </a:p>
          </p:txBody>
        </p:sp>
        <p:sp>
          <p:nvSpPr>
            <p:cNvPr id="808" name="tx808"/>
            <p:cNvSpPr/>
            <p:nvPr/>
          </p:nvSpPr>
          <p:spPr>
            <a:xfrm>
              <a:off x="5853500" y="5398879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gh</a:t>
              </a:r>
            </a:p>
          </p:txBody>
        </p:sp>
        <p:sp>
          <p:nvSpPr>
            <p:cNvPr id="809" name="tx809"/>
            <p:cNvSpPr/>
            <p:nvPr/>
          </p:nvSpPr>
          <p:spPr>
            <a:xfrm>
              <a:off x="5853500" y="5398879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gh</a:t>
              </a:r>
            </a:p>
          </p:txBody>
        </p:sp>
        <p:sp>
          <p:nvSpPr>
            <p:cNvPr id="810" name="tx810"/>
            <p:cNvSpPr/>
            <p:nvPr/>
          </p:nvSpPr>
          <p:spPr>
            <a:xfrm>
              <a:off x="5853500" y="5398879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gh</a:t>
              </a:r>
            </a:p>
          </p:txBody>
        </p:sp>
        <p:sp>
          <p:nvSpPr>
            <p:cNvPr id="811" name="tx811"/>
            <p:cNvSpPr/>
            <p:nvPr/>
          </p:nvSpPr>
          <p:spPr>
            <a:xfrm>
              <a:off x="5853500" y="5398879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gh</a:t>
              </a:r>
            </a:p>
          </p:txBody>
        </p:sp>
        <p:sp>
          <p:nvSpPr>
            <p:cNvPr id="812" name="tx812"/>
            <p:cNvSpPr/>
            <p:nvPr/>
          </p:nvSpPr>
          <p:spPr>
            <a:xfrm>
              <a:off x="5853500" y="5398879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gh</a:t>
              </a:r>
            </a:p>
          </p:txBody>
        </p:sp>
        <p:sp>
          <p:nvSpPr>
            <p:cNvPr id="813" name="tx813"/>
            <p:cNvSpPr/>
            <p:nvPr/>
          </p:nvSpPr>
          <p:spPr>
            <a:xfrm>
              <a:off x="5853500" y="5398879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gh</a:t>
              </a:r>
            </a:p>
          </p:txBody>
        </p:sp>
        <p:sp>
          <p:nvSpPr>
            <p:cNvPr id="814" name="tx814"/>
            <p:cNvSpPr/>
            <p:nvPr/>
          </p:nvSpPr>
          <p:spPr>
            <a:xfrm>
              <a:off x="5853500" y="5398879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gh</a:t>
              </a:r>
            </a:p>
          </p:txBody>
        </p:sp>
        <p:sp>
          <p:nvSpPr>
            <p:cNvPr id="815" name="tx815"/>
            <p:cNvSpPr/>
            <p:nvPr/>
          </p:nvSpPr>
          <p:spPr>
            <a:xfrm>
              <a:off x="5853500" y="5398879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gh</a:t>
              </a:r>
            </a:p>
          </p:txBody>
        </p:sp>
        <p:sp>
          <p:nvSpPr>
            <p:cNvPr id="816" name="tx816"/>
            <p:cNvSpPr/>
            <p:nvPr/>
          </p:nvSpPr>
          <p:spPr>
            <a:xfrm>
              <a:off x="5853500" y="5398879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gh</a:t>
              </a:r>
            </a:p>
          </p:txBody>
        </p:sp>
        <p:sp>
          <p:nvSpPr>
            <p:cNvPr id="817" name="tx817"/>
            <p:cNvSpPr/>
            <p:nvPr/>
          </p:nvSpPr>
          <p:spPr>
            <a:xfrm>
              <a:off x="5853500" y="5398879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gh</a:t>
              </a:r>
            </a:p>
          </p:txBody>
        </p:sp>
        <p:sp>
          <p:nvSpPr>
            <p:cNvPr id="818" name="tx818"/>
            <p:cNvSpPr/>
            <p:nvPr/>
          </p:nvSpPr>
          <p:spPr>
            <a:xfrm>
              <a:off x="5853500" y="5398879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gh</a:t>
              </a:r>
            </a:p>
          </p:txBody>
        </p:sp>
        <p:sp>
          <p:nvSpPr>
            <p:cNvPr id="819" name="tx819"/>
            <p:cNvSpPr/>
            <p:nvPr/>
          </p:nvSpPr>
          <p:spPr>
            <a:xfrm>
              <a:off x="5853500" y="5398879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gh</a:t>
              </a:r>
            </a:p>
          </p:txBody>
        </p:sp>
        <p:sp>
          <p:nvSpPr>
            <p:cNvPr id="820" name="tx820"/>
            <p:cNvSpPr/>
            <p:nvPr/>
          </p:nvSpPr>
          <p:spPr>
            <a:xfrm>
              <a:off x="5853500" y="5398879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gh</a:t>
              </a:r>
            </a:p>
          </p:txBody>
        </p:sp>
        <p:sp>
          <p:nvSpPr>
            <p:cNvPr id="821" name="tx821"/>
            <p:cNvSpPr/>
            <p:nvPr/>
          </p:nvSpPr>
          <p:spPr>
            <a:xfrm>
              <a:off x="5853500" y="5398879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gh</a:t>
              </a:r>
            </a:p>
          </p:txBody>
        </p:sp>
        <p:sp>
          <p:nvSpPr>
            <p:cNvPr id="822" name="tx822"/>
            <p:cNvSpPr/>
            <p:nvPr/>
          </p:nvSpPr>
          <p:spPr>
            <a:xfrm>
              <a:off x="5853500" y="5398879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gh</a:t>
              </a:r>
            </a:p>
          </p:txBody>
        </p:sp>
        <p:sp>
          <p:nvSpPr>
            <p:cNvPr id="823" name="tx823"/>
            <p:cNvSpPr/>
            <p:nvPr/>
          </p:nvSpPr>
          <p:spPr>
            <a:xfrm>
              <a:off x="5853500" y="5398879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gh</a:t>
              </a:r>
            </a:p>
          </p:txBody>
        </p:sp>
        <p:sp>
          <p:nvSpPr>
            <p:cNvPr id="824" name="tx824"/>
            <p:cNvSpPr/>
            <p:nvPr/>
          </p:nvSpPr>
          <p:spPr>
            <a:xfrm>
              <a:off x="5853500" y="5398879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gh</a:t>
              </a:r>
            </a:p>
          </p:txBody>
        </p:sp>
        <p:sp>
          <p:nvSpPr>
            <p:cNvPr id="825" name="tx825"/>
            <p:cNvSpPr/>
            <p:nvPr/>
          </p:nvSpPr>
          <p:spPr>
            <a:xfrm>
              <a:off x="5853500" y="5398879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gh</a:t>
              </a:r>
            </a:p>
          </p:txBody>
        </p:sp>
        <p:sp>
          <p:nvSpPr>
            <p:cNvPr id="826" name="tx826"/>
            <p:cNvSpPr/>
            <p:nvPr/>
          </p:nvSpPr>
          <p:spPr>
            <a:xfrm>
              <a:off x="6673856" y="5398879"/>
              <a:ext cx="30294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efghi</a:t>
              </a:r>
            </a:p>
          </p:txBody>
        </p:sp>
        <p:sp>
          <p:nvSpPr>
            <p:cNvPr id="827" name="tx827"/>
            <p:cNvSpPr/>
            <p:nvPr/>
          </p:nvSpPr>
          <p:spPr>
            <a:xfrm>
              <a:off x="6673856" y="5398879"/>
              <a:ext cx="30294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efghi</a:t>
              </a:r>
            </a:p>
          </p:txBody>
        </p:sp>
        <p:sp>
          <p:nvSpPr>
            <p:cNvPr id="828" name="tx828"/>
            <p:cNvSpPr/>
            <p:nvPr/>
          </p:nvSpPr>
          <p:spPr>
            <a:xfrm>
              <a:off x="6673856" y="5398879"/>
              <a:ext cx="30294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efghi</a:t>
              </a:r>
            </a:p>
          </p:txBody>
        </p:sp>
        <p:sp>
          <p:nvSpPr>
            <p:cNvPr id="829" name="tx829"/>
            <p:cNvSpPr/>
            <p:nvPr/>
          </p:nvSpPr>
          <p:spPr>
            <a:xfrm>
              <a:off x="6511793" y="5398879"/>
              <a:ext cx="3099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</a:t>
              </a:r>
            </a:p>
          </p:txBody>
        </p:sp>
        <p:sp>
          <p:nvSpPr>
            <p:cNvPr id="830" name="tx830"/>
            <p:cNvSpPr/>
            <p:nvPr/>
          </p:nvSpPr>
          <p:spPr>
            <a:xfrm>
              <a:off x="6511793" y="5398879"/>
              <a:ext cx="3099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</a:t>
              </a:r>
            </a:p>
          </p:txBody>
        </p:sp>
        <p:sp>
          <p:nvSpPr>
            <p:cNvPr id="831" name="tx831"/>
            <p:cNvSpPr/>
            <p:nvPr/>
          </p:nvSpPr>
          <p:spPr>
            <a:xfrm>
              <a:off x="6511793" y="5398879"/>
              <a:ext cx="3099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</a:t>
              </a:r>
            </a:p>
          </p:txBody>
        </p:sp>
        <p:sp>
          <p:nvSpPr>
            <p:cNvPr id="832" name="tx832"/>
            <p:cNvSpPr/>
            <p:nvPr/>
          </p:nvSpPr>
          <p:spPr>
            <a:xfrm>
              <a:off x="6511793" y="5398879"/>
              <a:ext cx="3099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</a:t>
              </a:r>
            </a:p>
          </p:txBody>
        </p:sp>
        <p:sp>
          <p:nvSpPr>
            <p:cNvPr id="833" name="tx833"/>
            <p:cNvSpPr/>
            <p:nvPr/>
          </p:nvSpPr>
          <p:spPr>
            <a:xfrm>
              <a:off x="6511793" y="5398879"/>
              <a:ext cx="3099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</a:t>
              </a:r>
            </a:p>
          </p:txBody>
        </p:sp>
        <p:sp>
          <p:nvSpPr>
            <p:cNvPr id="834" name="tx834"/>
            <p:cNvSpPr/>
            <p:nvPr/>
          </p:nvSpPr>
          <p:spPr>
            <a:xfrm>
              <a:off x="6511793" y="5398879"/>
              <a:ext cx="3099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</a:t>
              </a:r>
            </a:p>
          </p:txBody>
        </p:sp>
        <p:sp>
          <p:nvSpPr>
            <p:cNvPr id="835" name="tx835"/>
            <p:cNvSpPr/>
            <p:nvPr/>
          </p:nvSpPr>
          <p:spPr>
            <a:xfrm>
              <a:off x="4723588" y="5398879"/>
              <a:ext cx="3099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</a:t>
              </a:r>
            </a:p>
          </p:txBody>
        </p:sp>
        <p:sp>
          <p:nvSpPr>
            <p:cNvPr id="836" name="tx836"/>
            <p:cNvSpPr/>
            <p:nvPr/>
          </p:nvSpPr>
          <p:spPr>
            <a:xfrm>
              <a:off x="4723588" y="5398879"/>
              <a:ext cx="3099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</a:t>
              </a:r>
            </a:p>
          </p:txBody>
        </p:sp>
        <p:sp>
          <p:nvSpPr>
            <p:cNvPr id="837" name="tx837"/>
            <p:cNvSpPr/>
            <p:nvPr/>
          </p:nvSpPr>
          <p:spPr>
            <a:xfrm>
              <a:off x="4723588" y="5398879"/>
              <a:ext cx="3099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</a:t>
              </a:r>
            </a:p>
          </p:txBody>
        </p:sp>
        <p:sp>
          <p:nvSpPr>
            <p:cNvPr id="838" name="tx838"/>
            <p:cNvSpPr/>
            <p:nvPr/>
          </p:nvSpPr>
          <p:spPr>
            <a:xfrm>
              <a:off x="4723588" y="5398879"/>
              <a:ext cx="3099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</a:t>
              </a:r>
            </a:p>
          </p:txBody>
        </p:sp>
        <p:sp>
          <p:nvSpPr>
            <p:cNvPr id="839" name="tx839"/>
            <p:cNvSpPr/>
            <p:nvPr/>
          </p:nvSpPr>
          <p:spPr>
            <a:xfrm>
              <a:off x="4723588" y="5398879"/>
              <a:ext cx="3099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</a:t>
              </a:r>
            </a:p>
          </p:txBody>
        </p:sp>
        <p:sp>
          <p:nvSpPr>
            <p:cNvPr id="840" name="tx840"/>
            <p:cNvSpPr/>
            <p:nvPr/>
          </p:nvSpPr>
          <p:spPr>
            <a:xfrm>
              <a:off x="4723588" y="5398879"/>
              <a:ext cx="3099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</a:t>
              </a:r>
            </a:p>
          </p:txBody>
        </p:sp>
        <p:sp>
          <p:nvSpPr>
            <p:cNvPr id="841" name="tx841"/>
            <p:cNvSpPr/>
            <p:nvPr/>
          </p:nvSpPr>
          <p:spPr>
            <a:xfrm>
              <a:off x="4723588" y="5398879"/>
              <a:ext cx="3099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</a:t>
              </a:r>
            </a:p>
          </p:txBody>
        </p:sp>
        <p:sp>
          <p:nvSpPr>
            <p:cNvPr id="842" name="tx842"/>
            <p:cNvSpPr/>
            <p:nvPr/>
          </p:nvSpPr>
          <p:spPr>
            <a:xfrm>
              <a:off x="4723588" y="5398879"/>
              <a:ext cx="3099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</a:t>
              </a:r>
            </a:p>
          </p:txBody>
        </p:sp>
        <p:sp>
          <p:nvSpPr>
            <p:cNvPr id="843" name="tx843"/>
            <p:cNvSpPr/>
            <p:nvPr/>
          </p:nvSpPr>
          <p:spPr>
            <a:xfrm>
              <a:off x="4723588" y="5398879"/>
              <a:ext cx="3099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</a:t>
              </a:r>
            </a:p>
          </p:txBody>
        </p:sp>
        <p:sp>
          <p:nvSpPr>
            <p:cNvPr id="844" name="tx844"/>
            <p:cNvSpPr/>
            <p:nvPr/>
          </p:nvSpPr>
          <p:spPr>
            <a:xfrm>
              <a:off x="4723588" y="5398879"/>
              <a:ext cx="3099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</a:t>
              </a:r>
            </a:p>
          </p:txBody>
        </p:sp>
        <p:sp>
          <p:nvSpPr>
            <p:cNvPr id="845" name="tx845"/>
            <p:cNvSpPr/>
            <p:nvPr/>
          </p:nvSpPr>
          <p:spPr>
            <a:xfrm>
              <a:off x="4723588" y="5398879"/>
              <a:ext cx="3099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</a:t>
              </a:r>
            </a:p>
          </p:txBody>
        </p:sp>
        <p:sp>
          <p:nvSpPr>
            <p:cNvPr id="846" name="tx846"/>
            <p:cNvSpPr/>
            <p:nvPr/>
          </p:nvSpPr>
          <p:spPr>
            <a:xfrm>
              <a:off x="4723588" y="5398879"/>
              <a:ext cx="3099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</a:t>
              </a:r>
            </a:p>
          </p:txBody>
        </p:sp>
        <p:sp>
          <p:nvSpPr>
            <p:cNvPr id="847" name="tx847"/>
            <p:cNvSpPr/>
            <p:nvPr/>
          </p:nvSpPr>
          <p:spPr>
            <a:xfrm>
              <a:off x="4723588" y="5398879"/>
              <a:ext cx="3099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</a:t>
              </a:r>
            </a:p>
          </p:txBody>
        </p:sp>
        <p:sp>
          <p:nvSpPr>
            <p:cNvPr id="848" name="tx848"/>
            <p:cNvSpPr/>
            <p:nvPr/>
          </p:nvSpPr>
          <p:spPr>
            <a:xfrm>
              <a:off x="4723588" y="5398879"/>
              <a:ext cx="3099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</a:t>
              </a:r>
            </a:p>
          </p:txBody>
        </p:sp>
        <p:sp>
          <p:nvSpPr>
            <p:cNvPr id="849" name="tx849"/>
            <p:cNvSpPr/>
            <p:nvPr/>
          </p:nvSpPr>
          <p:spPr>
            <a:xfrm>
              <a:off x="4723588" y="5398879"/>
              <a:ext cx="3099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</a:t>
              </a:r>
            </a:p>
          </p:txBody>
        </p:sp>
        <p:sp>
          <p:nvSpPr>
            <p:cNvPr id="850" name="tx850"/>
            <p:cNvSpPr/>
            <p:nvPr/>
          </p:nvSpPr>
          <p:spPr>
            <a:xfrm>
              <a:off x="4723588" y="5398879"/>
              <a:ext cx="3099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</a:t>
              </a:r>
            </a:p>
          </p:txBody>
        </p:sp>
        <p:sp>
          <p:nvSpPr>
            <p:cNvPr id="851" name="tx851"/>
            <p:cNvSpPr/>
            <p:nvPr/>
          </p:nvSpPr>
          <p:spPr>
            <a:xfrm>
              <a:off x="4723588" y="5398879"/>
              <a:ext cx="3099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</a:t>
              </a:r>
            </a:p>
          </p:txBody>
        </p:sp>
        <p:sp>
          <p:nvSpPr>
            <p:cNvPr id="852" name="tx852"/>
            <p:cNvSpPr/>
            <p:nvPr/>
          </p:nvSpPr>
          <p:spPr>
            <a:xfrm>
              <a:off x="4723588" y="5398879"/>
              <a:ext cx="3099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</a:t>
              </a:r>
            </a:p>
          </p:txBody>
        </p:sp>
        <p:sp>
          <p:nvSpPr>
            <p:cNvPr id="853" name="tx853"/>
            <p:cNvSpPr/>
            <p:nvPr/>
          </p:nvSpPr>
          <p:spPr>
            <a:xfrm>
              <a:off x="4723588" y="5398879"/>
              <a:ext cx="3099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</a:t>
              </a:r>
            </a:p>
          </p:txBody>
        </p:sp>
        <p:sp>
          <p:nvSpPr>
            <p:cNvPr id="854" name="tx854"/>
            <p:cNvSpPr/>
            <p:nvPr/>
          </p:nvSpPr>
          <p:spPr>
            <a:xfrm>
              <a:off x="4723588" y="5398879"/>
              <a:ext cx="3099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</a:t>
              </a:r>
            </a:p>
          </p:txBody>
        </p:sp>
        <p:sp>
          <p:nvSpPr>
            <p:cNvPr id="855" name="tx855"/>
            <p:cNvSpPr/>
            <p:nvPr/>
          </p:nvSpPr>
          <p:spPr>
            <a:xfrm>
              <a:off x="4723588" y="5398879"/>
              <a:ext cx="3099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</a:t>
              </a:r>
            </a:p>
          </p:txBody>
        </p:sp>
        <p:sp>
          <p:nvSpPr>
            <p:cNvPr id="856" name="tx856"/>
            <p:cNvSpPr/>
            <p:nvPr/>
          </p:nvSpPr>
          <p:spPr>
            <a:xfrm>
              <a:off x="4723588" y="5398879"/>
              <a:ext cx="3099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</a:t>
              </a:r>
            </a:p>
          </p:txBody>
        </p:sp>
        <p:sp>
          <p:nvSpPr>
            <p:cNvPr id="857" name="tx857"/>
            <p:cNvSpPr/>
            <p:nvPr/>
          </p:nvSpPr>
          <p:spPr>
            <a:xfrm>
              <a:off x="4723588" y="5398879"/>
              <a:ext cx="3099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</a:t>
              </a:r>
            </a:p>
          </p:txBody>
        </p:sp>
        <p:sp>
          <p:nvSpPr>
            <p:cNvPr id="858" name="tx858"/>
            <p:cNvSpPr/>
            <p:nvPr/>
          </p:nvSpPr>
          <p:spPr>
            <a:xfrm>
              <a:off x="4723588" y="5398879"/>
              <a:ext cx="3099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</a:t>
              </a:r>
            </a:p>
          </p:txBody>
        </p:sp>
        <p:sp>
          <p:nvSpPr>
            <p:cNvPr id="859" name="tx859"/>
            <p:cNvSpPr/>
            <p:nvPr/>
          </p:nvSpPr>
          <p:spPr>
            <a:xfrm>
              <a:off x="4723588" y="5398879"/>
              <a:ext cx="3099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</a:t>
              </a:r>
            </a:p>
          </p:txBody>
        </p:sp>
        <p:sp>
          <p:nvSpPr>
            <p:cNvPr id="860" name="tx860"/>
            <p:cNvSpPr/>
            <p:nvPr/>
          </p:nvSpPr>
          <p:spPr>
            <a:xfrm>
              <a:off x="4723588" y="5398879"/>
              <a:ext cx="3099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</a:t>
              </a:r>
            </a:p>
          </p:txBody>
        </p:sp>
        <p:sp>
          <p:nvSpPr>
            <p:cNvPr id="861" name="tx861"/>
            <p:cNvSpPr/>
            <p:nvPr/>
          </p:nvSpPr>
          <p:spPr>
            <a:xfrm>
              <a:off x="4723588" y="5398879"/>
              <a:ext cx="3099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</a:t>
              </a:r>
            </a:p>
          </p:txBody>
        </p:sp>
        <p:sp>
          <p:nvSpPr>
            <p:cNvPr id="862" name="tx862"/>
            <p:cNvSpPr/>
            <p:nvPr/>
          </p:nvSpPr>
          <p:spPr>
            <a:xfrm>
              <a:off x="4723588" y="5398879"/>
              <a:ext cx="3099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</a:t>
              </a:r>
            </a:p>
          </p:txBody>
        </p:sp>
        <p:sp>
          <p:nvSpPr>
            <p:cNvPr id="863" name="tx863"/>
            <p:cNvSpPr/>
            <p:nvPr/>
          </p:nvSpPr>
          <p:spPr>
            <a:xfrm>
              <a:off x="4723588" y="5398879"/>
              <a:ext cx="3099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</a:t>
              </a:r>
            </a:p>
          </p:txBody>
        </p:sp>
        <p:sp>
          <p:nvSpPr>
            <p:cNvPr id="864" name="tx864"/>
            <p:cNvSpPr/>
            <p:nvPr/>
          </p:nvSpPr>
          <p:spPr>
            <a:xfrm>
              <a:off x="4723588" y="5398879"/>
              <a:ext cx="3099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</a:t>
              </a:r>
            </a:p>
          </p:txBody>
        </p:sp>
        <p:sp>
          <p:nvSpPr>
            <p:cNvPr id="865" name="tx865"/>
            <p:cNvSpPr/>
            <p:nvPr/>
          </p:nvSpPr>
          <p:spPr>
            <a:xfrm>
              <a:off x="4723588" y="5398879"/>
              <a:ext cx="3099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</a:t>
              </a:r>
            </a:p>
          </p:txBody>
        </p:sp>
        <p:sp>
          <p:nvSpPr>
            <p:cNvPr id="866" name="tx866"/>
            <p:cNvSpPr/>
            <p:nvPr/>
          </p:nvSpPr>
          <p:spPr>
            <a:xfrm>
              <a:off x="5578829" y="5398879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867" name="tx867"/>
            <p:cNvSpPr/>
            <p:nvPr/>
          </p:nvSpPr>
          <p:spPr>
            <a:xfrm>
              <a:off x="5578829" y="5398879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868" name="tx868"/>
            <p:cNvSpPr/>
            <p:nvPr/>
          </p:nvSpPr>
          <p:spPr>
            <a:xfrm>
              <a:off x="5578829" y="5398879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869" name="tx869"/>
            <p:cNvSpPr/>
            <p:nvPr/>
          </p:nvSpPr>
          <p:spPr>
            <a:xfrm>
              <a:off x="5578829" y="5398879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870" name="tx870"/>
            <p:cNvSpPr/>
            <p:nvPr/>
          </p:nvSpPr>
          <p:spPr>
            <a:xfrm>
              <a:off x="5578829" y="5398879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871" name="tx871"/>
            <p:cNvSpPr/>
            <p:nvPr/>
          </p:nvSpPr>
          <p:spPr>
            <a:xfrm>
              <a:off x="5578829" y="5398879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872" name="tx872"/>
            <p:cNvSpPr/>
            <p:nvPr/>
          </p:nvSpPr>
          <p:spPr>
            <a:xfrm>
              <a:off x="5578829" y="5398879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873" name="tx873"/>
            <p:cNvSpPr/>
            <p:nvPr/>
          </p:nvSpPr>
          <p:spPr>
            <a:xfrm>
              <a:off x="5578829" y="5398879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874" name="tx874"/>
            <p:cNvSpPr/>
            <p:nvPr/>
          </p:nvSpPr>
          <p:spPr>
            <a:xfrm>
              <a:off x="5578829" y="5398879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875" name="tx875"/>
            <p:cNvSpPr/>
            <p:nvPr/>
          </p:nvSpPr>
          <p:spPr>
            <a:xfrm>
              <a:off x="5578829" y="5398879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876" name="tx876"/>
            <p:cNvSpPr/>
            <p:nvPr/>
          </p:nvSpPr>
          <p:spPr>
            <a:xfrm>
              <a:off x="5578829" y="5398879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877" name="tx877"/>
            <p:cNvSpPr/>
            <p:nvPr/>
          </p:nvSpPr>
          <p:spPr>
            <a:xfrm>
              <a:off x="5578829" y="5398879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878" name="tx878"/>
            <p:cNvSpPr/>
            <p:nvPr/>
          </p:nvSpPr>
          <p:spPr>
            <a:xfrm>
              <a:off x="5578829" y="5398879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879" name="tx879"/>
            <p:cNvSpPr/>
            <p:nvPr/>
          </p:nvSpPr>
          <p:spPr>
            <a:xfrm>
              <a:off x="5578829" y="5398879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880" name="tx880"/>
            <p:cNvSpPr/>
            <p:nvPr/>
          </p:nvSpPr>
          <p:spPr>
            <a:xfrm>
              <a:off x="5578829" y="5398879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881" name="tx881"/>
            <p:cNvSpPr/>
            <p:nvPr/>
          </p:nvSpPr>
          <p:spPr>
            <a:xfrm>
              <a:off x="5578829" y="5398879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882" name="tx882"/>
            <p:cNvSpPr/>
            <p:nvPr/>
          </p:nvSpPr>
          <p:spPr>
            <a:xfrm>
              <a:off x="5578829" y="5398879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883" name="tx883"/>
            <p:cNvSpPr/>
            <p:nvPr/>
          </p:nvSpPr>
          <p:spPr>
            <a:xfrm>
              <a:off x="5578829" y="5398879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884" name="tx884"/>
            <p:cNvSpPr/>
            <p:nvPr/>
          </p:nvSpPr>
          <p:spPr>
            <a:xfrm>
              <a:off x="5578829" y="5398879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885" name="tx885"/>
            <p:cNvSpPr/>
            <p:nvPr/>
          </p:nvSpPr>
          <p:spPr>
            <a:xfrm>
              <a:off x="5578829" y="5398879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886" name="tx886"/>
            <p:cNvSpPr/>
            <p:nvPr/>
          </p:nvSpPr>
          <p:spPr>
            <a:xfrm>
              <a:off x="5578829" y="5398879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887" name="tx887"/>
            <p:cNvSpPr/>
            <p:nvPr/>
          </p:nvSpPr>
          <p:spPr>
            <a:xfrm>
              <a:off x="5578829" y="5398879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888" name="tx888"/>
            <p:cNvSpPr/>
            <p:nvPr/>
          </p:nvSpPr>
          <p:spPr>
            <a:xfrm>
              <a:off x="5578829" y="5398879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889" name="tx889"/>
            <p:cNvSpPr/>
            <p:nvPr/>
          </p:nvSpPr>
          <p:spPr>
            <a:xfrm>
              <a:off x="5578829" y="5398879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890" name="tx890"/>
            <p:cNvSpPr/>
            <p:nvPr/>
          </p:nvSpPr>
          <p:spPr>
            <a:xfrm>
              <a:off x="5578829" y="5398879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891" name="tx891"/>
            <p:cNvSpPr/>
            <p:nvPr/>
          </p:nvSpPr>
          <p:spPr>
            <a:xfrm>
              <a:off x="5578829" y="5398879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892" name="tx892"/>
            <p:cNvSpPr/>
            <p:nvPr/>
          </p:nvSpPr>
          <p:spPr>
            <a:xfrm>
              <a:off x="5578829" y="5398879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893" name="tx893"/>
            <p:cNvSpPr/>
            <p:nvPr/>
          </p:nvSpPr>
          <p:spPr>
            <a:xfrm>
              <a:off x="5578829" y="5398879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894" name="tx894"/>
            <p:cNvSpPr/>
            <p:nvPr/>
          </p:nvSpPr>
          <p:spPr>
            <a:xfrm>
              <a:off x="5578829" y="5398879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895" name="tx895"/>
            <p:cNvSpPr/>
            <p:nvPr/>
          </p:nvSpPr>
          <p:spPr>
            <a:xfrm>
              <a:off x="5578829" y="5398879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896" name="tx896"/>
            <p:cNvSpPr/>
            <p:nvPr/>
          </p:nvSpPr>
          <p:spPr>
            <a:xfrm>
              <a:off x="5578829" y="5398879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897" name="tx897"/>
            <p:cNvSpPr/>
            <p:nvPr/>
          </p:nvSpPr>
          <p:spPr>
            <a:xfrm>
              <a:off x="5578829" y="5398879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898" name="tx898"/>
            <p:cNvSpPr/>
            <p:nvPr/>
          </p:nvSpPr>
          <p:spPr>
            <a:xfrm>
              <a:off x="5578829" y="5398879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899" name="tx899"/>
            <p:cNvSpPr/>
            <p:nvPr/>
          </p:nvSpPr>
          <p:spPr>
            <a:xfrm>
              <a:off x="5578829" y="5398879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900" name="tx900"/>
            <p:cNvSpPr/>
            <p:nvPr/>
          </p:nvSpPr>
          <p:spPr>
            <a:xfrm>
              <a:off x="5578829" y="5398879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901" name="tx901"/>
            <p:cNvSpPr/>
            <p:nvPr/>
          </p:nvSpPr>
          <p:spPr>
            <a:xfrm>
              <a:off x="5578829" y="5398879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902" name="tx902"/>
            <p:cNvSpPr/>
            <p:nvPr/>
          </p:nvSpPr>
          <p:spPr>
            <a:xfrm>
              <a:off x="5578829" y="5398879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903" name="tx903"/>
            <p:cNvSpPr/>
            <p:nvPr/>
          </p:nvSpPr>
          <p:spPr>
            <a:xfrm>
              <a:off x="5578829" y="5398879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904" name="tx904"/>
            <p:cNvSpPr/>
            <p:nvPr/>
          </p:nvSpPr>
          <p:spPr>
            <a:xfrm>
              <a:off x="5578829" y="5398879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905" name="tx905"/>
            <p:cNvSpPr/>
            <p:nvPr/>
          </p:nvSpPr>
          <p:spPr>
            <a:xfrm>
              <a:off x="5578829" y="5398879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906" name="tx906"/>
            <p:cNvSpPr/>
            <p:nvPr/>
          </p:nvSpPr>
          <p:spPr>
            <a:xfrm>
              <a:off x="5578829" y="5398879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907" name="tx907"/>
            <p:cNvSpPr/>
            <p:nvPr/>
          </p:nvSpPr>
          <p:spPr>
            <a:xfrm>
              <a:off x="5578829" y="5398879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908" name="tx908"/>
            <p:cNvSpPr/>
            <p:nvPr/>
          </p:nvSpPr>
          <p:spPr>
            <a:xfrm>
              <a:off x="5578829" y="5398879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909" name="tx909"/>
            <p:cNvSpPr/>
            <p:nvPr/>
          </p:nvSpPr>
          <p:spPr>
            <a:xfrm>
              <a:off x="5578829" y="5398879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910" name="tx910"/>
            <p:cNvSpPr/>
            <p:nvPr/>
          </p:nvSpPr>
          <p:spPr>
            <a:xfrm>
              <a:off x="5578829" y="5398879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911" name="tx911"/>
            <p:cNvSpPr/>
            <p:nvPr/>
          </p:nvSpPr>
          <p:spPr>
            <a:xfrm>
              <a:off x="5578829" y="5398879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912" name="tx912"/>
            <p:cNvSpPr/>
            <p:nvPr/>
          </p:nvSpPr>
          <p:spPr>
            <a:xfrm>
              <a:off x="5578829" y="5398879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913" name="tx913"/>
            <p:cNvSpPr/>
            <p:nvPr/>
          </p:nvSpPr>
          <p:spPr>
            <a:xfrm>
              <a:off x="5578829" y="5398879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914" name="tx914"/>
            <p:cNvSpPr/>
            <p:nvPr/>
          </p:nvSpPr>
          <p:spPr>
            <a:xfrm>
              <a:off x="5578829" y="5398879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915" name="tx915"/>
            <p:cNvSpPr/>
            <p:nvPr/>
          </p:nvSpPr>
          <p:spPr>
            <a:xfrm>
              <a:off x="5578829" y="5398879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916" name="tx916"/>
            <p:cNvSpPr/>
            <p:nvPr/>
          </p:nvSpPr>
          <p:spPr>
            <a:xfrm>
              <a:off x="5578829" y="5398879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917" name="pl917"/>
            <p:cNvSpPr/>
            <p:nvPr/>
          </p:nvSpPr>
          <p:spPr>
            <a:xfrm>
              <a:off x="941876" y="5723142"/>
              <a:ext cx="2861127" cy="0"/>
            </a:xfrm>
            <a:custGeom>
              <a:avLst/>
              <a:pathLst>
                <a:path w="2861127" h="0">
                  <a:moveTo>
                    <a:pt x="0" y="0"/>
                  </a:moveTo>
                  <a:lnTo>
                    <a:pt x="2861127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l918"/>
            <p:cNvSpPr/>
            <p:nvPr/>
          </p:nvSpPr>
          <p:spPr>
            <a:xfrm>
              <a:off x="2372439" y="57231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tx919"/>
            <p:cNvSpPr/>
            <p:nvPr/>
          </p:nvSpPr>
          <p:spPr>
            <a:xfrm>
              <a:off x="2136433" y="5785772"/>
              <a:ext cx="47201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Lewisetta</a:t>
              </a:r>
            </a:p>
          </p:txBody>
        </p:sp>
        <p:sp>
          <p:nvSpPr>
            <p:cNvPr id="920" name="pl920"/>
            <p:cNvSpPr/>
            <p:nvPr/>
          </p:nvSpPr>
          <p:spPr>
            <a:xfrm>
              <a:off x="4351643" y="5723142"/>
              <a:ext cx="2861127" cy="0"/>
            </a:xfrm>
            <a:custGeom>
              <a:avLst/>
              <a:pathLst>
                <a:path w="2861127" h="0">
                  <a:moveTo>
                    <a:pt x="0" y="0"/>
                  </a:moveTo>
                  <a:lnTo>
                    <a:pt x="2861127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l921"/>
            <p:cNvSpPr/>
            <p:nvPr/>
          </p:nvSpPr>
          <p:spPr>
            <a:xfrm>
              <a:off x="5782207" y="57231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tx922"/>
            <p:cNvSpPr/>
            <p:nvPr/>
          </p:nvSpPr>
          <p:spPr>
            <a:xfrm>
              <a:off x="5536965" y="5785772"/>
              <a:ext cx="49048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YorkRiver</a:t>
              </a:r>
            </a:p>
          </p:txBody>
        </p:sp>
        <p:sp>
          <p:nvSpPr>
            <p:cNvPr id="923" name="pl923"/>
            <p:cNvSpPr/>
            <p:nvPr/>
          </p:nvSpPr>
          <p:spPr>
            <a:xfrm>
              <a:off x="94187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tx924"/>
            <p:cNvSpPr/>
            <p:nvPr/>
          </p:nvSpPr>
          <p:spPr>
            <a:xfrm>
              <a:off x="817066" y="5537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25" name="tx925"/>
            <p:cNvSpPr/>
            <p:nvPr/>
          </p:nvSpPr>
          <p:spPr>
            <a:xfrm>
              <a:off x="754887" y="483585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926" name="tx926"/>
            <p:cNvSpPr/>
            <p:nvPr/>
          </p:nvSpPr>
          <p:spPr>
            <a:xfrm>
              <a:off x="754887" y="41345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27" name="tx927"/>
            <p:cNvSpPr/>
            <p:nvPr/>
          </p:nvSpPr>
          <p:spPr>
            <a:xfrm>
              <a:off x="754887" y="343315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928" name="tx928"/>
            <p:cNvSpPr/>
            <p:nvPr/>
          </p:nvSpPr>
          <p:spPr>
            <a:xfrm>
              <a:off x="692708" y="2731800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29" name="tx929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125</a:t>
              </a:r>
            </a:p>
          </p:txBody>
        </p:sp>
        <p:sp>
          <p:nvSpPr>
            <p:cNvPr id="930" name="pl930"/>
            <p:cNvSpPr/>
            <p:nvPr/>
          </p:nvSpPr>
          <p:spPr>
            <a:xfrm>
              <a:off x="907081" y="557726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l931"/>
            <p:cNvSpPr/>
            <p:nvPr/>
          </p:nvSpPr>
          <p:spPr>
            <a:xfrm>
              <a:off x="907081" y="4875908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l932"/>
            <p:cNvSpPr/>
            <p:nvPr/>
          </p:nvSpPr>
          <p:spPr>
            <a:xfrm>
              <a:off x="907081" y="4174556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l933"/>
            <p:cNvSpPr/>
            <p:nvPr/>
          </p:nvSpPr>
          <p:spPr>
            <a:xfrm>
              <a:off x="907081" y="3473203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l934"/>
            <p:cNvSpPr/>
            <p:nvPr/>
          </p:nvSpPr>
          <p:spPr>
            <a:xfrm>
              <a:off x="907081" y="277185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l935"/>
            <p:cNvSpPr/>
            <p:nvPr/>
          </p:nvSpPr>
          <p:spPr>
            <a:xfrm>
              <a:off x="907081" y="2070498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tx936"/>
            <p:cNvSpPr/>
            <p:nvPr/>
          </p:nvSpPr>
          <p:spPr>
            <a:xfrm>
              <a:off x="3529918" y="5925448"/>
              <a:ext cx="109481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Experimental Site</a:t>
              </a:r>
            </a:p>
          </p:txBody>
        </p:sp>
        <p:sp>
          <p:nvSpPr>
            <p:cNvPr id="937" name="tx937"/>
            <p:cNvSpPr/>
            <p:nvPr/>
          </p:nvSpPr>
          <p:spPr>
            <a:xfrm rot="-5400000">
              <a:off x="180871" y="3759743"/>
              <a:ext cx="7920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Length (mm)</a:t>
              </a:r>
            </a:p>
          </p:txBody>
        </p:sp>
        <p:sp>
          <p:nvSpPr>
            <p:cNvPr id="938" name="rc938"/>
            <p:cNvSpPr/>
            <p:nvPr/>
          </p:nvSpPr>
          <p:spPr>
            <a:xfrm>
              <a:off x="7351949" y="2762083"/>
              <a:ext cx="1265261" cy="209554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39" name="tx939"/>
            <p:cNvSpPr/>
            <p:nvPr/>
          </p:nvSpPr>
          <p:spPr>
            <a:xfrm>
              <a:off x="7421538" y="2847125"/>
              <a:ext cx="112608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Broodstock Group</a:t>
              </a:r>
            </a:p>
          </p:txBody>
        </p:sp>
        <p:sp>
          <p:nvSpPr>
            <p:cNvPr id="940" name="rc940"/>
            <p:cNvSpPr/>
            <p:nvPr/>
          </p:nvSpPr>
          <p:spPr>
            <a:xfrm>
              <a:off x="7421538" y="3032386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41" name="pl941"/>
            <p:cNvSpPr/>
            <p:nvPr/>
          </p:nvSpPr>
          <p:spPr>
            <a:xfrm>
              <a:off x="7531266" y="3196978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42" name="pl942"/>
            <p:cNvSpPr/>
            <p:nvPr/>
          </p:nvSpPr>
          <p:spPr>
            <a:xfrm>
              <a:off x="7531266" y="3054331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43" name="rc943"/>
            <p:cNvSpPr/>
            <p:nvPr/>
          </p:nvSpPr>
          <p:spPr>
            <a:xfrm>
              <a:off x="7448970" y="3087250"/>
              <a:ext cx="164592" cy="109727"/>
            </a:xfrm>
            <a:prstGeom prst="rect">
              <a:avLst/>
            </a:prstGeom>
            <a:solidFill>
              <a:srgbClr val="365C8D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44" name="pl944"/>
            <p:cNvSpPr/>
            <p:nvPr/>
          </p:nvSpPr>
          <p:spPr>
            <a:xfrm>
              <a:off x="7448970" y="3142114"/>
              <a:ext cx="164591" cy="0"/>
            </a:xfrm>
            <a:custGeom>
              <a:avLst/>
              <a:pathLst>
                <a:path w="164591" h="0">
                  <a:moveTo>
                    <a:pt x="0" y="0"/>
                  </a:moveTo>
                  <a:lnTo>
                    <a:pt x="164591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45" name="pl945"/>
            <p:cNvSpPr/>
            <p:nvPr/>
          </p:nvSpPr>
          <p:spPr>
            <a:xfrm>
              <a:off x="7531266" y="3229896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46" name="pl946"/>
            <p:cNvSpPr/>
            <p:nvPr/>
          </p:nvSpPr>
          <p:spPr>
            <a:xfrm>
              <a:off x="7531266" y="3054331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47" name="rc947"/>
            <p:cNvSpPr/>
            <p:nvPr/>
          </p:nvSpPr>
          <p:spPr>
            <a:xfrm>
              <a:off x="7421538" y="3251842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48" name="pl948"/>
            <p:cNvSpPr/>
            <p:nvPr/>
          </p:nvSpPr>
          <p:spPr>
            <a:xfrm>
              <a:off x="7531266" y="3416434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49" name="pl949"/>
            <p:cNvSpPr/>
            <p:nvPr/>
          </p:nvSpPr>
          <p:spPr>
            <a:xfrm>
              <a:off x="7531266" y="3273787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50" name="rc950"/>
            <p:cNvSpPr/>
            <p:nvPr/>
          </p:nvSpPr>
          <p:spPr>
            <a:xfrm>
              <a:off x="7448970" y="3306706"/>
              <a:ext cx="164592" cy="109727"/>
            </a:xfrm>
            <a:prstGeom prst="rect">
              <a:avLst/>
            </a:prstGeom>
            <a:solidFill>
              <a:srgbClr val="277F8E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51" name="pl951"/>
            <p:cNvSpPr/>
            <p:nvPr/>
          </p:nvSpPr>
          <p:spPr>
            <a:xfrm>
              <a:off x="7448970" y="3361570"/>
              <a:ext cx="164591" cy="0"/>
            </a:xfrm>
            <a:custGeom>
              <a:avLst/>
              <a:pathLst>
                <a:path w="164591" h="0">
                  <a:moveTo>
                    <a:pt x="0" y="0"/>
                  </a:moveTo>
                  <a:lnTo>
                    <a:pt x="164591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52" name="pl952"/>
            <p:cNvSpPr/>
            <p:nvPr/>
          </p:nvSpPr>
          <p:spPr>
            <a:xfrm>
              <a:off x="7531266" y="3449352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53" name="pl953"/>
            <p:cNvSpPr/>
            <p:nvPr/>
          </p:nvSpPr>
          <p:spPr>
            <a:xfrm>
              <a:off x="7531266" y="3273787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54" name="rc954"/>
            <p:cNvSpPr/>
            <p:nvPr/>
          </p:nvSpPr>
          <p:spPr>
            <a:xfrm>
              <a:off x="7421538" y="3471298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55" name="pl955"/>
            <p:cNvSpPr/>
            <p:nvPr/>
          </p:nvSpPr>
          <p:spPr>
            <a:xfrm>
              <a:off x="7531266" y="3635890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56" name="pl956"/>
            <p:cNvSpPr/>
            <p:nvPr/>
          </p:nvSpPr>
          <p:spPr>
            <a:xfrm>
              <a:off x="7531266" y="3493243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57" name="rc957"/>
            <p:cNvSpPr/>
            <p:nvPr/>
          </p:nvSpPr>
          <p:spPr>
            <a:xfrm>
              <a:off x="7448970" y="3526162"/>
              <a:ext cx="164592" cy="109727"/>
            </a:xfrm>
            <a:prstGeom prst="rect">
              <a:avLst/>
            </a:prstGeom>
            <a:solidFill>
              <a:srgbClr val="1FA187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58" name="pl958"/>
            <p:cNvSpPr/>
            <p:nvPr/>
          </p:nvSpPr>
          <p:spPr>
            <a:xfrm>
              <a:off x="7448970" y="3581026"/>
              <a:ext cx="164591" cy="0"/>
            </a:xfrm>
            <a:custGeom>
              <a:avLst/>
              <a:pathLst>
                <a:path w="164591" h="0">
                  <a:moveTo>
                    <a:pt x="0" y="0"/>
                  </a:moveTo>
                  <a:lnTo>
                    <a:pt x="164591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59" name="pl959"/>
            <p:cNvSpPr/>
            <p:nvPr/>
          </p:nvSpPr>
          <p:spPr>
            <a:xfrm>
              <a:off x="7531266" y="3668808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60" name="pl960"/>
            <p:cNvSpPr/>
            <p:nvPr/>
          </p:nvSpPr>
          <p:spPr>
            <a:xfrm>
              <a:off x="7531266" y="3493243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61" name="rc961"/>
            <p:cNvSpPr/>
            <p:nvPr/>
          </p:nvSpPr>
          <p:spPr>
            <a:xfrm>
              <a:off x="7421538" y="3690754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62" name="pl962"/>
            <p:cNvSpPr/>
            <p:nvPr/>
          </p:nvSpPr>
          <p:spPr>
            <a:xfrm>
              <a:off x="7531266" y="3855346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63" name="pl963"/>
            <p:cNvSpPr/>
            <p:nvPr/>
          </p:nvSpPr>
          <p:spPr>
            <a:xfrm>
              <a:off x="7531266" y="3712699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64" name="rc964"/>
            <p:cNvSpPr/>
            <p:nvPr/>
          </p:nvSpPr>
          <p:spPr>
            <a:xfrm>
              <a:off x="7448970" y="3745618"/>
              <a:ext cx="164592" cy="109727"/>
            </a:xfrm>
            <a:prstGeom prst="rect">
              <a:avLst/>
            </a:prstGeom>
            <a:solidFill>
              <a:srgbClr val="4AC16D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65" name="pl965"/>
            <p:cNvSpPr/>
            <p:nvPr/>
          </p:nvSpPr>
          <p:spPr>
            <a:xfrm>
              <a:off x="7448970" y="3800482"/>
              <a:ext cx="164591" cy="0"/>
            </a:xfrm>
            <a:custGeom>
              <a:avLst/>
              <a:pathLst>
                <a:path w="164591" h="0">
                  <a:moveTo>
                    <a:pt x="0" y="0"/>
                  </a:moveTo>
                  <a:lnTo>
                    <a:pt x="164591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66" name="pl966"/>
            <p:cNvSpPr/>
            <p:nvPr/>
          </p:nvSpPr>
          <p:spPr>
            <a:xfrm>
              <a:off x="7531266" y="3888264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67" name="pl967"/>
            <p:cNvSpPr/>
            <p:nvPr/>
          </p:nvSpPr>
          <p:spPr>
            <a:xfrm>
              <a:off x="7531266" y="3712699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68" name="rc968"/>
            <p:cNvSpPr/>
            <p:nvPr/>
          </p:nvSpPr>
          <p:spPr>
            <a:xfrm>
              <a:off x="7421538" y="3910210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69" name="pl969"/>
            <p:cNvSpPr/>
            <p:nvPr/>
          </p:nvSpPr>
          <p:spPr>
            <a:xfrm>
              <a:off x="7531266" y="4074802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70" name="pl970"/>
            <p:cNvSpPr/>
            <p:nvPr/>
          </p:nvSpPr>
          <p:spPr>
            <a:xfrm>
              <a:off x="7531266" y="3932155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71" name="rc971"/>
            <p:cNvSpPr/>
            <p:nvPr/>
          </p:nvSpPr>
          <p:spPr>
            <a:xfrm>
              <a:off x="7448970" y="3965074"/>
              <a:ext cx="164592" cy="109727"/>
            </a:xfrm>
            <a:prstGeom prst="rect">
              <a:avLst/>
            </a:prstGeom>
            <a:solidFill>
              <a:srgbClr val="440154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72" name="pl972"/>
            <p:cNvSpPr/>
            <p:nvPr/>
          </p:nvSpPr>
          <p:spPr>
            <a:xfrm>
              <a:off x="7448970" y="4019938"/>
              <a:ext cx="164591" cy="0"/>
            </a:xfrm>
            <a:custGeom>
              <a:avLst/>
              <a:pathLst>
                <a:path w="164591" h="0">
                  <a:moveTo>
                    <a:pt x="0" y="0"/>
                  </a:moveTo>
                  <a:lnTo>
                    <a:pt x="164591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73" name="pl973"/>
            <p:cNvSpPr/>
            <p:nvPr/>
          </p:nvSpPr>
          <p:spPr>
            <a:xfrm>
              <a:off x="7531266" y="4107720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74" name="pl974"/>
            <p:cNvSpPr/>
            <p:nvPr/>
          </p:nvSpPr>
          <p:spPr>
            <a:xfrm>
              <a:off x="7531266" y="3932155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75" name="rc975"/>
            <p:cNvSpPr/>
            <p:nvPr/>
          </p:nvSpPr>
          <p:spPr>
            <a:xfrm>
              <a:off x="7421538" y="4129666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76" name="pl976"/>
            <p:cNvSpPr/>
            <p:nvPr/>
          </p:nvSpPr>
          <p:spPr>
            <a:xfrm>
              <a:off x="7531266" y="4294258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77" name="pl977"/>
            <p:cNvSpPr/>
            <p:nvPr/>
          </p:nvSpPr>
          <p:spPr>
            <a:xfrm>
              <a:off x="7531266" y="4151611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78" name="rc978"/>
            <p:cNvSpPr/>
            <p:nvPr/>
          </p:nvSpPr>
          <p:spPr>
            <a:xfrm>
              <a:off x="7448970" y="4184530"/>
              <a:ext cx="164592" cy="109727"/>
            </a:xfrm>
            <a:prstGeom prst="rect">
              <a:avLst/>
            </a:prstGeom>
            <a:solidFill>
              <a:srgbClr val="46337E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79" name="pl979"/>
            <p:cNvSpPr/>
            <p:nvPr/>
          </p:nvSpPr>
          <p:spPr>
            <a:xfrm>
              <a:off x="7448970" y="4239394"/>
              <a:ext cx="164591" cy="0"/>
            </a:xfrm>
            <a:custGeom>
              <a:avLst/>
              <a:pathLst>
                <a:path w="164591" h="0">
                  <a:moveTo>
                    <a:pt x="0" y="0"/>
                  </a:moveTo>
                  <a:lnTo>
                    <a:pt x="164591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80" name="pl980"/>
            <p:cNvSpPr/>
            <p:nvPr/>
          </p:nvSpPr>
          <p:spPr>
            <a:xfrm>
              <a:off x="7531266" y="4327176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81" name="pl981"/>
            <p:cNvSpPr/>
            <p:nvPr/>
          </p:nvSpPr>
          <p:spPr>
            <a:xfrm>
              <a:off x="7531266" y="4151611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82" name="rc982"/>
            <p:cNvSpPr/>
            <p:nvPr/>
          </p:nvSpPr>
          <p:spPr>
            <a:xfrm>
              <a:off x="7421538" y="4349122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83" name="pl983"/>
            <p:cNvSpPr/>
            <p:nvPr/>
          </p:nvSpPr>
          <p:spPr>
            <a:xfrm>
              <a:off x="7531266" y="4513714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84" name="pl984"/>
            <p:cNvSpPr/>
            <p:nvPr/>
          </p:nvSpPr>
          <p:spPr>
            <a:xfrm>
              <a:off x="7531266" y="4371067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85" name="rc985"/>
            <p:cNvSpPr/>
            <p:nvPr/>
          </p:nvSpPr>
          <p:spPr>
            <a:xfrm>
              <a:off x="7448970" y="4403986"/>
              <a:ext cx="164592" cy="109727"/>
            </a:xfrm>
            <a:prstGeom prst="rect">
              <a:avLst/>
            </a:prstGeom>
            <a:solidFill>
              <a:srgbClr val="9FDA3A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86" name="pl986"/>
            <p:cNvSpPr/>
            <p:nvPr/>
          </p:nvSpPr>
          <p:spPr>
            <a:xfrm>
              <a:off x="7448970" y="4458850"/>
              <a:ext cx="164591" cy="0"/>
            </a:xfrm>
            <a:custGeom>
              <a:avLst/>
              <a:pathLst>
                <a:path w="164591" h="0">
                  <a:moveTo>
                    <a:pt x="0" y="0"/>
                  </a:moveTo>
                  <a:lnTo>
                    <a:pt x="164591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87" name="pl987"/>
            <p:cNvSpPr/>
            <p:nvPr/>
          </p:nvSpPr>
          <p:spPr>
            <a:xfrm>
              <a:off x="7531266" y="4546632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88" name="pl988"/>
            <p:cNvSpPr/>
            <p:nvPr/>
          </p:nvSpPr>
          <p:spPr>
            <a:xfrm>
              <a:off x="7531266" y="4371067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89" name="rc989"/>
            <p:cNvSpPr/>
            <p:nvPr/>
          </p:nvSpPr>
          <p:spPr>
            <a:xfrm>
              <a:off x="7421538" y="4568578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90" name="pl990"/>
            <p:cNvSpPr/>
            <p:nvPr/>
          </p:nvSpPr>
          <p:spPr>
            <a:xfrm>
              <a:off x="7531266" y="4733170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91" name="pl991"/>
            <p:cNvSpPr/>
            <p:nvPr/>
          </p:nvSpPr>
          <p:spPr>
            <a:xfrm>
              <a:off x="7531266" y="4590523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92" name="rc992"/>
            <p:cNvSpPr/>
            <p:nvPr/>
          </p:nvSpPr>
          <p:spPr>
            <a:xfrm>
              <a:off x="7448970" y="4623442"/>
              <a:ext cx="164592" cy="109727"/>
            </a:xfrm>
            <a:prstGeom prst="rect">
              <a:avLst/>
            </a:prstGeom>
            <a:solidFill>
              <a:srgbClr val="FDE725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93" name="pl993"/>
            <p:cNvSpPr/>
            <p:nvPr/>
          </p:nvSpPr>
          <p:spPr>
            <a:xfrm>
              <a:off x="7448970" y="4678306"/>
              <a:ext cx="164591" cy="0"/>
            </a:xfrm>
            <a:custGeom>
              <a:avLst/>
              <a:pathLst>
                <a:path w="164591" h="0">
                  <a:moveTo>
                    <a:pt x="0" y="0"/>
                  </a:moveTo>
                  <a:lnTo>
                    <a:pt x="164591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94" name="pl994"/>
            <p:cNvSpPr/>
            <p:nvPr/>
          </p:nvSpPr>
          <p:spPr>
            <a:xfrm>
              <a:off x="7531266" y="4766088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95" name="pl995"/>
            <p:cNvSpPr/>
            <p:nvPr/>
          </p:nvSpPr>
          <p:spPr>
            <a:xfrm>
              <a:off x="7531266" y="4590523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96" name="tx996"/>
            <p:cNvSpPr/>
            <p:nvPr/>
          </p:nvSpPr>
          <p:spPr>
            <a:xfrm>
              <a:off x="7710583" y="3102063"/>
              <a:ext cx="3725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W1_TX</a:t>
              </a:r>
            </a:p>
          </p:txBody>
        </p:sp>
        <p:sp>
          <p:nvSpPr>
            <p:cNvPr id="997" name="tx997"/>
            <p:cNvSpPr/>
            <p:nvPr/>
          </p:nvSpPr>
          <p:spPr>
            <a:xfrm>
              <a:off x="7710583" y="3321519"/>
              <a:ext cx="36649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W2_LA</a:t>
              </a:r>
            </a:p>
          </p:txBody>
        </p:sp>
        <p:sp>
          <p:nvSpPr>
            <p:cNvPr id="998" name="tx998"/>
            <p:cNvSpPr/>
            <p:nvPr/>
          </p:nvSpPr>
          <p:spPr>
            <a:xfrm>
              <a:off x="7710583" y="3540975"/>
              <a:ext cx="36018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W3_FL</a:t>
              </a:r>
            </a:p>
          </p:txBody>
        </p:sp>
        <p:sp>
          <p:nvSpPr>
            <p:cNvPr id="999" name="tx999"/>
            <p:cNvSpPr/>
            <p:nvPr/>
          </p:nvSpPr>
          <p:spPr>
            <a:xfrm>
              <a:off x="7710583" y="3760431"/>
              <a:ext cx="3788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W4_VA</a:t>
              </a:r>
            </a:p>
          </p:txBody>
        </p:sp>
        <p:sp>
          <p:nvSpPr>
            <p:cNvPr id="1000" name="tx1000"/>
            <p:cNvSpPr/>
            <p:nvPr/>
          </p:nvSpPr>
          <p:spPr>
            <a:xfrm>
              <a:off x="7710583" y="3979887"/>
              <a:ext cx="48463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S1_LOLA</a:t>
              </a:r>
            </a:p>
          </p:txBody>
        </p:sp>
        <p:sp>
          <p:nvSpPr>
            <p:cNvPr id="1001" name="tx1001"/>
            <p:cNvSpPr/>
            <p:nvPr/>
          </p:nvSpPr>
          <p:spPr>
            <a:xfrm>
              <a:off x="7710583" y="4199343"/>
              <a:ext cx="50310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S2_DEBY</a:t>
              </a:r>
            </a:p>
          </p:txBody>
        </p:sp>
        <p:sp>
          <p:nvSpPr>
            <p:cNvPr id="1002" name="tx1002"/>
            <p:cNvSpPr/>
            <p:nvPr/>
          </p:nvSpPr>
          <p:spPr>
            <a:xfrm>
              <a:off x="7710583" y="4418799"/>
              <a:ext cx="39108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W5_NH</a:t>
              </a:r>
            </a:p>
          </p:txBody>
        </p:sp>
        <p:sp>
          <p:nvSpPr>
            <p:cNvPr id="1003" name="tx1003"/>
            <p:cNvSpPr/>
            <p:nvPr/>
          </p:nvSpPr>
          <p:spPr>
            <a:xfrm>
              <a:off x="7710583" y="4638255"/>
              <a:ext cx="39739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W6_ME</a:t>
              </a:r>
            </a:p>
          </p:txBody>
        </p:sp>
        <p:sp>
          <p:nvSpPr>
            <p:cNvPr id="1004" name="tx1004"/>
            <p:cNvSpPr/>
            <p:nvPr/>
          </p:nvSpPr>
          <p:spPr>
            <a:xfrm>
              <a:off x="941876" y="1669789"/>
              <a:ext cx="301715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Final Length at Lewisetta and York River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camillerumberger</cp:lastModifiedBy>
  <cp:revision>3</cp:revision>
  <dcterms:created xsi:type="dcterms:W3CDTF">2017-02-13T16:18:36Z</dcterms:created>
  <dcterms:modified xsi:type="dcterms:W3CDTF">2025-12-17T08:08:36Z</dcterms:modified>
  <cp:category/>
</cp:coreProperties>
</file>