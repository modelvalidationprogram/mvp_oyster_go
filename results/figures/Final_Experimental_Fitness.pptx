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39896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433775" y="3036178"/>
              <a:ext cx="0" cy="48745"/>
            </a:xfrm>
            <a:custGeom>
              <a:avLst/>
              <a:pathLst>
                <a:path w="0" h="48745">
                  <a:moveTo>
                    <a:pt x="0" y="487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33775" y="3342561"/>
              <a:ext cx="0" cy="208890"/>
            </a:xfrm>
            <a:custGeom>
              <a:avLst/>
              <a:pathLst>
                <a:path w="0" h="208890">
                  <a:moveTo>
                    <a:pt x="0" y="0"/>
                  </a:moveTo>
                  <a:lnTo>
                    <a:pt x="0" y="2088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300823" y="3084924"/>
              <a:ext cx="265904" cy="257636"/>
            </a:xfrm>
            <a:custGeom>
              <a:avLst/>
              <a:pathLst>
                <a:path w="265904" h="257636">
                  <a:moveTo>
                    <a:pt x="0" y="0"/>
                  </a:moveTo>
                  <a:lnTo>
                    <a:pt x="0" y="257636"/>
                  </a:lnTo>
                  <a:lnTo>
                    <a:pt x="265904" y="25763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0823" y="3133670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788315" y="2268988"/>
              <a:ext cx="0" cy="80183"/>
            </a:xfrm>
            <a:custGeom>
              <a:avLst/>
              <a:pathLst>
                <a:path w="0" h="80183">
                  <a:moveTo>
                    <a:pt x="0" y="801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88315" y="2678567"/>
              <a:ext cx="0" cy="249211"/>
            </a:xfrm>
            <a:custGeom>
              <a:avLst/>
              <a:pathLst>
                <a:path w="0" h="249211">
                  <a:moveTo>
                    <a:pt x="0" y="0"/>
                  </a:moveTo>
                  <a:lnTo>
                    <a:pt x="0" y="24921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655363" y="2349171"/>
              <a:ext cx="265904" cy="329395"/>
            </a:xfrm>
            <a:custGeom>
              <a:avLst/>
              <a:pathLst>
                <a:path w="265904" h="329395">
                  <a:moveTo>
                    <a:pt x="0" y="0"/>
                  </a:moveTo>
                  <a:lnTo>
                    <a:pt x="0" y="329395"/>
                  </a:lnTo>
                  <a:lnTo>
                    <a:pt x="265904" y="329395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655363" y="2429355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142855" y="2645597"/>
              <a:ext cx="0" cy="432850"/>
            </a:xfrm>
            <a:custGeom>
              <a:avLst/>
              <a:pathLst>
                <a:path w="0" h="432850">
                  <a:moveTo>
                    <a:pt x="0" y="43285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42855" y="3676348"/>
              <a:ext cx="0" cy="165050"/>
            </a:xfrm>
            <a:custGeom>
              <a:avLst/>
              <a:pathLst>
                <a:path w="0" h="165050">
                  <a:moveTo>
                    <a:pt x="0" y="0"/>
                  </a:moveTo>
                  <a:lnTo>
                    <a:pt x="0" y="16505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2009902" y="3078447"/>
              <a:ext cx="265904" cy="597901"/>
            </a:xfrm>
            <a:custGeom>
              <a:avLst/>
              <a:pathLst>
                <a:path w="265904" h="597901">
                  <a:moveTo>
                    <a:pt x="0" y="0"/>
                  </a:moveTo>
                  <a:lnTo>
                    <a:pt x="0" y="597901"/>
                  </a:lnTo>
                  <a:lnTo>
                    <a:pt x="265904" y="59790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09902" y="3511297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97394" y="3616203"/>
              <a:ext cx="0" cy="49433"/>
            </a:xfrm>
            <a:custGeom>
              <a:avLst/>
              <a:pathLst>
                <a:path w="0" h="49433">
                  <a:moveTo>
                    <a:pt x="0" y="4943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97394" y="3873902"/>
              <a:ext cx="0" cy="158832"/>
            </a:xfrm>
            <a:custGeom>
              <a:avLst/>
              <a:pathLst>
                <a:path w="0" h="158832">
                  <a:moveTo>
                    <a:pt x="0" y="0"/>
                  </a:moveTo>
                  <a:lnTo>
                    <a:pt x="0" y="1588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364442" y="3665636"/>
              <a:ext cx="265904" cy="208265"/>
            </a:xfrm>
            <a:custGeom>
              <a:avLst/>
              <a:pathLst>
                <a:path w="265904" h="208265">
                  <a:moveTo>
                    <a:pt x="0" y="0"/>
                  </a:moveTo>
                  <a:lnTo>
                    <a:pt x="0" y="208265"/>
                  </a:lnTo>
                  <a:lnTo>
                    <a:pt x="265904" y="208265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64442" y="3715069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51934" y="2964836"/>
              <a:ext cx="0" cy="22419"/>
            </a:xfrm>
            <a:custGeom>
              <a:avLst/>
              <a:pathLst>
                <a:path w="0" h="22419">
                  <a:moveTo>
                    <a:pt x="0" y="2241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51934" y="3162009"/>
              <a:ext cx="0" cy="152333"/>
            </a:xfrm>
            <a:custGeom>
              <a:avLst/>
              <a:pathLst>
                <a:path w="0" h="152333">
                  <a:moveTo>
                    <a:pt x="0" y="0"/>
                  </a:moveTo>
                  <a:lnTo>
                    <a:pt x="0" y="15233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718981" y="2987255"/>
              <a:ext cx="265904" cy="174753"/>
            </a:xfrm>
            <a:custGeom>
              <a:avLst/>
              <a:pathLst>
                <a:path w="265904" h="174753">
                  <a:moveTo>
                    <a:pt x="0" y="0"/>
                  </a:moveTo>
                  <a:lnTo>
                    <a:pt x="0" y="174753"/>
                  </a:lnTo>
                  <a:lnTo>
                    <a:pt x="265904" y="17475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718981" y="3009675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206473" y="3269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206473" y="3269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3073521" y="3269838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73521" y="3269838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61013" y="5231030"/>
              <a:ext cx="0" cy="75683"/>
            </a:xfrm>
            <a:custGeom>
              <a:avLst/>
              <a:pathLst>
                <a:path w="0" h="75683">
                  <a:moveTo>
                    <a:pt x="0" y="756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61013" y="5422468"/>
              <a:ext cx="0" cy="40071"/>
            </a:xfrm>
            <a:custGeom>
              <a:avLst/>
              <a:pathLst>
                <a:path w="0" h="40071">
                  <a:moveTo>
                    <a:pt x="0" y="0"/>
                  </a:moveTo>
                  <a:lnTo>
                    <a:pt x="0" y="4007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3428061" y="5306713"/>
              <a:ext cx="265904" cy="115754"/>
            </a:xfrm>
            <a:custGeom>
              <a:avLst/>
              <a:pathLst>
                <a:path w="265904" h="115754">
                  <a:moveTo>
                    <a:pt x="0" y="0"/>
                  </a:moveTo>
                  <a:lnTo>
                    <a:pt x="0" y="115754"/>
                  </a:lnTo>
                  <a:lnTo>
                    <a:pt x="265904" y="115754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428061" y="5382397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15553" y="4872547"/>
              <a:ext cx="0" cy="137015"/>
            </a:xfrm>
            <a:custGeom>
              <a:avLst/>
              <a:pathLst>
                <a:path w="0" h="137015">
                  <a:moveTo>
                    <a:pt x="0" y="1370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15553" y="5202686"/>
              <a:ext cx="0" cy="56107"/>
            </a:xfrm>
            <a:custGeom>
              <a:avLst/>
              <a:pathLst>
                <a:path w="0" h="56107">
                  <a:moveTo>
                    <a:pt x="0" y="0"/>
                  </a:moveTo>
                  <a:lnTo>
                    <a:pt x="0" y="5610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782600" y="5009562"/>
              <a:ext cx="265904" cy="193123"/>
            </a:xfrm>
            <a:custGeom>
              <a:avLst/>
              <a:pathLst>
                <a:path w="265904" h="193123">
                  <a:moveTo>
                    <a:pt x="0" y="0"/>
                  </a:moveTo>
                  <a:lnTo>
                    <a:pt x="0" y="193123"/>
                  </a:lnTo>
                  <a:lnTo>
                    <a:pt x="265904" y="19312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782600" y="5146578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270092" y="3947790"/>
              <a:ext cx="0" cy="167984"/>
            </a:xfrm>
            <a:custGeom>
              <a:avLst/>
              <a:pathLst>
                <a:path w="0" h="167984">
                  <a:moveTo>
                    <a:pt x="0" y="16798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270092" y="4310121"/>
              <a:ext cx="0" cy="26361"/>
            </a:xfrm>
            <a:custGeom>
              <a:avLst/>
              <a:pathLst>
                <a:path w="0" h="26361">
                  <a:moveTo>
                    <a:pt x="0" y="0"/>
                  </a:moveTo>
                  <a:lnTo>
                    <a:pt x="0" y="263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37140" y="4115775"/>
              <a:ext cx="265904" cy="194346"/>
            </a:xfrm>
            <a:custGeom>
              <a:avLst/>
              <a:pathLst>
                <a:path w="265904" h="194346">
                  <a:moveTo>
                    <a:pt x="0" y="0"/>
                  </a:moveTo>
                  <a:lnTo>
                    <a:pt x="0" y="194346"/>
                  </a:lnTo>
                  <a:lnTo>
                    <a:pt x="265904" y="19434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37140" y="4283760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624632" y="4587150"/>
              <a:ext cx="0" cy="83635"/>
            </a:xfrm>
            <a:custGeom>
              <a:avLst/>
              <a:pathLst>
                <a:path w="0" h="83635">
                  <a:moveTo>
                    <a:pt x="0" y="8363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624632" y="4838057"/>
              <a:ext cx="0" cy="83635"/>
            </a:xfrm>
            <a:custGeom>
              <a:avLst/>
              <a:pathLst>
                <a:path w="0" h="83635">
                  <a:moveTo>
                    <a:pt x="0" y="0"/>
                  </a:moveTo>
                  <a:lnTo>
                    <a:pt x="0" y="836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1679" y="4670786"/>
              <a:ext cx="265904" cy="167271"/>
            </a:xfrm>
            <a:custGeom>
              <a:avLst/>
              <a:pathLst>
                <a:path w="265904" h="167271">
                  <a:moveTo>
                    <a:pt x="0" y="0"/>
                  </a:moveTo>
                  <a:lnTo>
                    <a:pt x="0" y="167271"/>
                  </a:lnTo>
                  <a:lnTo>
                    <a:pt x="265904" y="16727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491679" y="4754421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979171" y="3834699"/>
              <a:ext cx="0" cy="102064"/>
            </a:xfrm>
            <a:custGeom>
              <a:avLst/>
              <a:pathLst>
                <a:path w="0" h="102064">
                  <a:moveTo>
                    <a:pt x="0" y="10206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979171" y="4116934"/>
              <a:ext cx="0" cy="78106"/>
            </a:xfrm>
            <a:custGeom>
              <a:avLst/>
              <a:pathLst>
                <a:path w="0" h="78106">
                  <a:moveTo>
                    <a:pt x="0" y="0"/>
                  </a:moveTo>
                  <a:lnTo>
                    <a:pt x="0" y="7810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846219" y="3936763"/>
              <a:ext cx="265904" cy="180171"/>
            </a:xfrm>
            <a:custGeom>
              <a:avLst/>
              <a:pathLst>
                <a:path w="265904" h="180171">
                  <a:moveTo>
                    <a:pt x="0" y="0"/>
                  </a:moveTo>
                  <a:lnTo>
                    <a:pt x="0" y="180171"/>
                  </a:lnTo>
                  <a:lnTo>
                    <a:pt x="265904" y="18017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846219" y="4038827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5333711" y="3902645"/>
              <a:ext cx="0" cy="119534"/>
            </a:xfrm>
            <a:custGeom>
              <a:avLst/>
              <a:pathLst>
                <a:path w="0" h="119534">
                  <a:moveTo>
                    <a:pt x="0" y="11953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333711" y="4144543"/>
              <a:ext cx="0" cy="2829"/>
            </a:xfrm>
            <a:custGeom>
              <a:avLst/>
              <a:pathLst>
                <a:path w="0" h="2829">
                  <a:moveTo>
                    <a:pt x="0" y="0"/>
                  </a:moveTo>
                  <a:lnTo>
                    <a:pt x="0" y="282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200759" y="4022179"/>
              <a:ext cx="265904" cy="122363"/>
            </a:xfrm>
            <a:custGeom>
              <a:avLst/>
              <a:pathLst>
                <a:path w="265904" h="122363">
                  <a:moveTo>
                    <a:pt x="0" y="0"/>
                  </a:moveTo>
                  <a:lnTo>
                    <a:pt x="0" y="122363"/>
                  </a:lnTo>
                  <a:lnTo>
                    <a:pt x="265904" y="12236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00759" y="4141714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688250" y="4574597"/>
              <a:ext cx="0" cy="61141"/>
            </a:xfrm>
            <a:custGeom>
              <a:avLst/>
              <a:pathLst>
                <a:path w="0" h="61141">
                  <a:moveTo>
                    <a:pt x="0" y="6114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688250" y="4737802"/>
              <a:ext cx="0" cy="40921"/>
            </a:xfrm>
            <a:custGeom>
              <a:avLst/>
              <a:pathLst>
                <a:path w="0" h="40921">
                  <a:moveTo>
                    <a:pt x="0" y="0"/>
                  </a:moveTo>
                  <a:lnTo>
                    <a:pt x="0" y="4092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555298" y="4635739"/>
              <a:ext cx="265904" cy="102062"/>
            </a:xfrm>
            <a:custGeom>
              <a:avLst/>
              <a:pathLst>
                <a:path w="265904" h="102062">
                  <a:moveTo>
                    <a:pt x="0" y="0"/>
                  </a:moveTo>
                  <a:lnTo>
                    <a:pt x="0" y="102062"/>
                  </a:lnTo>
                  <a:lnTo>
                    <a:pt x="265904" y="102062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555298" y="4696880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042790" y="4053270"/>
              <a:ext cx="0" cy="48822"/>
            </a:xfrm>
            <a:custGeom>
              <a:avLst/>
              <a:pathLst>
                <a:path w="0" h="48822">
                  <a:moveTo>
                    <a:pt x="0" y="488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6042790" y="4292986"/>
              <a:ext cx="0" cy="142070"/>
            </a:xfrm>
            <a:custGeom>
              <a:avLst/>
              <a:pathLst>
                <a:path w="0" h="142070">
                  <a:moveTo>
                    <a:pt x="0" y="0"/>
                  </a:moveTo>
                  <a:lnTo>
                    <a:pt x="0" y="14207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909838" y="4102093"/>
              <a:ext cx="265904" cy="190892"/>
            </a:xfrm>
            <a:custGeom>
              <a:avLst/>
              <a:pathLst>
                <a:path w="265904" h="190892">
                  <a:moveTo>
                    <a:pt x="0" y="0"/>
                  </a:moveTo>
                  <a:lnTo>
                    <a:pt x="0" y="190892"/>
                  </a:lnTo>
                  <a:lnTo>
                    <a:pt x="265904" y="190892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909838" y="4150915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397330" y="5442824"/>
              <a:ext cx="0" cy="8523"/>
            </a:xfrm>
            <a:custGeom>
              <a:avLst/>
              <a:pathLst>
                <a:path w="0" h="8523">
                  <a:moveTo>
                    <a:pt x="0" y="852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397330" y="5468396"/>
              <a:ext cx="0" cy="8523"/>
            </a:xfrm>
            <a:custGeom>
              <a:avLst/>
              <a:pathLst>
                <a:path w="0" h="8523">
                  <a:moveTo>
                    <a:pt x="0" y="0"/>
                  </a:moveTo>
                  <a:lnTo>
                    <a:pt x="0" y="852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6264377" y="5451348"/>
              <a:ext cx="265904" cy="17047"/>
            </a:xfrm>
            <a:custGeom>
              <a:avLst/>
              <a:pathLst>
                <a:path w="265904" h="17047">
                  <a:moveTo>
                    <a:pt x="0" y="0"/>
                  </a:moveTo>
                  <a:lnTo>
                    <a:pt x="0" y="17047"/>
                  </a:lnTo>
                  <a:lnTo>
                    <a:pt x="265904" y="17047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6264377" y="5459872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751869" y="5439194"/>
              <a:ext cx="0" cy="33722"/>
            </a:xfrm>
            <a:custGeom>
              <a:avLst/>
              <a:pathLst>
                <a:path w="0" h="33722">
                  <a:moveTo>
                    <a:pt x="0" y="337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751869" y="5527923"/>
              <a:ext cx="0" cy="21284"/>
            </a:xfrm>
            <a:custGeom>
              <a:avLst/>
              <a:pathLst>
                <a:path w="0" h="21284">
                  <a:moveTo>
                    <a:pt x="0" y="0"/>
                  </a:moveTo>
                  <a:lnTo>
                    <a:pt x="0" y="2128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6618917" y="5472916"/>
              <a:ext cx="265904" cy="55006"/>
            </a:xfrm>
            <a:custGeom>
              <a:avLst/>
              <a:pathLst>
                <a:path w="265904" h="55006">
                  <a:moveTo>
                    <a:pt x="0" y="0"/>
                  </a:moveTo>
                  <a:lnTo>
                    <a:pt x="0" y="55006"/>
                  </a:lnTo>
                  <a:lnTo>
                    <a:pt x="265904" y="5500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618917" y="5506639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054957" y="1920171"/>
              <a:ext cx="3030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abcd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527522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527522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339082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339082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4" name="pl114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92708" y="55401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92708" y="46627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378531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2907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20304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0" name="pl120"/>
            <p:cNvSpPr/>
            <p:nvPr/>
          </p:nvSpPr>
          <p:spPr>
            <a:xfrm>
              <a:off x="938079" y="55802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938079" y="47027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938079" y="382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2947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2070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72874" y="5723142"/>
              <a:ext cx="6239896" cy="0"/>
            </a:xfrm>
            <a:custGeom>
              <a:avLst/>
              <a:pathLst>
                <a:path w="6239896" h="0">
                  <a:moveTo>
                    <a:pt x="0" y="0"/>
                  </a:moveTo>
                  <a:lnTo>
                    <a:pt x="6239896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67466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51098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tx128"/>
            <p:cNvSpPr/>
            <p:nvPr/>
          </p:nvSpPr>
          <p:spPr>
            <a:xfrm>
              <a:off x="2438657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5265739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545417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131" name="tx131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2" name="rc132"/>
            <p:cNvSpPr/>
            <p:nvPr/>
          </p:nvSpPr>
          <p:spPr>
            <a:xfrm>
              <a:off x="7351949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7421538" y="2847125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134" name="rc134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531266" y="31969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531266" y="305433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44897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448970" y="314211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421538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531266" y="34164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531266" y="327378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4897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448970" y="336157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1538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531266" y="36358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531266" y="349324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44897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448970" y="358102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531266" y="385534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531266" y="371269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744897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448970" y="3800482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7421538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7531266" y="407480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7531266" y="393215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744897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448970" y="4019938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421538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531266" y="42942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531266" y="41516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44897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448970" y="423939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7531266" y="45137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7531266" y="43710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44897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448970" y="445885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21538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7531266" y="47331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7531266" y="45905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44897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448970" y="467830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tx190"/>
            <p:cNvSpPr/>
            <p:nvPr/>
          </p:nvSpPr>
          <p:spPr>
            <a:xfrm>
              <a:off x="7710583" y="3102063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7710583" y="3321519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7710583" y="3540975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7710583" y="3760431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710583" y="3979887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710583" y="4199343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710583" y="4418799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710583" y="4638255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972874" y="1669789"/>
              <a:ext cx="31005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Survival at Lewisetta and York 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0894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380241" y="429000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380241" y="207372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380241" y="471081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67" y="2294931"/>
              <a:ext cx="0" cy="729406"/>
            </a:xfrm>
            <a:custGeom>
              <a:avLst/>
              <a:pathLst>
                <a:path w="0" h="729406">
                  <a:moveTo>
                    <a:pt x="0" y="72940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05067" y="3529312"/>
              <a:ext cx="0" cy="617190"/>
            </a:xfrm>
            <a:custGeom>
              <a:avLst/>
              <a:pathLst>
                <a:path w="0" h="617190">
                  <a:moveTo>
                    <a:pt x="0" y="0"/>
                  </a:moveTo>
                  <a:lnTo>
                    <a:pt x="0" y="6171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271454" y="3024338"/>
              <a:ext cx="267225" cy="504973"/>
            </a:xfrm>
            <a:custGeom>
              <a:avLst/>
              <a:pathLst>
                <a:path w="267225" h="504973">
                  <a:moveTo>
                    <a:pt x="0" y="0"/>
                  </a:moveTo>
                  <a:lnTo>
                    <a:pt x="0" y="504973"/>
                  </a:lnTo>
                  <a:lnTo>
                    <a:pt x="267225" y="50497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454" y="3276825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736542" y="434610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61368" y="2154661"/>
              <a:ext cx="0" cy="617190"/>
            </a:xfrm>
            <a:custGeom>
              <a:avLst/>
              <a:pathLst>
                <a:path w="0" h="617190">
                  <a:moveTo>
                    <a:pt x="0" y="61719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761368" y="3389041"/>
              <a:ext cx="0" cy="617190"/>
            </a:xfrm>
            <a:custGeom>
              <a:avLst/>
              <a:pathLst>
                <a:path w="0" h="617190">
                  <a:moveTo>
                    <a:pt x="0" y="0"/>
                  </a:moveTo>
                  <a:lnTo>
                    <a:pt x="0" y="6171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627755" y="2771851"/>
              <a:ext cx="267225" cy="617190"/>
            </a:xfrm>
            <a:custGeom>
              <a:avLst/>
              <a:pathLst>
                <a:path w="267225" h="617190">
                  <a:moveTo>
                    <a:pt x="0" y="0"/>
                  </a:moveTo>
                  <a:lnTo>
                    <a:pt x="0" y="617190"/>
                  </a:lnTo>
                  <a:lnTo>
                    <a:pt x="267225" y="617190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27755" y="3136554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092843" y="252259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092843" y="4177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092843" y="437416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092843" y="44022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17669" y="2912121"/>
              <a:ext cx="0" cy="287554"/>
            </a:xfrm>
            <a:custGeom>
              <a:avLst/>
              <a:pathLst>
                <a:path w="0" h="287554">
                  <a:moveTo>
                    <a:pt x="0" y="28755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17669" y="3585420"/>
              <a:ext cx="0" cy="476919"/>
            </a:xfrm>
            <a:custGeom>
              <a:avLst/>
              <a:pathLst>
                <a:path w="0" h="476919">
                  <a:moveTo>
                    <a:pt x="0" y="0"/>
                  </a:moveTo>
                  <a:lnTo>
                    <a:pt x="0" y="47691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984056" y="3199676"/>
              <a:ext cx="267225" cy="385743"/>
            </a:xfrm>
            <a:custGeom>
              <a:avLst/>
              <a:pathLst>
                <a:path w="267225" h="385743">
                  <a:moveTo>
                    <a:pt x="0" y="0"/>
                  </a:moveTo>
                  <a:lnTo>
                    <a:pt x="0" y="385743"/>
                  </a:lnTo>
                  <a:lnTo>
                    <a:pt x="267225" y="38574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4056" y="336098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449143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449143" y="221399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449143" y="224205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449143" y="255064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449143" y="406556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3969" y="2687689"/>
              <a:ext cx="0" cy="448865"/>
            </a:xfrm>
            <a:custGeom>
              <a:avLst/>
              <a:pathLst>
                <a:path w="0" h="448865">
                  <a:moveTo>
                    <a:pt x="0" y="44886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73969" y="3501257"/>
              <a:ext cx="0" cy="252486"/>
            </a:xfrm>
            <a:custGeom>
              <a:avLst/>
              <a:pathLst>
                <a:path w="0" h="252486">
                  <a:moveTo>
                    <a:pt x="0" y="0"/>
                  </a:moveTo>
                  <a:lnTo>
                    <a:pt x="0" y="25248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340357" y="3136554"/>
              <a:ext cx="267225" cy="364703"/>
            </a:xfrm>
            <a:custGeom>
              <a:avLst/>
              <a:pathLst>
                <a:path w="267225" h="364703">
                  <a:moveTo>
                    <a:pt x="0" y="0"/>
                  </a:moveTo>
                  <a:lnTo>
                    <a:pt x="0" y="364703"/>
                  </a:lnTo>
                  <a:lnTo>
                    <a:pt x="267225" y="36470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340357" y="3304879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830270" y="2070498"/>
              <a:ext cx="0" cy="589136"/>
            </a:xfrm>
            <a:custGeom>
              <a:avLst/>
              <a:pathLst>
                <a:path w="0" h="589136">
                  <a:moveTo>
                    <a:pt x="0" y="58913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830270" y="3276825"/>
              <a:ext cx="0" cy="364703"/>
            </a:xfrm>
            <a:custGeom>
              <a:avLst/>
              <a:pathLst>
                <a:path w="0" h="364703">
                  <a:moveTo>
                    <a:pt x="0" y="0"/>
                  </a:moveTo>
                  <a:lnTo>
                    <a:pt x="0" y="36470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696657" y="2659634"/>
              <a:ext cx="267225" cy="617190"/>
            </a:xfrm>
            <a:custGeom>
              <a:avLst/>
              <a:pathLst>
                <a:path w="267225" h="617190">
                  <a:moveTo>
                    <a:pt x="0" y="0"/>
                  </a:moveTo>
                  <a:lnTo>
                    <a:pt x="0" y="617190"/>
                  </a:lnTo>
                  <a:lnTo>
                    <a:pt x="267225" y="617190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96657" y="2968230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61745" y="4177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61745" y="398140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61745" y="412167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61745" y="448637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186571" y="2351039"/>
              <a:ext cx="0" cy="582122"/>
            </a:xfrm>
            <a:custGeom>
              <a:avLst/>
              <a:pathLst>
                <a:path w="0" h="582122">
                  <a:moveTo>
                    <a:pt x="0" y="5821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186571" y="3339946"/>
              <a:ext cx="0" cy="610176"/>
            </a:xfrm>
            <a:custGeom>
              <a:avLst/>
              <a:pathLst>
                <a:path w="0" h="610176">
                  <a:moveTo>
                    <a:pt x="0" y="0"/>
                  </a:moveTo>
                  <a:lnTo>
                    <a:pt x="0" y="61017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052958" y="2933162"/>
              <a:ext cx="267225" cy="406784"/>
            </a:xfrm>
            <a:custGeom>
              <a:avLst/>
              <a:pathLst>
                <a:path w="267225" h="406784">
                  <a:moveTo>
                    <a:pt x="0" y="0"/>
                  </a:moveTo>
                  <a:lnTo>
                    <a:pt x="0" y="406784"/>
                  </a:lnTo>
                  <a:lnTo>
                    <a:pt x="267225" y="406784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052958" y="3136554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542872" y="3473203"/>
              <a:ext cx="0" cy="336649"/>
            </a:xfrm>
            <a:custGeom>
              <a:avLst/>
              <a:pathLst>
                <a:path w="0" h="336649">
                  <a:moveTo>
                    <a:pt x="0" y="3366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542872" y="4441070"/>
              <a:ext cx="0" cy="350676"/>
            </a:xfrm>
            <a:custGeom>
              <a:avLst/>
              <a:pathLst>
                <a:path w="0" h="350676">
                  <a:moveTo>
                    <a:pt x="0" y="0"/>
                  </a:moveTo>
                  <a:lnTo>
                    <a:pt x="0" y="35067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3409259" y="3809853"/>
              <a:ext cx="267225" cy="631217"/>
            </a:xfrm>
            <a:custGeom>
              <a:avLst/>
              <a:pathLst>
                <a:path w="267225" h="631217">
                  <a:moveTo>
                    <a:pt x="0" y="0"/>
                  </a:moveTo>
                  <a:lnTo>
                    <a:pt x="0" y="631217"/>
                  </a:lnTo>
                  <a:lnTo>
                    <a:pt x="267225" y="631217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409259" y="3964150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74347" y="445832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74347" y="437416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874347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899173" y="2884067"/>
              <a:ext cx="0" cy="322622"/>
            </a:xfrm>
            <a:custGeom>
              <a:avLst/>
              <a:pathLst>
                <a:path w="0" h="322622">
                  <a:moveTo>
                    <a:pt x="0" y="3226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899173" y="3641528"/>
              <a:ext cx="0" cy="448865"/>
            </a:xfrm>
            <a:custGeom>
              <a:avLst/>
              <a:pathLst>
                <a:path w="0" h="448865">
                  <a:moveTo>
                    <a:pt x="0" y="0"/>
                  </a:moveTo>
                  <a:lnTo>
                    <a:pt x="0" y="44886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3765560" y="3206689"/>
              <a:ext cx="267225" cy="434838"/>
            </a:xfrm>
            <a:custGeom>
              <a:avLst/>
              <a:pathLst>
                <a:path w="267225" h="434838">
                  <a:moveTo>
                    <a:pt x="0" y="0"/>
                  </a:moveTo>
                  <a:lnTo>
                    <a:pt x="0" y="434838"/>
                  </a:lnTo>
                  <a:lnTo>
                    <a:pt x="267225" y="434838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765560" y="350125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255474" y="3753744"/>
              <a:ext cx="0" cy="154297"/>
            </a:xfrm>
            <a:custGeom>
              <a:avLst/>
              <a:pathLst>
                <a:path w="0" h="154297">
                  <a:moveTo>
                    <a:pt x="0" y="15429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55474" y="4160529"/>
              <a:ext cx="0" cy="238459"/>
            </a:xfrm>
            <a:custGeom>
              <a:avLst/>
              <a:pathLst>
                <a:path w="0" h="238459">
                  <a:moveTo>
                    <a:pt x="0" y="0"/>
                  </a:moveTo>
                  <a:lnTo>
                    <a:pt x="0" y="23845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121861" y="3908042"/>
              <a:ext cx="267225" cy="252486"/>
            </a:xfrm>
            <a:custGeom>
              <a:avLst/>
              <a:pathLst>
                <a:path w="267225" h="252486">
                  <a:moveTo>
                    <a:pt x="0" y="0"/>
                  </a:moveTo>
                  <a:lnTo>
                    <a:pt x="0" y="252486"/>
                  </a:lnTo>
                  <a:lnTo>
                    <a:pt x="267225" y="25248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121861" y="4062339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86949" y="3364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611774" y="3669582"/>
              <a:ext cx="0" cy="224432"/>
            </a:xfrm>
            <a:custGeom>
              <a:avLst/>
              <a:pathLst>
                <a:path w="0" h="224432">
                  <a:moveTo>
                    <a:pt x="0" y="2244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611774" y="4139488"/>
              <a:ext cx="0" cy="259500"/>
            </a:xfrm>
            <a:custGeom>
              <a:avLst/>
              <a:pathLst>
                <a:path w="0" h="259500">
                  <a:moveTo>
                    <a:pt x="0" y="0"/>
                  </a:moveTo>
                  <a:lnTo>
                    <a:pt x="0" y="25950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478162" y="3894015"/>
              <a:ext cx="267225" cy="245473"/>
            </a:xfrm>
            <a:custGeom>
              <a:avLst/>
              <a:pathLst>
                <a:path w="267225" h="245473">
                  <a:moveTo>
                    <a:pt x="0" y="0"/>
                  </a:moveTo>
                  <a:lnTo>
                    <a:pt x="0" y="245473"/>
                  </a:lnTo>
                  <a:lnTo>
                    <a:pt x="267225" y="24547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478162" y="4006231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968075" y="3360987"/>
              <a:ext cx="0" cy="252486"/>
            </a:xfrm>
            <a:custGeom>
              <a:avLst/>
              <a:pathLst>
                <a:path w="0" h="252486">
                  <a:moveTo>
                    <a:pt x="0" y="25248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968075" y="4062339"/>
              <a:ext cx="0" cy="561081"/>
            </a:xfrm>
            <a:custGeom>
              <a:avLst/>
              <a:pathLst>
                <a:path w="0" h="561081">
                  <a:moveTo>
                    <a:pt x="0" y="0"/>
                  </a:moveTo>
                  <a:lnTo>
                    <a:pt x="0" y="56108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834463" y="3613474"/>
              <a:ext cx="267225" cy="448865"/>
            </a:xfrm>
            <a:custGeom>
              <a:avLst/>
              <a:pathLst>
                <a:path w="267225" h="448865">
                  <a:moveTo>
                    <a:pt x="0" y="0"/>
                  </a:moveTo>
                  <a:lnTo>
                    <a:pt x="0" y="448865"/>
                  </a:lnTo>
                  <a:lnTo>
                    <a:pt x="267225" y="448865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834463" y="3809853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299550" y="457054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299550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299550" y="3364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324376" y="3417095"/>
              <a:ext cx="0" cy="336649"/>
            </a:xfrm>
            <a:custGeom>
              <a:avLst/>
              <a:pathLst>
                <a:path w="0" h="336649">
                  <a:moveTo>
                    <a:pt x="0" y="3366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324376" y="3978177"/>
              <a:ext cx="0" cy="280540"/>
            </a:xfrm>
            <a:custGeom>
              <a:avLst/>
              <a:pathLst>
                <a:path w="0" h="280540">
                  <a:moveTo>
                    <a:pt x="0" y="0"/>
                  </a:moveTo>
                  <a:lnTo>
                    <a:pt x="0" y="28054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190763" y="3753744"/>
              <a:ext cx="267225" cy="224432"/>
            </a:xfrm>
            <a:custGeom>
              <a:avLst/>
              <a:pathLst>
                <a:path w="267225" h="224432">
                  <a:moveTo>
                    <a:pt x="0" y="0"/>
                  </a:moveTo>
                  <a:lnTo>
                    <a:pt x="0" y="224432"/>
                  </a:lnTo>
                  <a:lnTo>
                    <a:pt x="267225" y="224432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190763" y="3865961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680677" y="3304879"/>
              <a:ext cx="0" cy="210405"/>
            </a:xfrm>
            <a:custGeom>
              <a:avLst/>
              <a:pathLst>
                <a:path w="0" h="210405">
                  <a:moveTo>
                    <a:pt x="0" y="2104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680677" y="3865961"/>
              <a:ext cx="0" cy="280540"/>
            </a:xfrm>
            <a:custGeom>
              <a:avLst/>
              <a:pathLst>
                <a:path w="0" h="280540">
                  <a:moveTo>
                    <a:pt x="0" y="0"/>
                  </a:moveTo>
                  <a:lnTo>
                    <a:pt x="0" y="28054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47064" y="3515285"/>
              <a:ext cx="267225" cy="350676"/>
            </a:xfrm>
            <a:custGeom>
              <a:avLst/>
              <a:pathLst>
                <a:path w="267225" h="350676">
                  <a:moveTo>
                    <a:pt x="0" y="0"/>
                  </a:moveTo>
                  <a:lnTo>
                    <a:pt x="0" y="350676"/>
                  </a:lnTo>
                  <a:lnTo>
                    <a:pt x="267225" y="35067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547064" y="3697636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12152" y="277507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036978" y="2968230"/>
              <a:ext cx="0" cy="483933"/>
            </a:xfrm>
            <a:custGeom>
              <a:avLst/>
              <a:pathLst>
                <a:path w="0" h="483933">
                  <a:moveTo>
                    <a:pt x="0" y="48393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036978" y="3781798"/>
              <a:ext cx="0" cy="336649"/>
            </a:xfrm>
            <a:custGeom>
              <a:avLst/>
              <a:pathLst>
                <a:path w="0" h="336649">
                  <a:moveTo>
                    <a:pt x="0" y="0"/>
                  </a:moveTo>
                  <a:lnTo>
                    <a:pt x="0" y="33664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903365" y="3452163"/>
              <a:ext cx="267225" cy="329635"/>
            </a:xfrm>
            <a:custGeom>
              <a:avLst/>
              <a:pathLst>
                <a:path w="267225" h="329635">
                  <a:moveTo>
                    <a:pt x="0" y="0"/>
                  </a:moveTo>
                  <a:lnTo>
                    <a:pt x="0" y="329635"/>
                  </a:lnTo>
                  <a:lnTo>
                    <a:pt x="267225" y="329635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903365" y="3669582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368453" y="381308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393279" y="4174556"/>
              <a:ext cx="0" cy="56108"/>
            </a:xfrm>
            <a:custGeom>
              <a:avLst/>
              <a:pathLst>
                <a:path w="0" h="56108">
                  <a:moveTo>
                    <a:pt x="0" y="5610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393279" y="4476137"/>
              <a:ext cx="0" cy="35067"/>
            </a:xfrm>
            <a:custGeom>
              <a:avLst/>
              <a:pathLst>
                <a:path w="0" h="35067">
                  <a:moveTo>
                    <a:pt x="0" y="0"/>
                  </a:moveTo>
                  <a:lnTo>
                    <a:pt x="0" y="3506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6259666" y="4230664"/>
              <a:ext cx="267225" cy="245473"/>
            </a:xfrm>
            <a:custGeom>
              <a:avLst/>
              <a:pathLst>
                <a:path w="267225" h="245473">
                  <a:moveTo>
                    <a:pt x="0" y="0"/>
                  </a:moveTo>
                  <a:lnTo>
                    <a:pt x="0" y="245473"/>
                  </a:lnTo>
                  <a:lnTo>
                    <a:pt x="267225" y="24547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259666" y="4427043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749580" y="3894015"/>
              <a:ext cx="0" cy="14027"/>
            </a:xfrm>
            <a:custGeom>
              <a:avLst/>
              <a:pathLst>
                <a:path w="0" h="14027">
                  <a:moveTo>
                    <a:pt x="0" y="1402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749580" y="4076367"/>
              <a:ext cx="0" cy="154297"/>
            </a:xfrm>
            <a:custGeom>
              <a:avLst/>
              <a:pathLst>
                <a:path w="0" h="154297">
                  <a:moveTo>
                    <a:pt x="0" y="0"/>
                  </a:moveTo>
                  <a:lnTo>
                    <a:pt x="0" y="15429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6615967" y="3908042"/>
              <a:ext cx="267225" cy="168324"/>
            </a:xfrm>
            <a:custGeom>
              <a:avLst/>
              <a:pathLst>
                <a:path w="267225" h="168324">
                  <a:moveTo>
                    <a:pt x="0" y="0"/>
                  </a:moveTo>
                  <a:lnTo>
                    <a:pt x="0" y="168324"/>
                  </a:lnTo>
                  <a:lnTo>
                    <a:pt x="267225" y="168324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615967" y="3922069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1" name="tx631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2" name="tx632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3" name="tx633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4" name="tx634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5" name="tx635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6" name="tx636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6598109" y="5398879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6598109" y="5398879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6598109" y="5398879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4" name="tx644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5" name="tx645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6" name="tx646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7" name="tx647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8" name="tx648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9" name="tx649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0" name="tx650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1" name="tx651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2" name="tx652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3" name="tx653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5" name="tx655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5" name="tx665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6" name="tx66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6" name="pl916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tx917"/>
            <p:cNvSpPr/>
            <p:nvPr/>
          </p:nvSpPr>
          <p:spPr>
            <a:xfrm>
              <a:off x="817066" y="5537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754887" y="483585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754887" y="41345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754887" y="34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692708" y="273180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923" name="pl923"/>
            <p:cNvSpPr/>
            <p:nvPr/>
          </p:nvSpPr>
          <p:spPr>
            <a:xfrm>
              <a:off x="907081" y="55772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907081" y="48759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907081" y="41745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907081" y="34732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907081" y="27718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907081" y="2070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941876" y="5723142"/>
              <a:ext cx="6270894" cy="0"/>
            </a:xfrm>
            <a:custGeom>
              <a:avLst/>
              <a:pathLst>
                <a:path w="6270894" h="0">
                  <a:moveTo>
                    <a:pt x="0" y="0"/>
                  </a:moveTo>
                  <a:lnTo>
                    <a:pt x="627089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265212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50252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tx932"/>
            <p:cNvSpPr/>
            <p:nvPr/>
          </p:nvSpPr>
          <p:spPr>
            <a:xfrm>
              <a:off x="2416113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5257285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3529918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935" name="tx9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936" name="rc936"/>
            <p:cNvSpPr/>
            <p:nvPr/>
          </p:nvSpPr>
          <p:spPr>
            <a:xfrm>
              <a:off x="7351949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tx937"/>
            <p:cNvSpPr/>
            <p:nvPr/>
          </p:nvSpPr>
          <p:spPr>
            <a:xfrm>
              <a:off x="7421538" y="2847125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938" name="rc938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7531266" y="31969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7531266" y="305433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1" name="rc941"/>
            <p:cNvSpPr/>
            <p:nvPr/>
          </p:nvSpPr>
          <p:spPr>
            <a:xfrm>
              <a:off x="744897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7448970" y="314211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5" name="rc945"/>
            <p:cNvSpPr/>
            <p:nvPr/>
          </p:nvSpPr>
          <p:spPr>
            <a:xfrm>
              <a:off x="7421538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7531266" y="34164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7531266" y="327378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8" name="rc948"/>
            <p:cNvSpPr/>
            <p:nvPr/>
          </p:nvSpPr>
          <p:spPr>
            <a:xfrm>
              <a:off x="744897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7448970" y="336157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2" name="rc952"/>
            <p:cNvSpPr/>
            <p:nvPr/>
          </p:nvSpPr>
          <p:spPr>
            <a:xfrm>
              <a:off x="7421538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7531266" y="36358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7531266" y="349324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5" name="rc955"/>
            <p:cNvSpPr/>
            <p:nvPr/>
          </p:nvSpPr>
          <p:spPr>
            <a:xfrm>
              <a:off x="744897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7448970" y="358102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9" name="rc959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7531266" y="385534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7531266" y="371269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2" name="rc962"/>
            <p:cNvSpPr/>
            <p:nvPr/>
          </p:nvSpPr>
          <p:spPr>
            <a:xfrm>
              <a:off x="744897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7448970" y="3800482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" name="rc966"/>
            <p:cNvSpPr/>
            <p:nvPr/>
          </p:nvSpPr>
          <p:spPr>
            <a:xfrm>
              <a:off x="7421538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7531266" y="407480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7531266" y="393215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9" name="rc969"/>
            <p:cNvSpPr/>
            <p:nvPr/>
          </p:nvSpPr>
          <p:spPr>
            <a:xfrm>
              <a:off x="744897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7448970" y="4019938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rc973"/>
            <p:cNvSpPr/>
            <p:nvPr/>
          </p:nvSpPr>
          <p:spPr>
            <a:xfrm>
              <a:off x="7421538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7531266" y="42942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7531266" y="41516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6" name="rc976"/>
            <p:cNvSpPr/>
            <p:nvPr/>
          </p:nvSpPr>
          <p:spPr>
            <a:xfrm>
              <a:off x="744897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7448970" y="423939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rc980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7531266" y="45137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7531266" y="43710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rc983"/>
            <p:cNvSpPr/>
            <p:nvPr/>
          </p:nvSpPr>
          <p:spPr>
            <a:xfrm>
              <a:off x="744897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7448970" y="445885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7421538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7531266" y="47331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7531266" y="45905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744897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7448970" y="467830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tx994"/>
            <p:cNvSpPr/>
            <p:nvPr/>
          </p:nvSpPr>
          <p:spPr>
            <a:xfrm>
              <a:off x="7710583" y="3102063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7710583" y="3321519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996" name="tx996"/>
            <p:cNvSpPr/>
            <p:nvPr/>
          </p:nvSpPr>
          <p:spPr>
            <a:xfrm>
              <a:off x="7710583" y="3540975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7710583" y="3760431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7710583" y="3979887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7710583" y="4199343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7710583" y="4418799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7710583" y="4638255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941876" y="1669789"/>
              <a:ext cx="301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Length at Lewisetta and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2025-12-16T15:18:21Z</dcterms:modified>
  <cp:category/>
</cp:coreProperties>
</file>