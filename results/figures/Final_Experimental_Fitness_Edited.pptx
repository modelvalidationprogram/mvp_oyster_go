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27432000"/>
  <p:notesSz cx="6858000" cy="9144000"/>
  <p:custDataLst>
    <p:tags r:id="rId7"/>
  </p:custDataLst>
  <p:defaultTextStyle>
    <a:defPPr>
      <a:defRPr lang="en-US"/>
    </a:defPPr>
    <a:lvl1pPr marL="0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1pPr>
    <a:lvl2pPr marL="1306266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2pPr>
    <a:lvl3pPr marL="2612532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3pPr>
    <a:lvl4pPr marL="3918798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4pPr>
    <a:lvl5pPr marL="5225064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5pPr>
    <a:lvl6pPr marL="6531331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6pPr>
    <a:lvl7pPr marL="7837597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7pPr>
    <a:lvl8pPr marL="9143863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8pPr>
    <a:lvl9pPr marL="10450129" algn="l" defTabSz="2612532" rtl="0" eaLnBrk="1" latinLnBrk="0" hangingPunct="1">
      <a:defRPr sz="5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8"/>
    <p:restoredTop sz="94682"/>
  </p:normalViewPr>
  <p:slideViewPr>
    <p:cSldViewPr>
      <p:cViewPr>
        <p:scale>
          <a:sx n="84" d="100"/>
          <a:sy n="84" d="100"/>
        </p:scale>
        <p:origin x="-176" y="-6016"/>
      </p:cViewPr>
      <p:guideLst>
        <p:guide orient="horz" pos="86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4386B-6008-EB4F-993C-ACE9F430AD25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70124-16B8-BC43-8DB7-CD1EB67AE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3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1pPr>
    <a:lvl2pPr marL="1306266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2pPr>
    <a:lvl3pPr marL="2612532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3pPr>
    <a:lvl4pPr marL="3918798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4pPr>
    <a:lvl5pPr marL="5225064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5pPr>
    <a:lvl6pPr marL="6531331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6pPr>
    <a:lvl7pPr marL="7837597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7pPr>
    <a:lvl8pPr marL="9143863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8pPr>
    <a:lvl9pPr marL="10450129" algn="l" defTabSz="2612532" rtl="0" eaLnBrk="1" latinLnBrk="0" hangingPunct="1">
      <a:defRPr sz="34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00300" y="1143000"/>
            <a:ext cx="2057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70124-16B8-BC43-8DB7-CD1EB67AE0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2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8521702"/>
            <a:ext cx="15544800" cy="5880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5544800"/>
            <a:ext cx="12801600" cy="7010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17627602"/>
            <a:ext cx="15544800" cy="54483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11626854"/>
            <a:ext cx="15544800" cy="600074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6400802"/>
            <a:ext cx="8077200" cy="1810385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6400802"/>
            <a:ext cx="8077200" cy="1810385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6140452"/>
            <a:ext cx="8080376" cy="25590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8699500"/>
            <a:ext cx="8080376" cy="158051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1" y="6140452"/>
            <a:ext cx="8083550" cy="255904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8699500"/>
            <a:ext cx="8083550" cy="158051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098552"/>
            <a:ext cx="16459200" cy="457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6400802"/>
            <a:ext cx="16459200" cy="18103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25425402"/>
            <a:ext cx="4267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25425402"/>
            <a:ext cx="5791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25425402"/>
            <a:ext cx="4267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BD436091-CFB7-3D62-B994-29BF4BABECF9}"/>
              </a:ext>
            </a:extLst>
          </p:cNvPr>
          <p:cNvGrpSpPr/>
          <p:nvPr/>
        </p:nvGrpSpPr>
        <p:grpSpPr>
          <a:xfrm>
            <a:off x="4967536" y="11915800"/>
            <a:ext cx="7920880" cy="4608512"/>
            <a:chOff x="4967536" y="11915800"/>
            <a:chExt cx="7920880" cy="4608512"/>
          </a:xfrm>
        </p:grpSpPr>
        <p:sp>
          <p:nvSpPr>
            <p:cNvPr id="6" name="pl6"/>
            <p:cNvSpPr/>
            <p:nvPr/>
          </p:nvSpPr>
          <p:spPr>
            <a:xfrm>
              <a:off x="5753091" y="12962385"/>
              <a:ext cx="0" cy="20306"/>
            </a:xfrm>
            <a:custGeom>
              <a:avLst/>
              <a:gdLst/>
              <a:ahLst/>
              <a:cxnLst/>
              <a:rect l="0" t="0" r="0" b="0"/>
              <a:pathLst>
                <a:path h="20306">
                  <a:moveTo>
                    <a:pt x="0" y="203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753091" y="13140976"/>
              <a:ext cx="0" cy="137977"/>
            </a:xfrm>
            <a:custGeom>
              <a:avLst/>
              <a:gdLst/>
              <a:ahLst/>
              <a:cxnLst/>
              <a:rect l="0" t="0" r="0" b="0"/>
              <a:pathLst>
                <a:path h="137977">
                  <a:moveTo>
                    <a:pt x="0" y="0"/>
                  </a:moveTo>
                  <a:lnTo>
                    <a:pt x="0" y="13797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8"/>
            <p:cNvSpPr/>
            <p:nvPr/>
          </p:nvSpPr>
          <p:spPr>
            <a:xfrm>
              <a:off x="5622955" y="12982693"/>
              <a:ext cx="260270" cy="158283"/>
            </a:xfrm>
            <a:custGeom>
              <a:avLst/>
              <a:gdLst/>
              <a:ahLst/>
              <a:cxnLst/>
              <a:rect l="0" t="0" r="0" b="0"/>
              <a:pathLst>
                <a:path w="260270" h="158283">
                  <a:moveTo>
                    <a:pt x="0" y="0"/>
                  </a:moveTo>
                  <a:lnTo>
                    <a:pt x="0" y="158283"/>
                  </a:lnTo>
                  <a:lnTo>
                    <a:pt x="260270" y="158283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5622955" y="13002998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6100118" y="13119968"/>
              <a:ext cx="0" cy="59337"/>
            </a:xfrm>
            <a:custGeom>
              <a:avLst/>
              <a:gdLst/>
              <a:ahLst/>
              <a:cxnLst/>
              <a:rect l="0" t="0" r="0" b="0"/>
              <a:pathLst>
                <a:path h="59337">
                  <a:moveTo>
                    <a:pt x="0" y="593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100118" y="13297307"/>
              <a:ext cx="0" cy="58663"/>
            </a:xfrm>
            <a:custGeom>
              <a:avLst/>
              <a:gdLst/>
              <a:ahLst/>
              <a:cxnLst/>
              <a:rect l="0" t="0" r="0" b="0"/>
              <a:pathLst>
                <a:path h="58663">
                  <a:moveTo>
                    <a:pt x="0" y="0"/>
                  </a:moveTo>
                  <a:lnTo>
                    <a:pt x="0" y="5866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2"/>
            <p:cNvSpPr/>
            <p:nvPr/>
          </p:nvSpPr>
          <p:spPr>
            <a:xfrm>
              <a:off x="5969983" y="13179306"/>
              <a:ext cx="260270" cy="118001"/>
            </a:xfrm>
            <a:custGeom>
              <a:avLst/>
              <a:gdLst/>
              <a:ahLst/>
              <a:cxnLst/>
              <a:rect l="0" t="0" r="0" b="0"/>
              <a:pathLst>
                <a:path w="260270" h="118001">
                  <a:moveTo>
                    <a:pt x="0" y="0"/>
                  </a:moveTo>
                  <a:lnTo>
                    <a:pt x="0" y="118001"/>
                  </a:lnTo>
                  <a:lnTo>
                    <a:pt x="260270" y="11800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5969983" y="13238642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447146" y="13027005"/>
              <a:ext cx="0" cy="44151"/>
            </a:xfrm>
            <a:custGeom>
              <a:avLst/>
              <a:gdLst/>
              <a:ahLst/>
              <a:cxnLst/>
              <a:rect l="0" t="0" r="0" b="0"/>
              <a:pathLst>
                <a:path h="44151">
                  <a:moveTo>
                    <a:pt x="0" y="4415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447146" y="13304513"/>
              <a:ext cx="0" cy="189203"/>
            </a:xfrm>
            <a:custGeom>
              <a:avLst/>
              <a:gdLst/>
              <a:ahLst/>
              <a:cxnLst/>
              <a:rect l="0" t="0" r="0" b="0"/>
              <a:pathLst>
                <a:path h="189203">
                  <a:moveTo>
                    <a:pt x="0" y="0"/>
                  </a:moveTo>
                  <a:lnTo>
                    <a:pt x="0" y="18920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6317011" y="13071157"/>
              <a:ext cx="260270" cy="233355"/>
            </a:xfrm>
            <a:custGeom>
              <a:avLst/>
              <a:gdLst/>
              <a:ahLst/>
              <a:cxnLst/>
              <a:rect l="0" t="0" r="0" b="0"/>
              <a:pathLst>
                <a:path w="260270" h="233355">
                  <a:moveTo>
                    <a:pt x="0" y="0"/>
                  </a:moveTo>
                  <a:lnTo>
                    <a:pt x="0" y="233355"/>
                  </a:lnTo>
                  <a:lnTo>
                    <a:pt x="260270" y="233355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6317011" y="13115308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6794174" y="12332117"/>
              <a:ext cx="0" cy="72626"/>
            </a:xfrm>
            <a:custGeom>
              <a:avLst/>
              <a:gdLst/>
              <a:ahLst/>
              <a:cxnLst/>
              <a:rect l="0" t="0" r="0" b="0"/>
              <a:pathLst>
                <a:path h="72626">
                  <a:moveTo>
                    <a:pt x="0" y="726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6794174" y="12703095"/>
              <a:ext cx="0" cy="225724"/>
            </a:xfrm>
            <a:custGeom>
              <a:avLst/>
              <a:gdLst/>
              <a:ahLst/>
              <a:cxnLst/>
              <a:rect l="0" t="0" r="0" b="0"/>
              <a:pathLst>
                <a:path h="225724">
                  <a:moveTo>
                    <a:pt x="0" y="0"/>
                  </a:moveTo>
                  <a:lnTo>
                    <a:pt x="0" y="22572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6664039" y="12404745"/>
              <a:ext cx="260270" cy="298351"/>
            </a:xfrm>
            <a:custGeom>
              <a:avLst/>
              <a:gdLst/>
              <a:ahLst/>
              <a:cxnLst/>
              <a:rect l="0" t="0" r="0" b="0"/>
              <a:pathLst>
                <a:path w="260270" h="298351">
                  <a:moveTo>
                    <a:pt x="0" y="0"/>
                  </a:moveTo>
                  <a:lnTo>
                    <a:pt x="0" y="298351"/>
                  </a:lnTo>
                  <a:lnTo>
                    <a:pt x="260270" y="29835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6664039" y="12477370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7141202" y="12673232"/>
              <a:ext cx="0" cy="392056"/>
            </a:xfrm>
            <a:custGeom>
              <a:avLst/>
              <a:gdLst/>
              <a:ahLst/>
              <a:cxnLst/>
              <a:rect l="0" t="0" r="0" b="0"/>
              <a:pathLst>
                <a:path h="392056">
                  <a:moveTo>
                    <a:pt x="0" y="39205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7141202" y="13606842"/>
              <a:ext cx="0" cy="149495"/>
            </a:xfrm>
            <a:custGeom>
              <a:avLst/>
              <a:gdLst/>
              <a:ahLst/>
              <a:cxnLst/>
              <a:rect l="0" t="0" r="0" b="0"/>
              <a:pathLst>
                <a:path h="149495">
                  <a:moveTo>
                    <a:pt x="0" y="0"/>
                  </a:moveTo>
                  <a:lnTo>
                    <a:pt x="0" y="14949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4"/>
            <p:cNvSpPr/>
            <p:nvPr/>
          </p:nvSpPr>
          <p:spPr>
            <a:xfrm>
              <a:off x="7011067" y="13065289"/>
              <a:ext cx="260270" cy="541552"/>
            </a:xfrm>
            <a:custGeom>
              <a:avLst/>
              <a:gdLst/>
              <a:ahLst/>
              <a:cxnLst/>
              <a:rect l="0" t="0" r="0" b="0"/>
              <a:pathLst>
                <a:path w="260270" h="541552">
                  <a:moveTo>
                    <a:pt x="0" y="0"/>
                  </a:moveTo>
                  <a:lnTo>
                    <a:pt x="0" y="541552"/>
                  </a:lnTo>
                  <a:lnTo>
                    <a:pt x="260270" y="541552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7011067" y="13457345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7488230" y="13552364"/>
              <a:ext cx="0" cy="44774"/>
            </a:xfrm>
            <a:custGeom>
              <a:avLst/>
              <a:gdLst/>
              <a:ahLst/>
              <a:cxnLst/>
              <a:rect l="0" t="0" r="0" b="0"/>
              <a:pathLst>
                <a:path h="44774">
                  <a:moveTo>
                    <a:pt x="0" y="4477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7488230" y="13785777"/>
              <a:ext cx="0" cy="143863"/>
            </a:xfrm>
            <a:custGeom>
              <a:avLst/>
              <a:gdLst/>
              <a:ahLst/>
              <a:cxnLst/>
              <a:rect l="0" t="0" r="0" b="0"/>
              <a:pathLst>
                <a:path h="143863">
                  <a:moveTo>
                    <a:pt x="0" y="0"/>
                  </a:moveTo>
                  <a:lnTo>
                    <a:pt x="0" y="14386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8"/>
            <p:cNvSpPr/>
            <p:nvPr/>
          </p:nvSpPr>
          <p:spPr>
            <a:xfrm>
              <a:off x="7358094" y="13597140"/>
              <a:ext cx="260270" cy="188637"/>
            </a:xfrm>
            <a:custGeom>
              <a:avLst/>
              <a:gdLst/>
              <a:ahLst/>
              <a:cxnLst/>
              <a:rect l="0" t="0" r="0" b="0"/>
              <a:pathLst>
                <a:path w="260270" h="188637">
                  <a:moveTo>
                    <a:pt x="0" y="0"/>
                  </a:moveTo>
                  <a:lnTo>
                    <a:pt x="0" y="188637"/>
                  </a:lnTo>
                  <a:lnTo>
                    <a:pt x="260270" y="188637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7358094" y="13641913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7835258" y="15015002"/>
              <a:ext cx="0" cy="68550"/>
            </a:xfrm>
            <a:custGeom>
              <a:avLst/>
              <a:gdLst/>
              <a:ahLst/>
              <a:cxnLst/>
              <a:rect l="0" t="0" r="0" b="0"/>
              <a:pathLst>
                <a:path h="68550">
                  <a:moveTo>
                    <a:pt x="0" y="685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7835258" y="15188399"/>
              <a:ext cx="0" cy="36294"/>
            </a:xfrm>
            <a:custGeom>
              <a:avLst/>
              <a:gdLst/>
              <a:ahLst/>
              <a:cxnLst/>
              <a:rect l="0" t="0" r="0" b="0"/>
              <a:pathLst>
                <a:path h="36294">
                  <a:moveTo>
                    <a:pt x="0" y="0"/>
                  </a:moveTo>
                  <a:lnTo>
                    <a:pt x="0" y="3629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7705122" y="15083554"/>
              <a:ext cx="260270" cy="104845"/>
            </a:xfrm>
            <a:custGeom>
              <a:avLst/>
              <a:gdLst/>
              <a:ahLst/>
              <a:cxnLst/>
              <a:rect l="0" t="0" r="0" b="0"/>
              <a:pathLst>
                <a:path w="260270" h="104845">
                  <a:moveTo>
                    <a:pt x="0" y="0"/>
                  </a:moveTo>
                  <a:lnTo>
                    <a:pt x="0" y="104845"/>
                  </a:lnTo>
                  <a:lnTo>
                    <a:pt x="260270" y="104845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7705122" y="15152104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8182286" y="14690304"/>
              <a:ext cx="0" cy="124102"/>
            </a:xfrm>
            <a:custGeom>
              <a:avLst/>
              <a:gdLst/>
              <a:ahLst/>
              <a:cxnLst/>
              <a:rect l="0" t="0" r="0" b="0"/>
              <a:pathLst>
                <a:path h="124102">
                  <a:moveTo>
                    <a:pt x="0" y="12410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8182286" y="14989331"/>
              <a:ext cx="0" cy="50819"/>
            </a:xfrm>
            <a:custGeom>
              <a:avLst/>
              <a:gdLst/>
              <a:ahLst/>
              <a:cxnLst/>
              <a:rect l="0" t="0" r="0" b="0"/>
              <a:pathLst>
                <a:path h="50819">
                  <a:moveTo>
                    <a:pt x="0" y="0"/>
                  </a:moveTo>
                  <a:lnTo>
                    <a:pt x="0" y="5081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8052150" y="14814407"/>
              <a:ext cx="260270" cy="174922"/>
            </a:xfrm>
            <a:custGeom>
              <a:avLst/>
              <a:gdLst/>
              <a:ahLst/>
              <a:cxnLst/>
              <a:rect l="0" t="0" r="0" b="0"/>
              <a:pathLst>
                <a:path w="260270" h="174922">
                  <a:moveTo>
                    <a:pt x="0" y="0"/>
                  </a:moveTo>
                  <a:lnTo>
                    <a:pt x="0" y="174922"/>
                  </a:lnTo>
                  <a:lnTo>
                    <a:pt x="260270" y="174922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8052150" y="14938510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x38"/>
            <p:cNvSpPr/>
            <p:nvPr/>
          </p:nvSpPr>
          <p:spPr>
            <a:xfrm>
              <a:off x="6022394" y="12969640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022394" y="12969640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067410" y="12522905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067410" y="12522905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755312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755312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75367" y="1281205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675367" y="1281205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8104562" y="14539977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4562" y="14539977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04562" y="14539977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757534" y="14864675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757534" y="14864675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57534" y="14864675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369422" y="1287667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369422" y="1287667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369422" y="1287667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375576" y="13402037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bcd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375576" y="13402037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bcd</a:t>
              </a:r>
            </a:p>
          </p:txBody>
        </p:sp>
        <p:sp>
          <p:nvSpPr>
            <p:cNvPr id="63" name="pl63"/>
            <p:cNvSpPr/>
            <p:nvPr/>
          </p:nvSpPr>
          <p:spPr>
            <a:xfrm>
              <a:off x="9147359" y="14420436"/>
              <a:ext cx="0" cy="55379"/>
            </a:xfrm>
            <a:custGeom>
              <a:avLst/>
              <a:gdLst/>
              <a:ahLst/>
              <a:cxnLst/>
              <a:rect l="0" t="0" r="0" b="0"/>
              <a:pathLst>
                <a:path h="55379">
                  <a:moveTo>
                    <a:pt x="0" y="553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9147359" y="14568258"/>
              <a:ext cx="0" cy="37064"/>
            </a:xfrm>
            <a:custGeom>
              <a:avLst/>
              <a:gdLst/>
              <a:ahLst/>
              <a:cxnLst/>
              <a:rect l="0" t="0" r="0" b="0"/>
              <a:pathLst>
                <a:path h="37064">
                  <a:moveTo>
                    <a:pt x="0" y="0"/>
                  </a:moveTo>
                  <a:lnTo>
                    <a:pt x="0" y="3706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g65"/>
            <p:cNvSpPr/>
            <p:nvPr/>
          </p:nvSpPr>
          <p:spPr>
            <a:xfrm>
              <a:off x="9017224" y="14475815"/>
              <a:ext cx="260270" cy="92443"/>
            </a:xfrm>
            <a:custGeom>
              <a:avLst/>
              <a:gdLst/>
              <a:ahLst/>
              <a:cxnLst/>
              <a:rect l="0" t="0" r="0" b="0"/>
              <a:pathLst>
                <a:path w="260270" h="92443">
                  <a:moveTo>
                    <a:pt x="0" y="0"/>
                  </a:moveTo>
                  <a:lnTo>
                    <a:pt x="0" y="92443"/>
                  </a:lnTo>
                  <a:lnTo>
                    <a:pt x="260270" y="92443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9017224" y="14531194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9494387" y="13948242"/>
              <a:ext cx="0" cy="44221"/>
            </a:xfrm>
            <a:custGeom>
              <a:avLst/>
              <a:gdLst/>
              <a:ahLst/>
              <a:cxnLst/>
              <a:rect l="0" t="0" r="0" b="0"/>
              <a:pathLst>
                <a:path h="44221">
                  <a:moveTo>
                    <a:pt x="0" y="442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9494387" y="14165364"/>
              <a:ext cx="0" cy="128680"/>
            </a:xfrm>
            <a:custGeom>
              <a:avLst/>
              <a:gdLst/>
              <a:ahLst/>
              <a:cxnLst/>
              <a:rect l="0" t="0" r="0" b="0"/>
              <a:pathLst>
                <a:path h="128680">
                  <a:moveTo>
                    <a:pt x="0" y="0"/>
                  </a:moveTo>
                  <a:lnTo>
                    <a:pt x="0" y="12868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g69"/>
            <p:cNvSpPr/>
            <p:nvPr/>
          </p:nvSpPr>
          <p:spPr>
            <a:xfrm>
              <a:off x="9364251" y="13992462"/>
              <a:ext cx="260270" cy="172902"/>
            </a:xfrm>
            <a:custGeom>
              <a:avLst/>
              <a:gdLst/>
              <a:ahLst/>
              <a:cxnLst/>
              <a:rect l="0" t="0" r="0" b="0"/>
              <a:pathLst>
                <a:path w="260270" h="172902">
                  <a:moveTo>
                    <a:pt x="0" y="0"/>
                  </a:moveTo>
                  <a:lnTo>
                    <a:pt x="0" y="172902"/>
                  </a:lnTo>
                  <a:lnTo>
                    <a:pt x="260270" y="172902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9364251" y="14036683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9841415" y="13852702"/>
              <a:ext cx="0" cy="152153"/>
            </a:xfrm>
            <a:custGeom>
              <a:avLst/>
              <a:gdLst/>
              <a:ahLst/>
              <a:cxnLst/>
              <a:rect l="0" t="0" r="0" b="0"/>
              <a:pathLst>
                <a:path h="152153">
                  <a:moveTo>
                    <a:pt x="0" y="15215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9841415" y="14180886"/>
              <a:ext cx="0" cy="23877"/>
            </a:xfrm>
            <a:custGeom>
              <a:avLst/>
              <a:gdLst/>
              <a:ahLst/>
              <a:cxnLst/>
              <a:rect l="0" t="0" r="0" b="0"/>
              <a:pathLst>
                <a:path h="23877">
                  <a:moveTo>
                    <a:pt x="0" y="0"/>
                  </a:moveTo>
                  <a:lnTo>
                    <a:pt x="0" y="2387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g73"/>
            <p:cNvSpPr/>
            <p:nvPr/>
          </p:nvSpPr>
          <p:spPr>
            <a:xfrm>
              <a:off x="9711279" y="14004854"/>
              <a:ext cx="260270" cy="176030"/>
            </a:xfrm>
            <a:custGeom>
              <a:avLst/>
              <a:gdLst/>
              <a:ahLst/>
              <a:cxnLst/>
              <a:rect l="0" t="0" r="0" b="0"/>
              <a:pathLst>
                <a:path w="260270" h="176030">
                  <a:moveTo>
                    <a:pt x="0" y="0"/>
                  </a:moveTo>
                  <a:lnTo>
                    <a:pt x="0" y="176030"/>
                  </a:lnTo>
                  <a:lnTo>
                    <a:pt x="260270" y="176030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9711279" y="14157007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10188443" y="14431805"/>
              <a:ext cx="0" cy="151506"/>
            </a:xfrm>
            <a:custGeom>
              <a:avLst/>
              <a:gdLst/>
              <a:ahLst/>
              <a:cxnLst/>
              <a:rect l="0" t="0" r="0" b="0"/>
              <a:pathLst>
                <a:path h="151506">
                  <a:moveTo>
                    <a:pt x="0" y="1515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10188443" y="14750881"/>
              <a:ext cx="0" cy="16061"/>
            </a:xfrm>
            <a:custGeom>
              <a:avLst/>
              <a:gdLst/>
              <a:ahLst/>
              <a:cxnLst/>
              <a:rect l="0" t="0" r="0" b="0"/>
              <a:pathLst>
                <a:path h="16061">
                  <a:moveTo>
                    <a:pt x="0" y="0"/>
                  </a:moveTo>
                  <a:lnTo>
                    <a:pt x="0" y="1606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g77"/>
            <p:cNvSpPr/>
            <p:nvPr/>
          </p:nvSpPr>
          <p:spPr>
            <a:xfrm>
              <a:off x="10058307" y="14583313"/>
              <a:ext cx="260270" cy="167567"/>
            </a:xfrm>
            <a:custGeom>
              <a:avLst/>
              <a:gdLst/>
              <a:ahLst/>
              <a:cxnLst/>
              <a:rect l="0" t="0" r="0" b="0"/>
              <a:pathLst>
                <a:path w="260270" h="167567">
                  <a:moveTo>
                    <a:pt x="0" y="0"/>
                  </a:moveTo>
                  <a:lnTo>
                    <a:pt x="0" y="167567"/>
                  </a:lnTo>
                  <a:lnTo>
                    <a:pt x="260270" y="167567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10058307" y="14734819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10535470" y="13750269"/>
              <a:ext cx="0" cy="92445"/>
            </a:xfrm>
            <a:custGeom>
              <a:avLst/>
              <a:gdLst/>
              <a:ahLst/>
              <a:cxnLst/>
              <a:rect l="0" t="0" r="0" b="0"/>
              <a:pathLst>
                <a:path h="92445">
                  <a:moveTo>
                    <a:pt x="0" y="924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10535470" y="14005905"/>
              <a:ext cx="0" cy="70745"/>
            </a:xfrm>
            <a:custGeom>
              <a:avLst/>
              <a:gdLst/>
              <a:ahLst/>
              <a:cxnLst/>
              <a:rect l="0" t="0" r="0" b="0"/>
              <a:pathLst>
                <a:path h="70745">
                  <a:moveTo>
                    <a:pt x="0" y="0"/>
                  </a:moveTo>
                  <a:lnTo>
                    <a:pt x="0" y="7074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g81"/>
            <p:cNvSpPr/>
            <p:nvPr/>
          </p:nvSpPr>
          <p:spPr>
            <a:xfrm>
              <a:off x="10405335" y="13842714"/>
              <a:ext cx="260270" cy="163191"/>
            </a:xfrm>
            <a:custGeom>
              <a:avLst/>
              <a:gdLst/>
              <a:ahLst/>
              <a:cxnLst/>
              <a:rect l="0" t="0" r="0" b="0"/>
              <a:pathLst>
                <a:path w="260270" h="163191">
                  <a:moveTo>
                    <a:pt x="0" y="0"/>
                  </a:moveTo>
                  <a:lnTo>
                    <a:pt x="0" y="163191"/>
                  </a:lnTo>
                  <a:lnTo>
                    <a:pt x="260270" y="16319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10405335" y="13935159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10882498" y="13811811"/>
              <a:ext cx="0" cy="108269"/>
            </a:xfrm>
            <a:custGeom>
              <a:avLst/>
              <a:gdLst/>
              <a:ahLst/>
              <a:cxnLst/>
              <a:rect l="0" t="0" r="0" b="0"/>
              <a:pathLst>
                <a:path h="108269">
                  <a:moveTo>
                    <a:pt x="0" y="10826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10882498" y="14030911"/>
              <a:ext cx="0" cy="2562"/>
            </a:xfrm>
            <a:custGeom>
              <a:avLst/>
              <a:gdLst/>
              <a:ahLst/>
              <a:cxnLst/>
              <a:rect l="0" t="0" r="0" b="0"/>
              <a:pathLst>
                <a:path h="2562">
                  <a:moveTo>
                    <a:pt x="0" y="0"/>
                  </a:moveTo>
                  <a:lnTo>
                    <a:pt x="0" y="256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g85"/>
            <p:cNvSpPr/>
            <p:nvPr/>
          </p:nvSpPr>
          <p:spPr>
            <a:xfrm>
              <a:off x="10752363" y="13920080"/>
              <a:ext cx="260270" cy="110831"/>
            </a:xfrm>
            <a:custGeom>
              <a:avLst/>
              <a:gdLst/>
              <a:ahLst/>
              <a:cxnLst/>
              <a:rect l="0" t="0" r="0" b="0"/>
              <a:pathLst>
                <a:path w="260270" h="110831">
                  <a:moveTo>
                    <a:pt x="0" y="0"/>
                  </a:moveTo>
                  <a:lnTo>
                    <a:pt x="0" y="110831"/>
                  </a:lnTo>
                  <a:lnTo>
                    <a:pt x="260270" y="11083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10752363" y="14028348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11229526" y="15206836"/>
              <a:ext cx="0" cy="7720"/>
            </a:xfrm>
            <a:custGeom>
              <a:avLst/>
              <a:gdLst/>
              <a:ahLst/>
              <a:cxnLst/>
              <a:rect l="0" t="0" r="0" b="0"/>
              <a:pathLst>
                <a:path h="7720">
                  <a:moveTo>
                    <a:pt x="0" y="772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11229526" y="15229998"/>
              <a:ext cx="0" cy="7720"/>
            </a:xfrm>
            <a:custGeom>
              <a:avLst/>
              <a:gdLst/>
              <a:ahLst/>
              <a:cxnLst/>
              <a:rect l="0" t="0" r="0" b="0"/>
              <a:pathLst>
                <a:path h="7720">
                  <a:moveTo>
                    <a:pt x="0" y="0"/>
                  </a:moveTo>
                  <a:lnTo>
                    <a:pt x="0" y="772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g89"/>
            <p:cNvSpPr/>
            <p:nvPr/>
          </p:nvSpPr>
          <p:spPr>
            <a:xfrm>
              <a:off x="11099391" y="15214558"/>
              <a:ext cx="260270" cy="15441"/>
            </a:xfrm>
            <a:custGeom>
              <a:avLst/>
              <a:gdLst/>
              <a:ahLst/>
              <a:cxnLst/>
              <a:rect l="0" t="0" r="0" b="0"/>
              <a:pathLst>
                <a:path w="260270" h="15441">
                  <a:moveTo>
                    <a:pt x="0" y="0"/>
                  </a:moveTo>
                  <a:lnTo>
                    <a:pt x="0" y="15441"/>
                  </a:lnTo>
                  <a:lnTo>
                    <a:pt x="260270" y="1544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11099391" y="15222278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11576554" y="15203548"/>
              <a:ext cx="0" cy="30544"/>
            </a:xfrm>
            <a:custGeom>
              <a:avLst/>
              <a:gdLst/>
              <a:ahLst/>
              <a:cxnLst/>
              <a:rect l="0" t="0" r="0" b="0"/>
              <a:pathLst>
                <a:path h="30544">
                  <a:moveTo>
                    <a:pt x="0" y="3054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11576554" y="15283915"/>
              <a:ext cx="0" cy="19278"/>
            </a:xfrm>
            <a:custGeom>
              <a:avLst/>
              <a:gdLst/>
              <a:ahLst/>
              <a:cxnLst/>
              <a:rect l="0" t="0" r="0" b="0"/>
              <a:pathLst>
                <a:path h="19278">
                  <a:moveTo>
                    <a:pt x="0" y="0"/>
                  </a:moveTo>
                  <a:lnTo>
                    <a:pt x="0" y="1927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g93"/>
            <p:cNvSpPr/>
            <p:nvPr/>
          </p:nvSpPr>
          <p:spPr>
            <a:xfrm>
              <a:off x="11446419" y="15234093"/>
              <a:ext cx="260270" cy="49822"/>
            </a:xfrm>
            <a:custGeom>
              <a:avLst/>
              <a:gdLst/>
              <a:ahLst/>
              <a:cxnLst/>
              <a:rect l="0" t="0" r="0" b="0"/>
              <a:pathLst>
                <a:path w="260270" h="49822">
                  <a:moveTo>
                    <a:pt x="0" y="0"/>
                  </a:moveTo>
                  <a:lnTo>
                    <a:pt x="0" y="49822"/>
                  </a:lnTo>
                  <a:lnTo>
                    <a:pt x="260270" y="49822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11446419" y="15264637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tx95"/>
            <p:cNvSpPr/>
            <p:nvPr/>
          </p:nvSpPr>
          <p:spPr>
            <a:xfrm>
              <a:off x="9397278" y="1379791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9397278" y="1379791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9397278" y="1379791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0422816" y="13599941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0422816" y="13599941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0422816" y="13599941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0091333" y="1428147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fgh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0091333" y="1428147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fgh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10091333" y="1428147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fgh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050250" y="1427010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9050250" y="1427010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9050250" y="1427010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1537692" y="15053221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11537692" y="15053221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11537692" y="15053221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11151802" y="1505650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11151802" y="1505650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744305" y="1370237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9744305" y="1370237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9744305" y="1370237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0769844" y="13661483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0769844" y="13661483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0769844" y="13661483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6731682" y="16156180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10116714" y="16156180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York</a:t>
              </a:r>
              <a:r>
                <a:rPr lang="en-US"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 </a:t>
              </a: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River</a:t>
              </a:r>
            </a:p>
          </p:txBody>
        </p:sp>
        <p:sp>
          <p:nvSpPr>
            <p:cNvPr id="120" name="pl120"/>
            <p:cNvSpPr/>
            <p:nvPr/>
          </p:nvSpPr>
          <p:spPr>
            <a:xfrm flipV="1">
              <a:off x="5544874" y="15406029"/>
              <a:ext cx="3383079" cy="45719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1" name="pl121"/>
            <p:cNvSpPr/>
            <p:nvPr/>
          </p:nvSpPr>
          <p:spPr>
            <a:xfrm>
              <a:off x="5753091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2" name="pl122"/>
            <p:cNvSpPr/>
            <p:nvPr/>
          </p:nvSpPr>
          <p:spPr>
            <a:xfrm>
              <a:off x="610011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3" name="pl123"/>
            <p:cNvSpPr/>
            <p:nvPr/>
          </p:nvSpPr>
          <p:spPr>
            <a:xfrm>
              <a:off x="644714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4" name="pl124"/>
            <p:cNvSpPr/>
            <p:nvPr/>
          </p:nvSpPr>
          <p:spPr>
            <a:xfrm>
              <a:off x="6794174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5" name="pl125"/>
            <p:cNvSpPr/>
            <p:nvPr/>
          </p:nvSpPr>
          <p:spPr>
            <a:xfrm>
              <a:off x="7141202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6" name="pl126"/>
            <p:cNvSpPr/>
            <p:nvPr/>
          </p:nvSpPr>
          <p:spPr>
            <a:xfrm>
              <a:off x="7488230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7" name="pl127"/>
            <p:cNvSpPr/>
            <p:nvPr/>
          </p:nvSpPr>
          <p:spPr>
            <a:xfrm>
              <a:off x="783525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8" name="pl128"/>
            <p:cNvSpPr/>
            <p:nvPr/>
          </p:nvSpPr>
          <p:spPr>
            <a:xfrm>
              <a:off x="818228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29" name="tx129"/>
            <p:cNvSpPr/>
            <p:nvPr/>
          </p:nvSpPr>
          <p:spPr>
            <a:xfrm rot="18900000">
              <a:off x="5389059" y="15776308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30" name="tx130"/>
            <p:cNvSpPr/>
            <p:nvPr/>
          </p:nvSpPr>
          <p:spPr>
            <a:xfrm rot="18900000">
              <a:off x="5720322" y="15782838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31" name="tx131"/>
            <p:cNvSpPr/>
            <p:nvPr/>
          </p:nvSpPr>
          <p:spPr>
            <a:xfrm rot="18900000">
              <a:off x="6178804" y="15736673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32" name="tx132"/>
            <p:cNvSpPr/>
            <p:nvPr/>
          </p:nvSpPr>
          <p:spPr>
            <a:xfrm rot="18900000">
              <a:off x="6530982" y="15734539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33" name="tx133"/>
            <p:cNvSpPr/>
            <p:nvPr/>
          </p:nvSpPr>
          <p:spPr>
            <a:xfrm rot="18900000">
              <a:off x="6883396" y="15732308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34" name="tx134"/>
            <p:cNvSpPr/>
            <p:nvPr/>
          </p:nvSpPr>
          <p:spPr>
            <a:xfrm rot="18900000">
              <a:off x="7214501" y="15738903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35" name="tx135"/>
            <p:cNvSpPr/>
            <p:nvPr/>
          </p:nvSpPr>
          <p:spPr>
            <a:xfrm rot="18900000">
              <a:off x="7551071" y="15743235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36" name="tx136"/>
            <p:cNvSpPr/>
            <p:nvPr/>
          </p:nvSpPr>
          <p:spPr>
            <a:xfrm rot="18900000">
              <a:off x="7892713" y="15745466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37" name="pl137"/>
            <p:cNvSpPr/>
            <p:nvPr/>
          </p:nvSpPr>
          <p:spPr>
            <a:xfrm>
              <a:off x="8939142" y="15451747"/>
              <a:ext cx="2845628" cy="0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38" name="pl138"/>
            <p:cNvSpPr/>
            <p:nvPr/>
          </p:nvSpPr>
          <p:spPr>
            <a:xfrm>
              <a:off x="9147359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39" name="pl139"/>
            <p:cNvSpPr/>
            <p:nvPr/>
          </p:nvSpPr>
          <p:spPr>
            <a:xfrm>
              <a:off x="9494387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40" name="pl140"/>
            <p:cNvSpPr/>
            <p:nvPr/>
          </p:nvSpPr>
          <p:spPr>
            <a:xfrm>
              <a:off x="9841415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41" name="pl141"/>
            <p:cNvSpPr/>
            <p:nvPr/>
          </p:nvSpPr>
          <p:spPr>
            <a:xfrm>
              <a:off x="10188443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42" name="pl142"/>
            <p:cNvSpPr/>
            <p:nvPr/>
          </p:nvSpPr>
          <p:spPr>
            <a:xfrm>
              <a:off x="10535470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43" name="pl143"/>
            <p:cNvSpPr/>
            <p:nvPr/>
          </p:nvSpPr>
          <p:spPr>
            <a:xfrm>
              <a:off x="1088249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44" name="pl144"/>
            <p:cNvSpPr/>
            <p:nvPr/>
          </p:nvSpPr>
          <p:spPr>
            <a:xfrm>
              <a:off x="1122952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45" name="pl145"/>
            <p:cNvSpPr/>
            <p:nvPr/>
          </p:nvSpPr>
          <p:spPr>
            <a:xfrm>
              <a:off x="11576554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46" name="tx146"/>
            <p:cNvSpPr/>
            <p:nvPr/>
          </p:nvSpPr>
          <p:spPr>
            <a:xfrm rot="18900000">
              <a:off x="8783327" y="15776308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47" name="tx147"/>
            <p:cNvSpPr/>
            <p:nvPr/>
          </p:nvSpPr>
          <p:spPr>
            <a:xfrm rot="18900000">
              <a:off x="9114590" y="15782838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48" name="tx148"/>
            <p:cNvSpPr/>
            <p:nvPr/>
          </p:nvSpPr>
          <p:spPr>
            <a:xfrm rot="18900000">
              <a:off x="9573072" y="15736673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49" name="tx149"/>
            <p:cNvSpPr/>
            <p:nvPr/>
          </p:nvSpPr>
          <p:spPr>
            <a:xfrm rot="18900000">
              <a:off x="9925250" y="15734539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50" name="tx150"/>
            <p:cNvSpPr/>
            <p:nvPr/>
          </p:nvSpPr>
          <p:spPr>
            <a:xfrm rot="18900000">
              <a:off x="10277664" y="15732308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51" name="tx151"/>
            <p:cNvSpPr/>
            <p:nvPr/>
          </p:nvSpPr>
          <p:spPr>
            <a:xfrm rot="18900000">
              <a:off x="10608769" y="15738903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52" name="tx152"/>
            <p:cNvSpPr/>
            <p:nvPr/>
          </p:nvSpPr>
          <p:spPr>
            <a:xfrm rot="18900000">
              <a:off x="10945339" y="15743235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53" name="tx153"/>
            <p:cNvSpPr/>
            <p:nvPr/>
          </p:nvSpPr>
          <p:spPr>
            <a:xfrm rot="18900000">
              <a:off x="11286982" y="15745466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54" name="pl154"/>
            <p:cNvSpPr/>
            <p:nvPr/>
          </p:nvSpPr>
          <p:spPr>
            <a:xfrm>
              <a:off x="5544874" y="12183564"/>
              <a:ext cx="0" cy="3268183"/>
            </a:xfrm>
            <a:custGeom>
              <a:avLst/>
              <a:gdLst/>
              <a:ahLst/>
              <a:cxnLst/>
              <a:rect l="0" t="0" r="0" b="0"/>
              <a:pathLst>
                <a:path h="3268183">
                  <a:moveTo>
                    <a:pt x="0" y="326818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tx155"/>
            <p:cNvSpPr/>
            <p:nvPr/>
          </p:nvSpPr>
          <p:spPr>
            <a:xfrm>
              <a:off x="5183561" y="15291237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183561" y="14496498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183561" y="13701760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183561" y="1290702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59" name="pl159"/>
            <p:cNvSpPr/>
            <p:nvPr/>
          </p:nvSpPr>
          <p:spPr>
            <a:xfrm>
              <a:off x="5510079" y="153312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5510079" y="1453654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5510079" y="1374181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5510079" y="1294707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tx163"/>
            <p:cNvSpPr/>
            <p:nvPr/>
          </p:nvSpPr>
          <p:spPr>
            <a:xfrm>
              <a:off x="8117418" y="16424094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164" name="tx164"/>
            <p:cNvSpPr/>
            <p:nvPr/>
          </p:nvSpPr>
          <p:spPr>
            <a:xfrm rot="16200000">
              <a:off x="4769203" y="13767546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7051566" y="11915800"/>
              <a:ext cx="3100547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lang="en-US"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</a:t>
              </a: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Final Survival at Lewisetta and York River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224F0B-57B1-C831-7F76-9A6C6150A617}"/>
                </a:ext>
              </a:extLst>
            </p:cNvPr>
            <p:cNvGrpSpPr/>
            <p:nvPr/>
          </p:nvGrpSpPr>
          <p:grpSpPr>
            <a:xfrm>
              <a:off x="11973790" y="12707888"/>
              <a:ext cx="914626" cy="2079824"/>
              <a:chOff x="7401789" y="2420888"/>
              <a:chExt cx="914626" cy="2079824"/>
            </a:xfrm>
          </p:grpSpPr>
          <p:sp>
            <p:nvSpPr>
              <p:cNvPr id="167" name="rc167"/>
              <p:cNvSpPr/>
              <p:nvPr/>
            </p:nvSpPr>
            <p:spPr>
              <a:xfrm>
                <a:off x="7401789" y="316561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8" name="pl168"/>
              <p:cNvSpPr/>
              <p:nvPr/>
            </p:nvSpPr>
            <p:spPr>
              <a:xfrm>
                <a:off x="7511517" y="3330208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9" name="pl169"/>
              <p:cNvSpPr/>
              <p:nvPr/>
            </p:nvSpPr>
            <p:spPr>
              <a:xfrm>
                <a:off x="7511517" y="3187561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0" name="rc170"/>
              <p:cNvSpPr/>
              <p:nvPr/>
            </p:nvSpPr>
            <p:spPr>
              <a:xfrm>
                <a:off x="7429221" y="3220480"/>
                <a:ext cx="164592" cy="109727"/>
              </a:xfrm>
              <a:prstGeom prst="rect">
                <a:avLst/>
              </a:prstGeom>
              <a:solidFill>
                <a:srgbClr val="365C8D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1" name="pl171"/>
              <p:cNvSpPr/>
              <p:nvPr/>
            </p:nvSpPr>
            <p:spPr>
              <a:xfrm>
                <a:off x="7429221" y="3275344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2" name="pl172"/>
              <p:cNvSpPr/>
              <p:nvPr/>
            </p:nvSpPr>
            <p:spPr>
              <a:xfrm>
                <a:off x="7511517" y="3363126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3" name="pl173"/>
              <p:cNvSpPr/>
              <p:nvPr/>
            </p:nvSpPr>
            <p:spPr>
              <a:xfrm>
                <a:off x="7511517" y="3187561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4" name="rc174"/>
              <p:cNvSpPr/>
              <p:nvPr/>
            </p:nvSpPr>
            <p:spPr>
              <a:xfrm>
                <a:off x="7401789" y="3385072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5" name="pl175"/>
              <p:cNvSpPr/>
              <p:nvPr/>
            </p:nvSpPr>
            <p:spPr>
              <a:xfrm>
                <a:off x="7511517" y="3549664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6" name="pl176"/>
              <p:cNvSpPr/>
              <p:nvPr/>
            </p:nvSpPr>
            <p:spPr>
              <a:xfrm>
                <a:off x="7511517" y="3407017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7" name="rc177"/>
              <p:cNvSpPr/>
              <p:nvPr/>
            </p:nvSpPr>
            <p:spPr>
              <a:xfrm>
                <a:off x="7429221" y="3439936"/>
                <a:ext cx="164592" cy="109727"/>
              </a:xfrm>
              <a:prstGeom prst="rect">
                <a:avLst/>
              </a:prstGeom>
              <a:solidFill>
                <a:srgbClr val="277F8E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8" name="pl178"/>
              <p:cNvSpPr/>
              <p:nvPr/>
            </p:nvSpPr>
            <p:spPr>
              <a:xfrm>
                <a:off x="7429221" y="3494800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9" name="pl179"/>
              <p:cNvSpPr/>
              <p:nvPr/>
            </p:nvSpPr>
            <p:spPr>
              <a:xfrm>
                <a:off x="7511517" y="3582582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0" name="pl180"/>
              <p:cNvSpPr/>
              <p:nvPr/>
            </p:nvSpPr>
            <p:spPr>
              <a:xfrm>
                <a:off x="7511517" y="3407017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1" name="rc181"/>
              <p:cNvSpPr/>
              <p:nvPr/>
            </p:nvSpPr>
            <p:spPr>
              <a:xfrm>
                <a:off x="7401789" y="3604528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2" name="pl182"/>
              <p:cNvSpPr/>
              <p:nvPr/>
            </p:nvSpPr>
            <p:spPr>
              <a:xfrm>
                <a:off x="7511517" y="3769120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3" name="pl183"/>
              <p:cNvSpPr/>
              <p:nvPr/>
            </p:nvSpPr>
            <p:spPr>
              <a:xfrm>
                <a:off x="7511517" y="3626473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4" name="rc184"/>
              <p:cNvSpPr/>
              <p:nvPr/>
            </p:nvSpPr>
            <p:spPr>
              <a:xfrm>
                <a:off x="7429221" y="3659392"/>
                <a:ext cx="164592" cy="109727"/>
              </a:xfrm>
              <a:prstGeom prst="rect">
                <a:avLst/>
              </a:prstGeom>
              <a:solidFill>
                <a:srgbClr val="1FA187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5" name="pl185"/>
              <p:cNvSpPr/>
              <p:nvPr/>
            </p:nvSpPr>
            <p:spPr>
              <a:xfrm>
                <a:off x="7429221" y="3714256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6" name="pl186"/>
              <p:cNvSpPr/>
              <p:nvPr/>
            </p:nvSpPr>
            <p:spPr>
              <a:xfrm>
                <a:off x="7511517" y="3802038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7" name="pl187"/>
              <p:cNvSpPr/>
              <p:nvPr/>
            </p:nvSpPr>
            <p:spPr>
              <a:xfrm>
                <a:off x="7511517" y="3626473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8" name="rc188"/>
              <p:cNvSpPr/>
              <p:nvPr/>
            </p:nvSpPr>
            <p:spPr>
              <a:xfrm>
                <a:off x="7401789" y="3823984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9" name="pl189"/>
              <p:cNvSpPr/>
              <p:nvPr/>
            </p:nvSpPr>
            <p:spPr>
              <a:xfrm>
                <a:off x="7511517" y="3988576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0" name="pl190"/>
              <p:cNvSpPr/>
              <p:nvPr/>
            </p:nvSpPr>
            <p:spPr>
              <a:xfrm>
                <a:off x="7511517" y="3845929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1" name="rc191"/>
              <p:cNvSpPr/>
              <p:nvPr/>
            </p:nvSpPr>
            <p:spPr>
              <a:xfrm>
                <a:off x="7429221" y="3878848"/>
                <a:ext cx="164592" cy="109727"/>
              </a:xfrm>
              <a:prstGeom prst="rect">
                <a:avLst/>
              </a:prstGeom>
              <a:solidFill>
                <a:srgbClr val="4AC16D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2" name="pl192"/>
              <p:cNvSpPr/>
              <p:nvPr/>
            </p:nvSpPr>
            <p:spPr>
              <a:xfrm>
                <a:off x="7429221" y="3933712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3" name="pl193"/>
              <p:cNvSpPr/>
              <p:nvPr/>
            </p:nvSpPr>
            <p:spPr>
              <a:xfrm>
                <a:off x="7511517" y="4021494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4" name="pl194"/>
              <p:cNvSpPr/>
              <p:nvPr/>
            </p:nvSpPr>
            <p:spPr>
              <a:xfrm>
                <a:off x="7511517" y="3845929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488D112-DCD4-3108-EA2E-982EC936975F}"/>
                  </a:ext>
                </a:extLst>
              </p:cNvPr>
              <p:cNvGrpSpPr/>
              <p:nvPr/>
            </p:nvGrpSpPr>
            <p:grpSpPr>
              <a:xfrm>
                <a:off x="7434072" y="2734400"/>
                <a:ext cx="164592" cy="395064"/>
                <a:chOff x="7417250" y="2734400"/>
                <a:chExt cx="164592" cy="395064"/>
              </a:xfrm>
            </p:grpSpPr>
            <p:sp>
              <p:nvSpPr>
                <p:cNvPr id="197" name="pl197"/>
                <p:cNvSpPr/>
                <p:nvPr/>
              </p:nvSpPr>
              <p:spPr>
                <a:xfrm>
                  <a:off x="7498072" y="2734400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01" name="pl201"/>
                <p:cNvSpPr/>
                <p:nvPr/>
              </p:nvSpPr>
              <p:spPr>
                <a:xfrm>
                  <a:off x="7498072" y="273440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9CEDFE61-2EDE-A2EE-7DF6-13F2D92F889A}"/>
                    </a:ext>
                  </a:extLst>
                </p:cNvPr>
                <p:cNvGrpSpPr/>
                <p:nvPr/>
              </p:nvGrpSpPr>
              <p:grpSpPr>
                <a:xfrm>
                  <a:off x="7417250" y="2767362"/>
                  <a:ext cx="164592" cy="362102"/>
                  <a:chOff x="7415776" y="2767319"/>
                  <a:chExt cx="164592" cy="362102"/>
                </a:xfrm>
              </p:grpSpPr>
              <p:sp>
                <p:nvSpPr>
                  <p:cNvPr id="196" name="pl196"/>
                  <p:cNvSpPr/>
                  <p:nvPr/>
                </p:nvSpPr>
                <p:spPr>
                  <a:xfrm>
                    <a:off x="7498072" y="2877047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198" name="rc198"/>
                  <p:cNvSpPr/>
                  <p:nvPr/>
                </p:nvSpPr>
                <p:spPr>
                  <a:xfrm>
                    <a:off x="7415776" y="2767319"/>
                    <a:ext cx="164592" cy="109727"/>
                  </a:xfrm>
                  <a:prstGeom prst="rect">
                    <a:avLst/>
                  </a:prstGeom>
                  <a:solidFill>
                    <a:srgbClr val="440154">
                      <a:alpha val="100000"/>
                    </a:srgbClr>
                  </a:solidFill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199" name="pl199"/>
                  <p:cNvSpPr/>
                  <p:nvPr/>
                </p:nvSpPr>
                <p:spPr>
                  <a:xfrm>
                    <a:off x="7415776" y="2822183"/>
                    <a:ext cx="164592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4592">
                        <a:moveTo>
                          <a:pt x="0" y="0"/>
                        </a:moveTo>
                        <a:lnTo>
                          <a:pt x="164592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00" name="pl200"/>
                  <p:cNvSpPr/>
                  <p:nvPr/>
                </p:nvSpPr>
                <p:spPr>
                  <a:xfrm>
                    <a:off x="7498072" y="2909965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03" name="pl203"/>
                  <p:cNvSpPr/>
                  <p:nvPr/>
                </p:nvSpPr>
                <p:spPr>
                  <a:xfrm>
                    <a:off x="7498072" y="3096503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04" name="pl204"/>
                  <p:cNvSpPr/>
                  <p:nvPr/>
                </p:nvSpPr>
                <p:spPr>
                  <a:xfrm>
                    <a:off x="7498072" y="2953856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05" name="rc205"/>
                  <p:cNvSpPr/>
                  <p:nvPr/>
                </p:nvSpPr>
                <p:spPr>
                  <a:xfrm>
                    <a:off x="7415776" y="2986775"/>
                    <a:ext cx="164592" cy="109727"/>
                  </a:xfrm>
                  <a:prstGeom prst="rect">
                    <a:avLst/>
                  </a:prstGeom>
                  <a:solidFill>
                    <a:srgbClr val="46337E">
                      <a:alpha val="100000"/>
                    </a:srgbClr>
                  </a:solidFill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06" name="pl206"/>
                  <p:cNvSpPr/>
                  <p:nvPr/>
                </p:nvSpPr>
                <p:spPr>
                  <a:xfrm>
                    <a:off x="7415776" y="3041639"/>
                    <a:ext cx="164592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4592">
                        <a:moveTo>
                          <a:pt x="0" y="0"/>
                        </a:moveTo>
                        <a:lnTo>
                          <a:pt x="164592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07" name="pl207"/>
                  <p:cNvSpPr/>
                  <p:nvPr/>
                </p:nvSpPr>
                <p:spPr>
                  <a:xfrm>
                    <a:off x="7498072" y="3129421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08" name="pl208"/>
                  <p:cNvSpPr/>
                  <p:nvPr/>
                </p:nvSpPr>
                <p:spPr>
                  <a:xfrm>
                    <a:off x="7498072" y="2953856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6B9178B-D710-EFD0-D8AD-D50741B01907}"/>
                  </a:ext>
                </a:extLst>
              </p:cNvPr>
              <p:cNvGrpSpPr/>
              <p:nvPr/>
            </p:nvGrpSpPr>
            <p:grpSpPr>
              <a:xfrm>
                <a:off x="7403142" y="4061801"/>
                <a:ext cx="219455" cy="438911"/>
                <a:chOff x="7421538" y="4069924"/>
                <a:chExt cx="219455" cy="438911"/>
              </a:xfrm>
            </p:grpSpPr>
            <p:sp>
              <p:nvSpPr>
                <p:cNvPr id="209" name="rc209"/>
                <p:cNvSpPr/>
                <p:nvPr/>
              </p:nvSpPr>
              <p:spPr>
                <a:xfrm>
                  <a:off x="7421538" y="4069924"/>
                  <a:ext cx="219455" cy="219455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0" name="pl210"/>
                <p:cNvSpPr/>
                <p:nvPr/>
              </p:nvSpPr>
              <p:spPr>
                <a:xfrm>
                  <a:off x="7531266" y="4234516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1" name="pl211"/>
                <p:cNvSpPr/>
                <p:nvPr/>
              </p:nvSpPr>
              <p:spPr>
                <a:xfrm>
                  <a:off x="7531266" y="4091869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2" name="rc212"/>
                <p:cNvSpPr/>
                <p:nvPr/>
              </p:nvSpPr>
              <p:spPr>
                <a:xfrm>
                  <a:off x="7448970" y="4124788"/>
                  <a:ext cx="164592" cy="109727"/>
                </a:xfrm>
                <a:prstGeom prst="rect">
                  <a:avLst/>
                </a:prstGeom>
                <a:solidFill>
                  <a:srgbClr val="9FDA3A">
                    <a:alpha val="100000"/>
                  </a:srgbClr>
                </a:solidFill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3" name="pl213"/>
                <p:cNvSpPr/>
                <p:nvPr/>
              </p:nvSpPr>
              <p:spPr>
                <a:xfrm>
                  <a:off x="7448970" y="4179652"/>
                  <a:ext cx="164592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4592">
                      <a:moveTo>
                        <a:pt x="0" y="0"/>
                      </a:moveTo>
                      <a:lnTo>
                        <a:pt x="164592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4" name="pl214"/>
                <p:cNvSpPr/>
                <p:nvPr/>
              </p:nvSpPr>
              <p:spPr>
                <a:xfrm>
                  <a:off x="7531266" y="4267434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5" name="pl215"/>
                <p:cNvSpPr/>
                <p:nvPr/>
              </p:nvSpPr>
              <p:spPr>
                <a:xfrm>
                  <a:off x="7531266" y="4091869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6" name="rc216"/>
                <p:cNvSpPr/>
                <p:nvPr/>
              </p:nvSpPr>
              <p:spPr>
                <a:xfrm>
                  <a:off x="7421538" y="4289380"/>
                  <a:ext cx="219455" cy="219455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7" name="pl217"/>
                <p:cNvSpPr/>
                <p:nvPr/>
              </p:nvSpPr>
              <p:spPr>
                <a:xfrm>
                  <a:off x="7531266" y="4453972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8" name="pl218"/>
                <p:cNvSpPr/>
                <p:nvPr/>
              </p:nvSpPr>
              <p:spPr>
                <a:xfrm>
                  <a:off x="7531266" y="4311325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9" name="rc219"/>
                <p:cNvSpPr/>
                <p:nvPr/>
              </p:nvSpPr>
              <p:spPr>
                <a:xfrm>
                  <a:off x="7448970" y="4344244"/>
                  <a:ext cx="164592" cy="109727"/>
                </a:xfrm>
                <a:prstGeom prst="rect">
                  <a:avLst/>
                </a:prstGeom>
                <a:solidFill>
                  <a:srgbClr val="FDE725">
                    <a:alpha val="100000"/>
                  </a:srgbClr>
                </a:solidFill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20" name="pl220"/>
                <p:cNvSpPr/>
                <p:nvPr/>
              </p:nvSpPr>
              <p:spPr>
                <a:xfrm>
                  <a:off x="7448970" y="4399108"/>
                  <a:ext cx="164592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4592">
                      <a:moveTo>
                        <a:pt x="0" y="0"/>
                      </a:moveTo>
                      <a:lnTo>
                        <a:pt x="164592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21" name="pl221"/>
                <p:cNvSpPr/>
                <p:nvPr/>
              </p:nvSpPr>
              <p:spPr>
                <a:xfrm>
                  <a:off x="7531266" y="448689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22" name="pl222"/>
                <p:cNvSpPr/>
                <p:nvPr/>
              </p:nvSpPr>
              <p:spPr>
                <a:xfrm>
                  <a:off x="7531266" y="4311325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223" name="tx223"/>
              <p:cNvSpPr/>
              <p:nvPr/>
            </p:nvSpPr>
            <p:spPr>
              <a:xfrm>
                <a:off x="7746520" y="3265364"/>
                <a:ext cx="347563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W1-TX</a:t>
                </a:r>
              </a:p>
            </p:txBody>
          </p:sp>
          <p:sp>
            <p:nvSpPr>
              <p:cNvPr id="224" name="tx224"/>
              <p:cNvSpPr/>
              <p:nvPr/>
            </p:nvSpPr>
            <p:spPr>
              <a:xfrm>
                <a:off x="7746520" y="3484820"/>
                <a:ext cx="34152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W2-LA</a:t>
                </a:r>
              </a:p>
            </p:txBody>
          </p:sp>
          <p:sp>
            <p:nvSpPr>
              <p:cNvPr id="225" name="tx225"/>
              <p:cNvSpPr/>
              <p:nvPr/>
            </p:nvSpPr>
            <p:spPr>
              <a:xfrm>
                <a:off x="7746520" y="3704276"/>
                <a:ext cx="33521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W3-FL</a:t>
                </a:r>
              </a:p>
            </p:txBody>
          </p:sp>
          <p:sp>
            <p:nvSpPr>
              <p:cNvPr id="226" name="tx226"/>
              <p:cNvSpPr/>
              <p:nvPr/>
            </p:nvSpPr>
            <p:spPr>
              <a:xfrm>
                <a:off x="7746520" y="3923732"/>
                <a:ext cx="353872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W4-VA</a:t>
                </a:r>
              </a:p>
            </p:txBody>
          </p:sp>
          <p:sp>
            <p:nvSpPr>
              <p:cNvPr id="227" name="tx227"/>
              <p:cNvSpPr/>
              <p:nvPr/>
            </p:nvSpPr>
            <p:spPr>
              <a:xfrm>
                <a:off x="7744968" y="2812203"/>
                <a:ext cx="45966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S1-LOLA</a:t>
                </a:r>
              </a:p>
            </p:txBody>
          </p:sp>
          <p:sp>
            <p:nvSpPr>
              <p:cNvPr id="228" name="tx228"/>
              <p:cNvSpPr/>
              <p:nvPr/>
            </p:nvSpPr>
            <p:spPr>
              <a:xfrm>
                <a:off x="7744968" y="3031659"/>
                <a:ext cx="47813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S2-DEBY</a:t>
                </a:r>
              </a:p>
            </p:txBody>
          </p:sp>
          <p:sp>
            <p:nvSpPr>
              <p:cNvPr id="229" name="tx229"/>
              <p:cNvSpPr/>
              <p:nvPr/>
            </p:nvSpPr>
            <p:spPr>
              <a:xfrm>
                <a:off x="7750614" y="4161549"/>
                <a:ext cx="36612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W5-NH</a:t>
                </a:r>
              </a:p>
            </p:txBody>
          </p:sp>
          <p:sp>
            <p:nvSpPr>
              <p:cNvPr id="230" name="tx230"/>
              <p:cNvSpPr/>
              <p:nvPr/>
            </p:nvSpPr>
            <p:spPr>
              <a:xfrm>
                <a:off x="7750614" y="4381005"/>
                <a:ext cx="3724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W6-ME</a:t>
                </a:r>
              </a:p>
            </p:txBody>
          </p:sp>
          <p:sp>
            <p:nvSpPr>
              <p:cNvPr id="233" name="tx77">
                <a:extLst>
                  <a:ext uri="{FF2B5EF4-FFF2-40B4-BE49-F238E27FC236}">
                    <a16:creationId xmlns:a16="http://schemas.microsoft.com/office/drawing/2014/main" id="{A6177AF7-837B-BB9D-F4A2-9B65182CCB86}"/>
                  </a:ext>
                </a:extLst>
              </p:cNvPr>
              <p:cNvSpPr/>
              <p:nvPr/>
            </p:nvSpPr>
            <p:spPr>
              <a:xfrm>
                <a:off x="7476356" y="2420888"/>
                <a:ext cx="840059" cy="127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400"/>
                  </a:lnSpc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Source 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Population</a:t>
                </a:r>
                <a:endPara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sp>
          <p:nvSpPr>
            <p:cNvPr id="234" name="pl154">
              <a:extLst>
                <a:ext uri="{FF2B5EF4-FFF2-40B4-BE49-F238E27FC236}">
                  <a16:creationId xmlns:a16="http://schemas.microsoft.com/office/drawing/2014/main" id="{569EC163-9169-55B0-B207-4EC54DA6FBF6}"/>
                </a:ext>
              </a:extLst>
            </p:cNvPr>
            <p:cNvSpPr/>
            <p:nvPr/>
          </p:nvSpPr>
          <p:spPr>
            <a:xfrm flipH="1">
              <a:off x="8641964" y="12292525"/>
              <a:ext cx="45719" cy="3007930"/>
            </a:xfrm>
            <a:custGeom>
              <a:avLst/>
              <a:gdLst/>
              <a:ahLst/>
              <a:cxnLst/>
              <a:rect l="0" t="0" r="0" b="0"/>
              <a:pathLst>
                <a:path h="3268183">
                  <a:moveTo>
                    <a:pt x="0" y="326818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roup 988">
            <a:extLst>
              <a:ext uri="{FF2B5EF4-FFF2-40B4-BE49-F238E27FC236}">
                <a16:creationId xmlns:a16="http://schemas.microsoft.com/office/drawing/2014/main" id="{C02777E0-F731-AE67-F938-2CF09D81B016}"/>
              </a:ext>
            </a:extLst>
          </p:cNvPr>
          <p:cNvGrpSpPr/>
          <p:nvPr/>
        </p:nvGrpSpPr>
        <p:grpSpPr>
          <a:xfrm>
            <a:off x="4967536" y="11915800"/>
            <a:ext cx="7920880" cy="4608512"/>
            <a:chOff x="4967536" y="11915800"/>
            <a:chExt cx="7920880" cy="4608512"/>
          </a:xfrm>
        </p:grpSpPr>
        <p:sp>
          <p:nvSpPr>
            <p:cNvPr id="6" name="pl6"/>
            <p:cNvSpPr/>
            <p:nvPr/>
          </p:nvSpPr>
          <p:spPr>
            <a:xfrm>
              <a:off x="5723227" y="12392138"/>
              <a:ext cx="0" cy="630228"/>
            </a:xfrm>
            <a:custGeom>
              <a:avLst/>
              <a:gdLst/>
              <a:ahLst/>
              <a:cxnLst/>
              <a:rect l="0" t="0" r="0" b="0"/>
              <a:pathLst>
                <a:path h="630228">
                  <a:moveTo>
                    <a:pt x="0" y="6302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723227" y="13682607"/>
              <a:ext cx="0" cy="390141"/>
            </a:xfrm>
            <a:custGeom>
              <a:avLst/>
              <a:gdLst/>
              <a:ahLst/>
              <a:cxnLst/>
              <a:rect l="0" t="0" r="0" b="0"/>
              <a:pathLst>
                <a:path h="390141">
                  <a:moveTo>
                    <a:pt x="0" y="0"/>
                  </a:moveTo>
                  <a:lnTo>
                    <a:pt x="0" y="39014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8"/>
            <p:cNvSpPr/>
            <p:nvPr/>
          </p:nvSpPr>
          <p:spPr>
            <a:xfrm>
              <a:off x="5592382" y="13022368"/>
              <a:ext cx="261688" cy="660239"/>
            </a:xfrm>
            <a:custGeom>
              <a:avLst/>
              <a:gdLst/>
              <a:ahLst/>
              <a:cxnLst/>
              <a:rect l="0" t="0" r="0" b="0"/>
              <a:pathLst>
                <a:path w="261688" h="660239">
                  <a:moveTo>
                    <a:pt x="0" y="0"/>
                  </a:moveTo>
                  <a:lnTo>
                    <a:pt x="0" y="660239"/>
                  </a:lnTo>
                  <a:lnTo>
                    <a:pt x="261688" y="660239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5592382" y="13352486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t10"/>
            <p:cNvSpPr/>
            <p:nvPr/>
          </p:nvSpPr>
          <p:spPr>
            <a:xfrm>
              <a:off x="6047320" y="14648140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t11"/>
            <p:cNvSpPr/>
            <p:nvPr/>
          </p:nvSpPr>
          <p:spPr>
            <a:xfrm>
              <a:off x="6047320" y="1443806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t12"/>
            <p:cNvSpPr/>
            <p:nvPr/>
          </p:nvSpPr>
          <p:spPr>
            <a:xfrm>
              <a:off x="6047320" y="1458811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t13"/>
            <p:cNvSpPr/>
            <p:nvPr/>
          </p:nvSpPr>
          <p:spPr>
            <a:xfrm>
              <a:off x="6047320" y="1497825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072145" y="12692248"/>
              <a:ext cx="0" cy="622725"/>
            </a:xfrm>
            <a:custGeom>
              <a:avLst/>
              <a:gdLst/>
              <a:ahLst/>
              <a:cxnLst/>
              <a:rect l="0" t="0" r="0" b="0"/>
              <a:pathLst>
                <a:path h="622725">
                  <a:moveTo>
                    <a:pt x="0" y="62272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072145" y="13750130"/>
              <a:ext cx="0" cy="652736"/>
            </a:xfrm>
            <a:custGeom>
              <a:avLst/>
              <a:gdLst/>
              <a:ahLst/>
              <a:cxnLst/>
              <a:rect l="0" t="0" r="0" b="0"/>
              <a:pathLst>
                <a:path h="652736">
                  <a:moveTo>
                    <a:pt x="0" y="0"/>
                  </a:moveTo>
                  <a:lnTo>
                    <a:pt x="0" y="65273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5941300" y="13314974"/>
              <a:ext cx="261688" cy="435157"/>
            </a:xfrm>
            <a:custGeom>
              <a:avLst/>
              <a:gdLst/>
              <a:ahLst/>
              <a:cxnLst/>
              <a:rect l="0" t="0" r="0" b="0"/>
              <a:pathLst>
                <a:path w="261688" h="435157">
                  <a:moveTo>
                    <a:pt x="0" y="0"/>
                  </a:moveTo>
                  <a:lnTo>
                    <a:pt x="0" y="435157"/>
                  </a:lnTo>
                  <a:lnTo>
                    <a:pt x="261688" y="435157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5941300" y="13532552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6396238" y="14768183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6396238" y="1239732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6396238" y="1521834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6421063" y="12632225"/>
              <a:ext cx="0" cy="780282"/>
            </a:xfrm>
            <a:custGeom>
              <a:avLst/>
              <a:gdLst/>
              <a:ahLst/>
              <a:cxnLst/>
              <a:rect l="0" t="0" r="0" b="0"/>
              <a:pathLst>
                <a:path h="780282">
                  <a:moveTo>
                    <a:pt x="0" y="78028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6421063" y="13952705"/>
              <a:ext cx="0" cy="660239"/>
            </a:xfrm>
            <a:custGeom>
              <a:avLst/>
              <a:gdLst/>
              <a:ahLst/>
              <a:cxnLst/>
              <a:rect l="0" t="0" r="0" b="0"/>
              <a:pathLst>
                <a:path h="660239">
                  <a:moveTo>
                    <a:pt x="0" y="0"/>
                  </a:moveTo>
                  <a:lnTo>
                    <a:pt x="0" y="66023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3"/>
            <p:cNvSpPr/>
            <p:nvPr/>
          </p:nvSpPr>
          <p:spPr>
            <a:xfrm>
              <a:off x="6290218" y="13412509"/>
              <a:ext cx="261688" cy="540195"/>
            </a:xfrm>
            <a:custGeom>
              <a:avLst/>
              <a:gdLst/>
              <a:ahLst/>
              <a:cxnLst/>
              <a:rect l="0" t="0" r="0" b="0"/>
              <a:pathLst>
                <a:path w="261688" h="540195">
                  <a:moveTo>
                    <a:pt x="0" y="0"/>
                  </a:moveTo>
                  <a:lnTo>
                    <a:pt x="0" y="540195"/>
                  </a:lnTo>
                  <a:lnTo>
                    <a:pt x="261688" y="540195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6290218" y="13682606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6745156" y="1482820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6769981" y="12482172"/>
              <a:ext cx="0" cy="660239"/>
            </a:xfrm>
            <a:custGeom>
              <a:avLst/>
              <a:gdLst/>
              <a:ahLst/>
              <a:cxnLst/>
              <a:rect l="0" t="0" r="0" b="0"/>
              <a:pathLst>
                <a:path h="660239">
                  <a:moveTo>
                    <a:pt x="0" y="66023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6769981" y="13802650"/>
              <a:ext cx="0" cy="660239"/>
            </a:xfrm>
            <a:custGeom>
              <a:avLst/>
              <a:gdLst/>
              <a:ahLst/>
              <a:cxnLst/>
              <a:rect l="0" t="0" r="0" b="0"/>
              <a:pathLst>
                <a:path h="660239">
                  <a:moveTo>
                    <a:pt x="0" y="0"/>
                  </a:moveTo>
                  <a:lnTo>
                    <a:pt x="0" y="66023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8"/>
            <p:cNvSpPr/>
            <p:nvPr/>
          </p:nvSpPr>
          <p:spPr>
            <a:xfrm>
              <a:off x="6639136" y="13142411"/>
              <a:ext cx="261688" cy="660239"/>
            </a:xfrm>
            <a:custGeom>
              <a:avLst/>
              <a:gdLst/>
              <a:ahLst/>
              <a:cxnLst/>
              <a:rect l="0" t="0" r="0" b="0"/>
              <a:pathLst>
                <a:path w="261688" h="660239">
                  <a:moveTo>
                    <a:pt x="0" y="0"/>
                  </a:moveTo>
                  <a:lnTo>
                    <a:pt x="0" y="660239"/>
                  </a:lnTo>
                  <a:lnTo>
                    <a:pt x="261688" y="660239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6639136" y="13532552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7094074" y="1287749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7094074" y="14648140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7094074" y="1485821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7094074" y="1488822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7118898" y="13292466"/>
              <a:ext cx="0" cy="307611"/>
            </a:xfrm>
            <a:custGeom>
              <a:avLst/>
              <a:gdLst/>
              <a:ahLst/>
              <a:cxnLst/>
              <a:rect l="0" t="0" r="0" b="0"/>
              <a:pathLst>
                <a:path h="307611">
                  <a:moveTo>
                    <a:pt x="0" y="30761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7118898" y="14012726"/>
              <a:ext cx="0" cy="510184"/>
            </a:xfrm>
            <a:custGeom>
              <a:avLst/>
              <a:gdLst/>
              <a:ahLst/>
              <a:cxnLst/>
              <a:rect l="0" t="0" r="0" b="0"/>
              <a:pathLst>
                <a:path h="510184">
                  <a:moveTo>
                    <a:pt x="0" y="0"/>
                  </a:moveTo>
                  <a:lnTo>
                    <a:pt x="0" y="51018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6988054" y="13600077"/>
              <a:ext cx="261688" cy="412649"/>
            </a:xfrm>
            <a:custGeom>
              <a:avLst/>
              <a:gdLst/>
              <a:ahLst/>
              <a:cxnLst/>
              <a:rect l="0" t="0" r="0" b="0"/>
              <a:pathLst>
                <a:path w="261688" h="412649">
                  <a:moveTo>
                    <a:pt x="0" y="0"/>
                  </a:moveTo>
                  <a:lnTo>
                    <a:pt x="0" y="412649"/>
                  </a:lnTo>
                  <a:lnTo>
                    <a:pt x="261688" y="412649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6988054" y="13772639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7442992" y="1479819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7442992" y="1254737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7442992" y="12577390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7442992" y="1290750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7442992" y="1452809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7467816" y="13052379"/>
              <a:ext cx="0" cy="480173"/>
            </a:xfrm>
            <a:custGeom>
              <a:avLst/>
              <a:gdLst/>
              <a:ahLst/>
              <a:cxnLst/>
              <a:rect l="0" t="0" r="0" b="0"/>
              <a:pathLst>
                <a:path h="480173">
                  <a:moveTo>
                    <a:pt x="0" y="48017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7467816" y="13922694"/>
              <a:ext cx="0" cy="270097"/>
            </a:xfrm>
            <a:custGeom>
              <a:avLst/>
              <a:gdLst/>
              <a:ahLst/>
              <a:cxnLst/>
              <a:rect l="0" t="0" r="0" b="0"/>
              <a:pathLst>
                <a:path h="270097">
                  <a:moveTo>
                    <a:pt x="0" y="0"/>
                  </a:moveTo>
                  <a:lnTo>
                    <a:pt x="0" y="27009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7336972" y="13532553"/>
              <a:ext cx="261688" cy="390141"/>
            </a:xfrm>
            <a:custGeom>
              <a:avLst/>
              <a:gdLst/>
              <a:ahLst/>
              <a:cxnLst/>
              <a:rect l="0" t="0" r="0" b="0"/>
              <a:pathLst>
                <a:path w="261688" h="390141">
                  <a:moveTo>
                    <a:pt x="0" y="0"/>
                  </a:moveTo>
                  <a:lnTo>
                    <a:pt x="0" y="390141"/>
                  </a:lnTo>
                  <a:lnTo>
                    <a:pt x="261688" y="390141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7336972" y="13712617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7816734" y="13892682"/>
              <a:ext cx="0" cy="360130"/>
            </a:xfrm>
            <a:custGeom>
              <a:avLst/>
              <a:gdLst/>
              <a:ahLst/>
              <a:cxnLst/>
              <a:rect l="0" t="0" r="0" b="0"/>
              <a:pathLst>
                <a:path h="360130">
                  <a:moveTo>
                    <a:pt x="0" y="3601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7816734" y="14928058"/>
              <a:ext cx="0" cy="375135"/>
            </a:xfrm>
            <a:custGeom>
              <a:avLst/>
              <a:gdLst/>
              <a:ahLst/>
              <a:cxnLst/>
              <a:rect l="0" t="0" r="0" b="0"/>
              <a:pathLst>
                <a:path h="375135">
                  <a:moveTo>
                    <a:pt x="0" y="0"/>
                  </a:moveTo>
                  <a:lnTo>
                    <a:pt x="0" y="37513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g49"/>
            <p:cNvSpPr/>
            <p:nvPr/>
          </p:nvSpPr>
          <p:spPr>
            <a:xfrm>
              <a:off x="7685890" y="14252812"/>
              <a:ext cx="261688" cy="675244"/>
            </a:xfrm>
            <a:custGeom>
              <a:avLst/>
              <a:gdLst/>
              <a:ahLst/>
              <a:cxnLst/>
              <a:rect l="0" t="0" r="0" b="0"/>
              <a:pathLst>
                <a:path w="261688" h="675244">
                  <a:moveTo>
                    <a:pt x="0" y="0"/>
                  </a:moveTo>
                  <a:lnTo>
                    <a:pt x="0" y="675244"/>
                  </a:lnTo>
                  <a:lnTo>
                    <a:pt x="261688" y="675244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7685890" y="14417872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8140827" y="1494824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8140827" y="1485821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8140827" y="1479819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8165652" y="13262455"/>
              <a:ext cx="0" cy="345125"/>
            </a:xfrm>
            <a:custGeom>
              <a:avLst/>
              <a:gdLst/>
              <a:ahLst/>
              <a:cxnLst/>
              <a:rect l="0" t="0" r="0" b="0"/>
              <a:pathLst>
                <a:path h="345125">
                  <a:moveTo>
                    <a:pt x="0" y="34512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8165652" y="14072748"/>
              <a:ext cx="0" cy="480173"/>
            </a:xfrm>
            <a:custGeom>
              <a:avLst/>
              <a:gdLst/>
              <a:ahLst/>
              <a:cxnLst/>
              <a:rect l="0" t="0" r="0" b="0"/>
              <a:pathLst>
                <a:path h="480173">
                  <a:moveTo>
                    <a:pt x="0" y="0"/>
                  </a:moveTo>
                  <a:lnTo>
                    <a:pt x="0" y="48017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8034808" y="13607579"/>
              <a:ext cx="261688" cy="465168"/>
            </a:xfrm>
            <a:custGeom>
              <a:avLst/>
              <a:gdLst/>
              <a:ahLst/>
              <a:cxnLst/>
              <a:rect l="0" t="0" r="0" b="0"/>
              <a:pathLst>
                <a:path w="261688" h="465168">
                  <a:moveTo>
                    <a:pt x="0" y="0"/>
                  </a:moveTo>
                  <a:lnTo>
                    <a:pt x="0" y="465168"/>
                  </a:lnTo>
                  <a:lnTo>
                    <a:pt x="261688" y="465168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8034808" y="13922693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tx5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5684365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5998352" y="12481898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6347270" y="12211800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1" name="tx33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6692257" y="122718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5" name="tx44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0" name="tx46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1" name="tx46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2" name="tx46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3" name="tx46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4" name="tx46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5" name="tx46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6" name="tx46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69" name="tx46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0" name="tx47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7" name="tx47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8" name="tx47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79" name="tx47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93" name="tx493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94" name="tx494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7021789" y="12691974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496" name="tx49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0" name="tx50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1" name="tx501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2" name="tx502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3" name="tx503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4" name="tx504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7" name="tx50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8" name="tx50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09" name="tx50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0" name="tx51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3" name="tx513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4" name="tx514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5" name="tx515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6" name="tx51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7" name="tx51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8" name="tx51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19" name="tx51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0" name="tx52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1" name="tx521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2" name="tx522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3" name="tx523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0" name="tx55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1" name="tx551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2" name="tx552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3" name="tx553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4" name="tx554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5" name="tx555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6" name="tx55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7" name="tx55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8" name="tx55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9" name="tx55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0" name="tx56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1" name="tx561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2" name="tx562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3" name="tx563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4" name="tx564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7355162" y="12361855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83" name="tx583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84" name="tx584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0" name="tx590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1" name="tx591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2" name="tx592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3" name="tx593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4" name="tx594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5" name="tx595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6" name="tx596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7" name="tx597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7801235" y="13682333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05" name="tx605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06" name="tx606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07" name="tx607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08" name="tx608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09" name="tx609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0" name="tx610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8029681" y="13052105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8" name="pl628"/>
            <p:cNvSpPr/>
            <p:nvPr/>
          </p:nvSpPr>
          <p:spPr>
            <a:xfrm>
              <a:off x="9132994" y="13712618"/>
              <a:ext cx="0" cy="225081"/>
            </a:xfrm>
            <a:custGeom>
              <a:avLst/>
              <a:gdLst/>
              <a:ahLst/>
              <a:cxnLst/>
              <a:rect l="0" t="0" r="0" b="0"/>
              <a:pathLst>
                <a:path h="225081">
                  <a:moveTo>
                    <a:pt x="0" y="22508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l629"/>
            <p:cNvSpPr/>
            <p:nvPr/>
          </p:nvSpPr>
          <p:spPr>
            <a:xfrm>
              <a:off x="9132994" y="14312834"/>
              <a:ext cx="0" cy="300108"/>
            </a:xfrm>
            <a:custGeom>
              <a:avLst/>
              <a:gdLst/>
              <a:ahLst/>
              <a:cxnLst/>
              <a:rect l="0" t="0" r="0" b="0"/>
              <a:pathLst>
                <a:path h="300108">
                  <a:moveTo>
                    <a:pt x="0" y="0"/>
                  </a:moveTo>
                  <a:lnTo>
                    <a:pt x="0" y="30010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g630"/>
            <p:cNvSpPr/>
            <p:nvPr/>
          </p:nvSpPr>
          <p:spPr>
            <a:xfrm>
              <a:off x="9002150" y="13937699"/>
              <a:ext cx="261688" cy="375135"/>
            </a:xfrm>
            <a:custGeom>
              <a:avLst/>
              <a:gdLst/>
              <a:ahLst/>
              <a:cxnLst/>
              <a:rect l="0" t="0" r="0" b="0"/>
              <a:pathLst>
                <a:path w="261688" h="375135">
                  <a:moveTo>
                    <a:pt x="0" y="0"/>
                  </a:moveTo>
                  <a:lnTo>
                    <a:pt x="0" y="375135"/>
                  </a:lnTo>
                  <a:lnTo>
                    <a:pt x="261688" y="375135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l631"/>
            <p:cNvSpPr/>
            <p:nvPr/>
          </p:nvSpPr>
          <p:spPr>
            <a:xfrm>
              <a:off x="9002150" y="14132769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t632"/>
            <p:cNvSpPr/>
            <p:nvPr/>
          </p:nvSpPr>
          <p:spPr>
            <a:xfrm>
              <a:off x="9457087" y="1314759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l633"/>
            <p:cNvSpPr/>
            <p:nvPr/>
          </p:nvSpPr>
          <p:spPr>
            <a:xfrm>
              <a:off x="9481912" y="13352487"/>
              <a:ext cx="0" cy="517687"/>
            </a:xfrm>
            <a:custGeom>
              <a:avLst/>
              <a:gdLst/>
              <a:ahLst/>
              <a:cxnLst/>
              <a:rect l="0" t="0" r="0" b="0"/>
              <a:pathLst>
                <a:path h="517687">
                  <a:moveTo>
                    <a:pt x="0" y="51768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l634"/>
            <p:cNvSpPr/>
            <p:nvPr/>
          </p:nvSpPr>
          <p:spPr>
            <a:xfrm>
              <a:off x="9481912" y="14222802"/>
              <a:ext cx="0" cy="360130"/>
            </a:xfrm>
            <a:custGeom>
              <a:avLst/>
              <a:gdLst/>
              <a:ahLst/>
              <a:cxnLst/>
              <a:rect l="0" t="0" r="0" b="0"/>
              <a:pathLst>
                <a:path h="360130">
                  <a:moveTo>
                    <a:pt x="0" y="0"/>
                  </a:moveTo>
                  <a:lnTo>
                    <a:pt x="0" y="36013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g635"/>
            <p:cNvSpPr/>
            <p:nvPr/>
          </p:nvSpPr>
          <p:spPr>
            <a:xfrm>
              <a:off x="9351068" y="13870175"/>
              <a:ext cx="261688" cy="352627"/>
            </a:xfrm>
            <a:custGeom>
              <a:avLst/>
              <a:gdLst/>
              <a:ahLst/>
              <a:cxnLst/>
              <a:rect l="0" t="0" r="0" b="0"/>
              <a:pathLst>
                <a:path w="261688" h="352627">
                  <a:moveTo>
                    <a:pt x="0" y="0"/>
                  </a:moveTo>
                  <a:lnTo>
                    <a:pt x="0" y="352627"/>
                  </a:lnTo>
                  <a:lnTo>
                    <a:pt x="261688" y="352627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l636"/>
            <p:cNvSpPr/>
            <p:nvPr/>
          </p:nvSpPr>
          <p:spPr>
            <a:xfrm>
              <a:off x="9351068" y="14102758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l637"/>
            <p:cNvSpPr/>
            <p:nvPr/>
          </p:nvSpPr>
          <p:spPr>
            <a:xfrm>
              <a:off x="9830830" y="14192792"/>
              <a:ext cx="0" cy="165059"/>
            </a:xfrm>
            <a:custGeom>
              <a:avLst/>
              <a:gdLst/>
              <a:ahLst/>
              <a:cxnLst/>
              <a:rect l="0" t="0" r="0" b="0"/>
              <a:pathLst>
                <a:path h="165059">
                  <a:moveTo>
                    <a:pt x="0" y="16505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l638"/>
            <p:cNvSpPr/>
            <p:nvPr/>
          </p:nvSpPr>
          <p:spPr>
            <a:xfrm>
              <a:off x="9830830" y="14627948"/>
              <a:ext cx="0" cy="255092"/>
            </a:xfrm>
            <a:custGeom>
              <a:avLst/>
              <a:gdLst/>
              <a:ahLst/>
              <a:cxnLst/>
              <a:rect l="0" t="0" r="0" b="0"/>
              <a:pathLst>
                <a:path h="255092">
                  <a:moveTo>
                    <a:pt x="0" y="0"/>
                  </a:moveTo>
                  <a:lnTo>
                    <a:pt x="0" y="25509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g639"/>
            <p:cNvSpPr/>
            <p:nvPr/>
          </p:nvSpPr>
          <p:spPr>
            <a:xfrm>
              <a:off x="9699986" y="14357852"/>
              <a:ext cx="261688" cy="270097"/>
            </a:xfrm>
            <a:custGeom>
              <a:avLst/>
              <a:gdLst/>
              <a:ahLst/>
              <a:cxnLst/>
              <a:rect l="0" t="0" r="0" b="0"/>
              <a:pathLst>
                <a:path w="261688" h="270097">
                  <a:moveTo>
                    <a:pt x="0" y="0"/>
                  </a:moveTo>
                  <a:lnTo>
                    <a:pt x="0" y="270097"/>
                  </a:lnTo>
                  <a:lnTo>
                    <a:pt x="261688" y="270097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l640"/>
            <p:cNvSpPr/>
            <p:nvPr/>
          </p:nvSpPr>
          <p:spPr>
            <a:xfrm>
              <a:off x="9699986" y="14522910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10154923" y="1377782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l642"/>
            <p:cNvSpPr/>
            <p:nvPr/>
          </p:nvSpPr>
          <p:spPr>
            <a:xfrm>
              <a:off x="10179748" y="14102758"/>
              <a:ext cx="0" cy="240086"/>
            </a:xfrm>
            <a:custGeom>
              <a:avLst/>
              <a:gdLst/>
              <a:ahLst/>
              <a:cxnLst/>
              <a:rect l="0" t="0" r="0" b="0"/>
              <a:pathLst>
                <a:path h="240086">
                  <a:moveTo>
                    <a:pt x="0" y="2400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l643"/>
            <p:cNvSpPr/>
            <p:nvPr/>
          </p:nvSpPr>
          <p:spPr>
            <a:xfrm>
              <a:off x="10179748" y="14605440"/>
              <a:ext cx="0" cy="277600"/>
            </a:xfrm>
            <a:custGeom>
              <a:avLst/>
              <a:gdLst/>
              <a:ahLst/>
              <a:cxnLst/>
              <a:rect l="0" t="0" r="0" b="0"/>
              <a:pathLst>
                <a:path h="277600">
                  <a:moveTo>
                    <a:pt x="0" y="0"/>
                  </a:moveTo>
                  <a:lnTo>
                    <a:pt x="0" y="27760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g644"/>
            <p:cNvSpPr/>
            <p:nvPr/>
          </p:nvSpPr>
          <p:spPr>
            <a:xfrm>
              <a:off x="10048904" y="14342846"/>
              <a:ext cx="261688" cy="262595"/>
            </a:xfrm>
            <a:custGeom>
              <a:avLst/>
              <a:gdLst/>
              <a:ahLst/>
              <a:cxnLst/>
              <a:rect l="0" t="0" r="0" b="0"/>
              <a:pathLst>
                <a:path w="261688" h="262595">
                  <a:moveTo>
                    <a:pt x="0" y="0"/>
                  </a:moveTo>
                  <a:lnTo>
                    <a:pt x="0" y="262595"/>
                  </a:lnTo>
                  <a:lnTo>
                    <a:pt x="261688" y="262595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l645"/>
            <p:cNvSpPr/>
            <p:nvPr/>
          </p:nvSpPr>
          <p:spPr>
            <a:xfrm>
              <a:off x="10048904" y="14462889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l646"/>
            <p:cNvSpPr/>
            <p:nvPr/>
          </p:nvSpPr>
          <p:spPr>
            <a:xfrm>
              <a:off x="10528666" y="13772640"/>
              <a:ext cx="0" cy="270097"/>
            </a:xfrm>
            <a:custGeom>
              <a:avLst/>
              <a:gdLst/>
              <a:ahLst/>
              <a:cxnLst/>
              <a:rect l="0" t="0" r="0" b="0"/>
              <a:pathLst>
                <a:path h="270097">
                  <a:moveTo>
                    <a:pt x="0" y="27009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l647"/>
            <p:cNvSpPr/>
            <p:nvPr/>
          </p:nvSpPr>
          <p:spPr>
            <a:xfrm>
              <a:off x="10528666" y="14522911"/>
              <a:ext cx="0" cy="600217"/>
            </a:xfrm>
            <a:custGeom>
              <a:avLst/>
              <a:gdLst/>
              <a:ahLst/>
              <a:cxnLst/>
              <a:rect l="0" t="0" r="0" b="0"/>
              <a:pathLst>
                <a:path h="600217">
                  <a:moveTo>
                    <a:pt x="0" y="0"/>
                  </a:moveTo>
                  <a:lnTo>
                    <a:pt x="0" y="60021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g648"/>
            <p:cNvSpPr/>
            <p:nvPr/>
          </p:nvSpPr>
          <p:spPr>
            <a:xfrm>
              <a:off x="10397822" y="14042737"/>
              <a:ext cx="261688" cy="480173"/>
            </a:xfrm>
            <a:custGeom>
              <a:avLst/>
              <a:gdLst/>
              <a:ahLst/>
              <a:cxnLst/>
              <a:rect l="0" t="0" r="0" b="0"/>
              <a:pathLst>
                <a:path w="261688" h="480173">
                  <a:moveTo>
                    <a:pt x="0" y="0"/>
                  </a:moveTo>
                  <a:lnTo>
                    <a:pt x="0" y="480173"/>
                  </a:lnTo>
                  <a:lnTo>
                    <a:pt x="261688" y="480173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l649"/>
            <p:cNvSpPr/>
            <p:nvPr/>
          </p:nvSpPr>
          <p:spPr>
            <a:xfrm>
              <a:off x="10397822" y="14252812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t650"/>
            <p:cNvSpPr/>
            <p:nvPr/>
          </p:nvSpPr>
          <p:spPr>
            <a:xfrm>
              <a:off x="10852759" y="15068292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t651"/>
            <p:cNvSpPr/>
            <p:nvPr/>
          </p:nvSpPr>
          <p:spPr>
            <a:xfrm>
              <a:off x="10852759" y="1479819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10852759" y="1377782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l653"/>
            <p:cNvSpPr/>
            <p:nvPr/>
          </p:nvSpPr>
          <p:spPr>
            <a:xfrm>
              <a:off x="10877584" y="13832660"/>
              <a:ext cx="0" cy="360130"/>
            </a:xfrm>
            <a:custGeom>
              <a:avLst/>
              <a:gdLst/>
              <a:ahLst/>
              <a:cxnLst/>
              <a:rect l="0" t="0" r="0" b="0"/>
              <a:pathLst>
                <a:path h="360130">
                  <a:moveTo>
                    <a:pt x="0" y="3601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l654"/>
            <p:cNvSpPr/>
            <p:nvPr/>
          </p:nvSpPr>
          <p:spPr>
            <a:xfrm>
              <a:off x="10877584" y="14432878"/>
              <a:ext cx="0" cy="300108"/>
            </a:xfrm>
            <a:custGeom>
              <a:avLst/>
              <a:gdLst/>
              <a:ahLst/>
              <a:cxnLst/>
              <a:rect l="0" t="0" r="0" b="0"/>
              <a:pathLst>
                <a:path h="300108">
                  <a:moveTo>
                    <a:pt x="0" y="0"/>
                  </a:moveTo>
                  <a:lnTo>
                    <a:pt x="0" y="30010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g655"/>
            <p:cNvSpPr/>
            <p:nvPr/>
          </p:nvSpPr>
          <p:spPr>
            <a:xfrm>
              <a:off x="10746740" y="14192791"/>
              <a:ext cx="261688" cy="240086"/>
            </a:xfrm>
            <a:custGeom>
              <a:avLst/>
              <a:gdLst/>
              <a:ahLst/>
              <a:cxnLst/>
              <a:rect l="0" t="0" r="0" b="0"/>
              <a:pathLst>
                <a:path w="261688" h="240086">
                  <a:moveTo>
                    <a:pt x="0" y="0"/>
                  </a:moveTo>
                  <a:lnTo>
                    <a:pt x="0" y="240086"/>
                  </a:lnTo>
                  <a:lnTo>
                    <a:pt x="261688" y="240086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l656"/>
            <p:cNvSpPr/>
            <p:nvPr/>
          </p:nvSpPr>
          <p:spPr>
            <a:xfrm>
              <a:off x="10746740" y="14312834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11201677" y="1425799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l658"/>
            <p:cNvSpPr/>
            <p:nvPr/>
          </p:nvSpPr>
          <p:spPr>
            <a:xfrm>
              <a:off x="11226502" y="14642955"/>
              <a:ext cx="0" cy="60021"/>
            </a:xfrm>
            <a:custGeom>
              <a:avLst/>
              <a:gdLst/>
              <a:ahLst/>
              <a:cxnLst/>
              <a:rect l="0" t="0" r="0" b="0"/>
              <a:pathLst>
                <a:path h="60021">
                  <a:moveTo>
                    <a:pt x="0" y="600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l659"/>
            <p:cNvSpPr/>
            <p:nvPr/>
          </p:nvSpPr>
          <p:spPr>
            <a:xfrm>
              <a:off x="11226502" y="14965572"/>
              <a:ext cx="0" cy="37513"/>
            </a:xfrm>
            <a:custGeom>
              <a:avLst/>
              <a:gdLst/>
              <a:ahLst/>
              <a:cxnLst/>
              <a:rect l="0" t="0" r="0" b="0"/>
              <a:pathLst>
                <a:path h="37513">
                  <a:moveTo>
                    <a:pt x="0" y="0"/>
                  </a:moveTo>
                  <a:lnTo>
                    <a:pt x="0" y="3751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g660"/>
            <p:cNvSpPr/>
            <p:nvPr/>
          </p:nvSpPr>
          <p:spPr>
            <a:xfrm>
              <a:off x="11095658" y="14702977"/>
              <a:ext cx="261688" cy="262595"/>
            </a:xfrm>
            <a:custGeom>
              <a:avLst/>
              <a:gdLst/>
              <a:ahLst/>
              <a:cxnLst/>
              <a:rect l="0" t="0" r="0" b="0"/>
              <a:pathLst>
                <a:path w="261688" h="262595">
                  <a:moveTo>
                    <a:pt x="0" y="0"/>
                  </a:moveTo>
                  <a:lnTo>
                    <a:pt x="0" y="262595"/>
                  </a:lnTo>
                  <a:lnTo>
                    <a:pt x="261688" y="262595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l661"/>
            <p:cNvSpPr/>
            <p:nvPr/>
          </p:nvSpPr>
          <p:spPr>
            <a:xfrm>
              <a:off x="11095658" y="14913052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l662"/>
            <p:cNvSpPr/>
            <p:nvPr/>
          </p:nvSpPr>
          <p:spPr>
            <a:xfrm>
              <a:off x="11575420" y="14342846"/>
              <a:ext cx="0" cy="15005"/>
            </a:xfrm>
            <a:custGeom>
              <a:avLst/>
              <a:gdLst/>
              <a:ahLst/>
              <a:cxnLst/>
              <a:rect l="0" t="0" r="0" b="0"/>
              <a:pathLst>
                <a:path h="15005">
                  <a:moveTo>
                    <a:pt x="0" y="150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l663"/>
            <p:cNvSpPr/>
            <p:nvPr/>
          </p:nvSpPr>
          <p:spPr>
            <a:xfrm>
              <a:off x="11575420" y="14537917"/>
              <a:ext cx="0" cy="165059"/>
            </a:xfrm>
            <a:custGeom>
              <a:avLst/>
              <a:gdLst/>
              <a:ahLst/>
              <a:cxnLst/>
              <a:rect l="0" t="0" r="0" b="0"/>
              <a:pathLst>
                <a:path h="165059">
                  <a:moveTo>
                    <a:pt x="0" y="0"/>
                  </a:moveTo>
                  <a:lnTo>
                    <a:pt x="0" y="16505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g664"/>
            <p:cNvSpPr/>
            <p:nvPr/>
          </p:nvSpPr>
          <p:spPr>
            <a:xfrm>
              <a:off x="11444576" y="14357852"/>
              <a:ext cx="261688" cy="180065"/>
            </a:xfrm>
            <a:custGeom>
              <a:avLst/>
              <a:gdLst/>
              <a:ahLst/>
              <a:cxnLst/>
              <a:rect l="0" t="0" r="0" b="0"/>
              <a:pathLst>
                <a:path w="261688" h="180065">
                  <a:moveTo>
                    <a:pt x="0" y="0"/>
                  </a:moveTo>
                  <a:lnTo>
                    <a:pt x="0" y="180065"/>
                  </a:lnTo>
                  <a:lnTo>
                    <a:pt x="261688" y="180065"/>
                  </a:lnTo>
                  <a:lnTo>
                    <a:pt x="261688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l665"/>
            <p:cNvSpPr/>
            <p:nvPr/>
          </p:nvSpPr>
          <p:spPr>
            <a:xfrm>
              <a:off x="11444576" y="14372856"/>
              <a:ext cx="261688" cy="0"/>
            </a:xfrm>
            <a:custGeom>
              <a:avLst/>
              <a:gdLst/>
              <a:ahLst/>
              <a:cxnLst/>
              <a:rect l="0" t="0" r="0" b="0"/>
              <a:pathLst>
                <a:path w="261688">
                  <a:moveTo>
                    <a:pt x="0" y="0"/>
                  </a:moveTo>
                  <a:lnTo>
                    <a:pt x="26168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tx666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67" name="tx667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68" name="tx668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69" name="tx669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0" name="tx670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1" name="tx671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2" name="tx672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3" name="tx673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4" name="tx674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5" name="tx675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6" name="tx676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7" name="tx677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8" name="tx678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2" name="tx682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3" name="tx683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90" name="tx690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91" name="tx691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92" name="tx692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93" name="tx693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94" name="tx694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96" name="tx696"/>
            <p:cNvSpPr/>
            <p:nvPr/>
          </p:nvSpPr>
          <p:spPr>
            <a:xfrm>
              <a:off x="9055270" y="135022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97" name="tx697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8" name="tx698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9" name="tx699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9" name="tx709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0" name="tx710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1" name="tx711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2" name="tx712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3" name="tx713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4" name="tx714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5" name="tx715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6" name="tx716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7" name="tx717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8" name="tx718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9" name="tx719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0" name="tx720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1" name="tx721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2" name="tx722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3" name="tx723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4" name="tx724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5" name="tx725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6" name="tx726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7" name="tx727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8" name="tx728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9" name="tx729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0" name="tx730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1" name="tx731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2" name="tx732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3" name="tx733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4" name="tx734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5" name="tx735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6" name="tx736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7" name="tx737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8" name="tx738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39" name="tx739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0" name="tx740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1" name="tx741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2" name="tx742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3" name="tx743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4" name="tx744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5" name="tx745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6" name="tx746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7" name="tx747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8" name="tx748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49" name="tx749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50" name="tx750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51" name="tx751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52" name="tx752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53" name="tx753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54" name="tx754"/>
            <p:cNvSpPr/>
            <p:nvPr/>
          </p:nvSpPr>
          <p:spPr>
            <a:xfrm>
              <a:off x="9423665" y="1296207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55" name="tx755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6" name="tx756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9815331" y="13982442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10125387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1" name="tx851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2" name="tx852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3" name="tx853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4" name="tx854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5" name="tx855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6" name="tx856"/>
            <p:cNvSpPr/>
            <p:nvPr/>
          </p:nvSpPr>
          <p:spPr>
            <a:xfrm>
              <a:off x="10474305" y="1356228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7" name="tx857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8" name="tx858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59" name="tx859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0" name="tx860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1" name="tx861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2" name="tx862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3" name="tx863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4" name="tx864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5" name="tx865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6" name="tx866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7" name="tx867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8" name="tx868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9" name="tx869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0" name="tx870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1" name="tx871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2" name="tx872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3" name="tx873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4" name="tx874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5" name="tx875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6" name="tx876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10823223" y="13592300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11211003" y="14072474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11211003" y="14072474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11211003" y="14072474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11211003" y="14072474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11211003" y="14072474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11211003" y="14072474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11423950" y="14132496"/>
              <a:ext cx="30294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11423950" y="14132496"/>
              <a:ext cx="30294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11423950" y="14132496"/>
              <a:ext cx="30294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5326887" y="15353176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5326887" y="14602904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5326887" y="13852632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5264709" y="13102361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5264709" y="12352089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959" name="pl959"/>
            <p:cNvSpPr/>
            <p:nvPr/>
          </p:nvSpPr>
          <p:spPr>
            <a:xfrm>
              <a:off x="5508806" y="1539322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l960"/>
            <p:cNvSpPr/>
            <p:nvPr/>
          </p:nvSpPr>
          <p:spPr>
            <a:xfrm>
              <a:off x="5508806" y="1464295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l961"/>
            <p:cNvSpPr/>
            <p:nvPr/>
          </p:nvSpPr>
          <p:spPr>
            <a:xfrm>
              <a:off x="5508806" y="1389268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l962"/>
            <p:cNvSpPr/>
            <p:nvPr/>
          </p:nvSpPr>
          <p:spPr>
            <a:xfrm>
              <a:off x="5508806" y="1314241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l963"/>
            <p:cNvSpPr/>
            <p:nvPr/>
          </p:nvSpPr>
          <p:spPr>
            <a:xfrm>
              <a:off x="5508806" y="1239213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l154">
              <a:extLst>
                <a:ext uri="{FF2B5EF4-FFF2-40B4-BE49-F238E27FC236}">
                  <a16:creationId xmlns:a16="http://schemas.microsoft.com/office/drawing/2014/main" id="{F8169EDD-7B5F-6358-F7A2-063C0667B030}"/>
                </a:ext>
              </a:extLst>
            </p:cNvPr>
            <p:cNvSpPr/>
            <p:nvPr/>
          </p:nvSpPr>
          <p:spPr>
            <a:xfrm flipH="1">
              <a:off x="8641964" y="12292525"/>
              <a:ext cx="45719" cy="3007930"/>
            </a:xfrm>
            <a:custGeom>
              <a:avLst/>
              <a:gdLst/>
              <a:ahLst/>
              <a:cxnLst/>
              <a:rect l="0" t="0" r="0" b="0"/>
              <a:pathLst>
                <a:path h="3268183">
                  <a:moveTo>
                    <a:pt x="0" y="326818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l120">
              <a:extLst>
                <a:ext uri="{FF2B5EF4-FFF2-40B4-BE49-F238E27FC236}">
                  <a16:creationId xmlns:a16="http://schemas.microsoft.com/office/drawing/2014/main" id="{CBF7717F-3F25-F24A-630E-714B3E0F75DF}"/>
                </a:ext>
              </a:extLst>
            </p:cNvPr>
            <p:cNvSpPr/>
            <p:nvPr/>
          </p:nvSpPr>
          <p:spPr>
            <a:xfrm flipV="1">
              <a:off x="5544874" y="15406029"/>
              <a:ext cx="3383079" cy="45719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36" name="tx118">
              <a:extLst>
                <a:ext uri="{FF2B5EF4-FFF2-40B4-BE49-F238E27FC236}">
                  <a16:creationId xmlns:a16="http://schemas.microsoft.com/office/drawing/2014/main" id="{4B2AB7D8-A25C-ABBC-AFBD-234CD7EEC3AB}"/>
                </a:ext>
              </a:extLst>
            </p:cNvPr>
            <p:cNvSpPr/>
            <p:nvPr/>
          </p:nvSpPr>
          <p:spPr>
            <a:xfrm>
              <a:off x="6731682" y="16156180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037" name="tx119">
              <a:extLst>
                <a:ext uri="{FF2B5EF4-FFF2-40B4-BE49-F238E27FC236}">
                  <a16:creationId xmlns:a16="http://schemas.microsoft.com/office/drawing/2014/main" id="{5C0E7C21-683C-F670-72DD-955ACC903E3F}"/>
                </a:ext>
              </a:extLst>
            </p:cNvPr>
            <p:cNvSpPr/>
            <p:nvPr/>
          </p:nvSpPr>
          <p:spPr>
            <a:xfrm>
              <a:off x="10116714" y="16156180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York</a:t>
              </a:r>
              <a:r>
                <a:rPr lang="en-US"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 </a:t>
              </a: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River</a:t>
              </a:r>
            </a:p>
          </p:txBody>
        </p:sp>
        <p:sp>
          <p:nvSpPr>
            <p:cNvPr id="1038" name="pl120">
              <a:extLst>
                <a:ext uri="{FF2B5EF4-FFF2-40B4-BE49-F238E27FC236}">
                  <a16:creationId xmlns:a16="http://schemas.microsoft.com/office/drawing/2014/main" id="{F7C66D28-EBFA-AB9A-A083-4C42BE7EF070}"/>
                </a:ext>
              </a:extLst>
            </p:cNvPr>
            <p:cNvSpPr/>
            <p:nvPr/>
          </p:nvSpPr>
          <p:spPr>
            <a:xfrm flipV="1">
              <a:off x="5544874" y="15406029"/>
              <a:ext cx="3383079" cy="45719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39" name="pl121">
              <a:extLst>
                <a:ext uri="{FF2B5EF4-FFF2-40B4-BE49-F238E27FC236}">
                  <a16:creationId xmlns:a16="http://schemas.microsoft.com/office/drawing/2014/main" id="{C84CFB67-0676-9E8B-C2A9-BB4EEAC59727}"/>
                </a:ext>
              </a:extLst>
            </p:cNvPr>
            <p:cNvSpPr/>
            <p:nvPr/>
          </p:nvSpPr>
          <p:spPr>
            <a:xfrm>
              <a:off x="5753091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40" name="pl122">
              <a:extLst>
                <a:ext uri="{FF2B5EF4-FFF2-40B4-BE49-F238E27FC236}">
                  <a16:creationId xmlns:a16="http://schemas.microsoft.com/office/drawing/2014/main" id="{D0BD17E5-924E-5E91-4C9C-14BEF32042FC}"/>
                </a:ext>
              </a:extLst>
            </p:cNvPr>
            <p:cNvSpPr/>
            <p:nvPr/>
          </p:nvSpPr>
          <p:spPr>
            <a:xfrm>
              <a:off x="610011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41" name="pl123">
              <a:extLst>
                <a:ext uri="{FF2B5EF4-FFF2-40B4-BE49-F238E27FC236}">
                  <a16:creationId xmlns:a16="http://schemas.microsoft.com/office/drawing/2014/main" id="{2AD78A7F-4F8E-E765-ED88-24CA28D4D284}"/>
                </a:ext>
              </a:extLst>
            </p:cNvPr>
            <p:cNvSpPr/>
            <p:nvPr/>
          </p:nvSpPr>
          <p:spPr>
            <a:xfrm>
              <a:off x="644714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42" name="pl124">
              <a:extLst>
                <a:ext uri="{FF2B5EF4-FFF2-40B4-BE49-F238E27FC236}">
                  <a16:creationId xmlns:a16="http://schemas.microsoft.com/office/drawing/2014/main" id="{ADE19F60-C94F-88AA-8642-ECF7CAE3FE5D}"/>
                </a:ext>
              </a:extLst>
            </p:cNvPr>
            <p:cNvSpPr/>
            <p:nvPr/>
          </p:nvSpPr>
          <p:spPr>
            <a:xfrm>
              <a:off x="6794174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43" name="pl125">
              <a:extLst>
                <a:ext uri="{FF2B5EF4-FFF2-40B4-BE49-F238E27FC236}">
                  <a16:creationId xmlns:a16="http://schemas.microsoft.com/office/drawing/2014/main" id="{57C61CAF-C063-228D-906D-0CF5EEB6A279}"/>
                </a:ext>
              </a:extLst>
            </p:cNvPr>
            <p:cNvSpPr/>
            <p:nvPr/>
          </p:nvSpPr>
          <p:spPr>
            <a:xfrm>
              <a:off x="7141202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44" name="pl126">
              <a:extLst>
                <a:ext uri="{FF2B5EF4-FFF2-40B4-BE49-F238E27FC236}">
                  <a16:creationId xmlns:a16="http://schemas.microsoft.com/office/drawing/2014/main" id="{2AE9D9E0-644D-36BA-6341-BA3B9B0C559D}"/>
                </a:ext>
              </a:extLst>
            </p:cNvPr>
            <p:cNvSpPr/>
            <p:nvPr/>
          </p:nvSpPr>
          <p:spPr>
            <a:xfrm>
              <a:off x="7488230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45" name="pl127">
              <a:extLst>
                <a:ext uri="{FF2B5EF4-FFF2-40B4-BE49-F238E27FC236}">
                  <a16:creationId xmlns:a16="http://schemas.microsoft.com/office/drawing/2014/main" id="{8BAE8567-7FF1-1743-B1D8-4D398B452842}"/>
                </a:ext>
              </a:extLst>
            </p:cNvPr>
            <p:cNvSpPr/>
            <p:nvPr/>
          </p:nvSpPr>
          <p:spPr>
            <a:xfrm>
              <a:off x="783525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46" name="pl128">
              <a:extLst>
                <a:ext uri="{FF2B5EF4-FFF2-40B4-BE49-F238E27FC236}">
                  <a16:creationId xmlns:a16="http://schemas.microsoft.com/office/drawing/2014/main" id="{9E1C0CB2-11FE-5C9E-6829-79C1498D6891}"/>
                </a:ext>
              </a:extLst>
            </p:cNvPr>
            <p:cNvSpPr/>
            <p:nvPr/>
          </p:nvSpPr>
          <p:spPr>
            <a:xfrm>
              <a:off x="818228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47" name="tx129">
              <a:extLst>
                <a:ext uri="{FF2B5EF4-FFF2-40B4-BE49-F238E27FC236}">
                  <a16:creationId xmlns:a16="http://schemas.microsoft.com/office/drawing/2014/main" id="{ED6D8D49-FBA9-0D07-61DF-5D3E2F4E3E71}"/>
                </a:ext>
              </a:extLst>
            </p:cNvPr>
            <p:cNvSpPr/>
            <p:nvPr/>
          </p:nvSpPr>
          <p:spPr>
            <a:xfrm rot="18900000">
              <a:off x="5389059" y="15776308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048" name="tx130">
              <a:extLst>
                <a:ext uri="{FF2B5EF4-FFF2-40B4-BE49-F238E27FC236}">
                  <a16:creationId xmlns:a16="http://schemas.microsoft.com/office/drawing/2014/main" id="{F049A087-87CA-960D-4336-84929369153E}"/>
                </a:ext>
              </a:extLst>
            </p:cNvPr>
            <p:cNvSpPr/>
            <p:nvPr/>
          </p:nvSpPr>
          <p:spPr>
            <a:xfrm rot="18900000">
              <a:off x="5720322" y="15782838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049" name="tx131">
              <a:extLst>
                <a:ext uri="{FF2B5EF4-FFF2-40B4-BE49-F238E27FC236}">
                  <a16:creationId xmlns:a16="http://schemas.microsoft.com/office/drawing/2014/main" id="{23AB7C84-BD3B-16FE-FA5F-D00811952A6D}"/>
                </a:ext>
              </a:extLst>
            </p:cNvPr>
            <p:cNvSpPr/>
            <p:nvPr/>
          </p:nvSpPr>
          <p:spPr>
            <a:xfrm rot="18900000">
              <a:off x="6178804" y="15736673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050" name="tx132">
              <a:extLst>
                <a:ext uri="{FF2B5EF4-FFF2-40B4-BE49-F238E27FC236}">
                  <a16:creationId xmlns:a16="http://schemas.microsoft.com/office/drawing/2014/main" id="{5562F16C-6382-AD05-3BBB-E688467AABF4}"/>
                </a:ext>
              </a:extLst>
            </p:cNvPr>
            <p:cNvSpPr/>
            <p:nvPr/>
          </p:nvSpPr>
          <p:spPr>
            <a:xfrm rot="18900000">
              <a:off x="6530982" y="15734539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051" name="tx133">
              <a:extLst>
                <a:ext uri="{FF2B5EF4-FFF2-40B4-BE49-F238E27FC236}">
                  <a16:creationId xmlns:a16="http://schemas.microsoft.com/office/drawing/2014/main" id="{5EEB4CF0-AC8D-BAF2-EBA5-5C4E70B76A5D}"/>
                </a:ext>
              </a:extLst>
            </p:cNvPr>
            <p:cNvSpPr/>
            <p:nvPr/>
          </p:nvSpPr>
          <p:spPr>
            <a:xfrm rot="18900000">
              <a:off x="6883396" y="15732308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052" name="tx134">
              <a:extLst>
                <a:ext uri="{FF2B5EF4-FFF2-40B4-BE49-F238E27FC236}">
                  <a16:creationId xmlns:a16="http://schemas.microsoft.com/office/drawing/2014/main" id="{827B37A4-3A92-E5B8-85F9-135BF97170BB}"/>
                </a:ext>
              </a:extLst>
            </p:cNvPr>
            <p:cNvSpPr/>
            <p:nvPr/>
          </p:nvSpPr>
          <p:spPr>
            <a:xfrm rot="18900000">
              <a:off x="7214501" y="15738903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053" name="tx135">
              <a:extLst>
                <a:ext uri="{FF2B5EF4-FFF2-40B4-BE49-F238E27FC236}">
                  <a16:creationId xmlns:a16="http://schemas.microsoft.com/office/drawing/2014/main" id="{4EBE5CB4-C1DD-BE62-E5BC-EA933BBC06C3}"/>
                </a:ext>
              </a:extLst>
            </p:cNvPr>
            <p:cNvSpPr/>
            <p:nvPr/>
          </p:nvSpPr>
          <p:spPr>
            <a:xfrm rot="18900000">
              <a:off x="7551071" y="15743235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054" name="tx136">
              <a:extLst>
                <a:ext uri="{FF2B5EF4-FFF2-40B4-BE49-F238E27FC236}">
                  <a16:creationId xmlns:a16="http://schemas.microsoft.com/office/drawing/2014/main" id="{C22D0BDA-A2EE-FB51-48D6-376C1C44775F}"/>
                </a:ext>
              </a:extLst>
            </p:cNvPr>
            <p:cNvSpPr/>
            <p:nvPr/>
          </p:nvSpPr>
          <p:spPr>
            <a:xfrm rot="18900000">
              <a:off x="7892713" y="15745466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055" name="pl137">
              <a:extLst>
                <a:ext uri="{FF2B5EF4-FFF2-40B4-BE49-F238E27FC236}">
                  <a16:creationId xmlns:a16="http://schemas.microsoft.com/office/drawing/2014/main" id="{A0582BF4-4A59-EABD-445F-0A0AA2C53226}"/>
                </a:ext>
              </a:extLst>
            </p:cNvPr>
            <p:cNvSpPr/>
            <p:nvPr/>
          </p:nvSpPr>
          <p:spPr>
            <a:xfrm>
              <a:off x="8939142" y="15451747"/>
              <a:ext cx="2845628" cy="0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56" name="pl138">
              <a:extLst>
                <a:ext uri="{FF2B5EF4-FFF2-40B4-BE49-F238E27FC236}">
                  <a16:creationId xmlns:a16="http://schemas.microsoft.com/office/drawing/2014/main" id="{DAE65829-8A7D-76FC-DAA4-A5EC3184773A}"/>
                </a:ext>
              </a:extLst>
            </p:cNvPr>
            <p:cNvSpPr/>
            <p:nvPr/>
          </p:nvSpPr>
          <p:spPr>
            <a:xfrm>
              <a:off x="9147359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57" name="pl139">
              <a:extLst>
                <a:ext uri="{FF2B5EF4-FFF2-40B4-BE49-F238E27FC236}">
                  <a16:creationId xmlns:a16="http://schemas.microsoft.com/office/drawing/2014/main" id="{4BDCA14C-9A3E-4467-CED3-FAA1F7F49C56}"/>
                </a:ext>
              </a:extLst>
            </p:cNvPr>
            <p:cNvSpPr/>
            <p:nvPr/>
          </p:nvSpPr>
          <p:spPr>
            <a:xfrm>
              <a:off x="9494387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58" name="pl140">
              <a:extLst>
                <a:ext uri="{FF2B5EF4-FFF2-40B4-BE49-F238E27FC236}">
                  <a16:creationId xmlns:a16="http://schemas.microsoft.com/office/drawing/2014/main" id="{69AC90A9-FCD6-E30C-B386-B6D9A733D6CE}"/>
                </a:ext>
              </a:extLst>
            </p:cNvPr>
            <p:cNvSpPr/>
            <p:nvPr/>
          </p:nvSpPr>
          <p:spPr>
            <a:xfrm>
              <a:off x="9841415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59" name="pl141">
              <a:extLst>
                <a:ext uri="{FF2B5EF4-FFF2-40B4-BE49-F238E27FC236}">
                  <a16:creationId xmlns:a16="http://schemas.microsoft.com/office/drawing/2014/main" id="{57AF75B7-E841-C77D-2271-613BC3E8854B}"/>
                </a:ext>
              </a:extLst>
            </p:cNvPr>
            <p:cNvSpPr/>
            <p:nvPr/>
          </p:nvSpPr>
          <p:spPr>
            <a:xfrm>
              <a:off x="10188443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60" name="pl142">
              <a:extLst>
                <a:ext uri="{FF2B5EF4-FFF2-40B4-BE49-F238E27FC236}">
                  <a16:creationId xmlns:a16="http://schemas.microsoft.com/office/drawing/2014/main" id="{0516D77E-1958-05DA-7DAB-13364932FA51}"/>
                </a:ext>
              </a:extLst>
            </p:cNvPr>
            <p:cNvSpPr/>
            <p:nvPr/>
          </p:nvSpPr>
          <p:spPr>
            <a:xfrm>
              <a:off x="10535470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61" name="pl143">
              <a:extLst>
                <a:ext uri="{FF2B5EF4-FFF2-40B4-BE49-F238E27FC236}">
                  <a16:creationId xmlns:a16="http://schemas.microsoft.com/office/drawing/2014/main" id="{336AB1BC-3425-E6D1-3086-59F74655877C}"/>
                </a:ext>
              </a:extLst>
            </p:cNvPr>
            <p:cNvSpPr/>
            <p:nvPr/>
          </p:nvSpPr>
          <p:spPr>
            <a:xfrm>
              <a:off x="1088249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62" name="pl144">
              <a:extLst>
                <a:ext uri="{FF2B5EF4-FFF2-40B4-BE49-F238E27FC236}">
                  <a16:creationId xmlns:a16="http://schemas.microsoft.com/office/drawing/2014/main" id="{8FEFC07F-D265-0EC0-7A82-75469554727F}"/>
                </a:ext>
              </a:extLst>
            </p:cNvPr>
            <p:cNvSpPr/>
            <p:nvPr/>
          </p:nvSpPr>
          <p:spPr>
            <a:xfrm>
              <a:off x="1122952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63" name="pl145">
              <a:extLst>
                <a:ext uri="{FF2B5EF4-FFF2-40B4-BE49-F238E27FC236}">
                  <a16:creationId xmlns:a16="http://schemas.microsoft.com/office/drawing/2014/main" id="{B2CF7287-8043-13B3-C300-86CBB0824574}"/>
                </a:ext>
              </a:extLst>
            </p:cNvPr>
            <p:cNvSpPr/>
            <p:nvPr/>
          </p:nvSpPr>
          <p:spPr>
            <a:xfrm>
              <a:off x="11576554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064" name="tx146">
              <a:extLst>
                <a:ext uri="{FF2B5EF4-FFF2-40B4-BE49-F238E27FC236}">
                  <a16:creationId xmlns:a16="http://schemas.microsoft.com/office/drawing/2014/main" id="{F7552C59-CD4C-9135-50BD-2FE875808DD3}"/>
                </a:ext>
              </a:extLst>
            </p:cNvPr>
            <p:cNvSpPr/>
            <p:nvPr/>
          </p:nvSpPr>
          <p:spPr>
            <a:xfrm rot="18900000">
              <a:off x="8783327" y="15776308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065" name="tx147">
              <a:extLst>
                <a:ext uri="{FF2B5EF4-FFF2-40B4-BE49-F238E27FC236}">
                  <a16:creationId xmlns:a16="http://schemas.microsoft.com/office/drawing/2014/main" id="{5C1F0DD0-01C6-2507-9B4C-B0A4FC9B9177}"/>
                </a:ext>
              </a:extLst>
            </p:cNvPr>
            <p:cNvSpPr/>
            <p:nvPr/>
          </p:nvSpPr>
          <p:spPr>
            <a:xfrm rot="18900000">
              <a:off x="9114590" y="15782838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066" name="tx148">
              <a:extLst>
                <a:ext uri="{FF2B5EF4-FFF2-40B4-BE49-F238E27FC236}">
                  <a16:creationId xmlns:a16="http://schemas.microsoft.com/office/drawing/2014/main" id="{5D285E2E-0D20-3299-532D-6903D706BFFD}"/>
                </a:ext>
              </a:extLst>
            </p:cNvPr>
            <p:cNvSpPr/>
            <p:nvPr/>
          </p:nvSpPr>
          <p:spPr>
            <a:xfrm rot="18900000">
              <a:off x="9573072" y="15736673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067" name="tx149">
              <a:extLst>
                <a:ext uri="{FF2B5EF4-FFF2-40B4-BE49-F238E27FC236}">
                  <a16:creationId xmlns:a16="http://schemas.microsoft.com/office/drawing/2014/main" id="{F7657F4C-ABA6-B734-6756-167E370AFBDD}"/>
                </a:ext>
              </a:extLst>
            </p:cNvPr>
            <p:cNvSpPr/>
            <p:nvPr/>
          </p:nvSpPr>
          <p:spPr>
            <a:xfrm rot="18900000">
              <a:off x="9925250" y="15734539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068" name="tx150">
              <a:extLst>
                <a:ext uri="{FF2B5EF4-FFF2-40B4-BE49-F238E27FC236}">
                  <a16:creationId xmlns:a16="http://schemas.microsoft.com/office/drawing/2014/main" id="{F54759A8-0D57-5914-54B7-E3FEB40BC5A2}"/>
                </a:ext>
              </a:extLst>
            </p:cNvPr>
            <p:cNvSpPr/>
            <p:nvPr/>
          </p:nvSpPr>
          <p:spPr>
            <a:xfrm rot="18900000">
              <a:off x="10277664" y="15732308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069" name="tx151">
              <a:extLst>
                <a:ext uri="{FF2B5EF4-FFF2-40B4-BE49-F238E27FC236}">
                  <a16:creationId xmlns:a16="http://schemas.microsoft.com/office/drawing/2014/main" id="{9A096FED-62AE-ABF0-70DD-E87F1BA77945}"/>
                </a:ext>
              </a:extLst>
            </p:cNvPr>
            <p:cNvSpPr/>
            <p:nvPr/>
          </p:nvSpPr>
          <p:spPr>
            <a:xfrm rot="18900000">
              <a:off x="10608769" y="15738903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070" name="tx152">
              <a:extLst>
                <a:ext uri="{FF2B5EF4-FFF2-40B4-BE49-F238E27FC236}">
                  <a16:creationId xmlns:a16="http://schemas.microsoft.com/office/drawing/2014/main" id="{61C5E6A3-1B89-B2AD-9CFC-8CC52ED79E7B}"/>
                </a:ext>
              </a:extLst>
            </p:cNvPr>
            <p:cNvSpPr/>
            <p:nvPr/>
          </p:nvSpPr>
          <p:spPr>
            <a:xfrm rot="18900000">
              <a:off x="10945339" y="15743235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071" name="tx153">
              <a:extLst>
                <a:ext uri="{FF2B5EF4-FFF2-40B4-BE49-F238E27FC236}">
                  <a16:creationId xmlns:a16="http://schemas.microsoft.com/office/drawing/2014/main" id="{356233B7-BB6A-472E-3AC0-E5EF85919229}"/>
                </a:ext>
              </a:extLst>
            </p:cNvPr>
            <p:cNvSpPr/>
            <p:nvPr/>
          </p:nvSpPr>
          <p:spPr>
            <a:xfrm rot="18900000">
              <a:off x="11286982" y="15745466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073" name="tx163">
              <a:extLst>
                <a:ext uri="{FF2B5EF4-FFF2-40B4-BE49-F238E27FC236}">
                  <a16:creationId xmlns:a16="http://schemas.microsoft.com/office/drawing/2014/main" id="{4116E320-2336-606E-EC7A-EFE9EBA9BA53}"/>
                </a:ext>
              </a:extLst>
            </p:cNvPr>
            <p:cNvSpPr/>
            <p:nvPr/>
          </p:nvSpPr>
          <p:spPr>
            <a:xfrm>
              <a:off x="8117418" y="16424094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1074" name="pl154">
              <a:extLst>
                <a:ext uri="{FF2B5EF4-FFF2-40B4-BE49-F238E27FC236}">
                  <a16:creationId xmlns:a16="http://schemas.microsoft.com/office/drawing/2014/main" id="{547111EE-7E49-2EE0-4F3F-C25F80537BFF}"/>
                </a:ext>
              </a:extLst>
            </p:cNvPr>
            <p:cNvSpPr/>
            <p:nvPr/>
          </p:nvSpPr>
          <p:spPr>
            <a:xfrm>
              <a:off x="5544874" y="12183564"/>
              <a:ext cx="0" cy="3268183"/>
            </a:xfrm>
            <a:custGeom>
              <a:avLst/>
              <a:gdLst/>
              <a:ahLst/>
              <a:cxnLst/>
              <a:rect l="0" t="0" r="0" b="0"/>
              <a:pathLst>
                <a:path h="3268183">
                  <a:moveTo>
                    <a:pt x="0" y="326818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tx231">
              <a:extLst>
                <a:ext uri="{FF2B5EF4-FFF2-40B4-BE49-F238E27FC236}">
                  <a16:creationId xmlns:a16="http://schemas.microsoft.com/office/drawing/2014/main" id="{5B7757E8-1AF4-3749-7037-A096AFB12727}"/>
                </a:ext>
              </a:extLst>
            </p:cNvPr>
            <p:cNvSpPr/>
            <p:nvPr/>
          </p:nvSpPr>
          <p:spPr>
            <a:xfrm>
              <a:off x="6979558" y="11915800"/>
              <a:ext cx="3100547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lang="en-US"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</a:t>
              </a: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Final</a:t>
              </a:r>
              <a:r>
                <a:rPr lang="en-US"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Length</a:t>
              </a: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at Lewisetta and York River</a:t>
              </a:r>
            </a:p>
          </p:txBody>
        </p:sp>
        <p:sp>
          <p:nvSpPr>
            <p:cNvPr id="1141" name="tx164">
              <a:extLst>
                <a:ext uri="{FF2B5EF4-FFF2-40B4-BE49-F238E27FC236}">
                  <a16:creationId xmlns:a16="http://schemas.microsoft.com/office/drawing/2014/main" id="{CB5D54BB-731A-CD8C-9390-D0EFCAE6C744}"/>
                </a:ext>
              </a:extLst>
            </p:cNvPr>
            <p:cNvSpPr/>
            <p:nvPr/>
          </p:nvSpPr>
          <p:spPr>
            <a:xfrm rot="16200000">
              <a:off x="4769203" y="13767546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lang="en-US"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</a:t>
              </a:r>
              <a:endParaRPr sz="16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3980AC0-8DE8-DAC5-EDDB-DB36935D5A6D}"/>
                </a:ext>
              </a:extLst>
            </p:cNvPr>
            <p:cNvGrpSpPr/>
            <p:nvPr/>
          </p:nvGrpSpPr>
          <p:grpSpPr>
            <a:xfrm>
              <a:off x="11973790" y="12707888"/>
              <a:ext cx="914626" cy="2079824"/>
              <a:chOff x="7401789" y="2420888"/>
              <a:chExt cx="914626" cy="2079824"/>
            </a:xfrm>
          </p:grpSpPr>
          <p:sp>
            <p:nvSpPr>
              <p:cNvPr id="3" name="rc167">
                <a:extLst>
                  <a:ext uri="{FF2B5EF4-FFF2-40B4-BE49-F238E27FC236}">
                    <a16:creationId xmlns:a16="http://schemas.microsoft.com/office/drawing/2014/main" id="{584182FA-F2A9-80C9-87B9-CDF38DF64AC3}"/>
                  </a:ext>
                </a:extLst>
              </p:cNvPr>
              <p:cNvSpPr/>
              <p:nvPr/>
            </p:nvSpPr>
            <p:spPr>
              <a:xfrm>
                <a:off x="7401789" y="316561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" name="pl168">
                <a:extLst>
                  <a:ext uri="{FF2B5EF4-FFF2-40B4-BE49-F238E27FC236}">
                    <a16:creationId xmlns:a16="http://schemas.microsoft.com/office/drawing/2014/main" id="{B84ACBB3-4605-C238-FA4E-04F0D1EAF488}"/>
                  </a:ext>
                </a:extLst>
              </p:cNvPr>
              <p:cNvSpPr/>
              <p:nvPr/>
            </p:nvSpPr>
            <p:spPr>
              <a:xfrm>
                <a:off x="7511517" y="3330208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" name="pl169">
                <a:extLst>
                  <a:ext uri="{FF2B5EF4-FFF2-40B4-BE49-F238E27FC236}">
                    <a16:creationId xmlns:a16="http://schemas.microsoft.com/office/drawing/2014/main" id="{B9B02EC3-D0B6-B73E-13B1-09DF69915963}"/>
                  </a:ext>
                </a:extLst>
              </p:cNvPr>
              <p:cNvSpPr/>
              <p:nvPr/>
            </p:nvSpPr>
            <p:spPr>
              <a:xfrm>
                <a:off x="7511517" y="3187561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7" name="rc170">
                <a:extLst>
                  <a:ext uri="{FF2B5EF4-FFF2-40B4-BE49-F238E27FC236}">
                    <a16:creationId xmlns:a16="http://schemas.microsoft.com/office/drawing/2014/main" id="{80C7FA24-6725-8C3D-958A-E90E657C22BB}"/>
                  </a:ext>
                </a:extLst>
              </p:cNvPr>
              <p:cNvSpPr/>
              <p:nvPr/>
            </p:nvSpPr>
            <p:spPr>
              <a:xfrm>
                <a:off x="7429221" y="3220480"/>
                <a:ext cx="164592" cy="109727"/>
              </a:xfrm>
              <a:prstGeom prst="rect">
                <a:avLst/>
              </a:prstGeom>
              <a:solidFill>
                <a:srgbClr val="365C8D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7" name="pl171">
                <a:extLst>
                  <a:ext uri="{FF2B5EF4-FFF2-40B4-BE49-F238E27FC236}">
                    <a16:creationId xmlns:a16="http://schemas.microsoft.com/office/drawing/2014/main" id="{BE9BD49B-05B4-000C-5F1E-8C60F8343C23}"/>
                  </a:ext>
                </a:extLst>
              </p:cNvPr>
              <p:cNvSpPr/>
              <p:nvPr/>
            </p:nvSpPr>
            <p:spPr>
              <a:xfrm>
                <a:off x="7429221" y="3275344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8" name="pl172">
                <a:extLst>
                  <a:ext uri="{FF2B5EF4-FFF2-40B4-BE49-F238E27FC236}">
                    <a16:creationId xmlns:a16="http://schemas.microsoft.com/office/drawing/2014/main" id="{42FC0C33-3568-EA6B-A506-879F7977283B}"/>
                  </a:ext>
                </a:extLst>
              </p:cNvPr>
              <p:cNvSpPr/>
              <p:nvPr/>
            </p:nvSpPr>
            <p:spPr>
              <a:xfrm>
                <a:off x="7511517" y="3363126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9" name="pl173">
                <a:extLst>
                  <a:ext uri="{FF2B5EF4-FFF2-40B4-BE49-F238E27FC236}">
                    <a16:creationId xmlns:a16="http://schemas.microsoft.com/office/drawing/2014/main" id="{A5148157-9FC9-8F93-D02C-205335390C4C}"/>
                  </a:ext>
                </a:extLst>
              </p:cNvPr>
              <p:cNvSpPr/>
              <p:nvPr/>
            </p:nvSpPr>
            <p:spPr>
              <a:xfrm>
                <a:off x="7511517" y="3187561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0" name="rc174">
                <a:extLst>
                  <a:ext uri="{FF2B5EF4-FFF2-40B4-BE49-F238E27FC236}">
                    <a16:creationId xmlns:a16="http://schemas.microsoft.com/office/drawing/2014/main" id="{0817E798-AAB4-EB1F-E54E-E1EDDBD51D70}"/>
                  </a:ext>
                </a:extLst>
              </p:cNvPr>
              <p:cNvSpPr/>
              <p:nvPr/>
            </p:nvSpPr>
            <p:spPr>
              <a:xfrm>
                <a:off x="7401789" y="3385072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1" name="pl175">
                <a:extLst>
                  <a:ext uri="{FF2B5EF4-FFF2-40B4-BE49-F238E27FC236}">
                    <a16:creationId xmlns:a16="http://schemas.microsoft.com/office/drawing/2014/main" id="{06E7CA11-AAB9-775E-06C2-517C23492568}"/>
                  </a:ext>
                </a:extLst>
              </p:cNvPr>
              <p:cNvSpPr/>
              <p:nvPr/>
            </p:nvSpPr>
            <p:spPr>
              <a:xfrm>
                <a:off x="7511517" y="3549664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2" name="pl176">
                <a:extLst>
                  <a:ext uri="{FF2B5EF4-FFF2-40B4-BE49-F238E27FC236}">
                    <a16:creationId xmlns:a16="http://schemas.microsoft.com/office/drawing/2014/main" id="{D0B7ED8C-D612-355A-8192-1754E47954C6}"/>
                  </a:ext>
                </a:extLst>
              </p:cNvPr>
              <p:cNvSpPr/>
              <p:nvPr/>
            </p:nvSpPr>
            <p:spPr>
              <a:xfrm>
                <a:off x="7511517" y="3407017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3" name="rc177">
                <a:extLst>
                  <a:ext uri="{FF2B5EF4-FFF2-40B4-BE49-F238E27FC236}">
                    <a16:creationId xmlns:a16="http://schemas.microsoft.com/office/drawing/2014/main" id="{C04086BC-9EDA-6A86-CB23-5F2C6576DF9C}"/>
                  </a:ext>
                </a:extLst>
              </p:cNvPr>
              <p:cNvSpPr/>
              <p:nvPr/>
            </p:nvSpPr>
            <p:spPr>
              <a:xfrm>
                <a:off x="7429221" y="3439936"/>
                <a:ext cx="164592" cy="109727"/>
              </a:xfrm>
              <a:prstGeom prst="rect">
                <a:avLst/>
              </a:prstGeom>
              <a:solidFill>
                <a:srgbClr val="277F8E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4" name="pl178">
                <a:extLst>
                  <a:ext uri="{FF2B5EF4-FFF2-40B4-BE49-F238E27FC236}">
                    <a16:creationId xmlns:a16="http://schemas.microsoft.com/office/drawing/2014/main" id="{93E90D6C-E0C4-F0A4-4A99-114924A1D6E0}"/>
                  </a:ext>
                </a:extLst>
              </p:cNvPr>
              <p:cNvSpPr/>
              <p:nvPr/>
            </p:nvSpPr>
            <p:spPr>
              <a:xfrm>
                <a:off x="7429221" y="3494800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5" name="pl179">
                <a:extLst>
                  <a:ext uri="{FF2B5EF4-FFF2-40B4-BE49-F238E27FC236}">
                    <a16:creationId xmlns:a16="http://schemas.microsoft.com/office/drawing/2014/main" id="{05702E73-EC1C-641C-D439-905505D8620C}"/>
                  </a:ext>
                </a:extLst>
              </p:cNvPr>
              <p:cNvSpPr/>
              <p:nvPr/>
            </p:nvSpPr>
            <p:spPr>
              <a:xfrm>
                <a:off x="7511517" y="3582582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6" name="pl180">
                <a:extLst>
                  <a:ext uri="{FF2B5EF4-FFF2-40B4-BE49-F238E27FC236}">
                    <a16:creationId xmlns:a16="http://schemas.microsoft.com/office/drawing/2014/main" id="{F777FBD2-F358-C4F0-8ABE-A8805316727E}"/>
                  </a:ext>
                </a:extLst>
              </p:cNvPr>
              <p:cNvSpPr/>
              <p:nvPr/>
            </p:nvSpPr>
            <p:spPr>
              <a:xfrm>
                <a:off x="7511517" y="3407017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7" name="rc181">
                <a:extLst>
                  <a:ext uri="{FF2B5EF4-FFF2-40B4-BE49-F238E27FC236}">
                    <a16:creationId xmlns:a16="http://schemas.microsoft.com/office/drawing/2014/main" id="{7BBED431-1330-429A-FCC5-D2A80D3E5062}"/>
                  </a:ext>
                </a:extLst>
              </p:cNvPr>
              <p:cNvSpPr/>
              <p:nvPr/>
            </p:nvSpPr>
            <p:spPr>
              <a:xfrm>
                <a:off x="7401789" y="3604528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8" name="pl182">
                <a:extLst>
                  <a:ext uri="{FF2B5EF4-FFF2-40B4-BE49-F238E27FC236}">
                    <a16:creationId xmlns:a16="http://schemas.microsoft.com/office/drawing/2014/main" id="{B807ACC1-4DE6-6FF2-BFA6-1C00774FBBB5}"/>
                  </a:ext>
                </a:extLst>
              </p:cNvPr>
              <p:cNvSpPr/>
              <p:nvPr/>
            </p:nvSpPr>
            <p:spPr>
              <a:xfrm>
                <a:off x="7511517" y="3769120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9" name="pl183">
                <a:extLst>
                  <a:ext uri="{FF2B5EF4-FFF2-40B4-BE49-F238E27FC236}">
                    <a16:creationId xmlns:a16="http://schemas.microsoft.com/office/drawing/2014/main" id="{375186E8-DE0A-72E8-F014-96176317DED5}"/>
                  </a:ext>
                </a:extLst>
              </p:cNvPr>
              <p:cNvSpPr/>
              <p:nvPr/>
            </p:nvSpPr>
            <p:spPr>
              <a:xfrm>
                <a:off x="7511517" y="3626473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0" name="rc184">
                <a:extLst>
                  <a:ext uri="{FF2B5EF4-FFF2-40B4-BE49-F238E27FC236}">
                    <a16:creationId xmlns:a16="http://schemas.microsoft.com/office/drawing/2014/main" id="{12A4D292-410A-BF02-02E5-71BFC371D4BB}"/>
                  </a:ext>
                </a:extLst>
              </p:cNvPr>
              <p:cNvSpPr/>
              <p:nvPr/>
            </p:nvSpPr>
            <p:spPr>
              <a:xfrm>
                <a:off x="7429221" y="3659392"/>
                <a:ext cx="164592" cy="109727"/>
              </a:xfrm>
              <a:prstGeom prst="rect">
                <a:avLst/>
              </a:prstGeom>
              <a:solidFill>
                <a:srgbClr val="1FA187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1" name="pl185">
                <a:extLst>
                  <a:ext uri="{FF2B5EF4-FFF2-40B4-BE49-F238E27FC236}">
                    <a16:creationId xmlns:a16="http://schemas.microsoft.com/office/drawing/2014/main" id="{C868CBD7-7E29-013F-69DE-C8958E7666F6}"/>
                  </a:ext>
                </a:extLst>
              </p:cNvPr>
              <p:cNvSpPr/>
              <p:nvPr/>
            </p:nvSpPr>
            <p:spPr>
              <a:xfrm>
                <a:off x="7429221" y="3714256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2" name="pl186">
                <a:extLst>
                  <a:ext uri="{FF2B5EF4-FFF2-40B4-BE49-F238E27FC236}">
                    <a16:creationId xmlns:a16="http://schemas.microsoft.com/office/drawing/2014/main" id="{DF6A73BE-8462-A8A0-0E08-36F2A9C05127}"/>
                  </a:ext>
                </a:extLst>
              </p:cNvPr>
              <p:cNvSpPr/>
              <p:nvPr/>
            </p:nvSpPr>
            <p:spPr>
              <a:xfrm>
                <a:off x="7511517" y="3802038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3" name="pl187">
                <a:extLst>
                  <a:ext uri="{FF2B5EF4-FFF2-40B4-BE49-F238E27FC236}">
                    <a16:creationId xmlns:a16="http://schemas.microsoft.com/office/drawing/2014/main" id="{67C3B646-85B4-0482-6B35-A8639CC3CCE3}"/>
                  </a:ext>
                </a:extLst>
              </p:cNvPr>
              <p:cNvSpPr/>
              <p:nvPr/>
            </p:nvSpPr>
            <p:spPr>
              <a:xfrm>
                <a:off x="7511517" y="3626473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4" name="rc188">
                <a:extLst>
                  <a:ext uri="{FF2B5EF4-FFF2-40B4-BE49-F238E27FC236}">
                    <a16:creationId xmlns:a16="http://schemas.microsoft.com/office/drawing/2014/main" id="{9714D4DF-CA06-709C-3FB3-311EC225D9CC}"/>
                  </a:ext>
                </a:extLst>
              </p:cNvPr>
              <p:cNvSpPr/>
              <p:nvPr/>
            </p:nvSpPr>
            <p:spPr>
              <a:xfrm>
                <a:off x="7401789" y="3823984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5" name="pl189">
                <a:extLst>
                  <a:ext uri="{FF2B5EF4-FFF2-40B4-BE49-F238E27FC236}">
                    <a16:creationId xmlns:a16="http://schemas.microsoft.com/office/drawing/2014/main" id="{90D47BD7-7F75-FA08-1D83-E6B3FD9D8EE5}"/>
                  </a:ext>
                </a:extLst>
              </p:cNvPr>
              <p:cNvSpPr/>
              <p:nvPr/>
            </p:nvSpPr>
            <p:spPr>
              <a:xfrm>
                <a:off x="7511517" y="3988576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6" name="pl190">
                <a:extLst>
                  <a:ext uri="{FF2B5EF4-FFF2-40B4-BE49-F238E27FC236}">
                    <a16:creationId xmlns:a16="http://schemas.microsoft.com/office/drawing/2014/main" id="{EC8F86EF-D1B8-E103-EB06-9DED485FBD39}"/>
                  </a:ext>
                </a:extLst>
              </p:cNvPr>
              <p:cNvSpPr/>
              <p:nvPr/>
            </p:nvSpPr>
            <p:spPr>
              <a:xfrm>
                <a:off x="7511517" y="3845929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7" name="rc191">
                <a:extLst>
                  <a:ext uri="{FF2B5EF4-FFF2-40B4-BE49-F238E27FC236}">
                    <a16:creationId xmlns:a16="http://schemas.microsoft.com/office/drawing/2014/main" id="{2FE6A9D0-A70D-B18E-0F0B-91275E5656A0}"/>
                  </a:ext>
                </a:extLst>
              </p:cNvPr>
              <p:cNvSpPr/>
              <p:nvPr/>
            </p:nvSpPr>
            <p:spPr>
              <a:xfrm>
                <a:off x="7429221" y="3878848"/>
                <a:ext cx="164592" cy="109727"/>
              </a:xfrm>
              <a:prstGeom prst="rect">
                <a:avLst/>
              </a:prstGeom>
              <a:solidFill>
                <a:srgbClr val="4AC16D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8" name="pl192">
                <a:extLst>
                  <a:ext uri="{FF2B5EF4-FFF2-40B4-BE49-F238E27FC236}">
                    <a16:creationId xmlns:a16="http://schemas.microsoft.com/office/drawing/2014/main" id="{19AD81F0-78A3-6034-20BF-995757CA4FD4}"/>
                  </a:ext>
                </a:extLst>
              </p:cNvPr>
              <p:cNvSpPr/>
              <p:nvPr/>
            </p:nvSpPr>
            <p:spPr>
              <a:xfrm>
                <a:off x="7429221" y="3933712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9" name="pl193">
                <a:extLst>
                  <a:ext uri="{FF2B5EF4-FFF2-40B4-BE49-F238E27FC236}">
                    <a16:creationId xmlns:a16="http://schemas.microsoft.com/office/drawing/2014/main" id="{E5E20551-BCF9-8134-B1D3-1B6401B5316D}"/>
                  </a:ext>
                </a:extLst>
              </p:cNvPr>
              <p:cNvSpPr/>
              <p:nvPr/>
            </p:nvSpPr>
            <p:spPr>
              <a:xfrm>
                <a:off x="7511517" y="4021494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0" name="pl194">
                <a:extLst>
                  <a:ext uri="{FF2B5EF4-FFF2-40B4-BE49-F238E27FC236}">
                    <a16:creationId xmlns:a16="http://schemas.microsoft.com/office/drawing/2014/main" id="{F6D887CA-2BF4-0366-64BD-A2BB8498B6A4}"/>
                  </a:ext>
                </a:extLst>
              </p:cNvPr>
              <p:cNvSpPr/>
              <p:nvPr/>
            </p:nvSpPr>
            <p:spPr>
              <a:xfrm>
                <a:off x="7511517" y="3845929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941" name="Group 940">
                <a:extLst>
                  <a:ext uri="{FF2B5EF4-FFF2-40B4-BE49-F238E27FC236}">
                    <a16:creationId xmlns:a16="http://schemas.microsoft.com/office/drawing/2014/main" id="{C77DC129-B33A-5CFD-74C0-588E7BB9ECEC}"/>
                  </a:ext>
                </a:extLst>
              </p:cNvPr>
              <p:cNvGrpSpPr/>
              <p:nvPr/>
            </p:nvGrpSpPr>
            <p:grpSpPr>
              <a:xfrm>
                <a:off x="7434072" y="2734400"/>
                <a:ext cx="164592" cy="395064"/>
                <a:chOff x="7417250" y="2734400"/>
                <a:chExt cx="164592" cy="395064"/>
              </a:xfrm>
            </p:grpSpPr>
            <p:sp>
              <p:nvSpPr>
                <p:cNvPr id="976" name="pl197">
                  <a:extLst>
                    <a:ext uri="{FF2B5EF4-FFF2-40B4-BE49-F238E27FC236}">
                      <a16:creationId xmlns:a16="http://schemas.microsoft.com/office/drawing/2014/main" id="{0C8B0873-8883-C8D9-9209-66986580F60D}"/>
                    </a:ext>
                  </a:extLst>
                </p:cNvPr>
                <p:cNvSpPr/>
                <p:nvPr/>
              </p:nvSpPr>
              <p:spPr>
                <a:xfrm>
                  <a:off x="7498072" y="2734400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77" name="pl201">
                  <a:extLst>
                    <a:ext uri="{FF2B5EF4-FFF2-40B4-BE49-F238E27FC236}">
                      <a16:creationId xmlns:a16="http://schemas.microsoft.com/office/drawing/2014/main" id="{617EFCB2-B131-C462-469A-ADA820D7C9DB}"/>
                    </a:ext>
                  </a:extLst>
                </p:cNvPr>
                <p:cNvSpPr/>
                <p:nvPr/>
              </p:nvSpPr>
              <p:spPr>
                <a:xfrm>
                  <a:off x="7498072" y="273440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grpSp>
              <p:nvGrpSpPr>
                <p:cNvPr id="978" name="Group 977">
                  <a:extLst>
                    <a:ext uri="{FF2B5EF4-FFF2-40B4-BE49-F238E27FC236}">
                      <a16:creationId xmlns:a16="http://schemas.microsoft.com/office/drawing/2014/main" id="{06711ADD-C88C-9F03-B734-64A07EB2B815}"/>
                    </a:ext>
                  </a:extLst>
                </p:cNvPr>
                <p:cNvGrpSpPr/>
                <p:nvPr/>
              </p:nvGrpSpPr>
              <p:grpSpPr>
                <a:xfrm>
                  <a:off x="7417250" y="2767362"/>
                  <a:ext cx="164592" cy="362102"/>
                  <a:chOff x="7415776" y="2767319"/>
                  <a:chExt cx="164592" cy="362102"/>
                </a:xfrm>
              </p:grpSpPr>
              <p:sp>
                <p:nvSpPr>
                  <p:cNvPr id="979" name="pl196">
                    <a:extLst>
                      <a:ext uri="{FF2B5EF4-FFF2-40B4-BE49-F238E27FC236}">
                        <a16:creationId xmlns:a16="http://schemas.microsoft.com/office/drawing/2014/main" id="{44BD04FA-2B31-7A90-55D6-4FBBA3243E19}"/>
                      </a:ext>
                    </a:extLst>
                  </p:cNvPr>
                  <p:cNvSpPr/>
                  <p:nvPr/>
                </p:nvSpPr>
                <p:spPr>
                  <a:xfrm>
                    <a:off x="7498072" y="2877047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0" name="rc198">
                    <a:extLst>
                      <a:ext uri="{FF2B5EF4-FFF2-40B4-BE49-F238E27FC236}">
                        <a16:creationId xmlns:a16="http://schemas.microsoft.com/office/drawing/2014/main" id="{A20CC91A-4E75-A4D8-5751-6C12FB4C9A3E}"/>
                      </a:ext>
                    </a:extLst>
                  </p:cNvPr>
                  <p:cNvSpPr/>
                  <p:nvPr/>
                </p:nvSpPr>
                <p:spPr>
                  <a:xfrm>
                    <a:off x="7415776" y="2767319"/>
                    <a:ext cx="164592" cy="109727"/>
                  </a:xfrm>
                  <a:prstGeom prst="rect">
                    <a:avLst/>
                  </a:prstGeom>
                  <a:solidFill>
                    <a:srgbClr val="440154">
                      <a:alpha val="100000"/>
                    </a:srgbClr>
                  </a:solidFill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1" name="pl199">
                    <a:extLst>
                      <a:ext uri="{FF2B5EF4-FFF2-40B4-BE49-F238E27FC236}">
                        <a16:creationId xmlns:a16="http://schemas.microsoft.com/office/drawing/2014/main" id="{6066AFE3-B2BD-EA96-4E7D-D3593F44E144}"/>
                      </a:ext>
                    </a:extLst>
                  </p:cNvPr>
                  <p:cNvSpPr/>
                  <p:nvPr/>
                </p:nvSpPr>
                <p:spPr>
                  <a:xfrm>
                    <a:off x="7415776" y="2822183"/>
                    <a:ext cx="164592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4592">
                        <a:moveTo>
                          <a:pt x="0" y="0"/>
                        </a:moveTo>
                        <a:lnTo>
                          <a:pt x="164592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2" name="pl200">
                    <a:extLst>
                      <a:ext uri="{FF2B5EF4-FFF2-40B4-BE49-F238E27FC236}">
                        <a16:creationId xmlns:a16="http://schemas.microsoft.com/office/drawing/2014/main" id="{C36BAFCE-6B5C-C32E-5E13-64E9C3BB86B7}"/>
                      </a:ext>
                    </a:extLst>
                  </p:cNvPr>
                  <p:cNvSpPr/>
                  <p:nvPr/>
                </p:nvSpPr>
                <p:spPr>
                  <a:xfrm>
                    <a:off x="7498072" y="2909965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3" name="pl203">
                    <a:extLst>
                      <a:ext uri="{FF2B5EF4-FFF2-40B4-BE49-F238E27FC236}">
                        <a16:creationId xmlns:a16="http://schemas.microsoft.com/office/drawing/2014/main" id="{EB8AE2CE-C510-A7E8-BCBA-AB97768EFC89}"/>
                      </a:ext>
                    </a:extLst>
                  </p:cNvPr>
                  <p:cNvSpPr/>
                  <p:nvPr/>
                </p:nvSpPr>
                <p:spPr>
                  <a:xfrm>
                    <a:off x="7498072" y="3096503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4" name="pl204">
                    <a:extLst>
                      <a:ext uri="{FF2B5EF4-FFF2-40B4-BE49-F238E27FC236}">
                        <a16:creationId xmlns:a16="http://schemas.microsoft.com/office/drawing/2014/main" id="{185E4247-9FA8-1319-9DD0-E0087EF7BC58}"/>
                      </a:ext>
                    </a:extLst>
                  </p:cNvPr>
                  <p:cNvSpPr/>
                  <p:nvPr/>
                </p:nvSpPr>
                <p:spPr>
                  <a:xfrm>
                    <a:off x="7498072" y="2953856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5" name="rc205">
                    <a:extLst>
                      <a:ext uri="{FF2B5EF4-FFF2-40B4-BE49-F238E27FC236}">
                        <a16:creationId xmlns:a16="http://schemas.microsoft.com/office/drawing/2014/main" id="{0E76CB4E-D7B2-95E1-9425-00D84C77B22D}"/>
                      </a:ext>
                    </a:extLst>
                  </p:cNvPr>
                  <p:cNvSpPr/>
                  <p:nvPr/>
                </p:nvSpPr>
                <p:spPr>
                  <a:xfrm>
                    <a:off x="7415776" y="2986775"/>
                    <a:ext cx="164592" cy="109727"/>
                  </a:xfrm>
                  <a:prstGeom prst="rect">
                    <a:avLst/>
                  </a:prstGeom>
                  <a:solidFill>
                    <a:srgbClr val="46337E">
                      <a:alpha val="100000"/>
                    </a:srgbClr>
                  </a:solidFill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6" name="pl206">
                    <a:extLst>
                      <a:ext uri="{FF2B5EF4-FFF2-40B4-BE49-F238E27FC236}">
                        <a16:creationId xmlns:a16="http://schemas.microsoft.com/office/drawing/2014/main" id="{6213C0E5-6703-7501-A837-ADDB1F1B70AF}"/>
                      </a:ext>
                    </a:extLst>
                  </p:cNvPr>
                  <p:cNvSpPr/>
                  <p:nvPr/>
                </p:nvSpPr>
                <p:spPr>
                  <a:xfrm>
                    <a:off x="7415776" y="3041639"/>
                    <a:ext cx="164592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4592">
                        <a:moveTo>
                          <a:pt x="0" y="0"/>
                        </a:moveTo>
                        <a:lnTo>
                          <a:pt x="164592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7" name="pl207">
                    <a:extLst>
                      <a:ext uri="{FF2B5EF4-FFF2-40B4-BE49-F238E27FC236}">
                        <a16:creationId xmlns:a16="http://schemas.microsoft.com/office/drawing/2014/main" id="{F79BD1A7-D79C-4A0D-A562-006E411AD856}"/>
                      </a:ext>
                    </a:extLst>
                  </p:cNvPr>
                  <p:cNvSpPr/>
                  <p:nvPr/>
                </p:nvSpPr>
                <p:spPr>
                  <a:xfrm>
                    <a:off x="7498072" y="3129421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988" name="pl208">
                    <a:extLst>
                      <a:ext uri="{FF2B5EF4-FFF2-40B4-BE49-F238E27FC236}">
                        <a16:creationId xmlns:a16="http://schemas.microsoft.com/office/drawing/2014/main" id="{33CE6F80-6AF0-7C8E-F5D5-E813CFDE58F3}"/>
                      </a:ext>
                    </a:extLst>
                  </p:cNvPr>
                  <p:cNvSpPr/>
                  <p:nvPr/>
                </p:nvSpPr>
                <p:spPr>
                  <a:xfrm>
                    <a:off x="7498072" y="2953856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grpSp>
            <p:nvGrpSpPr>
              <p:cNvPr id="942" name="Group 941">
                <a:extLst>
                  <a:ext uri="{FF2B5EF4-FFF2-40B4-BE49-F238E27FC236}">
                    <a16:creationId xmlns:a16="http://schemas.microsoft.com/office/drawing/2014/main" id="{68DCA1C8-9E35-14E6-2159-506685FF94FA}"/>
                  </a:ext>
                </a:extLst>
              </p:cNvPr>
              <p:cNvGrpSpPr/>
              <p:nvPr/>
            </p:nvGrpSpPr>
            <p:grpSpPr>
              <a:xfrm>
                <a:off x="7403142" y="4061801"/>
                <a:ext cx="219455" cy="438911"/>
                <a:chOff x="7421538" y="4069924"/>
                <a:chExt cx="219455" cy="438911"/>
              </a:xfrm>
            </p:grpSpPr>
            <p:sp>
              <p:nvSpPr>
                <p:cNvPr id="952" name="rc209">
                  <a:extLst>
                    <a:ext uri="{FF2B5EF4-FFF2-40B4-BE49-F238E27FC236}">
                      <a16:creationId xmlns:a16="http://schemas.microsoft.com/office/drawing/2014/main" id="{9F4CCAF2-B502-5E75-7660-1B2C89069883}"/>
                    </a:ext>
                  </a:extLst>
                </p:cNvPr>
                <p:cNvSpPr/>
                <p:nvPr/>
              </p:nvSpPr>
              <p:spPr>
                <a:xfrm>
                  <a:off x="7421538" y="4069924"/>
                  <a:ext cx="219455" cy="219455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53" name="pl210">
                  <a:extLst>
                    <a:ext uri="{FF2B5EF4-FFF2-40B4-BE49-F238E27FC236}">
                      <a16:creationId xmlns:a16="http://schemas.microsoft.com/office/drawing/2014/main" id="{C2019FAA-4625-6FDE-EE6D-EBD6083DDD54}"/>
                    </a:ext>
                  </a:extLst>
                </p:cNvPr>
                <p:cNvSpPr/>
                <p:nvPr/>
              </p:nvSpPr>
              <p:spPr>
                <a:xfrm>
                  <a:off x="7531266" y="4234516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64" name="pl211">
                  <a:extLst>
                    <a:ext uri="{FF2B5EF4-FFF2-40B4-BE49-F238E27FC236}">
                      <a16:creationId xmlns:a16="http://schemas.microsoft.com/office/drawing/2014/main" id="{3B8EA7DC-CDC0-F945-603E-01B9D3A72CE9}"/>
                    </a:ext>
                  </a:extLst>
                </p:cNvPr>
                <p:cNvSpPr/>
                <p:nvPr/>
              </p:nvSpPr>
              <p:spPr>
                <a:xfrm>
                  <a:off x="7531266" y="4091869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65" name="rc212">
                  <a:extLst>
                    <a:ext uri="{FF2B5EF4-FFF2-40B4-BE49-F238E27FC236}">
                      <a16:creationId xmlns:a16="http://schemas.microsoft.com/office/drawing/2014/main" id="{1DEC1CAC-7D09-7D7D-CCD2-EEBA015CB2E3}"/>
                    </a:ext>
                  </a:extLst>
                </p:cNvPr>
                <p:cNvSpPr/>
                <p:nvPr/>
              </p:nvSpPr>
              <p:spPr>
                <a:xfrm>
                  <a:off x="7448970" y="4124788"/>
                  <a:ext cx="164592" cy="109727"/>
                </a:xfrm>
                <a:prstGeom prst="rect">
                  <a:avLst/>
                </a:prstGeom>
                <a:solidFill>
                  <a:srgbClr val="9FDA3A">
                    <a:alpha val="100000"/>
                  </a:srgbClr>
                </a:solidFill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66" name="pl213">
                  <a:extLst>
                    <a:ext uri="{FF2B5EF4-FFF2-40B4-BE49-F238E27FC236}">
                      <a16:creationId xmlns:a16="http://schemas.microsoft.com/office/drawing/2014/main" id="{9FB0772D-C7B3-4025-31EF-E9CFE49BEFA1}"/>
                    </a:ext>
                  </a:extLst>
                </p:cNvPr>
                <p:cNvSpPr/>
                <p:nvPr/>
              </p:nvSpPr>
              <p:spPr>
                <a:xfrm>
                  <a:off x="7448970" y="4179652"/>
                  <a:ext cx="164592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4592">
                      <a:moveTo>
                        <a:pt x="0" y="0"/>
                      </a:moveTo>
                      <a:lnTo>
                        <a:pt x="164592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67" name="pl214">
                  <a:extLst>
                    <a:ext uri="{FF2B5EF4-FFF2-40B4-BE49-F238E27FC236}">
                      <a16:creationId xmlns:a16="http://schemas.microsoft.com/office/drawing/2014/main" id="{707470E9-03A6-67AE-D120-CD6DCE648528}"/>
                    </a:ext>
                  </a:extLst>
                </p:cNvPr>
                <p:cNvSpPr/>
                <p:nvPr/>
              </p:nvSpPr>
              <p:spPr>
                <a:xfrm>
                  <a:off x="7531266" y="4267434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68" name="pl215">
                  <a:extLst>
                    <a:ext uri="{FF2B5EF4-FFF2-40B4-BE49-F238E27FC236}">
                      <a16:creationId xmlns:a16="http://schemas.microsoft.com/office/drawing/2014/main" id="{64A4A7FA-7789-2681-02B6-95D20853447C}"/>
                    </a:ext>
                  </a:extLst>
                </p:cNvPr>
                <p:cNvSpPr/>
                <p:nvPr/>
              </p:nvSpPr>
              <p:spPr>
                <a:xfrm>
                  <a:off x="7531266" y="4091869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69" name="rc216">
                  <a:extLst>
                    <a:ext uri="{FF2B5EF4-FFF2-40B4-BE49-F238E27FC236}">
                      <a16:creationId xmlns:a16="http://schemas.microsoft.com/office/drawing/2014/main" id="{772F2799-F284-7186-006C-CF15D4F1DD94}"/>
                    </a:ext>
                  </a:extLst>
                </p:cNvPr>
                <p:cNvSpPr/>
                <p:nvPr/>
              </p:nvSpPr>
              <p:spPr>
                <a:xfrm>
                  <a:off x="7421538" y="4289380"/>
                  <a:ext cx="219455" cy="219455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70" name="pl217">
                  <a:extLst>
                    <a:ext uri="{FF2B5EF4-FFF2-40B4-BE49-F238E27FC236}">
                      <a16:creationId xmlns:a16="http://schemas.microsoft.com/office/drawing/2014/main" id="{6F783A6F-25D7-CD67-37C1-4DF5DD70D4EC}"/>
                    </a:ext>
                  </a:extLst>
                </p:cNvPr>
                <p:cNvSpPr/>
                <p:nvPr/>
              </p:nvSpPr>
              <p:spPr>
                <a:xfrm>
                  <a:off x="7531266" y="4453972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71" name="pl218">
                  <a:extLst>
                    <a:ext uri="{FF2B5EF4-FFF2-40B4-BE49-F238E27FC236}">
                      <a16:creationId xmlns:a16="http://schemas.microsoft.com/office/drawing/2014/main" id="{DF68301C-91BF-2D5B-12B6-DFF97AC30627}"/>
                    </a:ext>
                  </a:extLst>
                </p:cNvPr>
                <p:cNvSpPr/>
                <p:nvPr/>
              </p:nvSpPr>
              <p:spPr>
                <a:xfrm>
                  <a:off x="7531266" y="4311325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72" name="rc219">
                  <a:extLst>
                    <a:ext uri="{FF2B5EF4-FFF2-40B4-BE49-F238E27FC236}">
                      <a16:creationId xmlns:a16="http://schemas.microsoft.com/office/drawing/2014/main" id="{648F02FF-A660-C02C-B1B1-43EEE8C33EAC}"/>
                    </a:ext>
                  </a:extLst>
                </p:cNvPr>
                <p:cNvSpPr/>
                <p:nvPr/>
              </p:nvSpPr>
              <p:spPr>
                <a:xfrm>
                  <a:off x="7448970" y="4344244"/>
                  <a:ext cx="164592" cy="109727"/>
                </a:xfrm>
                <a:prstGeom prst="rect">
                  <a:avLst/>
                </a:prstGeom>
                <a:solidFill>
                  <a:srgbClr val="FDE725">
                    <a:alpha val="100000"/>
                  </a:srgbClr>
                </a:solidFill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73" name="pl220">
                  <a:extLst>
                    <a:ext uri="{FF2B5EF4-FFF2-40B4-BE49-F238E27FC236}">
                      <a16:creationId xmlns:a16="http://schemas.microsoft.com/office/drawing/2014/main" id="{38CEBAE5-3011-9CF5-F2E3-A1A75EBA9BCC}"/>
                    </a:ext>
                  </a:extLst>
                </p:cNvPr>
                <p:cNvSpPr/>
                <p:nvPr/>
              </p:nvSpPr>
              <p:spPr>
                <a:xfrm>
                  <a:off x="7448970" y="4399108"/>
                  <a:ext cx="164592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4592">
                      <a:moveTo>
                        <a:pt x="0" y="0"/>
                      </a:moveTo>
                      <a:lnTo>
                        <a:pt x="164592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74" name="pl221">
                  <a:extLst>
                    <a:ext uri="{FF2B5EF4-FFF2-40B4-BE49-F238E27FC236}">
                      <a16:creationId xmlns:a16="http://schemas.microsoft.com/office/drawing/2014/main" id="{28BD9060-562E-BD2F-32AD-C8B1F3F72F72}"/>
                    </a:ext>
                  </a:extLst>
                </p:cNvPr>
                <p:cNvSpPr/>
                <p:nvPr/>
              </p:nvSpPr>
              <p:spPr>
                <a:xfrm>
                  <a:off x="7531266" y="448689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75" name="pl222">
                  <a:extLst>
                    <a:ext uri="{FF2B5EF4-FFF2-40B4-BE49-F238E27FC236}">
                      <a16:creationId xmlns:a16="http://schemas.microsoft.com/office/drawing/2014/main" id="{968E36F4-C98F-4F62-0BFB-1F4B54773462}"/>
                    </a:ext>
                  </a:extLst>
                </p:cNvPr>
                <p:cNvSpPr/>
                <p:nvPr/>
              </p:nvSpPr>
              <p:spPr>
                <a:xfrm>
                  <a:off x="7531266" y="4311325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943" name="tx223">
                <a:extLst>
                  <a:ext uri="{FF2B5EF4-FFF2-40B4-BE49-F238E27FC236}">
                    <a16:creationId xmlns:a16="http://schemas.microsoft.com/office/drawing/2014/main" id="{C6E7461D-8CC0-FA5F-68CB-A09AF583BB3E}"/>
                  </a:ext>
                </a:extLst>
              </p:cNvPr>
              <p:cNvSpPr/>
              <p:nvPr/>
            </p:nvSpPr>
            <p:spPr>
              <a:xfrm>
                <a:off x="7746520" y="3265364"/>
                <a:ext cx="347563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W1-TX</a:t>
                </a:r>
              </a:p>
            </p:txBody>
          </p:sp>
          <p:sp>
            <p:nvSpPr>
              <p:cNvPr id="944" name="tx224">
                <a:extLst>
                  <a:ext uri="{FF2B5EF4-FFF2-40B4-BE49-F238E27FC236}">
                    <a16:creationId xmlns:a16="http://schemas.microsoft.com/office/drawing/2014/main" id="{EBFF4CDE-A287-17A0-E5B9-B1C15FDDDD6F}"/>
                  </a:ext>
                </a:extLst>
              </p:cNvPr>
              <p:cNvSpPr/>
              <p:nvPr/>
            </p:nvSpPr>
            <p:spPr>
              <a:xfrm>
                <a:off x="7746520" y="3484820"/>
                <a:ext cx="34152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W2-LA</a:t>
                </a:r>
              </a:p>
            </p:txBody>
          </p:sp>
          <p:sp>
            <p:nvSpPr>
              <p:cNvPr id="945" name="tx225">
                <a:extLst>
                  <a:ext uri="{FF2B5EF4-FFF2-40B4-BE49-F238E27FC236}">
                    <a16:creationId xmlns:a16="http://schemas.microsoft.com/office/drawing/2014/main" id="{0AA98287-24C8-24C7-86B4-02654D2F4F5D}"/>
                  </a:ext>
                </a:extLst>
              </p:cNvPr>
              <p:cNvSpPr/>
              <p:nvPr/>
            </p:nvSpPr>
            <p:spPr>
              <a:xfrm>
                <a:off x="7746520" y="3704276"/>
                <a:ext cx="33521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W3-FL</a:t>
                </a:r>
              </a:p>
            </p:txBody>
          </p:sp>
          <p:sp>
            <p:nvSpPr>
              <p:cNvPr id="946" name="tx226">
                <a:extLst>
                  <a:ext uri="{FF2B5EF4-FFF2-40B4-BE49-F238E27FC236}">
                    <a16:creationId xmlns:a16="http://schemas.microsoft.com/office/drawing/2014/main" id="{C8DF6838-5844-7478-482D-5E1B34D8ACF2}"/>
                  </a:ext>
                </a:extLst>
              </p:cNvPr>
              <p:cNvSpPr/>
              <p:nvPr/>
            </p:nvSpPr>
            <p:spPr>
              <a:xfrm>
                <a:off x="7746520" y="3923732"/>
                <a:ext cx="353872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W4-VA</a:t>
                </a:r>
              </a:p>
            </p:txBody>
          </p:sp>
          <p:sp>
            <p:nvSpPr>
              <p:cNvPr id="947" name="tx227">
                <a:extLst>
                  <a:ext uri="{FF2B5EF4-FFF2-40B4-BE49-F238E27FC236}">
                    <a16:creationId xmlns:a16="http://schemas.microsoft.com/office/drawing/2014/main" id="{F0D65C5E-70F5-789D-2F73-6D4C5D16A388}"/>
                  </a:ext>
                </a:extLst>
              </p:cNvPr>
              <p:cNvSpPr/>
              <p:nvPr/>
            </p:nvSpPr>
            <p:spPr>
              <a:xfrm>
                <a:off x="7744968" y="2812203"/>
                <a:ext cx="45966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S1-LOLA</a:t>
                </a:r>
              </a:p>
            </p:txBody>
          </p:sp>
          <p:sp>
            <p:nvSpPr>
              <p:cNvPr id="948" name="tx228">
                <a:extLst>
                  <a:ext uri="{FF2B5EF4-FFF2-40B4-BE49-F238E27FC236}">
                    <a16:creationId xmlns:a16="http://schemas.microsoft.com/office/drawing/2014/main" id="{7D4B99BF-23AE-213F-578B-7D87563D27D8}"/>
                  </a:ext>
                </a:extLst>
              </p:cNvPr>
              <p:cNvSpPr/>
              <p:nvPr/>
            </p:nvSpPr>
            <p:spPr>
              <a:xfrm>
                <a:off x="7744968" y="3031659"/>
                <a:ext cx="47813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S2-DEBY</a:t>
                </a:r>
              </a:p>
            </p:txBody>
          </p:sp>
          <p:sp>
            <p:nvSpPr>
              <p:cNvPr id="949" name="tx229">
                <a:extLst>
                  <a:ext uri="{FF2B5EF4-FFF2-40B4-BE49-F238E27FC236}">
                    <a16:creationId xmlns:a16="http://schemas.microsoft.com/office/drawing/2014/main" id="{20A78822-A506-F10D-F800-025F809035DB}"/>
                  </a:ext>
                </a:extLst>
              </p:cNvPr>
              <p:cNvSpPr/>
              <p:nvPr/>
            </p:nvSpPr>
            <p:spPr>
              <a:xfrm>
                <a:off x="7750614" y="4161549"/>
                <a:ext cx="36612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W5-NH</a:t>
                </a:r>
              </a:p>
            </p:txBody>
          </p:sp>
          <p:sp>
            <p:nvSpPr>
              <p:cNvPr id="950" name="tx230">
                <a:extLst>
                  <a:ext uri="{FF2B5EF4-FFF2-40B4-BE49-F238E27FC236}">
                    <a16:creationId xmlns:a16="http://schemas.microsoft.com/office/drawing/2014/main" id="{56D3AA30-D922-72BF-AB8D-D534508F3E1E}"/>
                  </a:ext>
                </a:extLst>
              </p:cNvPr>
              <p:cNvSpPr/>
              <p:nvPr/>
            </p:nvSpPr>
            <p:spPr>
              <a:xfrm>
                <a:off x="7750614" y="4381005"/>
                <a:ext cx="3724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W6-ME</a:t>
                </a:r>
              </a:p>
            </p:txBody>
          </p:sp>
          <p:sp>
            <p:nvSpPr>
              <p:cNvPr id="951" name="tx77">
                <a:extLst>
                  <a:ext uri="{FF2B5EF4-FFF2-40B4-BE49-F238E27FC236}">
                    <a16:creationId xmlns:a16="http://schemas.microsoft.com/office/drawing/2014/main" id="{2DF638C3-0E45-EB1A-4534-8607D138FCE4}"/>
                  </a:ext>
                </a:extLst>
              </p:cNvPr>
              <p:cNvSpPr/>
              <p:nvPr/>
            </p:nvSpPr>
            <p:spPr>
              <a:xfrm>
                <a:off x="7476356" y="2420888"/>
                <a:ext cx="840059" cy="127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400"/>
                  </a:lnSpc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Source 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Population</a:t>
                </a:r>
                <a:endPara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0D540B37-2609-5CAE-DD78-47386BF1B1BC}"/>
              </a:ext>
            </a:extLst>
          </p:cNvPr>
          <p:cNvGrpSpPr/>
          <p:nvPr/>
        </p:nvGrpSpPr>
        <p:grpSpPr>
          <a:xfrm>
            <a:off x="4967536" y="11915800"/>
            <a:ext cx="7920880" cy="4608512"/>
            <a:chOff x="4967536" y="11915800"/>
            <a:chExt cx="7920880" cy="4608512"/>
          </a:xfrm>
        </p:grpSpPr>
        <p:sp>
          <p:nvSpPr>
            <p:cNvPr id="72" name="pl6">
              <a:extLst>
                <a:ext uri="{FF2B5EF4-FFF2-40B4-BE49-F238E27FC236}">
                  <a16:creationId xmlns:a16="http://schemas.microsoft.com/office/drawing/2014/main" id="{8C31C471-29D1-EE78-255D-806C57772D2D}"/>
                </a:ext>
              </a:extLst>
            </p:cNvPr>
            <p:cNvSpPr/>
            <p:nvPr/>
          </p:nvSpPr>
          <p:spPr>
            <a:xfrm>
              <a:off x="5753091" y="12962385"/>
              <a:ext cx="0" cy="20306"/>
            </a:xfrm>
            <a:custGeom>
              <a:avLst/>
              <a:gdLst/>
              <a:ahLst/>
              <a:cxnLst/>
              <a:rect l="0" t="0" r="0" b="0"/>
              <a:pathLst>
                <a:path h="20306">
                  <a:moveTo>
                    <a:pt x="0" y="203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">
              <a:extLst>
                <a:ext uri="{FF2B5EF4-FFF2-40B4-BE49-F238E27FC236}">
                  <a16:creationId xmlns:a16="http://schemas.microsoft.com/office/drawing/2014/main" id="{00DD96FE-9D81-2951-6D56-44A045A862E7}"/>
                </a:ext>
              </a:extLst>
            </p:cNvPr>
            <p:cNvSpPr/>
            <p:nvPr/>
          </p:nvSpPr>
          <p:spPr>
            <a:xfrm>
              <a:off x="5753091" y="13140976"/>
              <a:ext cx="0" cy="137977"/>
            </a:xfrm>
            <a:custGeom>
              <a:avLst/>
              <a:gdLst/>
              <a:ahLst/>
              <a:cxnLst/>
              <a:rect l="0" t="0" r="0" b="0"/>
              <a:pathLst>
                <a:path h="137977">
                  <a:moveTo>
                    <a:pt x="0" y="0"/>
                  </a:moveTo>
                  <a:lnTo>
                    <a:pt x="0" y="13797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g8">
              <a:extLst>
                <a:ext uri="{FF2B5EF4-FFF2-40B4-BE49-F238E27FC236}">
                  <a16:creationId xmlns:a16="http://schemas.microsoft.com/office/drawing/2014/main" id="{AB098E16-6521-801D-2479-80152862ACFE}"/>
                </a:ext>
              </a:extLst>
            </p:cNvPr>
            <p:cNvSpPr/>
            <p:nvPr/>
          </p:nvSpPr>
          <p:spPr>
            <a:xfrm>
              <a:off x="5622955" y="12982693"/>
              <a:ext cx="260270" cy="158283"/>
            </a:xfrm>
            <a:custGeom>
              <a:avLst/>
              <a:gdLst/>
              <a:ahLst/>
              <a:cxnLst/>
              <a:rect l="0" t="0" r="0" b="0"/>
              <a:pathLst>
                <a:path w="260270" h="158283">
                  <a:moveTo>
                    <a:pt x="0" y="0"/>
                  </a:moveTo>
                  <a:lnTo>
                    <a:pt x="0" y="158283"/>
                  </a:lnTo>
                  <a:lnTo>
                    <a:pt x="260270" y="158283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9">
              <a:extLst>
                <a:ext uri="{FF2B5EF4-FFF2-40B4-BE49-F238E27FC236}">
                  <a16:creationId xmlns:a16="http://schemas.microsoft.com/office/drawing/2014/main" id="{3529CEFA-1171-D8BB-D758-4F744D0B73A9}"/>
                </a:ext>
              </a:extLst>
            </p:cNvPr>
            <p:cNvSpPr/>
            <p:nvPr/>
          </p:nvSpPr>
          <p:spPr>
            <a:xfrm>
              <a:off x="5622955" y="13002998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chemeClr val="bg1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10">
              <a:extLst>
                <a:ext uri="{FF2B5EF4-FFF2-40B4-BE49-F238E27FC236}">
                  <a16:creationId xmlns:a16="http://schemas.microsoft.com/office/drawing/2014/main" id="{DE6A9104-DDA8-47A5-41EC-397A762F47A8}"/>
                </a:ext>
              </a:extLst>
            </p:cNvPr>
            <p:cNvSpPr/>
            <p:nvPr/>
          </p:nvSpPr>
          <p:spPr>
            <a:xfrm>
              <a:off x="6100118" y="13119968"/>
              <a:ext cx="0" cy="59337"/>
            </a:xfrm>
            <a:custGeom>
              <a:avLst/>
              <a:gdLst/>
              <a:ahLst/>
              <a:cxnLst/>
              <a:rect l="0" t="0" r="0" b="0"/>
              <a:pathLst>
                <a:path h="59337">
                  <a:moveTo>
                    <a:pt x="0" y="593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11">
              <a:extLst>
                <a:ext uri="{FF2B5EF4-FFF2-40B4-BE49-F238E27FC236}">
                  <a16:creationId xmlns:a16="http://schemas.microsoft.com/office/drawing/2014/main" id="{25099764-32D3-CF85-D1BF-5EE5F48EFAC4}"/>
                </a:ext>
              </a:extLst>
            </p:cNvPr>
            <p:cNvSpPr/>
            <p:nvPr/>
          </p:nvSpPr>
          <p:spPr>
            <a:xfrm>
              <a:off x="6100118" y="13297307"/>
              <a:ext cx="0" cy="58663"/>
            </a:xfrm>
            <a:custGeom>
              <a:avLst/>
              <a:gdLst/>
              <a:ahLst/>
              <a:cxnLst/>
              <a:rect l="0" t="0" r="0" b="0"/>
              <a:pathLst>
                <a:path h="58663">
                  <a:moveTo>
                    <a:pt x="0" y="0"/>
                  </a:moveTo>
                  <a:lnTo>
                    <a:pt x="0" y="5866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g12">
              <a:extLst>
                <a:ext uri="{FF2B5EF4-FFF2-40B4-BE49-F238E27FC236}">
                  <a16:creationId xmlns:a16="http://schemas.microsoft.com/office/drawing/2014/main" id="{A9A6CBC4-1489-64EC-2B19-CD54BBE3C45C}"/>
                </a:ext>
              </a:extLst>
            </p:cNvPr>
            <p:cNvSpPr/>
            <p:nvPr/>
          </p:nvSpPr>
          <p:spPr>
            <a:xfrm>
              <a:off x="5969983" y="13179306"/>
              <a:ext cx="260270" cy="118001"/>
            </a:xfrm>
            <a:custGeom>
              <a:avLst/>
              <a:gdLst/>
              <a:ahLst/>
              <a:cxnLst/>
              <a:rect l="0" t="0" r="0" b="0"/>
              <a:pathLst>
                <a:path w="260270" h="118001">
                  <a:moveTo>
                    <a:pt x="0" y="0"/>
                  </a:moveTo>
                  <a:lnTo>
                    <a:pt x="0" y="118001"/>
                  </a:lnTo>
                  <a:lnTo>
                    <a:pt x="260270" y="11800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13">
              <a:extLst>
                <a:ext uri="{FF2B5EF4-FFF2-40B4-BE49-F238E27FC236}">
                  <a16:creationId xmlns:a16="http://schemas.microsoft.com/office/drawing/2014/main" id="{DFDF751C-4EF3-779A-E620-AD5DF650EF38}"/>
                </a:ext>
              </a:extLst>
            </p:cNvPr>
            <p:cNvSpPr/>
            <p:nvPr/>
          </p:nvSpPr>
          <p:spPr>
            <a:xfrm>
              <a:off x="5969983" y="13238642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chemeClr val="bg1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14">
              <a:extLst>
                <a:ext uri="{FF2B5EF4-FFF2-40B4-BE49-F238E27FC236}">
                  <a16:creationId xmlns:a16="http://schemas.microsoft.com/office/drawing/2014/main" id="{0FC65982-9908-2D57-FC19-84C902D53EE9}"/>
                </a:ext>
              </a:extLst>
            </p:cNvPr>
            <p:cNvSpPr/>
            <p:nvPr/>
          </p:nvSpPr>
          <p:spPr>
            <a:xfrm>
              <a:off x="6447146" y="13027005"/>
              <a:ext cx="0" cy="44151"/>
            </a:xfrm>
            <a:custGeom>
              <a:avLst/>
              <a:gdLst/>
              <a:ahLst/>
              <a:cxnLst/>
              <a:rect l="0" t="0" r="0" b="0"/>
              <a:pathLst>
                <a:path h="44151">
                  <a:moveTo>
                    <a:pt x="0" y="4415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15">
              <a:extLst>
                <a:ext uri="{FF2B5EF4-FFF2-40B4-BE49-F238E27FC236}">
                  <a16:creationId xmlns:a16="http://schemas.microsoft.com/office/drawing/2014/main" id="{085D7C06-DFA1-5A4B-E1EE-98A9A8EE4D88}"/>
                </a:ext>
              </a:extLst>
            </p:cNvPr>
            <p:cNvSpPr/>
            <p:nvPr/>
          </p:nvSpPr>
          <p:spPr>
            <a:xfrm>
              <a:off x="6447146" y="13304513"/>
              <a:ext cx="0" cy="189203"/>
            </a:xfrm>
            <a:custGeom>
              <a:avLst/>
              <a:gdLst/>
              <a:ahLst/>
              <a:cxnLst/>
              <a:rect l="0" t="0" r="0" b="0"/>
              <a:pathLst>
                <a:path h="189203">
                  <a:moveTo>
                    <a:pt x="0" y="0"/>
                  </a:moveTo>
                  <a:lnTo>
                    <a:pt x="0" y="18920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g16">
              <a:extLst>
                <a:ext uri="{FF2B5EF4-FFF2-40B4-BE49-F238E27FC236}">
                  <a16:creationId xmlns:a16="http://schemas.microsoft.com/office/drawing/2014/main" id="{DB092262-7BCE-8163-AE90-33559CA42FC6}"/>
                </a:ext>
              </a:extLst>
            </p:cNvPr>
            <p:cNvSpPr/>
            <p:nvPr/>
          </p:nvSpPr>
          <p:spPr>
            <a:xfrm>
              <a:off x="6317011" y="13071157"/>
              <a:ext cx="260270" cy="233355"/>
            </a:xfrm>
            <a:custGeom>
              <a:avLst/>
              <a:gdLst/>
              <a:ahLst/>
              <a:cxnLst/>
              <a:rect l="0" t="0" r="0" b="0"/>
              <a:pathLst>
                <a:path w="260270" h="233355">
                  <a:moveTo>
                    <a:pt x="0" y="0"/>
                  </a:moveTo>
                  <a:lnTo>
                    <a:pt x="0" y="233355"/>
                  </a:lnTo>
                  <a:lnTo>
                    <a:pt x="260270" y="233355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83" name="pl17">
              <a:extLst>
                <a:ext uri="{FF2B5EF4-FFF2-40B4-BE49-F238E27FC236}">
                  <a16:creationId xmlns:a16="http://schemas.microsoft.com/office/drawing/2014/main" id="{2BDC2DB2-4C21-E92D-83E4-F2CCFE67DA0C}"/>
                </a:ext>
              </a:extLst>
            </p:cNvPr>
            <p:cNvSpPr/>
            <p:nvPr/>
          </p:nvSpPr>
          <p:spPr>
            <a:xfrm>
              <a:off x="6317011" y="13115308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18">
              <a:extLst>
                <a:ext uri="{FF2B5EF4-FFF2-40B4-BE49-F238E27FC236}">
                  <a16:creationId xmlns:a16="http://schemas.microsoft.com/office/drawing/2014/main" id="{2B16F95B-ECEA-F9EE-7497-977D1484C52D}"/>
                </a:ext>
              </a:extLst>
            </p:cNvPr>
            <p:cNvSpPr/>
            <p:nvPr/>
          </p:nvSpPr>
          <p:spPr>
            <a:xfrm>
              <a:off x="6794174" y="12332117"/>
              <a:ext cx="0" cy="72626"/>
            </a:xfrm>
            <a:custGeom>
              <a:avLst/>
              <a:gdLst/>
              <a:ahLst/>
              <a:cxnLst/>
              <a:rect l="0" t="0" r="0" b="0"/>
              <a:pathLst>
                <a:path h="72626">
                  <a:moveTo>
                    <a:pt x="0" y="726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19">
              <a:extLst>
                <a:ext uri="{FF2B5EF4-FFF2-40B4-BE49-F238E27FC236}">
                  <a16:creationId xmlns:a16="http://schemas.microsoft.com/office/drawing/2014/main" id="{E49270EA-85F8-26E4-CD5F-DB5344151564}"/>
                </a:ext>
              </a:extLst>
            </p:cNvPr>
            <p:cNvSpPr/>
            <p:nvPr/>
          </p:nvSpPr>
          <p:spPr>
            <a:xfrm>
              <a:off x="6794174" y="12703095"/>
              <a:ext cx="0" cy="225724"/>
            </a:xfrm>
            <a:custGeom>
              <a:avLst/>
              <a:gdLst/>
              <a:ahLst/>
              <a:cxnLst/>
              <a:rect l="0" t="0" r="0" b="0"/>
              <a:pathLst>
                <a:path h="225724">
                  <a:moveTo>
                    <a:pt x="0" y="0"/>
                  </a:moveTo>
                  <a:lnTo>
                    <a:pt x="0" y="22572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g20">
              <a:extLst>
                <a:ext uri="{FF2B5EF4-FFF2-40B4-BE49-F238E27FC236}">
                  <a16:creationId xmlns:a16="http://schemas.microsoft.com/office/drawing/2014/main" id="{046D9C2F-8FC8-202F-75AC-69B69C076A65}"/>
                </a:ext>
              </a:extLst>
            </p:cNvPr>
            <p:cNvSpPr/>
            <p:nvPr/>
          </p:nvSpPr>
          <p:spPr>
            <a:xfrm>
              <a:off x="6664039" y="12404745"/>
              <a:ext cx="260270" cy="298351"/>
            </a:xfrm>
            <a:custGeom>
              <a:avLst/>
              <a:gdLst/>
              <a:ahLst/>
              <a:cxnLst/>
              <a:rect l="0" t="0" r="0" b="0"/>
              <a:pathLst>
                <a:path w="260270" h="298351">
                  <a:moveTo>
                    <a:pt x="0" y="0"/>
                  </a:moveTo>
                  <a:lnTo>
                    <a:pt x="0" y="298351"/>
                  </a:lnTo>
                  <a:lnTo>
                    <a:pt x="260270" y="29835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21">
              <a:extLst>
                <a:ext uri="{FF2B5EF4-FFF2-40B4-BE49-F238E27FC236}">
                  <a16:creationId xmlns:a16="http://schemas.microsoft.com/office/drawing/2014/main" id="{5DE07BC9-5341-3DE6-BAA3-490C75F4FF0D}"/>
                </a:ext>
              </a:extLst>
            </p:cNvPr>
            <p:cNvSpPr/>
            <p:nvPr/>
          </p:nvSpPr>
          <p:spPr>
            <a:xfrm>
              <a:off x="6664039" y="12477370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22">
              <a:extLst>
                <a:ext uri="{FF2B5EF4-FFF2-40B4-BE49-F238E27FC236}">
                  <a16:creationId xmlns:a16="http://schemas.microsoft.com/office/drawing/2014/main" id="{4AB7F113-342C-BE12-C50F-43020CAE4DCD}"/>
                </a:ext>
              </a:extLst>
            </p:cNvPr>
            <p:cNvSpPr/>
            <p:nvPr/>
          </p:nvSpPr>
          <p:spPr>
            <a:xfrm>
              <a:off x="7141202" y="12673232"/>
              <a:ext cx="0" cy="392056"/>
            </a:xfrm>
            <a:custGeom>
              <a:avLst/>
              <a:gdLst/>
              <a:ahLst/>
              <a:cxnLst/>
              <a:rect l="0" t="0" r="0" b="0"/>
              <a:pathLst>
                <a:path h="392056">
                  <a:moveTo>
                    <a:pt x="0" y="39205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23">
              <a:extLst>
                <a:ext uri="{FF2B5EF4-FFF2-40B4-BE49-F238E27FC236}">
                  <a16:creationId xmlns:a16="http://schemas.microsoft.com/office/drawing/2014/main" id="{BE9C9BBE-636E-E885-4FA0-BFBA2CBB857B}"/>
                </a:ext>
              </a:extLst>
            </p:cNvPr>
            <p:cNvSpPr/>
            <p:nvPr/>
          </p:nvSpPr>
          <p:spPr>
            <a:xfrm>
              <a:off x="7141202" y="13606842"/>
              <a:ext cx="0" cy="149495"/>
            </a:xfrm>
            <a:custGeom>
              <a:avLst/>
              <a:gdLst/>
              <a:ahLst/>
              <a:cxnLst/>
              <a:rect l="0" t="0" r="0" b="0"/>
              <a:pathLst>
                <a:path h="149495">
                  <a:moveTo>
                    <a:pt x="0" y="0"/>
                  </a:moveTo>
                  <a:lnTo>
                    <a:pt x="0" y="14949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g24">
              <a:extLst>
                <a:ext uri="{FF2B5EF4-FFF2-40B4-BE49-F238E27FC236}">
                  <a16:creationId xmlns:a16="http://schemas.microsoft.com/office/drawing/2014/main" id="{5491F2ED-E32B-997C-F750-541E3C33C201}"/>
                </a:ext>
              </a:extLst>
            </p:cNvPr>
            <p:cNvSpPr/>
            <p:nvPr/>
          </p:nvSpPr>
          <p:spPr>
            <a:xfrm>
              <a:off x="7011067" y="13065289"/>
              <a:ext cx="260270" cy="541552"/>
            </a:xfrm>
            <a:custGeom>
              <a:avLst/>
              <a:gdLst/>
              <a:ahLst/>
              <a:cxnLst/>
              <a:rect l="0" t="0" r="0" b="0"/>
              <a:pathLst>
                <a:path w="260270" h="541552">
                  <a:moveTo>
                    <a:pt x="0" y="0"/>
                  </a:moveTo>
                  <a:lnTo>
                    <a:pt x="0" y="541552"/>
                  </a:lnTo>
                  <a:lnTo>
                    <a:pt x="260270" y="541552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25">
              <a:extLst>
                <a:ext uri="{FF2B5EF4-FFF2-40B4-BE49-F238E27FC236}">
                  <a16:creationId xmlns:a16="http://schemas.microsoft.com/office/drawing/2014/main" id="{14A76FB4-3AB9-A69C-79A8-7A24AE2D31C1}"/>
                </a:ext>
              </a:extLst>
            </p:cNvPr>
            <p:cNvSpPr/>
            <p:nvPr/>
          </p:nvSpPr>
          <p:spPr>
            <a:xfrm>
              <a:off x="7011067" y="13457345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26">
              <a:extLst>
                <a:ext uri="{FF2B5EF4-FFF2-40B4-BE49-F238E27FC236}">
                  <a16:creationId xmlns:a16="http://schemas.microsoft.com/office/drawing/2014/main" id="{234169B5-3045-130A-2DC1-10C9762AE370}"/>
                </a:ext>
              </a:extLst>
            </p:cNvPr>
            <p:cNvSpPr/>
            <p:nvPr/>
          </p:nvSpPr>
          <p:spPr>
            <a:xfrm>
              <a:off x="7488230" y="13552364"/>
              <a:ext cx="0" cy="44774"/>
            </a:xfrm>
            <a:custGeom>
              <a:avLst/>
              <a:gdLst/>
              <a:ahLst/>
              <a:cxnLst/>
              <a:rect l="0" t="0" r="0" b="0"/>
              <a:pathLst>
                <a:path h="44774">
                  <a:moveTo>
                    <a:pt x="0" y="4477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27">
              <a:extLst>
                <a:ext uri="{FF2B5EF4-FFF2-40B4-BE49-F238E27FC236}">
                  <a16:creationId xmlns:a16="http://schemas.microsoft.com/office/drawing/2014/main" id="{35D46A9E-33C8-8290-2C9E-4BB189C2D1D8}"/>
                </a:ext>
              </a:extLst>
            </p:cNvPr>
            <p:cNvSpPr/>
            <p:nvPr/>
          </p:nvSpPr>
          <p:spPr>
            <a:xfrm>
              <a:off x="7488230" y="13785777"/>
              <a:ext cx="0" cy="143863"/>
            </a:xfrm>
            <a:custGeom>
              <a:avLst/>
              <a:gdLst/>
              <a:ahLst/>
              <a:cxnLst/>
              <a:rect l="0" t="0" r="0" b="0"/>
              <a:pathLst>
                <a:path h="143863">
                  <a:moveTo>
                    <a:pt x="0" y="0"/>
                  </a:moveTo>
                  <a:lnTo>
                    <a:pt x="0" y="14386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g28">
              <a:extLst>
                <a:ext uri="{FF2B5EF4-FFF2-40B4-BE49-F238E27FC236}">
                  <a16:creationId xmlns:a16="http://schemas.microsoft.com/office/drawing/2014/main" id="{9F9E0000-4F2D-111C-9A9E-5E90E13952BA}"/>
                </a:ext>
              </a:extLst>
            </p:cNvPr>
            <p:cNvSpPr/>
            <p:nvPr/>
          </p:nvSpPr>
          <p:spPr>
            <a:xfrm>
              <a:off x="7358094" y="13597140"/>
              <a:ext cx="260270" cy="188637"/>
            </a:xfrm>
            <a:custGeom>
              <a:avLst/>
              <a:gdLst/>
              <a:ahLst/>
              <a:cxnLst/>
              <a:rect l="0" t="0" r="0" b="0"/>
              <a:pathLst>
                <a:path w="260270" h="188637">
                  <a:moveTo>
                    <a:pt x="0" y="0"/>
                  </a:moveTo>
                  <a:lnTo>
                    <a:pt x="0" y="188637"/>
                  </a:lnTo>
                  <a:lnTo>
                    <a:pt x="260270" y="188637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29">
              <a:extLst>
                <a:ext uri="{FF2B5EF4-FFF2-40B4-BE49-F238E27FC236}">
                  <a16:creationId xmlns:a16="http://schemas.microsoft.com/office/drawing/2014/main" id="{DAC50642-0524-31B7-D3B9-34FD64CB78BC}"/>
                </a:ext>
              </a:extLst>
            </p:cNvPr>
            <p:cNvSpPr/>
            <p:nvPr/>
          </p:nvSpPr>
          <p:spPr>
            <a:xfrm>
              <a:off x="7358094" y="13641913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30">
              <a:extLst>
                <a:ext uri="{FF2B5EF4-FFF2-40B4-BE49-F238E27FC236}">
                  <a16:creationId xmlns:a16="http://schemas.microsoft.com/office/drawing/2014/main" id="{EB425654-A7F9-A80F-2E19-6C865C1147E4}"/>
                </a:ext>
              </a:extLst>
            </p:cNvPr>
            <p:cNvSpPr/>
            <p:nvPr/>
          </p:nvSpPr>
          <p:spPr>
            <a:xfrm>
              <a:off x="7835258" y="15015002"/>
              <a:ext cx="0" cy="68550"/>
            </a:xfrm>
            <a:custGeom>
              <a:avLst/>
              <a:gdLst/>
              <a:ahLst/>
              <a:cxnLst/>
              <a:rect l="0" t="0" r="0" b="0"/>
              <a:pathLst>
                <a:path h="68550">
                  <a:moveTo>
                    <a:pt x="0" y="685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31">
              <a:extLst>
                <a:ext uri="{FF2B5EF4-FFF2-40B4-BE49-F238E27FC236}">
                  <a16:creationId xmlns:a16="http://schemas.microsoft.com/office/drawing/2014/main" id="{B48357D4-293B-AD85-8DB4-2582B1E738F3}"/>
                </a:ext>
              </a:extLst>
            </p:cNvPr>
            <p:cNvSpPr/>
            <p:nvPr/>
          </p:nvSpPr>
          <p:spPr>
            <a:xfrm>
              <a:off x="7835258" y="15188399"/>
              <a:ext cx="0" cy="36294"/>
            </a:xfrm>
            <a:custGeom>
              <a:avLst/>
              <a:gdLst/>
              <a:ahLst/>
              <a:cxnLst/>
              <a:rect l="0" t="0" r="0" b="0"/>
              <a:pathLst>
                <a:path h="36294">
                  <a:moveTo>
                    <a:pt x="0" y="0"/>
                  </a:moveTo>
                  <a:lnTo>
                    <a:pt x="0" y="3629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g32">
              <a:extLst>
                <a:ext uri="{FF2B5EF4-FFF2-40B4-BE49-F238E27FC236}">
                  <a16:creationId xmlns:a16="http://schemas.microsoft.com/office/drawing/2014/main" id="{1C96D844-58A0-2A73-41BC-4887395BC1EF}"/>
                </a:ext>
              </a:extLst>
            </p:cNvPr>
            <p:cNvSpPr/>
            <p:nvPr/>
          </p:nvSpPr>
          <p:spPr>
            <a:xfrm>
              <a:off x="7705122" y="15083554"/>
              <a:ext cx="260270" cy="104845"/>
            </a:xfrm>
            <a:custGeom>
              <a:avLst/>
              <a:gdLst/>
              <a:ahLst/>
              <a:cxnLst/>
              <a:rect l="0" t="0" r="0" b="0"/>
              <a:pathLst>
                <a:path w="260270" h="104845">
                  <a:moveTo>
                    <a:pt x="0" y="0"/>
                  </a:moveTo>
                  <a:lnTo>
                    <a:pt x="0" y="104845"/>
                  </a:lnTo>
                  <a:lnTo>
                    <a:pt x="260270" y="104845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33">
              <a:extLst>
                <a:ext uri="{FF2B5EF4-FFF2-40B4-BE49-F238E27FC236}">
                  <a16:creationId xmlns:a16="http://schemas.microsoft.com/office/drawing/2014/main" id="{D2CB2AA6-6DE2-23E1-77F8-DCA53DD7887F}"/>
                </a:ext>
              </a:extLst>
            </p:cNvPr>
            <p:cNvSpPr/>
            <p:nvPr/>
          </p:nvSpPr>
          <p:spPr>
            <a:xfrm>
              <a:off x="7705122" y="15152104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34">
              <a:extLst>
                <a:ext uri="{FF2B5EF4-FFF2-40B4-BE49-F238E27FC236}">
                  <a16:creationId xmlns:a16="http://schemas.microsoft.com/office/drawing/2014/main" id="{47173A30-4DDA-3876-4AB4-BAD5D8680EBF}"/>
                </a:ext>
              </a:extLst>
            </p:cNvPr>
            <p:cNvSpPr/>
            <p:nvPr/>
          </p:nvSpPr>
          <p:spPr>
            <a:xfrm>
              <a:off x="8182286" y="14690304"/>
              <a:ext cx="0" cy="124102"/>
            </a:xfrm>
            <a:custGeom>
              <a:avLst/>
              <a:gdLst/>
              <a:ahLst/>
              <a:cxnLst/>
              <a:rect l="0" t="0" r="0" b="0"/>
              <a:pathLst>
                <a:path h="124102">
                  <a:moveTo>
                    <a:pt x="0" y="12410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35">
              <a:extLst>
                <a:ext uri="{FF2B5EF4-FFF2-40B4-BE49-F238E27FC236}">
                  <a16:creationId xmlns:a16="http://schemas.microsoft.com/office/drawing/2014/main" id="{1AFDC8F2-588B-83FA-FCA6-C77419AE41D8}"/>
                </a:ext>
              </a:extLst>
            </p:cNvPr>
            <p:cNvSpPr/>
            <p:nvPr/>
          </p:nvSpPr>
          <p:spPr>
            <a:xfrm>
              <a:off x="8182286" y="14989331"/>
              <a:ext cx="0" cy="50819"/>
            </a:xfrm>
            <a:custGeom>
              <a:avLst/>
              <a:gdLst/>
              <a:ahLst/>
              <a:cxnLst/>
              <a:rect l="0" t="0" r="0" b="0"/>
              <a:pathLst>
                <a:path h="50819">
                  <a:moveTo>
                    <a:pt x="0" y="0"/>
                  </a:moveTo>
                  <a:lnTo>
                    <a:pt x="0" y="5081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g36">
              <a:extLst>
                <a:ext uri="{FF2B5EF4-FFF2-40B4-BE49-F238E27FC236}">
                  <a16:creationId xmlns:a16="http://schemas.microsoft.com/office/drawing/2014/main" id="{0CAD497C-C893-5988-4953-05384EE25D35}"/>
                </a:ext>
              </a:extLst>
            </p:cNvPr>
            <p:cNvSpPr/>
            <p:nvPr/>
          </p:nvSpPr>
          <p:spPr>
            <a:xfrm>
              <a:off x="8052150" y="14814407"/>
              <a:ext cx="260270" cy="174922"/>
            </a:xfrm>
            <a:custGeom>
              <a:avLst/>
              <a:gdLst/>
              <a:ahLst/>
              <a:cxnLst/>
              <a:rect l="0" t="0" r="0" b="0"/>
              <a:pathLst>
                <a:path w="260270" h="174922">
                  <a:moveTo>
                    <a:pt x="0" y="0"/>
                  </a:moveTo>
                  <a:lnTo>
                    <a:pt x="0" y="174922"/>
                  </a:lnTo>
                  <a:lnTo>
                    <a:pt x="260270" y="174922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37">
              <a:extLst>
                <a:ext uri="{FF2B5EF4-FFF2-40B4-BE49-F238E27FC236}">
                  <a16:creationId xmlns:a16="http://schemas.microsoft.com/office/drawing/2014/main" id="{3AD943CD-1D9C-40EC-964E-97FE313A50E0}"/>
                </a:ext>
              </a:extLst>
            </p:cNvPr>
            <p:cNvSpPr/>
            <p:nvPr/>
          </p:nvSpPr>
          <p:spPr>
            <a:xfrm>
              <a:off x="8052150" y="14938510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tx38">
              <a:extLst>
                <a:ext uri="{FF2B5EF4-FFF2-40B4-BE49-F238E27FC236}">
                  <a16:creationId xmlns:a16="http://schemas.microsoft.com/office/drawing/2014/main" id="{C651966A-EBFC-E24E-267C-80D9111685DE}"/>
                </a:ext>
              </a:extLst>
            </p:cNvPr>
            <p:cNvSpPr/>
            <p:nvPr/>
          </p:nvSpPr>
          <p:spPr>
            <a:xfrm>
              <a:off x="6022394" y="12969640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105" name="tx39">
              <a:extLst>
                <a:ext uri="{FF2B5EF4-FFF2-40B4-BE49-F238E27FC236}">
                  <a16:creationId xmlns:a16="http://schemas.microsoft.com/office/drawing/2014/main" id="{F418652A-82EC-FE63-2BD8-FC6EEF29DDF6}"/>
                </a:ext>
              </a:extLst>
            </p:cNvPr>
            <p:cNvSpPr/>
            <p:nvPr/>
          </p:nvSpPr>
          <p:spPr>
            <a:xfrm>
              <a:off x="6022394" y="12969640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106" name="tx41">
              <a:extLst>
                <a:ext uri="{FF2B5EF4-FFF2-40B4-BE49-F238E27FC236}">
                  <a16:creationId xmlns:a16="http://schemas.microsoft.com/office/drawing/2014/main" id="{2688995F-056F-1356-D89F-A66FF5E69966}"/>
                </a:ext>
              </a:extLst>
            </p:cNvPr>
            <p:cNvSpPr/>
            <p:nvPr/>
          </p:nvSpPr>
          <p:spPr>
            <a:xfrm>
              <a:off x="7067410" y="12522905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7" name="tx42">
              <a:extLst>
                <a:ext uri="{FF2B5EF4-FFF2-40B4-BE49-F238E27FC236}">
                  <a16:creationId xmlns:a16="http://schemas.microsoft.com/office/drawing/2014/main" id="{73480233-EFDB-199B-FF63-A3E92671008F}"/>
                </a:ext>
              </a:extLst>
            </p:cNvPr>
            <p:cNvSpPr/>
            <p:nvPr/>
          </p:nvSpPr>
          <p:spPr>
            <a:xfrm>
              <a:off x="7067410" y="12522905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8" name="tx44">
              <a:extLst>
                <a:ext uri="{FF2B5EF4-FFF2-40B4-BE49-F238E27FC236}">
                  <a16:creationId xmlns:a16="http://schemas.microsoft.com/office/drawing/2014/main" id="{CF1B8974-95B4-32EB-ECD8-6EB775E2ED9B}"/>
                </a:ext>
              </a:extLst>
            </p:cNvPr>
            <p:cNvSpPr/>
            <p:nvPr/>
          </p:nvSpPr>
          <p:spPr>
            <a:xfrm>
              <a:off x="6755312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09" name="tx45">
              <a:extLst>
                <a:ext uri="{FF2B5EF4-FFF2-40B4-BE49-F238E27FC236}">
                  <a16:creationId xmlns:a16="http://schemas.microsoft.com/office/drawing/2014/main" id="{50107010-E3D5-38BA-5682-F8AF3328F7D7}"/>
                </a:ext>
              </a:extLst>
            </p:cNvPr>
            <p:cNvSpPr/>
            <p:nvPr/>
          </p:nvSpPr>
          <p:spPr>
            <a:xfrm>
              <a:off x="6755312" y="1218178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10" name="tx47">
              <a:extLst>
                <a:ext uri="{FF2B5EF4-FFF2-40B4-BE49-F238E27FC236}">
                  <a16:creationId xmlns:a16="http://schemas.microsoft.com/office/drawing/2014/main" id="{F2B9D24C-CC0A-89D8-8A98-C21B359C4E34}"/>
                </a:ext>
              </a:extLst>
            </p:cNvPr>
            <p:cNvSpPr/>
            <p:nvPr/>
          </p:nvSpPr>
          <p:spPr>
            <a:xfrm>
              <a:off x="5675367" y="1281205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111" name="tx48">
              <a:extLst>
                <a:ext uri="{FF2B5EF4-FFF2-40B4-BE49-F238E27FC236}">
                  <a16:creationId xmlns:a16="http://schemas.microsoft.com/office/drawing/2014/main" id="{769A19B9-5155-B3A5-8402-54810926D903}"/>
                </a:ext>
              </a:extLst>
            </p:cNvPr>
            <p:cNvSpPr/>
            <p:nvPr/>
          </p:nvSpPr>
          <p:spPr>
            <a:xfrm>
              <a:off x="5675367" y="1281205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112" name="tx50">
              <a:extLst>
                <a:ext uri="{FF2B5EF4-FFF2-40B4-BE49-F238E27FC236}">
                  <a16:creationId xmlns:a16="http://schemas.microsoft.com/office/drawing/2014/main" id="{64BCC13F-4390-9DD8-4242-82FD5B6C4BD3}"/>
                </a:ext>
              </a:extLst>
            </p:cNvPr>
            <p:cNvSpPr/>
            <p:nvPr/>
          </p:nvSpPr>
          <p:spPr>
            <a:xfrm>
              <a:off x="8104562" y="14539977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13" name="tx51">
              <a:extLst>
                <a:ext uri="{FF2B5EF4-FFF2-40B4-BE49-F238E27FC236}">
                  <a16:creationId xmlns:a16="http://schemas.microsoft.com/office/drawing/2014/main" id="{D95CBAF4-4B6F-02A5-8DB0-49D55684C803}"/>
                </a:ext>
              </a:extLst>
            </p:cNvPr>
            <p:cNvSpPr/>
            <p:nvPr/>
          </p:nvSpPr>
          <p:spPr>
            <a:xfrm>
              <a:off x="8104562" y="14539977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14" name="tx52">
              <a:extLst>
                <a:ext uri="{FF2B5EF4-FFF2-40B4-BE49-F238E27FC236}">
                  <a16:creationId xmlns:a16="http://schemas.microsoft.com/office/drawing/2014/main" id="{DDA100D3-D5B8-C8F9-691A-DDF03394454A}"/>
                </a:ext>
              </a:extLst>
            </p:cNvPr>
            <p:cNvSpPr/>
            <p:nvPr/>
          </p:nvSpPr>
          <p:spPr>
            <a:xfrm>
              <a:off x="8104562" y="14539977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15" name="tx53">
              <a:extLst>
                <a:ext uri="{FF2B5EF4-FFF2-40B4-BE49-F238E27FC236}">
                  <a16:creationId xmlns:a16="http://schemas.microsoft.com/office/drawing/2014/main" id="{48B2D62E-560F-C901-B28B-AE57B694C5B9}"/>
                </a:ext>
              </a:extLst>
            </p:cNvPr>
            <p:cNvSpPr/>
            <p:nvPr/>
          </p:nvSpPr>
          <p:spPr>
            <a:xfrm>
              <a:off x="7757534" y="14864675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16" name="tx54">
              <a:extLst>
                <a:ext uri="{FF2B5EF4-FFF2-40B4-BE49-F238E27FC236}">
                  <a16:creationId xmlns:a16="http://schemas.microsoft.com/office/drawing/2014/main" id="{4F103257-B323-A0C1-6233-D73F5C506F37}"/>
                </a:ext>
              </a:extLst>
            </p:cNvPr>
            <p:cNvSpPr/>
            <p:nvPr/>
          </p:nvSpPr>
          <p:spPr>
            <a:xfrm>
              <a:off x="7757534" y="14864675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17" name="tx55">
              <a:extLst>
                <a:ext uri="{FF2B5EF4-FFF2-40B4-BE49-F238E27FC236}">
                  <a16:creationId xmlns:a16="http://schemas.microsoft.com/office/drawing/2014/main" id="{CE497E77-DA55-9B40-875B-89816AE2BFA3}"/>
                </a:ext>
              </a:extLst>
            </p:cNvPr>
            <p:cNvSpPr/>
            <p:nvPr/>
          </p:nvSpPr>
          <p:spPr>
            <a:xfrm>
              <a:off x="7757534" y="14864675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18" name="tx56">
              <a:extLst>
                <a:ext uri="{FF2B5EF4-FFF2-40B4-BE49-F238E27FC236}">
                  <a16:creationId xmlns:a16="http://schemas.microsoft.com/office/drawing/2014/main" id="{5A4E8648-09B4-24FD-F63A-78A9A21BFEDA}"/>
                </a:ext>
              </a:extLst>
            </p:cNvPr>
            <p:cNvSpPr/>
            <p:nvPr/>
          </p:nvSpPr>
          <p:spPr>
            <a:xfrm>
              <a:off x="6369422" y="1287667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119" name="tx57">
              <a:extLst>
                <a:ext uri="{FF2B5EF4-FFF2-40B4-BE49-F238E27FC236}">
                  <a16:creationId xmlns:a16="http://schemas.microsoft.com/office/drawing/2014/main" id="{7C83213B-0F4E-FFA1-ACAC-EE8EC5580299}"/>
                </a:ext>
              </a:extLst>
            </p:cNvPr>
            <p:cNvSpPr/>
            <p:nvPr/>
          </p:nvSpPr>
          <p:spPr>
            <a:xfrm>
              <a:off x="6369422" y="1287667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120" name="tx58">
              <a:extLst>
                <a:ext uri="{FF2B5EF4-FFF2-40B4-BE49-F238E27FC236}">
                  <a16:creationId xmlns:a16="http://schemas.microsoft.com/office/drawing/2014/main" id="{A72FE596-6FCD-2A4A-CA5B-49297F311AA1}"/>
                </a:ext>
              </a:extLst>
            </p:cNvPr>
            <p:cNvSpPr/>
            <p:nvPr/>
          </p:nvSpPr>
          <p:spPr>
            <a:xfrm>
              <a:off x="6369422" y="1287667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121" name="tx59">
              <a:extLst>
                <a:ext uri="{FF2B5EF4-FFF2-40B4-BE49-F238E27FC236}">
                  <a16:creationId xmlns:a16="http://schemas.microsoft.com/office/drawing/2014/main" id="{F48D1D62-B0CE-E127-B741-F1AC48E90A99}"/>
                </a:ext>
              </a:extLst>
            </p:cNvPr>
            <p:cNvSpPr/>
            <p:nvPr/>
          </p:nvSpPr>
          <p:spPr>
            <a:xfrm>
              <a:off x="7375576" y="13402037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bcd</a:t>
              </a:r>
            </a:p>
          </p:txBody>
        </p:sp>
        <p:sp>
          <p:nvSpPr>
            <p:cNvPr id="122" name="tx60">
              <a:extLst>
                <a:ext uri="{FF2B5EF4-FFF2-40B4-BE49-F238E27FC236}">
                  <a16:creationId xmlns:a16="http://schemas.microsoft.com/office/drawing/2014/main" id="{7446C058-F806-CF80-EF56-A46ADF91F8B8}"/>
                </a:ext>
              </a:extLst>
            </p:cNvPr>
            <p:cNvSpPr/>
            <p:nvPr/>
          </p:nvSpPr>
          <p:spPr>
            <a:xfrm>
              <a:off x="7375576" y="13402037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bcd</a:t>
              </a:r>
            </a:p>
          </p:txBody>
        </p:sp>
        <p:sp>
          <p:nvSpPr>
            <p:cNvPr id="123" name="pl63">
              <a:extLst>
                <a:ext uri="{FF2B5EF4-FFF2-40B4-BE49-F238E27FC236}">
                  <a16:creationId xmlns:a16="http://schemas.microsoft.com/office/drawing/2014/main" id="{7D131527-343E-35FD-E5B3-18A0EC54FF91}"/>
                </a:ext>
              </a:extLst>
            </p:cNvPr>
            <p:cNvSpPr/>
            <p:nvPr/>
          </p:nvSpPr>
          <p:spPr>
            <a:xfrm>
              <a:off x="9147359" y="14420436"/>
              <a:ext cx="0" cy="55379"/>
            </a:xfrm>
            <a:custGeom>
              <a:avLst/>
              <a:gdLst/>
              <a:ahLst/>
              <a:cxnLst/>
              <a:rect l="0" t="0" r="0" b="0"/>
              <a:pathLst>
                <a:path h="55379">
                  <a:moveTo>
                    <a:pt x="0" y="553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64">
              <a:extLst>
                <a:ext uri="{FF2B5EF4-FFF2-40B4-BE49-F238E27FC236}">
                  <a16:creationId xmlns:a16="http://schemas.microsoft.com/office/drawing/2014/main" id="{3F55650B-C615-B52E-57DA-3DF341A8E81C}"/>
                </a:ext>
              </a:extLst>
            </p:cNvPr>
            <p:cNvSpPr/>
            <p:nvPr/>
          </p:nvSpPr>
          <p:spPr>
            <a:xfrm>
              <a:off x="9147359" y="14568258"/>
              <a:ext cx="0" cy="37064"/>
            </a:xfrm>
            <a:custGeom>
              <a:avLst/>
              <a:gdLst/>
              <a:ahLst/>
              <a:cxnLst/>
              <a:rect l="0" t="0" r="0" b="0"/>
              <a:pathLst>
                <a:path h="37064">
                  <a:moveTo>
                    <a:pt x="0" y="0"/>
                  </a:moveTo>
                  <a:lnTo>
                    <a:pt x="0" y="3706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g65">
              <a:extLst>
                <a:ext uri="{FF2B5EF4-FFF2-40B4-BE49-F238E27FC236}">
                  <a16:creationId xmlns:a16="http://schemas.microsoft.com/office/drawing/2014/main" id="{89CDE9EF-854F-4B4C-D4E1-81B44FD67BE0}"/>
                </a:ext>
              </a:extLst>
            </p:cNvPr>
            <p:cNvSpPr/>
            <p:nvPr/>
          </p:nvSpPr>
          <p:spPr>
            <a:xfrm>
              <a:off x="9017224" y="14475815"/>
              <a:ext cx="260270" cy="92443"/>
            </a:xfrm>
            <a:custGeom>
              <a:avLst/>
              <a:gdLst/>
              <a:ahLst/>
              <a:cxnLst/>
              <a:rect l="0" t="0" r="0" b="0"/>
              <a:pathLst>
                <a:path w="260270" h="92443">
                  <a:moveTo>
                    <a:pt x="0" y="0"/>
                  </a:moveTo>
                  <a:lnTo>
                    <a:pt x="0" y="92443"/>
                  </a:lnTo>
                  <a:lnTo>
                    <a:pt x="260270" y="92443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66">
              <a:extLst>
                <a:ext uri="{FF2B5EF4-FFF2-40B4-BE49-F238E27FC236}">
                  <a16:creationId xmlns:a16="http://schemas.microsoft.com/office/drawing/2014/main" id="{04154210-2170-1DD0-D5EA-B649C8C5127E}"/>
                </a:ext>
              </a:extLst>
            </p:cNvPr>
            <p:cNvSpPr/>
            <p:nvPr/>
          </p:nvSpPr>
          <p:spPr>
            <a:xfrm>
              <a:off x="9017224" y="14531194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chemeClr val="bg1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67">
              <a:extLst>
                <a:ext uri="{FF2B5EF4-FFF2-40B4-BE49-F238E27FC236}">
                  <a16:creationId xmlns:a16="http://schemas.microsoft.com/office/drawing/2014/main" id="{2C12F8BF-6223-B6DA-63F0-CB03CD362087}"/>
                </a:ext>
              </a:extLst>
            </p:cNvPr>
            <p:cNvSpPr/>
            <p:nvPr/>
          </p:nvSpPr>
          <p:spPr>
            <a:xfrm>
              <a:off x="9494387" y="13948242"/>
              <a:ext cx="0" cy="44221"/>
            </a:xfrm>
            <a:custGeom>
              <a:avLst/>
              <a:gdLst/>
              <a:ahLst/>
              <a:cxnLst/>
              <a:rect l="0" t="0" r="0" b="0"/>
              <a:pathLst>
                <a:path h="44221">
                  <a:moveTo>
                    <a:pt x="0" y="442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68">
              <a:extLst>
                <a:ext uri="{FF2B5EF4-FFF2-40B4-BE49-F238E27FC236}">
                  <a16:creationId xmlns:a16="http://schemas.microsoft.com/office/drawing/2014/main" id="{58438B2D-1ADF-CE00-25B3-334D4AC620FE}"/>
                </a:ext>
              </a:extLst>
            </p:cNvPr>
            <p:cNvSpPr/>
            <p:nvPr/>
          </p:nvSpPr>
          <p:spPr>
            <a:xfrm>
              <a:off x="9494387" y="14165364"/>
              <a:ext cx="0" cy="128680"/>
            </a:xfrm>
            <a:custGeom>
              <a:avLst/>
              <a:gdLst/>
              <a:ahLst/>
              <a:cxnLst/>
              <a:rect l="0" t="0" r="0" b="0"/>
              <a:pathLst>
                <a:path h="128680">
                  <a:moveTo>
                    <a:pt x="0" y="0"/>
                  </a:moveTo>
                  <a:lnTo>
                    <a:pt x="0" y="12868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g69">
              <a:extLst>
                <a:ext uri="{FF2B5EF4-FFF2-40B4-BE49-F238E27FC236}">
                  <a16:creationId xmlns:a16="http://schemas.microsoft.com/office/drawing/2014/main" id="{BC3B1362-A71B-C0B3-4ABC-5A3457BD3247}"/>
                </a:ext>
              </a:extLst>
            </p:cNvPr>
            <p:cNvSpPr/>
            <p:nvPr/>
          </p:nvSpPr>
          <p:spPr>
            <a:xfrm>
              <a:off x="9364251" y="13992462"/>
              <a:ext cx="260270" cy="172902"/>
            </a:xfrm>
            <a:custGeom>
              <a:avLst/>
              <a:gdLst/>
              <a:ahLst/>
              <a:cxnLst/>
              <a:rect l="0" t="0" r="0" b="0"/>
              <a:pathLst>
                <a:path w="260270" h="172902">
                  <a:moveTo>
                    <a:pt x="0" y="0"/>
                  </a:moveTo>
                  <a:lnTo>
                    <a:pt x="0" y="172902"/>
                  </a:lnTo>
                  <a:lnTo>
                    <a:pt x="260270" y="172902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70">
              <a:extLst>
                <a:ext uri="{FF2B5EF4-FFF2-40B4-BE49-F238E27FC236}">
                  <a16:creationId xmlns:a16="http://schemas.microsoft.com/office/drawing/2014/main" id="{B61F39BB-F912-985D-9E08-1A1A2714C37D}"/>
                </a:ext>
              </a:extLst>
            </p:cNvPr>
            <p:cNvSpPr/>
            <p:nvPr/>
          </p:nvSpPr>
          <p:spPr>
            <a:xfrm>
              <a:off x="9364251" y="14036683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chemeClr val="bg1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71">
              <a:extLst>
                <a:ext uri="{FF2B5EF4-FFF2-40B4-BE49-F238E27FC236}">
                  <a16:creationId xmlns:a16="http://schemas.microsoft.com/office/drawing/2014/main" id="{CF64AA67-214F-7E0C-EFCA-CD12DE927130}"/>
                </a:ext>
              </a:extLst>
            </p:cNvPr>
            <p:cNvSpPr/>
            <p:nvPr/>
          </p:nvSpPr>
          <p:spPr>
            <a:xfrm>
              <a:off x="9841415" y="13852702"/>
              <a:ext cx="0" cy="152153"/>
            </a:xfrm>
            <a:custGeom>
              <a:avLst/>
              <a:gdLst/>
              <a:ahLst/>
              <a:cxnLst/>
              <a:rect l="0" t="0" r="0" b="0"/>
              <a:pathLst>
                <a:path h="152153">
                  <a:moveTo>
                    <a:pt x="0" y="15215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72">
              <a:extLst>
                <a:ext uri="{FF2B5EF4-FFF2-40B4-BE49-F238E27FC236}">
                  <a16:creationId xmlns:a16="http://schemas.microsoft.com/office/drawing/2014/main" id="{729282BA-199C-5896-CC32-A71B4E5365EC}"/>
                </a:ext>
              </a:extLst>
            </p:cNvPr>
            <p:cNvSpPr/>
            <p:nvPr/>
          </p:nvSpPr>
          <p:spPr>
            <a:xfrm>
              <a:off x="9841415" y="14180886"/>
              <a:ext cx="0" cy="23877"/>
            </a:xfrm>
            <a:custGeom>
              <a:avLst/>
              <a:gdLst/>
              <a:ahLst/>
              <a:cxnLst/>
              <a:rect l="0" t="0" r="0" b="0"/>
              <a:pathLst>
                <a:path h="23877">
                  <a:moveTo>
                    <a:pt x="0" y="0"/>
                  </a:moveTo>
                  <a:lnTo>
                    <a:pt x="0" y="2387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g73">
              <a:extLst>
                <a:ext uri="{FF2B5EF4-FFF2-40B4-BE49-F238E27FC236}">
                  <a16:creationId xmlns:a16="http://schemas.microsoft.com/office/drawing/2014/main" id="{223245E6-6AFC-E9ED-9F91-226479654507}"/>
                </a:ext>
              </a:extLst>
            </p:cNvPr>
            <p:cNvSpPr/>
            <p:nvPr/>
          </p:nvSpPr>
          <p:spPr>
            <a:xfrm>
              <a:off x="9711279" y="14004854"/>
              <a:ext cx="260270" cy="176030"/>
            </a:xfrm>
            <a:custGeom>
              <a:avLst/>
              <a:gdLst/>
              <a:ahLst/>
              <a:cxnLst/>
              <a:rect l="0" t="0" r="0" b="0"/>
              <a:pathLst>
                <a:path w="260270" h="176030">
                  <a:moveTo>
                    <a:pt x="0" y="0"/>
                  </a:moveTo>
                  <a:lnTo>
                    <a:pt x="0" y="176030"/>
                  </a:lnTo>
                  <a:lnTo>
                    <a:pt x="260270" y="176030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74">
              <a:extLst>
                <a:ext uri="{FF2B5EF4-FFF2-40B4-BE49-F238E27FC236}">
                  <a16:creationId xmlns:a16="http://schemas.microsoft.com/office/drawing/2014/main" id="{50633C10-CD51-C8E5-8FCE-30F9796C2CCA}"/>
                </a:ext>
              </a:extLst>
            </p:cNvPr>
            <p:cNvSpPr/>
            <p:nvPr/>
          </p:nvSpPr>
          <p:spPr>
            <a:xfrm>
              <a:off x="9711279" y="14157007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75">
              <a:extLst>
                <a:ext uri="{FF2B5EF4-FFF2-40B4-BE49-F238E27FC236}">
                  <a16:creationId xmlns:a16="http://schemas.microsoft.com/office/drawing/2014/main" id="{7A071FD2-0924-1A1E-DFCF-961BC5507101}"/>
                </a:ext>
              </a:extLst>
            </p:cNvPr>
            <p:cNvSpPr/>
            <p:nvPr/>
          </p:nvSpPr>
          <p:spPr>
            <a:xfrm>
              <a:off x="10188443" y="14431805"/>
              <a:ext cx="0" cy="151506"/>
            </a:xfrm>
            <a:custGeom>
              <a:avLst/>
              <a:gdLst/>
              <a:ahLst/>
              <a:cxnLst/>
              <a:rect l="0" t="0" r="0" b="0"/>
              <a:pathLst>
                <a:path h="151506">
                  <a:moveTo>
                    <a:pt x="0" y="1515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76">
              <a:extLst>
                <a:ext uri="{FF2B5EF4-FFF2-40B4-BE49-F238E27FC236}">
                  <a16:creationId xmlns:a16="http://schemas.microsoft.com/office/drawing/2014/main" id="{32690FE7-5DB2-227C-AC0E-AB211254C4E3}"/>
                </a:ext>
              </a:extLst>
            </p:cNvPr>
            <p:cNvSpPr/>
            <p:nvPr/>
          </p:nvSpPr>
          <p:spPr>
            <a:xfrm>
              <a:off x="10188443" y="14750881"/>
              <a:ext cx="0" cy="16061"/>
            </a:xfrm>
            <a:custGeom>
              <a:avLst/>
              <a:gdLst/>
              <a:ahLst/>
              <a:cxnLst/>
              <a:rect l="0" t="0" r="0" b="0"/>
              <a:pathLst>
                <a:path h="16061">
                  <a:moveTo>
                    <a:pt x="0" y="0"/>
                  </a:moveTo>
                  <a:lnTo>
                    <a:pt x="0" y="1606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g77">
              <a:extLst>
                <a:ext uri="{FF2B5EF4-FFF2-40B4-BE49-F238E27FC236}">
                  <a16:creationId xmlns:a16="http://schemas.microsoft.com/office/drawing/2014/main" id="{BBF6897C-334A-956B-3C29-364198D664D6}"/>
                </a:ext>
              </a:extLst>
            </p:cNvPr>
            <p:cNvSpPr/>
            <p:nvPr/>
          </p:nvSpPr>
          <p:spPr>
            <a:xfrm>
              <a:off x="10058307" y="14583313"/>
              <a:ext cx="260270" cy="167567"/>
            </a:xfrm>
            <a:custGeom>
              <a:avLst/>
              <a:gdLst/>
              <a:ahLst/>
              <a:cxnLst/>
              <a:rect l="0" t="0" r="0" b="0"/>
              <a:pathLst>
                <a:path w="260270" h="167567">
                  <a:moveTo>
                    <a:pt x="0" y="0"/>
                  </a:moveTo>
                  <a:lnTo>
                    <a:pt x="0" y="167567"/>
                  </a:lnTo>
                  <a:lnTo>
                    <a:pt x="260270" y="167567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78">
              <a:extLst>
                <a:ext uri="{FF2B5EF4-FFF2-40B4-BE49-F238E27FC236}">
                  <a16:creationId xmlns:a16="http://schemas.microsoft.com/office/drawing/2014/main" id="{4C88FAFA-8FC0-D327-6FE5-589444BBA475}"/>
                </a:ext>
              </a:extLst>
            </p:cNvPr>
            <p:cNvSpPr/>
            <p:nvPr/>
          </p:nvSpPr>
          <p:spPr>
            <a:xfrm>
              <a:off x="10058307" y="14734819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79">
              <a:extLst>
                <a:ext uri="{FF2B5EF4-FFF2-40B4-BE49-F238E27FC236}">
                  <a16:creationId xmlns:a16="http://schemas.microsoft.com/office/drawing/2014/main" id="{6D498269-6AE1-AC1D-A373-A91784A187D3}"/>
                </a:ext>
              </a:extLst>
            </p:cNvPr>
            <p:cNvSpPr/>
            <p:nvPr/>
          </p:nvSpPr>
          <p:spPr>
            <a:xfrm>
              <a:off x="10535470" y="13750269"/>
              <a:ext cx="0" cy="92445"/>
            </a:xfrm>
            <a:custGeom>
              <a:avLst/>
              <a:gdLst/>
              <a:ahLst/>
              <a:cxnLst/>
              <a:rect l="0" t="0" r="0" b="0"/>
              <a:pathLst>
                <a:path h="92445">
                  <a:moveTo>
                    <a:pt x="0" y="924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80">
              <a:extLst>
                <a:ext uri="{FF2B5EF4-FFF2-40B4-BE49-F238E27FC236}">
                  <a16:creationId xmlns:a16="http://schemas.microsoft.com/office/drawing/2014/main" id="{44B53595-2986-BD14-1D44-89030601EE04}"/>
                </a:ext>
              </a:extLst>
            </p:cNvPr>
            <p:cNvSpPr/>
            <p:nvPr/>
          </p:nvSpPr>
          <p:spPr>
            <a:xfrm>
              <a:off x="10535470" y="14005905"/>
              <a:ext cx="0" cy="70745"/>
            </a:xfrm>
            <a:custGeom>
              <a:avLst/>
              <a:gdLst/>
              <a:ahLst/>
              <a:cxnLst/>
              <a:rect l="0" t="0" r="0" b="0"/>
              <a:pathLst>
                <a:path h="70745">
                  <a:moveTo>
                    <a:pt x="0" y="0"/>
                  </a:moveTo>
                  <a:lnTo>
                    <a:pt x="0" y="7074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g81">
              <a:extLst>
                <a:ext uri="{FF2B5EF4-FFF2-40B4-BE49-F238E27FC236}">
                  <a16:creationId xmlns:a16="http://schemas.microsoft.com/office/drawing/2014/main" id="{8D176487-1CD9-D434-5035-4301D0226B57}"/>
                </a:ext>
              </a:extLst>
            </p:cNvPr>
            <p:cNvSpPr/>
            <p:nvPr/>
          </p:nvSpPr>
          <p:spPr>
            <a:xfrm>
              <a:off x="10405335" y="13842714"/>
              <a:ext cx="260270" cy="163191"/>
            </a:xfrm>
            <a:custGeom>
              <a:avLst/>
              <a:gdLst/>
              <a:ahLst/>
              <a:cxnLst/>
              <a:rect l="0" t="0" r="0" b="0"/>
              <a:pathLst>
                <a:path w="260270" h="163191">
                  <a:moveTo>
                    <a:pt x="0" y="0"/>
                  </a:moveTo>
                  <a:lnTo>
                    <a:pt x="0" y="163191"/>
                  </a:lnTo>
                  <a:lnTo>
                    <a:pt x="260270" y="16319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82">
              <a:extLst>
                <a:ext uri="{FF2B5EF4-FFF2-40B4-BE49-F238E27FC236}">
                  <a16:creationId xmlns:a16="http://schemas.microsoft.com/office/drawing/2014/main" id="{991C07AE-36B8-EA9A-0FCB-A241DF021C02}"/>
                </a:ext>
              </a:extLst>
            </p:cNvPr>
            <p:cNvSpPr/>
            <p:nvPr/>
          </p:nvSpPr>
          <p:spPr>
            <a:xfrm>
              <a:off x="10405335" y="13935159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83">
              <a:extLst>
                <a:ext uri="{FF2B5EF4-FFF2-40B4-BE49-F238E27FC236}">
                  <a16:creationId xmlns:a16="http://schemas.microsoft.com/office/drawing/2014/main" id="{27526BA6-5BAC-3226-0DD4-B35DC3DF49CD}"/>
                </a:ext>
              </a:extLst>
            </p:cNvPr>
            <p:cNvSpPr/>
            <p:nvPr/>
          </p:nvSpPr>
          <p:spPr>
            <a:xfrm>
              <a:off x="10882498" y="13811811"/>
              <a:ext cx="0" cy="108269"/>
            </a:xfrm>
            <a:custGeom>
              <a:avLst/>
              <a:gdLst/>
              <a:ahLst/>
              <a:cxnLst/>
              <a:rect l="0" t="0" r="0" b="0"/>
              <a:pathLst>
                <a:path h="108269">
                  <a:moveTo>
                    <a:pt x="0" y="10826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84">
              <a:extLst>
                <a:ext uri="{FF2B5EF4-FFF2-40B4-BE49-F238E27FC236}">
                  <a16:creationId xmlns:a16="http://schemas.microsoft.com/office/drawing/2014/main" id="{1FEA83F8-223B-A932-456B-8CE3B7A0B7D3}"/>
                </a:ext>
              </a:extLst>
            </p:cNvPr>
            <p:cNvSpPr/>
            <p:nvPr/>
          </p:nvSpPr>
          <p:spPr>
            <a:xfrm>
              <a:off x="10882498" y="14030911"/>
              <a:ext cx="0" cy="2562"/>
            </a:xfrm>
            <a:custGeom>
              <a:avLst/>
              <a:gdLst/>
              <a:ahLst/>
              <a:cxnLst/>
              <a:rect l="0" t="0" r="0" b="0"/>
              <a:pathLst>
                <a:path h="2562">
                  <a:moveTo>
                    <a:pt x="0" y="0"/>
                  </a:moveTo>
                  <a:lnTo>
                    <a:pt x="0" y="256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g85">
              <a:extLst>
                <a:ext uri="{FF2B5EF4-FFF2-40B4-BE49-F238E27FC236}">
                  <a16:creationId xmlns:a16="http://schemas.microsoft.com/office/drawing/2014/main" id="{E304E3DF-42FD-7B2B-4E0C-157DC14E127A}"/>
                </a:ext>
              </a:extLst>
            </p:cNvPr>
            <p:cNvSpPr/>
            <p:nvPr/>
          </p:nvSpPr>
          <p:spPr>
            <a:xfrm>
              <a:off x="10752363" y="13920080"/>
              <a:ext cx="260270" cy="110831"/>
            </a:xfrm>
            <a:custGeom>
              <a:avLst/>
              <a:gdLst/>
              <a:ahLst/>
              <a:cxnLst/>
              <a:rect l="0" t="0" r="0" b="0"/>
              <a:pathLst>
                <a:path w="260270" h="110831">
                  <a:moveTo>
                    <a:pt x="0" y="0"/>
                  </a:moveTo>
                  <a:lnTo>
                    <a:pt x="0" y="110831"/>
                  </a:lnTo>
                  <a:lnTo>
                    <a:pt x="260270" y="11083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86">
              <a:extLst>
                <a:ext uri="{FF2B5EF4-FFF2-40B4-BE49-F238E27FC236}">
                  <a16:creationId xmlns:a16="http://schemas.microsoft.com/office/drawing/2014/main" id="{DCD22051-D44E-D507-FC06-A3CC16596526}"/>
                </a:ext>
              </a:extLst>
            </p:cNvPr>
            <p:cNvSpPr/>
            <p:nvPr/>
          </p:nvSpPr>
          <p:spPr>
            <a:xfrm>
              <a:off x="10752363" y="14028348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87">
              <a:extLst>
                <a:ext uri="{FF2B5EF4-FFF2-40B4-BE49-F238E27FC236}">
                  <a16:creationId xmlns:a16="http://schemas.microsoft.com/office/drawing/2014/main" id="{FFDBAE5D-85C5-28AF-7F28-63A91D42D595}"/>
                </a:ext>
              </a:extLst>
            </p:cNvPr>
            <p:cNvSpPr/>
            <p:nvPr/>
          </p:nvSpPr>
          <p:spPr>
            <a:xfrm>
              <a:off x="11229526" y="15206836"/>
              <a:ext cx="0" cy="7720"/>
            </a:xfrm>
            <a:custGeom>
              <a:avLst/>
              <a:gdLst/>
              <a:ahLst/>
              <a:cxnLst/>
              <a:rect l="0" t="0" r="0" b="0"/>
              <a:pathLst>
                <a:path h="7720">
                  <a:moveTo>
                    <a:pt x="0" y="772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88">
              <a:extLst>
                <a:ext uri="{FF2B5EF4-FFF2-40B4-BE49-F238E27FC236}">
                  <a16:creationId xmlns:a16="http://schemas.microsoft.com/office/drawing/2014/main" id="{53C40C6E-D488-370E-218F-FA8717BAD0BA}"/>
                </a:ext>
              </a:extLst>
            </p:cNvPr>
            <p:cNvSpPr/>
            <p:nvPr/>
          </p:nvSpPr>
          <p:spPr>
            <a:xfrm>
              <a:off x="11229526" y="15229998"/>
              <a:ext cx="0" cy="7720"/>
            </a:xfrm>
            <a:custGeom>
              <a:avLst/>
              <a:gdLst/>
              <a:ahLst/>
              <a:cxnLst/>
              <a:rect l="0" t="0" r="0" b="0"/>
              <a:pathLst>
                <a:path h="7720">
                  <a:moveTo>
                    <a:pt x="0" y="0"/>
                  </a:moveTo>
                  <a:lnTo>
                    <a:pt x="0" y="772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g89">
              <a:extLst>
                <a:ext uri="{FF2B5EF4-FFF2-40B4-BE49-F238E27FC236}">
                  <a16:creationId xmlns:a16="http://schemas.microsoft.com/office/drawing/2014/main" id="{02F37876-2D3E-07B2-5806-DE4BADA0732C}"/>
                </a:ext>
              </a:extLst>
            </p:cNvPr>
            <p:cNvSpPr/>
            <p:nvPr/>
          </p:nvSpPr>
          <p:spPr>
            <a:xfrm>
              <a:off x="11099391" y="15214558"/>
              <a:ext cx="260270" cy="15441"/>
            </a:xfrm>
            <a:custGeom>
              <a:avLst/>
              <a:gdLst/>
              <a:ahLst/>
              <a:cxnLst/>
              <a:rect l="0" t="0" r="0" b="0"/>
              <a:pathLst>
                <a:path w="260270" h="15441">
                  <a:moveTo>
                    <a:pt x="0" y="0"/>
                  </a:moveTo>
                  <a:lnTo>
                    <a:pt x="0" y="15441"/>
                  </a:lnTo>
                  <a:lnTo>
                    <a:pt x="260270" y="15441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90">
              <a:extLst>
                <a:ext uri="{FF2B5EF4-FFF2-40B4-BE49-F238E27FC236}">
                  <a16:creationId xmlns:a16="http://schemas.microsoft.com/office/drawing/2014/main" id="{77EE2501-968B-8C78-4D01-82146DB01CAE}"/>
                </a:ext>
              </a:extLst>
            </p:cNvPr>
            <p:cNvSpPr/>
            <p:nvPr/>
          </p:nvSpPr>
          <p:spPr>
            <a:xfrm>
              <a:off x="11099391" y="15222278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91">
              <a:extLst>
                <a:ext uri="{FF2B5EF4-FFF2-40B4-BE49-F238E27FC236}">
                  <a16:creationId xmlns:a16="http://schemas.microsoft.com/office/drawing/2014/main" id="{E76CB9D2-70DD-DA26-023C-9DDA9CEB23DE}"/>
                </a:ext>
              </a:extLst>
            </p:cNvPr>
            <p:cNvSpPr/>
            <p:nvPr/>
          </p:nvSpPr>
          <p:spPr>
            <a:xfrm>
              <a:off x="11576554" y="15203548"/>
              <a:ext cx="0" cy="30544"/>
            </a:xfrm>
            <a:custGeom>
              <a:avLst/>
              <a:gdLst/>
              <a:ahLst/>
              <a:cxnLst/>
              <a:rect l="0" t="0" r="0" b="0"/>
              <a:pathLst>
                <a:path h="30544">
                  <a:moveTo>
                    <a:pt x="0" y="3054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92">
              <a:extLst>
                <a:ext uri="{FF2B5EF4-FFF2-40B4-BE49-F238E27FC236}">
                  <a16:creationId xmlns:a16="http://schemas.microsoft.com/office/drawing/2014/main" id="{AC227299-3050-F996-405E-7B3A63B50F9B}"/>
                </a:ext>
              </a:extLst>
            </p:cNvPr>
            <p:cNvSpPr/>
            <p:nvPr/>
          </p:nvSpPr>
          <p:spPr>
            <a:xfrm>
              <a:off x="11576554" y="15283915"/>
              <a:ext cx="0" cy="19278"/>
            </a:xfrm>
            <a:custGeom>
              <a:avLst/>
              <a:gdLst/>
              <a:ahLst/>
              <a:cxnLst/>
              <a:rect l="0" t="0" r="0" b="0"/>
              <a:pathLst>
                <a:path h="19278">
                  <a:moveTo>
                    <a:pt x="0" y="0"/>
                  </a:moveTo>
                  <a:lnTo>
                    <a:pt x="0" y="1927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g93">
              <a:extLst>
                <a:ext uri="{FF2B5EF4-FFF2-40B4-BE49-F238E27FC236}">
                  <a16:creationId xmlns:a16="http://schemas.microsoft.com/office/drawing/2014/main" id="{AB57B875-A747-8908-07C9-80F06C5FC676}"/>
                </a:ext>
              </a:extLst>
            </p:cNvPr>
            <p:cNvSpPr/>
            <p:nvPr/>
          </p:nvSpPr>
          <p:spPr>
            <a:xfrm>
              <a:off x="11446419" y="15234093"/>
              <a:ext cx="260270" cy="49822"/>
            </a:xfrm>
            <a:custGeom>
              <a:avLst/>
              <a:gdLst/>
              <a:ahLst/>
              <a:cxnLst/>
              <a:rect l="0" t="0" r="0" b="0"/>
              <a:pathLst>
                <a:path w="260270" h="49822">
                  <a:moveTo>
                    <a:pt x="0" y="0"/>
                  </a:moveTo>
                  <a:lnTo>
                    <a:pt x="0" y="49822"/>
                  </a:lnTo>
                  <a:lnTo>
                    <a:pt x="260270" y="49822"/>
                  </a:lnTo>
                  <a:lnTo>
                    <a:pt x="260270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94">
              <a:extLst>
                <a:ext uri="{FF2B5EF4-FFF2-40B4-BE49-F238E27FC236}">
                  <a16:creationId xmlns:a16="http://schemas.microsoft.com/office/drawing/2014/main" id="{08BF064C-F7A7-1B04-2BBC-9E0E64943738}"/>
                </a:ext>
              </a:extLst>
            </p:cNvPr>
            <p:cNvSpPr/>
            <p:nvPr/>
          </p:nvSpPr>
          <p:spPr>
            <a:xfrm>
              <a:off x="11446419" y="15264637"/>
              <a:ext cx="260270" cy="0"/>
            </a:xfrm>
            <a:custGeom>
              <a:avLst/>
              <a:gdLst/>
              <a:ahLst/>
              <a:cxnLst/>
              <a:rect l="0" t="0" r="0" b="0"/>
              <a:pathLst>
                <a:path w="260270">
                  <a:moveTo>
                    <a:pt x="0" y="0"/>
                  </a:moveTo>
                  <a:lnTo>
                    <a:pt x="26027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tx95">
              <a:extLst>
                <a:ext uri="{FF2B5EF4-FFF2-40B4-BE49-F238E27FC236}">
                  <a16:creationId xmlns:a16="http://schemas.microsoft.com/office/drawing/2014/main" id="{3809BA1A-9A8B-C0BD-38A0-C8FC424D594A}"/>
                </a:ext>
              </a:extLst>
            </p:cNvPr>
            <p:cNvSpPr/>
            <p:nvPr/>
          </p:nvSpPr>
          <p:spPr>
            <a:xfrm>
              <a:off x="9397278" y="1379791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6" name="tx96">
              <a:extLst>
                <a:ext uri="{FF2B5EF4-FFF2-40B4-BE49-F238E27FC236}">
                  <a16:creationId xmlns:a16="http://schemas.microsoft.com/office/drawing/2014/main" id="{824FBEC5-CAB7-C6AD-EA79-5F4E17A3D72D}"/>
                </a:ext>
              </a:extLst>
            </p:cNvPr>
            <p:cNvSpPr/>
            <p:nvPr/>
          </p:nvSpPr>
          <p:spPr>
            <a:xfrm>
              <a:off x="9397278" y="1379791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7" name="tx97">
              <a:extLst>
                <a:ext uri="{FF2B5EF4-FFF2-40B4-BE49-F238E27FC236}">
                  <a16:creationId xmlns:a16="http://schemas.microsoft.com/office/drawing/2014/main" id="{9BFD2FF4-ED37-53EA-6260-88629EBDB0C6}"/>
                </a:ext>
              </a:extLst>
            </p:cNvPr>
            <p:cNvSpPr/>
            <p:nvPr/>
          </p:nvSpPr>
          <p:spPr>
            <a:xfrm>
              <a:off x="9397278" y="1379791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8" name="tx98">
              <a:extLst>
                <a:ext uri="{FF2B5EF4-FFF2-40B4-BE49-F238E27FC236}">
                  <a16:creationId xmlns:a16="http://schemas.microsoft.com/office/drawing/2014/main" id="{07830B91-D2EA-3681-CB0C-FBA32A6BDA4F}"/>
                </a:ext>
              </a:extLst>
            </p:cNvPr>
            <p:cNvSpPr/>
            <p:nvPr/>
          </p:nvSpPr>
          <p:spPr>
            <a:xfrm>
              <a:off x="10422816" y="13599941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59" name="tx99">
              <a:extLst>
                <a:ext uri="{FF2B5EF4-FFF2-40B4-BE49-F238E27FC236}">
                  <a16:creationId xmlns:a16="http://schemas.microsoft.com/office/drawing/2014/main" id="{7D6C8C4B-49B0-0AAF-1796-6F475F05D853}"/>
                </a:ext>
              </a:extLst>
            </p:cNvPr>
            <p:cNvSpPr/>
            <p:nvPr/>
          </p:nvSpPr>
          <p:spPr>
            <a:xfrm>
              <a:off x="10422816" y="13599941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60" name="tx100">
              <a:extLst>
                <a:ext uri="{FF2B5EF4-FFF2-40B4-BE49-F238E27FC236}">
                  <a16:creationId xmlns:a16="http://schemas.microsoft.com/office/drawing/2014/main" id="{2EADC720-5E20-AD1D-335E-12D1CCDCE0DB}"/>
                </a:ext>
              </a:extLst>
            </p:cNvPr>
            <p:cNvSpPr/>
            <p:nvPr/>
          </p:nvSpPr>
          <p:spPr>
            <a:xfrm>
              <a:off x="10422816" y="13599941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61" name="tx101">
              <a:extLst>
                <a:ext uri="{FF2B5EF4-FFF2-40B4-BE49-F238E27FC236}">
                  <a16:creationId xmlns:a16="http://schemas.microsoft.com/office/drawing/2014/main" id="{7B774D7F-CA3E-25D7-D856-083FE6D70D37}"/>
                </a:ext>
              </a:extLst>
            </p:cNvPr>
            <p:cNvSpPr/>
            <p:nvPr/>
          </p:nvSpPr>
          <p:spPr>
            <a:xfrm>
              <a:off x="10091333" y="1428147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fgh</a:t>
              </a:r>
            </a:p>
          </p:txBody>
        </p:sp>
        <p:sp>
          <p:nvSpPr>
            <p:cNvPr id="162" name="tx102">
              <a:extLst>
                <a:ext uri="{FF2B5EF4-FFF2-40B4-BE49-F238E27FC236}">
                  <a16:creationId xmlns:a16="http://schemas.microsoft.com/office/drawing/2014/main" id="{B2B56AFC-B824-3757-9AD0-9D6C8152E0E3}"/>
                </a:ext>
              </a:extLst>
            </p:cNvPr>
            <p:cNvSpPr/>
            <p:nvPr/>
          </p:nvSpPr>
          <p:spPr>
            <a:xfrm>
              <a:off x="10091333" y="1428147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fgh</a:t>
              </a:r>
            </a:p>
          </p:txBody>
        </p:sp>
        <p:sp>
          <p:nvSpPr>
            <p:cNvPr id="163" name="tx103">
              <a:extLst>
                <a:ext uri="{FF2B5EF4-FFF2-40B4-BE49-F238E27FC236}">
                  <a16:creationId xmlns:a16="http://schemas.microsoft.com/office/drawing/2014/main" id="{DD4C26D1-604F-0E94-CCE1-9821EAF6AAB3}"/>
                </a:ext>
              </a:extLst>
            </p:cNvPr>
            <p:cNvSpPr/>
            <p:nvPr/>
          </p:nvSpPr>
          <p:spPr>
            <a:xfrm>
              <a:off x="10091333" y="1428147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fgh</a:t>
              </a:r>
            </a:p>
          </p:txBody>
        </p:sp>
        <p:sp>
          <p:nvSpPr>
            <p:cNvPr id="164" name="tx104">
              <a:extLst>
                <a:ext uri="{FF2B5EF4-FFF2-40B4-BE49-F238E27FC236}">
                  <a16:creationId xmlns:a16="http://schemas.microsoft.com/office/drawing/2014/main" id="{944890BB-6AA1-B2D7-6FEE-781A6CFB8D47}"/>
                </a:ext>
              </a:extLst>
            </p:cNvPr>
            <p:cNvSpPr/>
            <p:nvPr/>
          </p:nvSpPr>
          <p:spPr>
            <a:xfrm>
              <a:off x="9050250" y="1427010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165" name="tx105">
              <a:extLst>
                <a:ext uri="{FF2B5EF4-FFF2-40B4-BE49-F238E27FC236}">
                  <a16:creationId xmlns:a16="http://schemas.microsoft.com/office/drawing/2014/main" id="{628F48B8-58A4-F28A-172E-8DB153B0BE8B}"/>
                </a:ext>
              </a:extLst>
            </p:cNvPr>
            <p:cNvSpPr/>
            <p:nvPr/>
          </p:nvSpPr>
          <p:spPr>
            <a:xfrm>
              <a:off x="9050250" y="1427010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166" name="tx106">
              <a:extLst>
                <a:ext uri="{FF2B5EF4-FFF2-40B4-BE49-F238E27FC236}">
                  <a16:creationId xmlns:a16="http://schemas.microsoft.com/office/drawing/2014/main" id="{8EDBBA49-69A4-BB24-E3AF-611F51F36EC4}"/>
                </a:ext>
              </a:extLst>
            </p:cNvPr>
            <p:cNvSpPr/>
            <p:nvPr/>
          </p:nvSpPr>
          <p:spPr>
            <a:xfrm>
              <a:off x="9050250" y="14270108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167" name="tx107">
              <a:extLst>
                <a:ext uri="{FF2B5EF4-FFF2-40B4-BE49-F238E27FC236}">
                  <a16:creationId xmlns:a16="http://schemas.microsoft.com/office/drawing/2014/main" id="{81F7AAE4-5620-66D3-D90D-77A3A4FE1B35}"/>
                </a:ext>
              </a:extLst>
            </p:cNvPr>
            <p:cNvSpPr/>
            <p:nvPr/>
          </p:nvSpPr>
          <p:spPr>
            <a:xfrm>
              <a:off x="11537692" y="15053221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</a:t>
              </a:r>
            </a:p>
          </p:txBody>
        </p:sp>
        <p:sp>
          <p:nvSpPr>
            <p:cNvPr id="168" name="tx108">
              <a:extLst>
                <a:ext uri="{FF2B5EF4-FFF2-40B4-BE49-F238E27FC236}">
                  <a16:creationId xmlns:a16="http://schemas.microsoft.com/office/drawing/2014/main" id="{90583A41-9A69-D4B5-4254-7981C73AA9E7}"/>
                </a:ext>
              </a:extLst>
            </p:cNvPr>
            <p:cNvSpPr/>
            <p:nvPr/>
          </p:nvSpPr>
          <p:spPr>
            <a:xfrm>
              <a:off x="11537692" y="15053221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</a:t>
              </a:r>
            </a:p>
          </p:txBody>
        </p:sp>
        <p:sp>
          <p:nvSpPr>
            <p:cNvPr id="169" name="tx109">
              <a:extLst>
                <a:ext uri="{FF2B5EF4-FFF2-40B4-BE49-F238E27FC236}">
                  <a16:creationId xmlns:a16="http://schemas.microsoft.com/office/drawing/2014/main" id="{E1BA39C9-4260-F1AD-A29C-019423475E14}"/>
                </a:ext>
              </a:extLst>
            </p:cNvPr>
            <p:cNvSpPr/>
            <p:nvPr/>
          </p:nvSpPr>
          <p:spPr>
            <a:xfrm>
              <a:off x="11537692" y="15053221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</a:t>
              </a:r>
            </a:p>
          </p:txBody>
        </p:sp>
        <p:sp>
          <p:nvSpPr>
            <p:cNvPr id="170" name="tx110">
              <a:extLst>
                <a:ext uri="{FF2B5EF4-FFF2-40B4-BE49-F238E27FC236}">
                  <a16:creationId xmlns:a16="http://schemas.microsoft.com/office/drawing/2014/main" id="{20EF04B6-A54D-8928-D420-D266C3A5C1A2}"/>
                </a:ext>
              </a:extLst>
            </p:cNvPr>
            <p:cNvSpPr/>
            <p:nvPr/>
          </p:nvSpPr>
          <p:spPr>
            <a:xfrm>
              <a:off x="11151802" y="1505650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71" name="tx111">
              <a:extLst>
                <a:ext uri="{FF2B5EF4-FFF2-40B4-BE49-F238E27FC236}">
                  <a16:creationId xmlns:a16="http://schemas.microsoft.com/office/drawing/2014/main" id="{EAD7BD4D-4607-E41C-CDB5-D6D8318B10D2}"/>
                </a:ext>
              </a:extLst>
            </p:cNvPr>
            <p:cNvSpPr/>
            <p:nvPr/>
          </p:nvSpPr>
          <p:spPr>
            <a:xfrm>
              <a:off x="11151802" y="1505650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172" name="tx112">
              <a:extLst>
                <a:ext uri="{FF2B5EF4-FFF2-40B4-BE49-F238E27FC236}">
                  <a16:creationId xmlns:a16="http://schemas.microsoft.com/office/drawing/2014/main" id="{4C8AD132-CDFB-39B9-55D1-411C3B04190D}"/>
                </a:ext>
              </a:extLst>
            </p:cNvPr>
            <p:cNvSpPr/>
            <p:nvPr/>
          </p:nvSpPr>
          <p:spPr>
            <a:xfrm>
              <a:off x="9744305" y="1370237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3" name="tx113">
              <a:extLst>
                <a:ext uri="{FF2B5EF4-FFF2-40B4-BE49-F238E27FC236}">
                  <a16:creationId xmlns:a16="http://schemas.microsoft.com/office/drawing/2014/main" id="{3DF152EA-AFB8-0729-AE8E-486B2EA311F5}"/>
                </a:ext>
              </a:extLst>
            </p:cNvPr>
            <p:cNvSpPr/>
            <p:nvPr/>
          </p:nvSpPr>
          <p:spPr>
            <a:xfrm>
              <a:off x="9744305" y="1370237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4" name="tx114">
              <a:extLst>
                <a:ext uri="{FF2B5EF4-FFF2-40B4-BE49-F238E27FC236}">
                  <a16:creationId xmlns:a16="http://schemas.microsoft.com/office/drawing/2014/main" id="{4E5CC229-707F-DB64-0D0B-B2D90FEA4F22}"/>
                </a:ext>
              </a:extLst>
            </p:cNvPr>
            <p:cNvSpPr/>
            <p:nvPr/>
          </p:nvSpPr>
          <p:spPr>
            <a:xfrm>
              <a:off x="9744305" y="13702373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5" name="tx115">
              <a:extLst>
                <a:ext uri="{FF2B5EF4-FFF2-40B4-BE49-F238E27FC236}">
                  <a16:creationId xmlns:a16="http://schemas.microsoft.com/office/drawing/2014/main" id="{4F7A2A8C-DBFC-02E3-0328-FBC57A9C621E}"/>
                </a:ext>
              </a:extLst>
            </p:cNvPr>
            <p:cNvSpPr/>
            <p:nvPr/>
          </p:nvSpPr>
          <p:spPr>
            <a:xfrm>
              <a:off x="10769844" y="13661483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76" name="tx116">
              <a:extLst>
                <a:ext uri="{FF2B5EF4-FFF2-40B4-BE49-F238E27FC236}">
                  <a16:creationId xmlns:a16="http://schemas.microsoft.com/office/drawing/2014/main" id="{5D6DA62D-E3DF-5C2C-5F16-E090B5BBA007}"/>
                </a:ext>
              </a:extLst>
            </p:cNvPr>
            <p:cNvSpPr/>
            <p:nvPr/>
          </p:nvSpPr>
          <p:spPr>
            <a:xfrm>
              <a:off x="10769844" y="13661483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77" name="tx117">
              <a:extLst>
                <a:ext uri="{FF2B5EF4-FFF2-40B4-BE49-F238E27FC236}">
                  <a16:creationId xmlns:a16="http://schemas.microsoft.com/office/drawing/2014/main" id="{FB833C18-26DE-AAA0-7D56-62F9D8DAB988}"/>
                </a:ext>
              </a:extLst>
            </p:cNvPr>
            <p:cNvSpPr/>
            <p:nvPr/>
          </p:nvSpPr>
          <p:spPr>
            <a:xfrm>
              <a:off x="10769844" y="13661483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78" name="tx118">
              <a:extLst>
                <a:ext uri="{FF2B5EF4-FFF2-40B4-BE49-F238E27FC236}">
                  <a16:creationId xmlns:a16="http://schemas.microsoft.com/office/drawing/2014/main" id="{696BF92E-0067-1111-0371-23171EFAC460}"/>
                </a:ext>
              </a:extLst>
            </p:cNvPr>
            <p:cNvSpPr/>
            <p:nvPr/>
          </p:nvSpPr>
          <p:spPr>
            <a:xfrm>
              <a:off x="6731682" y="16156180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79" name="tx119">
              <a:extLst>
                <a:ext uri="{FF2B5EF4-FFF2-40B4-BE49-F238E27FC236}">
                  <a16:creationId xmlns:a16="http://schemas.microsoft.com/office/drawing/2014/main" id="{DDD948AE-05EC-ABB3-64EC-12ADD80201AE}"/>
                </a:ext>
              </a:extLst>
            </p:cNvPr>
            <p:cNvSpPr/>
            <p:nvPr/>
          </p:nvSpPr>
          <p:spPr>
            <a:xfrm>
              <a:off x="10116714" y="16156180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York</a:t>
              </a:r>
              <a:r>
                <a:rPr lang="en-US"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 </a:t>
              </a:r>
              <a:r>
                <a:rPr sz="1400" dirty="0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River</a:t>
              </a:r>
            </a:p>
          </p:txBody>
        </p:sp>
        <p:sp>
          <p:nvSpPr>
            <p:cNvPr id="180" name="pl120">
              <a:extLst>
                <a:ext uri="{FF2B5EF4-FFF2-40B4-BE49-F238E27FC236}">
                  <a16:creationId xmlns:a16="http://schemas.microsoft.com/office/drawing/2014/main" id="{06CB579D-5A18-13EA-929C-843CBD5E2243}"/>
                </a:ext>
              </a:extLst>
            </p:cNvPr>
            <p:cNvSpPr/>
            <p:nvPr/>
          </p:nvSpPr>
          <p:spPr>
            <a:xfrm flipV="1">
              <a:off x="5544874" y="15406029"/>
              <a:ext cx="3383079" cy="45719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1" name="pl121">
              <a:extLst>
                <a:ext uri="{FF2B5EF4-FFF2-40B4-BE49-F238E27FC236}">
                  <a16:creationId xmlns:a16="http://schemas.microsoft.com/office/drawing/2014/main" id="{53933AB8-4C13-914A-82C4-C5B641BFD5C6}"/>
                </a:ext>
              </a:extLst>
            </p:cNvPr>
            <p:cNvSpPr/>
            <p:nvPr/>
          </p:nvSpPr>
          <p:spPr>
            <a:xfrm>
              <a:off x="5753091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2" name="pl122">
              <a:extLst>
                <a:ext uri="{FF2B5EF4-FFF2-40B4-BE49-F238E27FC236}">
                  <a16:creationId xmlns:a16="http://schemas.microsoft.com/office/drawing/2014/main" id="{AFD632D4-E345-499F-4EB1-C81BE3BC5CF0}"/>
                </a:ext>
              </a:extLst>
            </p:cNvPr>
            <p:cNvSpPr/>
            <p:nvPr/>
          </p:nvSpPr>
          <p:spPr>
            <a:xfrm>
              <a:off x="610011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3" name="pl123">
              <a:extLst>
                <a:ext uri="{FF2B5EF4-FFF2-40B4-BE49-F238E27FC236}">
                  <a16:creationId xmlns:a16="http://schemas.microsoft.com/office/drawing/2014/main" id="{AD36DC8A-AF8F-FEF7-EDE3-F1190D3AB260}"/>
                </a:ext>
              </a:extLst>
            </p:cNvPr>
            <p:cNvSpPr/>
            <p:nvPr/>
          </p:nvSpPr>
          <p:spPr>
            <a:xfrm>
              <a:off x="644714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4" name="pl124">
              <a:extLst>
                <a:ext uri="{FF2B5EF4-FFF2-40B4-BE49-F238E27FC236}">
                  <a16:creationId xmlns:a16="http://schemas.microsoft.com/office/drawing/2014/main" id="{E31E2D5F-90AA-1168-8F15-677D0F81F444}"/>
                </a:ext>
              </a:extLst>
            </p:cNvPr>
            <p:cNvSpPr/>
            <p:nvPr/>
          </p:nvSpPr>
          <p:spPr>
            <a:xfrm>
              <a:off x="6794174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5" name="pl125">
              <a:extLst>
                <a:ext uri="{FF2B5EF4-FFF2-40B4-BE49-F238E27FC236}">
                  <a16:creationId xmlns:a16="http://schemas.microsoft.com/office/drawing/2014/main" id="{BD597196-1055-65DC-8D8A-7069554A5F0F}"/>
                </a:ext>
              </a:extLst>
            </p:cNvPr>
            <p:cNvSpPr/>
            <p:nvPr/>
          </p:nvSpPr>
          <p:spPr>
            <a:xfrm>
              <a:off x="7141202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6" name="pl126">
              <a:extLst>
                <a:ext uri="{FF2B5EF4-FFF2-40B4-BE49-F238E27FC236}">
                  <a16:creationId xmlns:a16="http://schemas.microsoft.com/office/drawing/2014/main" id="{EF90B577-C245-09D5-5A15-4458386DAB01}"/>
                </a:ext>
              </a:extLst>
            </p:cNvPr>
            <p:cNvSpPr/>
            <p:nvPr/>
          </p:nvSpPr>
          <p:spPr>
            <a:xfrm>
              <a:off x="7488230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7" name="pl127">
              <a:extLst>
                <a:ext uri="{FF2B5EF4-FFF2-40B4-BE49-F238E27FC236}">
                  <a16:creationId xmlns:a16="http://schemas.microsoft.com/office/drawing/2014/main" id="{1A636CAC-0899-B382-643A-1612CE4F9524}"/>
                </a:ext>
              </a:extLst>
            </p:cNvPr>
            <p:cNvSpPr/>
            <p:nvPr/>
          </p:nvSpPr>
          <p:spPr>
            <a:xfrm>
              <a:off x="783525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8" name="pl128">
              <a:extLst>
                <a:ext uri="{FF2B5EF4-FFF2-40B4-BE49-F238E27FC236}">
                  <a16:creationId xmlns:a16="http://schemas.microsoft.com/office/drawing/2014/main" id="{831B84CF-A047-D7B8-2D4B-BC116DE5473D}"/>
                </a:ext>
              </a:extLst>
            </p:cNvPr>
            <p:cNvSpPr/>
            <p:nvPr/>
          </p:nvSpPr>
          <p:spPr>
            <a:xfrm>
              <a:off x="818228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89" name="tx129">
              <a:extLst>
                <a:ext uri="{FF2B5EF4-FFF2-40B4-BE49-F238E27FC236}">
                  <a16:creationId xmlns:a16="http://schemas.microsoft.com/office/drawing/2014/main" id="{308E1B90-7BE3-CD8D-A4D1-8C4B8A200969}"/>
                </a:ext>
              </a:extLst>
            </p:cNvPr>
            <p:cNvSpPr/>
            <p:nvPr/>
          </p:nvSpPr>
          <p:spPr>
            <a:xfrm rot="18900000">
              <a:off x="5389059" y="15776308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190" name="tx130">
              <a:extLst>
                <a:ext uri="{FF2B5EF4-FFF2-40B4-BE49-F238E27FC236}">
                  <a16:creationId xmlns:a16="http://schemas.microsoft.com/office/drawing/2014/main" id="{FD38F44B-B663-886F-F79F-8DD826AEDC6D}"/>
                </a:ext>
              </a:extLst>
            </p:cNvPr>
            <p:cNvSpPr/>
            <p:nvPr/>
          </p:nvSpPr>
          <p:spPr>
            <a:xfrm rot="18900000">
              <a:off x="5720322" y="15782838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191" name="tx131">
              <a:extLst>
                <a:ext uri="{FF2B5EF4-FFF2-40B4-BE49-F238E27FC236}">
                  <a16:creationId xmlns:a16="http://schemas.microsoft.com/office/drawing/2014/main" id="{FFA29294-63C8-29E5-F202-C824676CF6C1}"/>
                </a:ext>
              </a:extLst>
            </p:cNvPr>
            <p:cNvSpPr/>
            <p:nvPr/>
          </p:nvSpPr>
          <p:spPr>
            <a:xfrm rot="18900000">
              <a:off x="6178804" y="15736673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192" name="tx132">
              <a:extLst>
                <a:ext uri="{FF2B5EF4-FFF2-40B4-BE49-F238E27FC236}">
                  <a16:creationId xmlns:a16="http://schemas.microsoft.com/office/drawing/2014/main" id="{C09166BC-7C28-5873-0BDE-62644497DC15}"/>
                </a:ext>
              </a:extLst>
            </p:cNvPr>
            <p:cNvSpPr/>
            <p:nvPr/>
          </p:nvSpPr>
          <p:spPr>
            <a:xfrm rot="18900000">
              <a:off x="6530982" y="15734539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193" name="tx133">
              <a:extLst>
                <a:ext uri="{FF2B5EF4-FFF2-40B4-BE49-F238E27FC236}">
                  <a16:creationId xmlns:a16="http://schemas.microsoft.com/office/drawing/2014/main" id="{F2963D62-F30B-6421-85FD-414C0DBE67B0}"/>
                </a:ext>
              </a:extLst>
            </p:cNvPr>
            <p:cNvSpPr/>
            <p:nvPr/>
          </p:nvSpPr>
          <p:spPr>
            <a:xfrm rot="18900000">
              <a:off x="6883396" y="15732308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194" name="tx134">
              <a:extLst>
                <a:ext uri="{FF2B5EF4-FFF2-40B4-BE49-F238E27FC236}">
                  <a16:creationId xmlns:a16="http://schemas.microsoft.com/office/drawing/2014/main" id="{733F7DBE-D952-82AB-40E8-923424A7C7CC}"/>
                </a:ext>
              </a:extLst>
            </p:cNvPr>
            <p:cNvSpPr/>
            <p:nvPr/>
          </p:nvSpPr>
          <p:spPr>
            <a:xfrm rot="18900000">
              <a:off x="7214501" y="15738903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195" name="tx135">
              <a:extLst>
                <a:ext uri="{FF2B5EF4-FFF2-40B4-BE49-F238E27FC236}">
                  <a16:creationId xmlns:a16="http://schemas.microsoft.com/office/drawing/2014/main" id="{FE0D9ABE-98AD-E3B4-A4C7-0A8AADA107D7}"/>
                </a:ext>
              </a:extLst>
            </p:cNvPr>
            <p:cNvSpPr/>
            <p:nvPr/>
          </p:nvSpPr>
          <p:spPr>
            <a:xfrm rot="18900000">
              <a:off x="7551071" y="15743235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196" name="tx136">
              <a:extLst>
                <a:ext uri="{FF2B5EF4-FFF2-40B4-BE49-F238E27FC236}">
                  <a16:creationId xmlns:a16="http://schemas.microsoft.com/office/drawing/2014/main" id="{FBF614CA-5A39-DD85-C555-806189BF2122}"/>
                </a:ext>
              </a:extLst>
            </p:cNvPr>
            <p:cNvSpPr/>
            <p:nvPr/>
          </p:nvSpPr>
          <p:spPr>
            <a:xfrm rot="18900000">
              <a:off x="7892713" y="15745466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197" name="pl137">
              <a:extLst>
                <a:ext uri="{FF2B5EF4-FFF2-40B4-BE49-F238E27FC236}">
                  <a16:creationId xmlns:a16="http://schemas.microsoft.com/office/drawing/2014/main" id="{485923AD-BA26-6026-B59C-797C9D97D3B4}"/>
                </a:ext>
              </a:extLst>
            </p:cNvPr>
            <p:cNvSpPr/>
            <p:nvPr/>
          </p:nvSpPr>
          <p:spPr>
            <a:xfrm>
              <a:off x="8939142" y="15451747"/>
              <a:ext cx="2845628" cy="0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98" name="pl138">
              <a:extLst>
                <a:ext uri="{FF2B5EF4-FFF2-40B4-BE49-F238E27FC236}">
                  <a16:creationId xmlns:a16="http://schemas.microsoft.com/office/drawing/2014/main" id="{0DC524DC-F873-B743-925E-B8B9904D31C8}"/>
                </a:ext>
              </a:extLst>
            </p:cNvPr>
            <p:cNvSpPr/>
            <p:nvPr/>
          </p:nvSpPr>
          <p:spPr>
            <a:xfrm>
              <a:off x="9147359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199" name="pl139">
              <a:extLst>
                <a:ext uri="{FF2B5EF4-FFF2-40B4-BE49-F238E27FC236}">
                  <a16:creationId xmlns:a16="http://schemas.microsoft.com/office/drawing/2014/main" id="{1B8E9066-11EC-DA2C-8FFB-EF01F6C2CA89}"/>
                </a:ext>
              </a:extLst>
            </p:cNvPr>
            <p:cNvSpPr/>
            <p:nvPr/>
          </p:nvSpPr>
          <p:spPr>
            <a:xfrm>
              <a:off x="9494387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200" name="pl140">
              <a:extLst>
                <a:ext uri="{FF2B5EF4-FFF2-40B4-BE49-F238E27FC236}">
                  <a16:creationId xmlns:a16="http://schemas.microsoft.com/office/drawing/2014/main" id="{A78C54C7-0588-F810-DE16-E74248224908}"/>
                </a:ext>
              </a:extLst>
            </p:cNvPr>
            <p:cNvSpPr/>
            <p:nvPr/>
          </p:nvSpPr>
          <p:spPr>
            <a:xfrm>
              <a:off x="9841415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201" name="pl141">
              <a:extLst>
                <a:ext uri="{FF2B5EF4-FFF2-40B4-BE49-F238E27FC236}">
                  <a16:creationId xmlns:a16="http://schemas.microsoft.com/office/drawing/2014/main" id="{5130E5CD-F739-EE26-6FFB-E65C29F7801E}"/>
                </a:ext>
              </a:extLst>
            </p:cNvPr>
            <p:cNvSpPr/>
            <p:nvPr/>
          </p:nvSpPr>
          <p:spPr>
            <a:xfrm>
              <a:off x="10188443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202" name="pl142">
              <a:extLst>
                <a:ext uri="{FF2B5EF4-FFF2-40B4-BE49-F238E27FC236}">
                  <a16:creationId xmlns:a16="http://schemas.microsoft.com/office/drawing/2014/main" id="{43656F7D-440B-95EF-FF49-B4B8DF85D102}"/>
                </a:ext>
              </a:extLst>
            </p:cNvPr>
            <p:cNvSpPr/>
            <p:nvPr/>
          </p:nvSpPr>
          <p:spPr>
            <a:xfrm>
              <a:off x="10535470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203" name="pl143">
              <a:extLst>
                <a:ext uri="{FF2B5EF4-FFF2-40B4-BE49-F238E27FC236}">
                  <a16:creationId xmlns:a16="http://schemas.microsoft.com/office/drawing/2014/main" id="{3CF036EF-73C2-3991-65A3-F2552CEF18D9}"/>
                </a:ext>
              </a:extLst>
            </p:cNvPr>
            <p:cNvSpPr/>
            <p:nvPr/>
          </p:nvSpPr>
          <p:spPr>
            <a:xfrm>
              <a:off x="10882498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204" name="pl144">
              <a:extLst>
                <a:ext uri="{FF2B5EF4-FFF2-40B4-BE49-F238E27FC236}">
                  <a16:creationId xmlns:a16="http://schemas.microsoft.com/office/drawing/2014/main" id="{062C4D03-5196-2F92-BD69-69005ED20B3D}"/>
                </a:ext>
              </a:extLst>
            </p:cNvPr>
            <p:cNvSpPr/>
            <p:nvPr/>
          </p:nvSpPr>
          <p:spPr>
            <a:xfrm>
              <a:off x="11229526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205" name="pl145">
              <a:extLst>
                <a:ext uri="{FF2B5EF4-FFF2-40B4-BE49-F238E27FC236}">
                  <a16:creationId xmlns:a16="http://schemas.microsoft.com/office/drawing/2014/main" id="{5C8C51EC-A493-BA14-0BB1-A981F385FF8D}"/>
                </a:ext>
              </a:extLst>
            </p:cNvPr>
            <p:cNvSpPr/>
            <p:nvPr/>
          </p:nvSpPr>
          <p:spPr>
            <a:xfrm>
              <a:off x="11576554" y="15451747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200"/>
            </a:p>
          </p:txBody>
        </p:sp>
        <p:sp>
          <p:nvSpPr>
            <p:cNvPr id="206" name="tx146">
              <a:extLst>
                <a:ext uri="{FF2B5EF4-FFF2-40B4-BE49-F238E27FC236}">
                  <a16:creationId xmlns:a16="http://schemas.microsoft.com/office/drawing/2014/main" id="{4EA1F9DB-C2DF-9CBE-3043-6330063CF1FF}"/>
                </a:ext>
              </a:extLst>
            </p:cNvPr>
            <p:cNvSpPr/>
            <p:nvPr/>
          </p:nvSpPr>
          <p:spPr>
            <a:xfrm rot="18900000">
              <a:off x="8783327" y="15776308"/>
              <a:ext cx="45966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207" name="tx147">
              <a:extLst>
                <a:ext uri="{FF2B5EF4-FFF2-40B4-BE49-F238E27FC236}">
                  <a16:creationId xmlns:a16="http://schemas.microsoft.com/office/drawing/2014/main" id="{AC60890C-15EF-3D2F-B200-75807D3FBD25}"/>
                </a:ext>
              </a:extLst>
            </p:cNvPr>
            <p:cNvSpPr/>
            <p:nvPr/>
          </p:nvSpPr>
          <p:spPr>
            <a:xfrm rot="18900000">
              <a:off x="9114590" y="15782838"/>
              <a:ext cx="47813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208" name="tx148">
              <a:extLst>
                <a:ext uri="{FF2B5EF4-FFF2-40B4-BE49-F238E27FC236}">
                  <a16:creationId xmlns:a16="http://schemas.microsoft.com/office/drawing/2014/main" id="{0A5E1BD9-FCB6-D2CF-10C9-38DC5B56DD3D}"/>
                </a:ext>
              </a:extLst>
            </p:cNvPr>
            <p:cNvSpPr/>
            <p:nvPr/>
          </p:nvSpPr>
          <p:spPr>
            <a:xfrm rot="18900000">
              <a:off x="9573072" y="15736673"/>
              <a:ext cx="34756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209" name="tx149">
              <a:extLst>
                <a:ext uri="{FF2B5EF4-FFF2-40B4-BE49-F238E27FC236}">
                  <a16:creationId xmlns:a16="http://schemas.microsoft.com/office/drawing/2014/main" id="{501D4B59-7D58-0E27-07BF-D5B07C742BE4}"/>
                </a:ext>
              </a:extLst>
            </p:cNvPr>
            <p:cNvSpPr/>
            <p:nvPr/>
          </p:nvSpPr>
          <p:spPr>
            <a:xfrm rot="18900000">
              <a:off x="9925250" y="15734539"/>
              <a:ext cx="34152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210" name="tx150">
              <a:extLst>
                <a:ext uri="{FF2B5EF4-FFF2-40B4-BE49-F238E27FC236}">
                  <a16:creationId xmlns:a16="http://schemas.microsoft.com/office/drawing/2014/main" id="{26D66D22-7A26-A182-5CEA-33F74C8674B9}"/>
                </a:ext>
              </a:extLst>
            </p:cNvPr>
            <p:cNvSpPr/>
            <p:nvPr/>
          </p:nvSpPr>
          <p:spPr>
            <a:xfrm rot="18900000">
              <a:off x="10277664" y="15732308"/>
              <a:ext cx="3352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211" name="tx151">
              <a:extLst>
                <a:ext uri="{FF2B5EF4-FFF2-40B4-BE49-F238E27FC236}">
                  <a16:creationId xmlns:a16="http://schemas.microsoft.com/office/drawing/2014/main" id="{7639A14E-1F85-FAC9-45E2-B67C6DCC315D}"/>
                </a:ext>
              </a:extLst>
            </p:cNvPr>
            <p:cNvSpPr/>
            <p:nvPr/>
          </p:nvSpPr>
          <p:spPr>
            <a:xfrm rot="18900000">
              <a:off x="10608769" y="15738903"/>
              <a:ext cx="35387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212" name="tx152">
              <a:extLst>
                <a:ext uri="{FF2B5EF4-FFF2-40B4-BE49-F238E27FC236}">
                  <a16:creationId xmlns:a16="http://schemas.microsoft.com/office/drawing/2014/main" id="{02558429-C28C-90B3-84E7-9EF700EBE3BC}"/>
                </a:ext>
              </a:extLst>
            </p:cNvPr>
            <p:cNvSpPr/>
            <p:nvPr/>
          </p:nvSpPr>
          <p:spPr>
            <a:xfrm rot="18900000">
              <a:off x="10945339" y="15743235"/>
              <a:ext cx="36612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213" name="tx153">
              <a:extLst>
                <a:ext uri="{FF2B5EF4-FFF2-40B4-BE49-F238E27FC236}">
                  <a16:creationId xmlns:a16="http://schemas.microsoft.com/office/drawing/2014/main" id="{14670279-DE97-480F-9F01-BC84560BA6F1}"/>
                </a:ext>
              </a:extLst>
            </p:cNvPr>
            <p:cNvSpPr/>
            <p:nvPr/>
          </p:nvSpPr>
          <p:spPr>
            <a:xfrm rot="18900000">
              <a:off x="11286982" y="15745466"/>
              <a:ext cx="3724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214" name="pl154">
              <a:extLst>
                <a:ext uri="{FF2B5EF4-FFF2-40B4-BE49-F238E27FC236}">
                  <a16:creationId xmlns:a16="http://schemas.microsoft.com/office/drawing/2014/main" id="{986B48A1-A8E7-769B-3CB7-2BEB1FF0C276}"/>
                </a:ext>
              </a:extLst>
            </p:cNvPr>
            <p:cNvSpPr/>
            <p:nvPr/>
          </p:nvSpPr>
          <p:spPr>
            <a:xfrm>
              <a:off x="5544874" y="12183564"/>
              <a:ext cx="0" cy="3268183"/>
            </a:xfrm>
            <a:custGeom>
              <a:avLst/>
              <a:gdLst/>
              <a:ahLst/>
              <a:cxnLst/>
              <a:rect l="0" t="0" r="0" b="0"/>
              <a:pathLst>
                <a:path h="3268183">
                  <a:moveTo>
                    <a:pt x="0" y="326818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tx155">
              <a:extLst>
                <a:ext uri="{FF2B5EF4-FFF2-40B4-BE49-F238E27FC236}">
                  <a16:creationId xmlns:a16="http://schemas.microsoft.com/office/drawing/2014/main" id="{3C1CB6E7-E107-3916-3AEE-ADFB2001BD77}"/>
                </a:ext>
              </a:extLst>
            </p:cNvPr>
            <p:cNvSpPr/>
            <p:nvPr/>
          </p:nvSpPr>
          <p:spPr>
            <a:xfrm>
              <a:off x="5183561" y="15291237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16" name="tx156">
              <a:extLst>
                <a:ext uri="{FF2B5EF4-FFF2-40B4-BE49-F238E27FC236}">
                  <a16:creationId xmlns:a16="http://schemas.microsoft.com/office/drawing/2014/main" id="{A4768D55-0083-6027-8002-22C53DB3F2C7}"/>
                </a:ext>
              </a:extLst>
            </p:cNvPr>
            <p:cNvSpPr/>
            <p:nvPr/>
          </p:nvSpPr>
          <p:spPr>
            <a:xfrm>
              <a:off x="5183561" y="14496498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17" name="tx157">
              <a:extLst>
                <a:ext uri="{FF2B5EF4-FFF2-40B4-BE49-F238E27FC236}">
                  <a16:creationId xmlns:a16="http://schemas.microsoft.com/office/drawing/2014/main" id="{014B5881-C4F0-85B6-F986-2A15ED73FAFA}"/>
                </a:ext>
              </a:extLst>
            </p:cNvPr>
            <p:cNvSpPr/>
            <p:nvPr/>
          </p:nvSpPr>
          <p:spPr>
            <a:xfrm>
              <a:off x="5183561" y="13701760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18" name="tx158">
              <a:extLst>
                <a:ext uri="{FF2B5EF4-FFF2-40B4-BE49-F238E27FC236}">
                  <a16:creationId xmlns:a16="http://schemas.microsoft.com/office/drawing/2014/main" id="{E4F01B8E-376C-1925-E2CA-0C40E4F30189}"/>
                </a:ext>
              </a:extLst>
            </p:cNvPr>
            <p:cNvSpPr/>
            <p:nvPr/>
          </p:nvSpPr>
          <p:spPr>
            <a:xfrm>
              <a:off x="5183561" y="1290702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19" name="pl159">
              <a:extLst>
                <a:ext uri="{FF2B5EF4-FFF2-40B4-BE49-F238E27FC236}">
                  <a16:creationId xmlns:a16="http://schemas.microsoft.com/office/drawing/2014/main" id="{BEF66679-9D87-BDD9-CD84-F6F97C82714A}"/>
                </a:ext>
              </a:extLst>
            </p:cNvPr>
            <p:cNvSpPr/>
            <p:nvPr/>
          </p:nvSpPr>
          <p:spPr>
            <a:xfrm>
              <a:off x="5510079" y="153312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l160">
              <a:extLst>
                <a:ext uri="{FF2B5EF4-FFF2-40B4-BE49-F238E27FC236}">
                  <a16:creationId xmlns:a16="http://schemas.microsoft.com/office/drawing/2014/main" id="{0F31979B-C8D3-5882-8884-F6442240CF9F}"/>
                </a:ext>
              </a:extLst>
            </p:cNvPr>
            <p:cNvSpPr/>
            <p:nvPr/>
          </p:nvSpPr>
          <p:spPr>
            <a:xfrm>
              <a:off x="5510079" y="1453654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l161">
              <a:extLst>
                <a:ext uri="{FF2B5EF4-FFF2-40B4-BE49-F238E27FC236}">
                  <a16:creationId xmlns:a16="http://schemas.microsoft.com/office/drawing/2014/main" id="{2D8A1EF5-B5B9-1CAB-BE1B-B76FA9829DE3}"/>
                </a:ext>
              </a:extLst>
            </p:cNvPr>
            <p:cNvSpPr/>
            <p:nvPr/>
          </p:nvSpPr>
          <p:spPr>
            <a:xfrm>
              <a:off x="5510079" y="1374181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l162">
              <a:extLst>
                <a:ext uri="{FF2B5EF4-FFF2-40B4-BE49-F238E27FC236}">
                  <a16:creationId xmlns:a16="http://schemas.microsoft.com/office/drawing/2014/main" id="{94A2A992-B05B-012F-22D6-5B9005C3203D}"/>
                </a:ext>
              </a:extLst>
            </p:cNvPr>
            <p:cNvSpPr/>
            <p:nvPr/>
          </p:nvSpPr>
          <p:spPr>
            <a:xfrm>
              <a:off x="5510079" y="1294707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tx163">
              <a:extLst>
                <a:ext uri="{FF2B5EF4-FFF2-40B4-BE49-F238E27FC236}">
                  <a16:creationId xmlns:a16="http://schemas.microsoft.com/office/drawing/2014/main" id="{AD72D9BE-D9D2-6E80-982E-5483DE08CD91}"/>
                </a:ext>
              </a:extLst>
            </p:cNvPr>
            <p:cNvSpPr/>
            <p:nvPr/>
          </p:nvSpPr>
          <p:spPr>
            <a:xfrm>
              <a:off x="8117418" y="16424094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224" name="tx164">
              <a:extLst>
                <a:ext uri="{FF2B5EF4-FFF2-40B4-BE49-F238E27FC236}">
                  <a16:creationId xmlns:a16="http://schemas.microsoft.com/office/drawing/2014/main" id="{6452D2B6-F015-993F-00D9-659CA85F0C1E}"/>
                </a:ext>
              </a:extLst>
            </p:cNvPr>
            <p:cNvSpPr/>
            <p:nvPr/>
          </p:nvSpPr>
          <p:spPr>
            <a:xfrm rot="16200000">
              <a:off x="4769203" y="13767546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225" name="tx231">
              <a:extLst>
                <a:ext uri="{FF2B5EF4-FFF2-40B4-BE49-F238E27FC236}">
                  <a16:creationId xmlns:a16="http://schemas.microsoft.com/office/drawing/2014/main" id="{AE09B28E-6158-F23D-F620-5F9322F941AE}"/>
                </a:ext>
              </a:extLst>
            </p:cNvPr>
            <p:cNvSpPr/>
            <p:nvPr/>
          </p:nvSpPr>
          <p:spPr>
            <a:xfrm>
              <a:off x="7051566" y="11915800"/>
              <a:ext cx="3100547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320"/>
                </a:lnSpc>
              </a:pPr>
              <a:r>
                <a:rPr lang="en-US"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</a:t>
              </a: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Final Survival at Lewisetta and York River</a:t>
              </a:r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EE963FFA-0163-3AE0-244D-B4E6D204CCC6}"/>
                </a:ext>
              </a:extLst>
            </p:cNvPr>
            <p:cNvGrpSpPr/>
            <p:nvPr/>
          </p:nvGrpSpPr>
          <p:grpSpPr>
            <a:xfrm>
              <a:off x="11973790" y="12707888"/>
              <a:ext cx="914626" cy="2079824"/>
              <a:chOff x="7401789" y="2420888"/>
              <a:chExt cx="914626" cy="2079824"/>
            </a:xfrm>
          </p:grpSpPr>
          <p:sp>
            <p:nvSpPr>
              <p:cNvPr id="228" name="rc167">
                <a:extLst>
                  <a:ext uri="{FF2B5EF4-FFF2-40B4-BE49-F238E27FC236}">
                    <a16:creationId xmlns:a16="http://schemas.microsoft.com/office/drawing/2014/main" id="{AE213477-9756-7E82-2BB0-F1D4CA73FD5A}"/>
                  </a:ext>
                </a:extLst>
              </p:cNvPr>
              <p:cNvSpPr/>
              <p:nvPr/>
            </p:nvSpPr>
            <p:spPr>
              <a:xfrm>
                <a:off x="7401789" y="316561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9" name="pl168">
                <a:extLst>
                  <a:ext uri="{FF2B5EF4-FFF2-40B4-BE49-F238E27FC236}">
                    <a16:creationId xmlns:a16="http://schemas.microsoft.com/office/drawing/2014/main" id="{B1D6212B-0FFC-3451-1F3F-3DCB1C72C16C}"/>
                  </a:ext>
                </a:extLst>
              </p:cNvPr>
              <p:cNvSpPr/>
              <p:nvPr/>
            </p:nvSpPr>
            <p:spPr>
              <a:xfrm>
                <a:off x="7511517" y="3330208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0" name="pl169">
                <a:extLst>
                  <a:ext uri="{FF2B5EF4-FFF2-40B4-BE49-F238E27FC236}">
                    <a16:creationId xmlns:a16="http://schemas.microsoft.com/office/drawing/2014/main" id="{7AE68DC4-789D-C054-E004-9B8C0F592045}"/>
                  </a:ext>
                </a:extLst>
              </p:cNvPr>
              <p:cNvSpPr/>
              <p:nvPr/>
            </p:nvSpPr>
            <p:spPr>
              <a:xfrm>
                <a:off x="7511517" y="3187561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1" name="rc170">
                <a:extLst>
                  <a:ext uri="{FF2B5EF4-FFF2-40B4-BE49-F238E27FC236}">
                    <a16:creationId xmlns:a16="http://schemas.microsoft.com/office/drawing/2014/main" id="{5E5AC144-E87E-4B5E-8B6C-D2BCA86EFCD2}"/>
                  </a:ext>
                </a:extLst>
              </p:cNvPr>
              <p:cNvSpPr/>
              <p:nvPr/>
            </p:nvSpPr>
            <p:spPr>
              <a:xfrm>
                <a:off x="7429221" y="3220480"/>
                <a:ext cx="164592" cy="109727"/>
              </a:xfrm>
              <a:prstGeom prst="rect">
                <a:avLst/>
              </a:prstGeom>
              <a:solidFill>
                <a:srgbClr val="365C8D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2" name="pl171">
                <a:extLst>
                  <a:ext uri="{FF2B5EF4-FFF2-40B4-BE49-F238E27FC236}">
                    <a16:creationId xmlns:a16="http://schemas.microsoft.com/office/drawing/2014/main" id="{A3AB6329-BAC5-6605-5D69-78AE87588059}"/>
                  </a:ext>
                </a:extLst>
              </p:cNvPr>
              <p:cNvSpPr/>
              <p:nvPr/>
            </p:nvSpPr>
            <p:spPr>
              <a:xfrm>
                <a:off x="7429221" y="3275344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3" name="pl172">
                <a:extLst>
                  <a:ext uri="{FF2B5EF4-FFF2-40B4-BE49-F238E27FC236}">
                    <a16:creationId xmlns:a16="http://schemas.microsoft.com/office/drawing/2014/main" id="{7638A0CA-72C2-B492-DEC0-9D81BBFEB34D}"/>
                  </a:ext>
                </a:extLst>
              </p:cNvPr>
              <p:cNvSpPr/>
              <p:nvPr/>
            </p:nvSpPr>
            <p:spPr>
              <a:xfrm>
                <a:off x="7511517" y="3363126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4" name="pl173">
                <a:extLst>
                  <a:ext uri="{FF2B5EF4-FFF2-40B4-BE49-F238E27FC236}">
                    <a16:creationId xmlns:a16="http://schemas.microsoft.com/office/drawing/2014/main" id="{41379A8A-3FDB-1352-7379-3BD0447F98FE}"/>
                  </a:ext>
                </a:extLst>
              </p:cNvPr>
              <p:cNvSpPr/>
              <p:nvPr/>
            </p:nvSpPr>
            <p:spPr>
              <a:xfrm>
                <a:off x="7511517" y="3187561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5" name="rc174">
                <a:extLst>
                  <a:ext uri="{FF2B5EF4-FFF2-40B4-BE49-F238E27FC236}">
                    <a16:creationId xmlns:a16="http://schemas.microsoft.com/office/drawing/2014/main" id="{D446430C-2975-BE0B-39DB-9E526C1ACD8E}"/>
                  </a:ext>
                </a:extLst>
              </p:cNvPr>
              <p:cNvSpPr/>
              <p:nvPr/>
            </p:nvSpPr>
            <p:spPr>
              <a:xfrm>
                <a:off x="7401789" y="3385072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6" name="pl175">
                <a:extLst>
                  <a:ext uri="{FF2B5EF4-FFF2-40B4-BE49-F238E27FC236}">
                    <a16:creationId xmlns:a16="http://schemas.microsoft.com/office/drawing/2014/main" id="{E23C1BEF-3A55-29BA-9002-02C1191CD41B}"/>
                  </a:ext>
                </a:extLst>
              </p:cNvPr>
              <p:cNvSpPr/>
              <p:nvPr/>
            </p:nvSpPr>
            <p:spPr>
              <a:xfrm>
                <a:off x="7511517" y="3549664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7" name="pl176">
                <a:extLst>
                  <a:ext uri="{FF2B5EF4-FFF2-40B4-BE49-F238E27FC236}">
                    <a16:creationId xmlns:a16="http://schemas.microsoft.com/office/drawing/2014/main" id="{D6C4B8CC-09D6-F006-A24F-60203A40073C}"/>
                  </a:ext>
                </a:extLst>
              </p:cNvPr>
              <p:cNvSpPr/>
              <p:nvPr/>
            </p:nvSpPr>
            <p:spPr>
              <a:xfrm>
                <a:off x="7511517" y="3407017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8" name="rc177">
                <a:extLst>
                  <a:ext uri="{FF2B5EF4-FFF2-40B4-BE49-F238E27FC236}">
                    <a16:creationId xmlns:a16="http://schemas.microsoft.com/office/drawing/2014/main" id="{B718DE49-0529-29CD-D472-362C6355754B}"/>
                  </a:ext>
                </a:extLst>
              </p:cNvPr>
              <p:cNvSpPr/>
              <p:nvPr/>
            </p:nvSpPr>
            <p:spPr>
              <a:xfrm>
                <a:off x="7429221" y="3439936"/>
                <a:ext cx="164592" cy="109727"/>
              </a:xfrm>
              <a:prstGeom prst="rect">
                <a:avLst/>
              </a:prstGeom>
              <a:solidFill>
                <a:srgbClr val="277F8E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9" name="pl178">
                <a:extLst>
                  <a:ext uri="{FF2B5EF4-FFF2-40B4-BE49-F238E27FC236}">
                    <a16:creationId xmlns:a16="http://schemas.microsoft.com/office/drawing/2014/main" id="{52ADD015-8EB6-80ED-C07C-C1C3F5D4FB22}"/>
                  </a:ext>
                </a:extLst>
              </p:cNvPr>
              <p:cNvSpPr/>
              <p:nvPr/>
            </p:nvSpPr>
            <p:spPr>
              <a:xfrm>
                <a:off x="7429221" y="3494800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0" name="pl179">
                <a:extLst>
                  <a:ext uri="{FF2B5EF4-FFF2-40B4-BE49-F238E27FC236}">
                    <a16:creationId xmlns:a16="http://schemas.microsoft.com/office/drawing/2014/main" id="{5858AF41-B777-DB4B-4770-BA51E61EF564}"/>
                  </a:ext>
                </a:extLst>
              </p:cNvPr>
              <p:cNvSpPr/>
              <p:nvPr/>
            </p:nvSpPr>
            <p:spPr>
              <a:xfrm>
                <a:off x="7511517" y="3582582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1" name="pl180">
                <a:extLst>
                  <a:ext uri="{FF2B5EF4-FFF2-40B4-BE49-F238E27FC236}">
                    <a16:creationId xmlns:a16="http://schemas.microsoft.com/office/drawing/2014/main" id="{AF42C67E-999A-4E35-C69C-454CFCD80CEB}"/>
                  </a:ext>
                </a:extLst>
              </p:cNvPr>
              <p:cNvSpPr/>
              <p:nvPr/>
            </p:nvSpPr>
            <p:spPr>
              <a:xfrm>
                <a:off x="7511517" y="3407017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2" name="rc181">
                <a:extLst>
                  <a:ext uri="{FF2B5EF4-FFF2-40B4-BE49-F238E27FC236}">
                    <a16:creationId xmlns:a16="http://schemas.microsoft.com/office/drawing/2014/main" id="{E8E6C457-7C18-251C-856A-B6765E8F1FEE}"/>
                  </a:ext>
                </a:extLst>
              </p:cNvPr>
              <p:cNvSpPr/>
              <p:nvPr/>
            </p:nvSpPr>
            <p:spPr>
              <a:xfrm>
                <a:off x="7401789" y="3604528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3" name="pl182">
                <a:extLst>
                  <a:ext uri="{FF2B5EF4-FFF2-40B4-BE49-F238E27FC236}">
                    <a16:creationId xmlns:a16="http://schemas.microsoft.com/office/drawing/2014/main" id="{1491DBBA-761E-83F2-DEC5-6F241157EAAB}"/>
                  </a:ext>
                </a:extLst>
              </p:cNvPr>
              <p:cNvSpPr/>
              <p:nvPr/>
            </p:nvSpPr>
            <p:spPr>
              <a:xfrm>
                <a:off x="7511517" y="3769120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4" name="pl183">
                <a:extLst>
                  <a:ext uri="{FF2B5EF4-FFF2-40B4-BE49-F238E27FC236}">
                    <a16:creationId xmlns:a16="http://schemas.microsoft.com/office/drawing/2014/main" id="{AA583394-E458-FB87-A7E4-BB05B0506F53}"/>
                  </a:ext>
                </a:extLst>
              </p:cNvPr>
              <p:cNvSpPr/>
              <p:nvPr/>
            </p:nvSpPr>
            <p:spPr>
              <a:xfrm>
                <a:off x="7511517" y="3626473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5" name="rc184">
                <a:extLst>
                  <a:ext uri="{FF2B5EF4-FFF2-40B4-BE49-F238E27FC236}">
                    <a16:creationId xmlns:a16="http://schemas.microsoft.com/office/drawing/2014/main" id="{7A933FD5-A754-5383-CC44-2A169731C41F}"/>
                  </a:ext>
                </a:extLst>
              </p:cNvPr>
              <p:cNvSpPr/>
              <p:nvPr/>
            </p:nvSpPr>
            <p:spPr>
              <a:xfrm>
                <a:off x="7429221" y="3659392"/>
                <a:ext cx="164592" cy="109727"/>
              </a:xfrm>
              <a:prstGeom prst="rect">
                <a:avLst/>
              </a:prstGeom>
              <a:solidFill>
                <a:srgbClr val="1FA187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6" name="pl185">
                <a:extLst>
                  <a:ext uri="{FF2B5EF4-FFF2-40B4-BE49-F238E27FC236}">
                    <a16:creationId xmlns:a16="http://schemas.microsoft.com/office/drawing/2014/main" id="{92366F3C-4EC4-E659-3DA0-509DF819B232}"/>
                  </a:ext>
                </a:extLst>
              </p:cNvPr>
              <p:cNvSpPr/>
              <p:nvPr/>
            </p:nvSpPr>
            <p:spPr>
              <a:xfrm>
                <a:off x="7429221" y="3714256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7" name="pl186">
                <a:extLst>
                  <a:ext uri="{FF2B5EF4-FFF2-40B4-BE49-F238E27FC236}">
                    <a16:creationId xmlns:a16="http://schemas.microsoft.com/office/drawing/2014/main" id="{15AC6EF8-D678-B449-3283-72355DD8E9E6}"/>
                  </a:ext>
                </a:extLst>
              </p:cNvPr>
              <p:cNvSpPr/>
              <p:nvPr/>
            </p:nvSpPr>
            <p:spPr>
              <a:xfrm>
                <a:off x="7511517" y="3802038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8" name="pl187">
                <a:extLst>
                  <a:ext uri="{FF2B5EF4-FFF2-40B4-BE49-F238E27FC236}">
                    <a16:creationId xmlns:a16="http://schemas.microsoft.com/office/drawing/2014/main" id="{C377C27E-51B5-D91B-1810-AFAAFCB26F6E}"/>
                  </a:ext>
                </a:extLst>
              </p:cNvPr>
              <p:cNvSpPr/>
              <p:nvPr/>
            </p:nvSpPr>
            <p:spPr>
              <a:xfrm>
                <a:off x="7511517" y="3626473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9" name="rc188">
                <a:extLst>
                  <a:ext uri="{FF2B5EF4-FFF2-40B4-BE49-F238E27FC236}">
                    <a16:creationId xmlns:a16="http://schemas.microsoft.com/office/drawing/2014/main" id="{657EC469-BAD7-B83C-9FF9-FA8F4B1D7268}"/>
                  </a:ext>
                </a:extLst>
              </p:cNvPr>
              <p:cNvSpPr/>
              <p:nvPr/>
            </p:nvSpPr>
            <p:spPr>
              <a:xfrm>
                <a:off x="7401789" y="3823984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0" name="pl189">
                <a:extLst>
                  <a:ext uri="{FF2B5EF4-FFF2-40B4-BE49-F238E27FC236}">
                    <a16:creationId xmlns:a16="http://schemas.microsoft.com/office/drawing/2014/main" id="{2EE7D790-C7E0-ABAF-BB06-D65749070DB3}"/>
                  </a:ext>
                </a:extLst>
              </p:cNvPr>
              <p:cNvSpPr/>
              <p:nvPr/>
            </p:nvSpPr>
            <p:spPr>
              <a:xfrm>
                <a:off x="7511517" y="3988576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1" name="pl190">
                <a:extLst>
                  <a:ext uri="{FF2B5EF4-FFF2-40B4-BE49-F238E27FC236}">
                    <a16:creationId xmlns:a16="http://schemas.microsoft.com/office/drawing/2014/main" id="{78905354-2F08-47D0-9B24-49FDF405167E}"/>
                  </a:ext>
                </a:extLst>
              </p:cNvPr>
              <p:cNvSpPr/>
              <p:nvPr/>
            </p:nvSpPr>
            <p:spPr>
              <a:xfrm>
                <a:off x="7511517" y="3845929"/>
                <a:ext cx="0" cy="32918"/>
              </a:xfrm>
              <a:custGeom>
                <a:avLst/>
                <a:gdLst/>
                <a:ahLst/>
                <a:cxnLst/>
                <a:rect l="0" t="0" r="0" b="0"/>
                <a:pathLst>
                  <a:path h="32918">
                    <a:moveTo>
                      <a:pt x="0" y="32918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2" name="rc191">
                <a:extLst>
                  <a:ext uri="{FF2B5EF4-FFF2-40B4-BE49-F238E27FC236}">
                    <a16:creationId xmlns:a16="http://schemas.microsoft.com/office/drawing/2014/main" id="{45BC6A55-21C2-18E3-CDB2-747E57D79400}"/>
                  </a:ext>
                </a:extLst>
              </p:cNvPr>
              <p:cNvSpPr/>
              <p:nvPr/>
            </p:nvSpPr>
            <p:spPr>
              <a:xfrm>
                <a:off x="7429221" y="3878848"/>
                <a:ext cx="164592" cy="109727"/>
              </a:xfrm>
              <a:prstGeom prst="rect">
                <a:avLst/>
              </a:prstGeom>
              <a:solidFill>
                <a:srgbClr val="4AC16D">
                  <a:alpha val="100000"/>
                </a:srgbClr>
              </a:solidFill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3" name="pl192">
                <a:extLst>
                  <a:ext uri="{FF2B5EF4-FFF2-40B4-BE49-F238E27FC236}">
                    <a16:creationId xmlns:a16="http://schemas.microsoft.com/office/drawing/2014/main" id="{C093A248-4631-5DAD-7C53-83450457977C}"/>
                  </a:ext>
                </a:extLst>
              </p:cNvPr>
              <p:cNvSpPr/>
              <p:nvPr/>
            </p:nvSpPr>
            <p:spPr>
              <a:xfrm>
                <a:off x="7429221" y="3933712"/>
                <a:ext cx="164592" cy="0"/>
              </a:xfrm>
              <a:custGeom>
                <a:avLst/>
                <a:gdLst/>
                <a:ahLst/>
                <a:cxnLst/>
                <a:rect l="0" t="0" r="0" b="0"/>
                <a:pathLst>
                  <a:path w="164592">
                    <a:moveTo>
                      <a:pt x="0" y="0"/>
                    </a:moveTo>
                    <a:lnTo>
                      <a:pt x="164592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4" name="pl193">
                <a:extLst>
                  <a:ext uri="{FF2B5EF4-FFF2-40B4-BE49-F238E27FC236}">
                    <a16:creationId xmlns:a16="http://schemas.microsoft.com/office/drawing/2014/main" id="{1C6BF63F-2310-0F6C-DD88-AE4DAD8E7B6F}"/>
                  </a:ext>
                </a:extLst>
              </p:cNvPr>
              <p:cNvSpPr/>
              <p:nvPr/>
            </p:nvSpPr>
            <p:spPr>
              <a:xfrm>
                <a:off x="7511517" y="4021494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5" name="pl194">
                <a:extLst>
                  <a:ext uri="{FF2B5EF4-FFF2-40B4-BE49-F238E27FC236}">
                    <a16:creationId xmlns:a16="http://schemas.microsoft.com/office/drawing/2014/main" id="{2DDA1624-62FB-65DD-F8CA-01F65BE9E07F}"/>
                  </a:ext>
                </a:extLst>
              </p:cNvPr>
              <p:cNvSpPr/>
              <p:nvPr/>
            </p:nvSpPr>
            <p:spPr>
              <a:xfrm>
                <a:off x="7511517" y="3845929"/>
                <a:ext cx="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4047EC20-0281-BDBD-B29E-336626CA0C5A}"/>
                  </a:ext>
                </a:extLst>
              </p:cNvPr>
              <p:cNvGrpSpPr/>
              <p:nvPr/>
            </p:nvGrpSpPr>
            <p:grpSpPr>
              <a:xfrm>
                <a:off x="7434072" y="2734400"/>
                <a:ext cx="164592" cy="395064"/>
                <a:chOff x="7417250" y="2734400"/>
                <a:chExt cx="164592" cy="395064"/>
              </a:xfrm>
            </p:grpSpPr>
            <p:sp>
              <p:nvSpPr>
                <p:cNvPr id="281" name="pl197">
                  <a:extLst>
                    <a:ext uri="{FF2B5EF4-FFF2-40B4-BE49-F238E27FC236}">
                      <a16:creationId xmlns:a16="http://schemas.microsoft.com/office/drawing/2014/main" id="{AE26388D-45D8-6671-5CE2-D2CCFB5B6DD4}"/>
                    </a:ext>
                  </a:extLst>
                </p:cNvPr>
                <p:cNvSpPr/>
                <p:nvPr/>
              </p:nvSpPr>
              <p:spPr>
                <a:xfrm>
                  <a:off x="7498072" y="2734400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82" name="pl201">
                  <a:extLst>
                    <a:ext uri="{FF2B5EF4-FFF2-40B4-BE49-F238E27FC236}">
                      <a16:creationId xmlns:a16="http://schemas.microsoft.com/office/drawing/2014/main" id="{242257E6-D67D-B61C-9037-18DCF1F345B9}"/>
                    </a:ext>
                  </a:extLst>
                </p:cNvPr>
                <p:cNvSpPr/>
                <p:nvPr/>
              </p:nvSpPr>
              <p:spPr>
                <a:xfrm>
                  <a:off x="7498072" y="273440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grpSp>
              <p:nvGrpSpPr>
                <p:cNvPr id="283" name="Group 282">
                  <a:extLst>
                    <a:ext uri="{FF2B5EF4-FFF2-40B4-BE49-F238E27FC236}">
                      <a16:creationId xmlns:a16="http://schemas.microsoft.com/office/drawing/2014/main" id="{94FA4185-E696-E9D3-0DF9-C4B52384B20A}"/>
                    </a:ext>
                  </a:extLst>
                </p:cNvPr>
                <p:cNvGrpSpPr/>
                <p:nvPr/>
              </p:nvGrpSpPr>
              <p:grpSpPr>
                <a:xfrm>
                  <a:off x="7417250" y="2767362"/>
                  <a:ext cx="164592" cy="362102"/>
                  <a:chOff x="7415776" y="2767319"/>
                  <a:chExt cx="164592" cy="362102"/>
                </a:xfrm>
              </p:grpSpPr>
              <p:sp>
                <p:nvSpPr>
                  <p:cNvPr id="284" name="pl196">
                    <a:extLst>
                      <a:ext uri="{FF2B5EF4-FFF2-40B4-BE49-F238E27FC236}">
                        <a16:creationId xmlns:a16="http://schemas.microsoft.com/office/drawing/2014/main" id="{D5E6EC16-989F-D214-5025-407B39C49B8B}"/>
                      </a:ext>
                    </a:extLst>
                  </p:cNvPr>
                  <p:cNvSpPr/>
                  <p:nvPr/>
                </p:nvSpPr>
                <p:spPr>
                  <a:xfrm>
                    <a:off x="7498072" y="2877047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85" name="rc198">
                    <a:extLst>
                      <a:ext uri="{FF2B5EF4-FFF2-40B4-BE49-F238E27FC236}">
                        <a16:creationId xmlns:a16="http://schemas.microsoft.com/office/drawing/2014/main" id="{B78BB73D-0C25-7CD0-090C-D39C8A10A4E0}"/>
                      </a:ext>
                    </a:extLst>
                  </p:cNvPr>
                  <p:cNvSpPr/>
                  <p:nvPr/>
                </p:nvSpPr>
                <p:spPr>
                  <a:xfrm>
                    <a:off x="7415776" y="2767319"/>
                    <a:ext cx="164592" cy="109727"/>
                  </a:xfrm>
                  <a:prstGeom prst="rect">
                    <a:avLst/>
                  </a:prstGeom>
                  <a:solidFill>
                    <a:srgbClr val="440154">
                      <a:alpha val="100000"/>
                    </a:srgbClr>
                  </a:solidFill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86" name="pl199">
                    <a:extLst>
                      <a:ext uri="{FF2B5EF4-FFF2-40B4-BE49-F238E27FC236}">
                        <a16:creationId xmlns:a16="http://schemas.microsoft.com/office/drawing/2014/main" id="{630C10A4-B211-E8B3-93B5-7BE33C2D0A69}"/>
                      </a:ext>
                    </a:extLst>
                  </p:cNvPr>
                  <p:cNvSpPr/>
                  <p:nvPr/>
                </p:nvSpPr>
                <p:spPr>
                  <a:xfrm>
                    <a:off x="7415776" y="2822183"/>
                    <a:ext cx="164592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4592">
                        <a:moveTo>
                          <a:pt x="0" y="0"/>
                        </a:moveTo>
                        <a:lnTo>
                          <a:pt x="164592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87" name="pl200">
                    <a:extLst>
                      <a:ext uri="{FF2B5EF4-FFF2-40B4-BE49-F238E27FC236}">
                        <a16:creationId xmlns:a16="http://schemas.microsoft.com/office/drawing/2014/main" id="{EB297457-7B2F-54B5-2C47-400790CF7472}"/>
                      </a:ext>
                    </a:extLst>
                  </p:cNvPr>
                  <p:cNvSpPr/>
                  <p:nvPr/>
                </p:nvSpPr>
                <p:spPr>
                  <a:xfrm>
                    <a:off x="7498072" y="2909965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88" name="pl203">
                    <a:extLst>
                      <a:ext uri="{FF2B5EF4-FFF2-40B4-BE49-F238E27FC236}">
                        <a16:creationId xmlns:a16="http://schemas.microsoft.com/office/drawing/2014/main" id="{D2DF461E-BAA4-D3FC-B743-6D32990021AD}"/>
                      </a:ext>
                    </a:extLst>
                  </p:cNvPr>
                  <p:cNvSpPr/>
                  <p:nvPr/>
                </p:nvSpPr>
                <p:spPr>
                  <a:xfrm>
                    <a:off x="7498072" y="3096503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89" name="pl204">
                    <a:extLst>
                      <a:ext uri="{FF2B5EF4-FFF2-40B4-BE49-F238E27FC236}">
                        <a16:creationId xmlns:a16="http://schemas.microsoft.com/office/drawing/2014/main" id="{D35C7672-57C7-5946-409E-A8BC2DAE8C0B}"/>
                      </a:ext>
                    </a:extLst>
                  </p:cNvPr>
                  <p:cNvSpPr/>
                  <p:nvPr/>
                </p:nvSpPr>
                <p:spPr>
                  <a:xfrm>
                    <a:off x="7498072" y="2953856"/>
                    <a:ext cx="0" cy="329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h="32918">
                        <a:moveTo>
                          <a:pt x="0" y="32918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90" name="rc205">
                    <a:extLst>
                      <a:ext uri="{FF2B5EF4-FFF2-40B4-BE49-F238E27FC236}">
                        <a16:creationId xmlns:a16="http://schemas.microsoft.com/office/drawing/2014/main" id="{9CC22655-532A-61FD-CF79-BA66B4637673}"/>
                      </a:ext>
                    </a:extLst>
                  </p:cNvPr>
                  <p:cNvSpPr/>
                  <p:nvPr/>
                </p:nvSpPr>
                <p:spPr>
                  <a:xfrm>
                    <a:off x="7415776" y="2986775"/>
                    <a:ext cx="164592" cy="109727"/>
                  </a:xfrm>
                  <a:prstGeom prst="rect">
                    <a:avLst/>
                  </a:prstGeom>
                  <a:solidFill>
                    <a:srgbClr val="46337E">
                      <a:alpha val="100000"/>
                    </a:srgbClr>
                  </a:solidFill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91" name="pl206">
                    <a:extLst>
                      <a:ext uri="{FF2B5EF4-FFF2-40B4-BE49-F238E27FC236}">
                        <a16:creationId xmlns:a16="http://schemas.microsoft.com/office/drawing/2014/main" id="{2FFAEB68-8EE1-9858-F0E7-0DF799E989E7}"/>
                      </a:ext>
                    </a:extLst>
                  </p:cNvPr>
                  <p:cNvSpPr/>
                  <p:nvPr/>
                </p:nvSpPr>
                <p:spPr>
                  <a:xfrm>
                    <a:off x="7415776" y="3041639"/>
                    <a:ext cx="164592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4592">
                        <a:moveTo>
                          <a:pt x="0" y="0"/>
                        </a:moveTo>
                        <a:lnTo>
                          <a:pt x="164592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92" name="pl207">
                    <a:extLst>
                      <a:ext uri="{FF2B5EF4-FFF2-40B4-BE49-F238E27FC236}">
                        <a16:creationId xmlns:a16="http://schemas.microsoft.com/office/drawing/2014/main" id="{431B9A95-1067-CE6D-187C-28B262377209}"/>
                      </a:ext>
                    </a:extLst>
                  </p:cNvPr>
                  <p:cNvSpPr/>
                  <p:nvPr/>
                </p:nvSpPr>
                <p:spPr>
                  <a:xfrm>
                    <a:off x="7498072" y="3129421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293" name="pl208">
                    <a:extLst>
                      <a:ext uri="{FF2B5EF4-FFF2-40B4-BE49-F238E27FC236}">
                        <a16:creationId xmlns:a16="http://schemas.microsoft.com/office/drawing/2014/main" id="{344173BF-8586-9097-E7F8-915AD88C3B1F}"/>
                      </a:ext>
                    </a:extLst>
                  </p:cNvPr>
                  <p:cNvSpPr/>
                  <p:nvPr/>
                </p:nvSpPr>
                <p:spPr>
                  <a:xfrm>
                    <a:off x="7498072" y="2953856"/>
                    <a:ext cx="0" cy="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</a:path>
                    </a:pathLst>
                  </a:custGeom>
                  <a:ln w="13550" cap="flat">
                    <a:solidFill>
                      <a:srgbClr val="333333">
                        <a:alpha val="10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376C2967-ABC5-805C-123F-03BD9FBBE6D7}"/>
                  </a:ext>
                </a:extLst>
              </p:cNvPr>
              <p:cNvGrpSpPr/>
              <p:nvPr/>
            </p:nvGrpSpPr>
            <p:grpSpPr>
              <a:xfrm>
                <a:off x="7403142" y="4061801"/>
                <a:ext cx="219455" cy="438911"/>
                <a:chOff x="7421538" y="4069924"/>
                <a:chExt cx="219455" cy="438911"/>
              </a:xfrm>
            </p:grpSpPr>
            <p:sp>
              <p:nvSpPr>
                <p:cNvPr id="267" name="rc209">
                  <a:extLst>
                    <a:ext uri="{FF2B5EF4-FFF2-40B4-BE49-F238E27FC236}">
                      <a16:creationId xmlns:a16="http://schemas.microsoft.com/office/drawing/2014/main" id="{E57193C1-95D8-560B-1BBC-22EEBDACA8B9}"/>
                    </a:ext>
                  </a:extLst>
                </p:cNvPr>
                <p:cNvSpPr/>
                <p:nvPr/>
              </p:nvSpPr>
              <p:spPr>
                <a:xfrm>
                  <a:off x="7421538" y="4069924"/>
                  <a:ext cx="219455" cy="219455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68" name="pl210">
                  <a:extLst>
                    <a:ext uri="{FF2B5EF4-FFF2-40B4-BE49-F238E27FC236}">
                      <a16:creationId xmlns:a16="http://schemas.microsoft.com/office/drawing/2014/main" id="{7E5C93C5-3C7A-7E7A-51D2-BE62332C6188}"/>
                    </a:ext>
                  </a:extLst>
                </p:cNvPr>
                <p:cNvSpPr/>
                <p:nvPr/>
              </p:nvSpPr>
              <p:spPr>
                <a:xfrm>
                  <a:off x="7531266" y="4234516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69" name="pl211">
                  <a:extLst>
                    <a:ext uri="{FF2B5EF4-FFF2-40B4-BE49-F238E27FC236}">
                      <a16:creationId xmlns:a16="http://schemas.microsoft.com/office/drawing/2014/main" id="{3010A79B-AA0C-06D7-9C93-532E8FFB4CCF}"/>
                    </a:ext>
                  </a:extLst>
                </p:cNvPr>
                <p:cNvSpPr/>
                <p:nvPr/>
              </p:nvSpPr>
              <p:spPr>
                <a:xfrm>
                  <a:off x="7531266" y="4091869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0" name="rc212">
                  <a:extLst>
                    <a:ext uri="{FF2B5EF4-FFF2-40B4-BE49-F238E27FC236}">
                      <a16:creationId xmlns:a16="http://schemas.microsoft.com/office/drawing/2014/main" id="{EA4A5E64-7ADE-E2B5-1F64-0F28B8DF1F9A}"/>
                    </a:ext>
                  </a:extLst>
                </p:cNvPr>
                <p:cNvSpPr/>
                <p:nvPr/>
              </p:nvSpPr>
              <p:spPr>
                <a:xfrm>
                  <a:off x="7448970" y="4124788"/>
                  <a:ext cx="164592" cy="109727"/>
                </a:xfrm>
                <a:prstGeom prst="rect">
                  <a:avLst/>
                </a:prstGeom>
                <a:solidFill>
                  <a:srgbClr val="9FDA3A">
                    <a:alpha val="100000"/>
                  </a:srgbClr>
                </a:solidFill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1" name="pl213">
                  <a:extLst>
                    <a:ext uri="{FF2B5EF4-FFF2-40B4-BE49-F238E27FC236}">
                      <a16:creationId xmlns:a16="http://schemas.microsoft.com/office/drawing/2014/main" id="{E57ADA9F-0881-F585-6874-9F8A08A7CF9A}"/>
                    </a:ext>
                  </a:extLst>
                </p:cNvPr>
                <p:cNvSpPr/>
                <p:nvPr/>
              </p:nvSpPr>
              <p:spPr>
                <a:xfrm>
                  <a:off x="7448970" y="4179652"/>
                  <a:ext cx="164592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4592">
                      <a:moveTo>
                        <a:pt x="0" y="0"/>
                      </a:moveTo>
                      <a:lnTo>
                        <a:pt x="164592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2" name="pl214">
                  <a:extLst>
                    <a:ext uri="{FF2B5EF4-FFF2-40B4-BE49-F238E27FC236}">
                      <a16:creationId xmlns:a16="http://schemas.microsoft.com/office/drawing/2014/main" id="{02507C63-2211-0C4F-AC9C-13BA31BC1C34}"/>
                    </a:ext>
                  </a:extLst>
                </p:cNvPr>
                <p:cNvSpPr/>
                <p:nvPr/>
              </p:nvSpPr>
              <p:spPr>
                <a:xfrm>
                  <a:off x="7531266" y="4267434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3" name="pl215">
                  <a:extLst>
                    <a:ext uri="{FF2B5EF4-FFF2-40B4-BE49-F238E27FC236}">
                      <a16:creationId xmlns:a16="http://schemas.microsoft.com/office/drawing/2014/main" id="{7FC18958-FA7D-AD25-A1E6-2D97B38FE423}"/>
                    </a:ext>
                  </a:extLst>
                </p:cNvPr>
                <p:cNvSpPr/>
                <p:nvPr/>
              </p:nvSpPr>
              <p:spPr>
                <a:xfrm>
                  <a:off x="7531266" y="4091869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4" name="rc216">
                  <a:extLst>
                    <a:ext uri="{FF2B5EF4-FFF2-40B4-BE49-F238E27FC236}">
                      <a16:creationId xmlns:a16="http://schemas.microsoft.com/office/drawing/2014/main" id="{24CD96FD-2046-ECA8-EEBE-F8AD73D78747}"/>
                    </a:ext>
                  </a:extLst>
                </p:cNvPr>
                <p:cNvSpPr/>
                <p:nvPr/>
              </p:nvSpPr>
              <p:spPr>
                <a:xfrm>
                  <a:off x="7421538" y="4289380"/>
                  <a:ext cx="219455" cy="219455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5" name="pl217">
                  <a:extLst>
                    <a:ext uri="{FF2B5EF4-FFF2-40B4-BE49-F238E27FC236}">
                      <a16:creationId xmlns:a16="http://schemas.microsoft.com/office/drawing/2014/main" id="{65BAD93B-08C7-ACA9-D9EF-ABBBEE64E092}"/>
                    </a:ext>
                  </a:extLst>
                </p:cNvPr>
                <p:cNvSpPr/>
                <p:nvPr/>
              </p:nvSpPr>
              <p:spPr>
                <a:xfrm>
                  <a:off x="7531266" y="4453972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6" name="pl218">
                  <a:extLst>
                    <a:ext uri="{FF2B5EF4-FFF2-40B4-BE49-F238E27FC236}">
                      <a16:creationId xmlns:a16="http://schemas.microsoft.com/office/drawing/2014/main" id="{C00D6687-7AA6-2B90-01E4-CD0463BDEB83}"/>
                    </a:ext>
                  </a:extLst>
                </p:cNvPr>
                <p:cNvSpPr/>
                <p:nvPr/>
              </p:nvSpPr>
              <p:spPr>
                <a:xfrm>
                  <a:off x="7531266" y="4311325"/>
                  <a:ext cx="0" cy="3291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2918">
                      <a:moveTo>
                        <a:pt x="0" y="32918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7" name="rc219">
                  <a:extLst>
                    <a:ext uri="{FF2B5EF4-FFF2-40B4-BE49-F238E27FC236}">
                      <a16:creationId xmlns:a16="http://schemas.microsoft.com/office/drawing/2014/main" id="{72289DE4-1C1C-2A3B-A15F-8DC9DE788FCA}"/>
                    </a:ext>
                  </a:extLst>
                </p:cNvPr>
                <p:cNvSpPr/>
                <p:nvPr/>
              </p:nvSpPr>
              <p:spPr>
                <a:xfrm>
                  <a:off x="7448970" y="4344244"/>
                  <a:ext cx="164592" cy="109727"/>
                </a:xfrm>
                <a:prstGeom prst="rect">
                  <a:avLst/>
                </a:prstGeom>
                <a:solidFill>
                  <a:srgbClr val="FDE725">
                    <a:alpha val="100000"/>
                  </a:srgbClr>
                </a:solidFill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8" name="pl220">
                  <a:extLst>
                    <a:ext uri="{FF2B5EF4-FFF2-40B4-BE49-F238E27FC236}">
                      <a16:creationId xmlns:a16="http://schemas.microsoft.com/office/drawing/2014/main" id="{502F411F-96F8-FC35-8891-876C10EE25DC}"/>
                    </a:ext>
                  </a:extLst>
                </p:cNvPr>
                <p:cNvSpPr/>
                <p:nvPr/>
              </p:nvSpPr>
              <p:spPr>
                <a:xfrm>
                  <a:off x="7448970" y="4399108"/>
                  <a:ext cx="164592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4592">
                      <a:moveTo>
                        <a:pt x="0" y="0"/>
                      </a:moveTo>
                      <a:lnTo>
                        <a:pt x="164592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9" name="pl221">
                  <a:extLst>
                    <a:ext uri="{FF2B5EF4-FFF2-40B4-BE49-F238E27FC236}">
                      <a16:creationId xmlns:a16="http://schemas.microsoft.com/office/drawing/2014/main" id="{59BE393A-E41D-C1AD-013E-71A8526FC2C2}"/>
                    </a:ext>
                  </a:extLst>
                </p:cNvPr>
                <p:cNvSpPr/>
                <p:nvPr/>
              </p:nvSpPr>
              <p:spPr>
                <a:xfrm>
                  <a:off x="7531266" y="4486890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80" name="pl222">
                  <a:extLst>
                    <a:ext uri="{FF2B5EF4-FFF2-40B4-BE49-F238E27FC236}">
                      <a16:creationId xmlns:a16="http://schemas.microsoft.com/office/drawing/2014/main" id="{585468C8-4968-0E45-08E5-389D4A230751}"/>
                    </a:ext>
                  </a:extLst>
                </p:cNvPr>
                <p:cNvSpPr/>
                <p:nvPr/>
              </p:nvSpPr>
              <p:spPr>
                <a:xfrm>
                  <a:off x="7531266" y="4311325"/>
                  <a:ext cx="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ln w="13550" cap="flat">
                  <a:solidFill>
                    <a:srgbClr val="333333">
                      <a:alpha val="10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258" name="tx223">
                <a:extLst>
                  <a:ext uri="{FF2B5EF4-FFF2-40B4-BE49-F238E27FC236}">
                    <a16:creationId xmlns:a16="http://schemas.microsoft.com/office/drawing/2014/main" id="{90EC72BC-63ED-585E-6965-69E43797F579}"/>
                  </a:ext>
                </a:extLst>
              </p:cNvPr>
              <p:cNvSpPr/>
              <p:nvPr/>
            </p:nvSpPr>
            <p:spPr>
              <a:xfrm>
                <a:off x="7746520" y="3265364"/>
                <a:ext cx="347563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W1-TX</a:t>
                </a:r>
              </a:p>
            </p:txBody>
          </p:sp>
          <p:sp>
            <p:nvSpPr>
              <p:cNvPr id="259" name="tx224">
                <a:extLst>
                  <a:ext uri="{FF2B5EF4-FFF2-40B4-BE49-F238E27FC236}">
                    <a16:creationId xmlns:a16="http://schemas.microsoft.com/office/drawing/2014/main" id="{E5497A70-467A-18DF-CCA3-0570389CC8AC}"/>
                  </a:ext>
                </a:extLst>
              </p:cNvPr>
              <p:cNvSpPr/>
              <p:nvPr/>
            </p:nvSpPr>
            <p:spPr>
              <a:xfrm>
                <a:off x="7746520" y="3484820"/>
                <a:ext cx="34152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W2-LA</a:t>
                </a:r>
              </a:p>
            </p:txBody>
          </p:sp>
          <p:sp>
            <p:nvSpPr>
              <p:cNvPr id="260" name="tx225">
                <a:extLst>
                  <a:ext uri="{FF2B5EF4-FFF2-40B4-BE49-F238E27FC236}">
                    <a16:creationId xmlns:a16="http://schemas.microsoft.com/office/drawing/2014/main" id="{C49178BE-F8E5-C6DB-90C6-219A5BE3D5AA}"/>
                  </a:ext>
                </a:extLst>
              </p:cNvPr>
              <p:cNvSpPr/>
              <p:nvPr/>
            </p:nvSpPr>
            <p:spPr>
              <a:xfrm>
                <a:off x="7746520" y="3704276"/>
                <a:ext cx="33521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W3-FL</a:t>
                </a:r>
              </a:p>
            </p:txBody>
          </p:sp>
          <p:sp>
            <p:nvSpPr>
              <p:cNvPr id="261" name="tx226">
                <a:extLst>
                  <a:ext uri="{FF2B5EF4-FFF2-40B4-BE49-F238E27FC236}">
                    <a16:creationId xmlns:a16="http://schemas.microsoft.com/office/drawing/2014/main" id="{BA26F37F-3DE0-DBFA-986B-FDB0356B7D72}"/>
                  </a:ext>
                </a:extLst>
              </p:cNvPr>
              <p:cNvSpPr/>
              <p:nvPr/>
            </p:nvSpPr>
            <p:spPr>
              <a:xfrm>
                <a:off x="7746520" y="3923732"/>
                <a:ext cx="353872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W4-VA</a:t>
                </a:r>
              </a:p>
            </p:txBody>
          </p:sp>
          <p:sp>
            <p:nvSpPr>
              <p:cNvPr id="262" name="tx227">
                <a:extLst>
                  <a:ext uri="{FF2B5EF4-FFF2-40B4-BE49-F238E27FC236}">
                    <a16:creationId xmlns:a16="http://schemas.microsoft.com/office/drawing/2014/main" id="{BAA3EDF0-F3CC-7601-B518-C89390228746}"/>
                  </a:ext>
                </a:extLst>
              </p:cNvPr>
              <p:cNvSpPr/>
              <p:nvPr/>
            </p:nvSpPr>
            <p:spPr>
              <a:xfrm>
                <a:off x="7744968" y="2812203"/>
                <a:ext cx="45966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S1-LOLA</a:t>
                </a:r>
              </a:p>
            </p:txBody>
          </p:sp>
          <p:sp>
            <p:nvSpPr>
              <p:cNvPr id="263" name="tx228">
                <a:extLst>
                  <a:ext uri="{FF2B5EF4-FFF2-40B4-BE49-F238E27FC236}">
                    <a16:creationId xmlns:a16="http://schemas.microsoft.com/office/drawing/2014/main" id="{E452E296-FEF4-FD86-C704-1C6484DE5DD7}"/>
                  </a:ext>
                </a:extLst>
              </p:cNvPr>
              <p:cNvSpPr/>
              <p:nvPr/>
            </p:nvSpPr>
            <p:spPr>
              <a:xfrm>
                <a:off x="7744968" y="3031659"/>
                <a:ext cx="478139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S2-DEBY</a:t>
                </a:r>
              </a:p>
            </p:txBody>
          </p:sp>
          <p:sp>
            <p:nvSpPr>
              <p:cNvPr id="264" name="tx229">
                <a:extLst>
                  <a:ext uri="{FF2B5EF4-FFF2-40B4-BE49-F238E27FC236}">
                    <a16:creationId xmlns:a16="http://schemas.microsoft.com/office/drawing/2014/main" id="{0DF5711B-1AC6-974D-86CC-342B3B43598C}"/>
                  </a:ext>
                </a:extLst>
              </p:cNvPr>
              <p:cNvSpPr/>
              <p:nvPr/>
            </p:nvSpPr>
            <p:spPr>
              <a:xfrm>
                <a:off x="7750614" y="4161549"/>
                <a:ext cx="36612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W5-NH</a:t>
                </a:r>
              </a:p>
            </p:txBody>
          </p:sp>
          <p:sp>
            <p:nvSpPr>
              <p:cNvPr id="265" name="tx230">
                <a:extLst>
                  <a:ext uri="{FF2B5EF4-FFF2-40B4-BE49-F238E27FC236}">
                    <a16:creationId xmlns:a16="http://schemas.microsoft.com/office/drawing/2014/main" id="{18AF67F3-AC6F-977A-CBB8-03D92DAB59CF}"/>
                  </a:ext>
                </a:extLst>
              </p:cNvPr>
              <p:cNvSpPr/>
              <p:nvPr/>
            </p:nvSpPr>
            <p:spPr>
              <a:xfrm>
                <a:off x="7750614" y="4381005"/>
                <a:ext cx="3724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880"/>
                  </a:lnSpc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W6-ME</a:t>
                </a:r>
              </a:p>
            </p:txBody>
          </p:sp>
          <p:sp>
            <p:nvSpPr>
              <p:cNvPr id="266" name="tx77">
                <a:extLst>
                  <a:ext uri="{FF2B5EF4-FFF2-40B4-BE49-F238E27FC236}">
                    <a16:creationId xmlns:a16="http://schemas.microsoft.com/office/drawing/2014/main" id="{22A65E77-AA71-CC23-02DC-B0FDDC79F9C9}"/>
                  </a:ext>
                </a:extLst>
              </p:cNvPr>
              <p:cNvSpPr/>
              <p:nvPr/>
            </p:nvSpPr>
            <p:spPr>
              <a:xfrm>
                <a:off x="7476356" y="2420888"/>
                <a:ext cx="840059" cy="127558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>
                  <a:lnSpc>
                    <a:spcPts val="1400"/>
                  </a:lnSpc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Source </a:t>
                </a:r>
              </a:p>
              <a:p>
                <a:pPr>
                  <a:lnSpc>
                    <a:spcPts val="1400"/>
                  </a:lnSpc>
                </a:pPr>
                <a:r>
                  <a:rPr lang="en-US" sz="16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Population</a:t>
                </a:r>
                <a:endPara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endParaRPr>
              </a:p>
            </p:txBody>
          </p:sp>
        </p:grpSp>
        <p:sp>
          <p:nvSpPr>
            <p:cNvPr id="227" name="pl154">
              <a:extLst>
                <a:ext uri="{FF2B5EF4-FFF2-40B4-BE49-F238E27FC236}">
                  <a16:creationId xmlns:a16="http://schemas.microsoft.com/office/drawing/2014/main" id="{3006294B-048E-A68C-1C3A-3E5329450563}"/>
                </a:ext>
              </a:extLst>
            </p:cNvPr>
            <p:cNvSpPr/>
            <p:nvPr/>
          </p:nvSpPr>
          <p:spPr>
            <a:xfrm flipH="1">
              <a:off x="8641964" y="12292525"/>
              <a:ext cx="45719" cy="3007930"/>
            </a:xfrm>
            <a:custGeom>
              <a:avLst/>
              <a:gdLst/>
              <a:ahLst/>
              <a:cxnLst/>
              <a:rect l="0" t="0" r="0" b="0"/>
              <a:pathLst>
                <a:path h="3268183">
                  <a:moveTo>
                    <a:pt x="0" y="3268183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295" name="pl6">
            <a:extLst>
              <a:ext uri="{FF2B5EF4-FFF2-40B4-BE49-F238E27FC236}">
                <a16:creationId xmlns:a16="http://schemas.microsoft.com/office/drawing/2014/main" id="{CCE845F7-77A1-9F34-6F2F-CEED2F6C1A7A}"/>
              </a:ext>
            </a:extLst>
          </p:cNvPr>
          <p:cNvSpPr/>
          <p:nvPr/>
        </p:nvSpPr>
        <p:spPr>
          <a:xfrm>
            <a:off x="5723227" y="17504706"/>
            <a:ext cx="0" cy="630228"/>
          </a:xfrm>
          <a:custGeom>
            <a:avLst/>
            <a:gdLst/>
            <a:ahLst/>
            <a:cxnLst/>
            <a:rect l="0" t="0" r="0" b="0"/>
            <a:pathLst>
              <a:path h="630228">
                <a:moveTo>
                  <a:pt x="0" y="630228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6" name="pl7">
            <a:extLst>
              <a:ext uri="{FF2B5EF4-FFF2-40B4-BE49-F238E27FC236}">
                <a16:creationId xmlns:a16="http://schemas.microsoft.com/office/drawing/2014/main" id="{4F98E257-3521-7BD9-567F-24A104E84E39}"/>
              </a:ext>
            </a:extLst>
          </p:cNvPr>
          <p:cNvSpPr/>
          <p:nvPr/>
        </p:nvSpPr>
        <p:spPr>
          <a:xfrm>
            <a:off x="5723227" y="18795175"/>
            <a:ext cx="0" cy="390141"/>
          </a:xfrm>
          <a:custGeom>
            <a:avLst/>
            <a:gdLst/>
            <a:ahLst/>
            <a:cxnLst/>
            <a:rect l="0" t="0" r="0" b="0"/>
            <a:pathLst>
              <a:path h="390141">
                <a:moveTo>
                  <a:pt x="0" y="0"/>
                </a:moveTo>
                <a:lnTo>
                  <a:pt x="0" y="390141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7" name="pg8">
            <a:extLst>
              <a:ext uri="{FF2B5EF4-FFF2-40B4-BE49-F238E27FC236}">
                <a16:creationId xmlns:a16="http://schemas.microsoft.com/office/drawing/2014/main" id="{AFDAA846-3519-32BD-A219-A82167D34800}"/>
              </a:ext>
            </a:extLst>
          </p:cNvPr>
          <p:cNvSpPr/>
          <p:nvPr/>
        </p:nvSpPr>
        <p:spPr>
          <a:xfrm>
            <a:off x="5592382" y="18134936"/>
            <a:ext cx="261688" cy="660239"/>
          </a:xfrm>
          <a:custGeom>
            <a:avLst/>
            <a:gdLst/>
            <a:ahLst/>
            <a:cxnLst/>
            <a:rect l="0" t="0" r="0" b="0"/>
            <a:pathLst>
              <a:path w="261688" h="660239">
                <a:moveTo>
                  <a:pt x="0" y="0"/>
                </a:moveTo>
                <a:lnTo>
                  <a:pt x="0" y="660239"/>
                </a:lnTo>
                <a:lnTo>
                  <a:pt x="261688" y="660239"/>
                </a:lnTo>
                <a:lnTo>
                  <a:pt x="261688" y="0"/>
                </a:lnTo>
                <a:close/>
              </a:path>
            </a:pathLst>
          </a:custGeom>
          <a:solidFill>
            <a:srgbClr val="44015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98" name="pl9">
            <a:extLst>
              <a:ext uri="{FF2B5EF4-FFF2-40B4-BE49-F238E27FC236}">
                <a16:creationId xmlns:a16="http://schemas.microsoft.com/office/drawing/2014/main" id="{1140D94B-95DA-FEC6-0F2A-3E49E530465A}"/>
              </a:ext>
            </a:extLst>
          </p:cNvPr>
          <p:cNvSpPr/>
          <p:nvPr/>
        </p:nvSpPr>
        <p:spPr>
          <a:xfrm>
            <a:off x="5592382" y="18465054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chemeClr val="bg1">
                <a:lumMod val="50000"/>
              </a:scheme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99" name="pt10">
            <a:extLst>
              <a:ext uri="{FF2B5EF4-FFF2-40B4-BE49-F238E27FC236}">
                <a16:creationId xmlns:a16="http://schemas.microsoft.com/office/drawing/2014/main" id="{DC073C85-A03F-0675-754D-372E2E46100C}"/>
              </a:ext>
            </a:extLst>
          </p:cNvPr>
          <p:cNvSpPr/>
          <p:nvPr/>
        </p:nvSpPr>
        <p:spPr>
          <a:xfrm>
            <a:off x="6047320" y="19760708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0" name="pt11">
            <a:extLst>
              <a:ext uri="{FF2B5EF4-FFF2-40B4-BE49-F238E27FC236}">
                <a16:creationId xmlns:a16="http://schemas.microsoft.com/office/drawing/2014/main" id="{769A7C0A-4557-8FF1-B66C-1DE31F2FDD6C}"/>
              </a:ext>
            </a:extLst>
          </p:cNvPr>
          <p:cNvSpPr/>
          <p:nvPr/>
        </p:nvSpPr>
        <p:spPr>
          <a:xfrm>
            <a:off x="6047320" y="19550632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1" name="pt12">
            <a:extLst>
              <a:ext uri="{FF2B5EF4-FFF2-40B4-BE49-F238E27FC236}">
                <a16:creationId xmlns:a16="http://schemas.microsoft.com/office/drawing/2014/main" id="{E42BEBEE-B269-F612-9AF0-CC6469AD51BE}"/>
              </a:ext>
            </a:extLst>
          </p:cNvPr>
          <p:cNvSpPr/>
          <p:nvPr/>
        </p:nvSpPr>
        <p:spPr>
          <a:xfrm>
            <a:off x="6047320" y="19700686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2" name="pt13">
            <a:extLst>
              <a:ext uri="{FF2B5EF4-FFF2-40B4-BE49-F238E27FC236}">
                <a16:creationId xmlns:a16="http://schemas.microsoft.com/office/drawing/2014/main" id="{D26AE531-6BE8-ABF5-B91B-04ED4BBFC625}"/>
              </a:ext>
            </a:extLst>
          </p:cNvPr>
          <p:cNvSpPr/>
          <p:nvPr/>
        </p:nvSpPr>
        <p:spPr>
          <a:xfrm>
            <a:off x="6047320" y="20090827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3" name="pl14">
            <a:extLst>
              <a:ext uri="{FF2B5EF4-FFF2-40B4-BE49-F238E27FC236}">
                <a16:creationId xmlns:a16="http://schemas.microsoft.com/office/drawing/2014/main" id="{31E2683F-A04A-68C2-D3ED-FC616EF14825}"/>
              </a:ext>
            </a:extLst>
          </p:cNvPr>
          <p:cNvSpPr/>
          <p:nvPr/>
        </p:nvSpPr>
        <p:spPr>
          <a:xfrm>
            <a:off x="6072145" y="17804816"/>
            <a:ext cx="0" cy="622725"/>
          </a:xfrm>
          <a:custGeom>
            <a:avLst/>
            <a:gdLst/>
            <a:ahLst/>
            <a:cxnLst/>
            <a:rect l="0" t="0" r="0" b="0"/>
            <a:pathLst>
              <a:path h="622725">
                <a:moveTo>
                  <a:pt x="0" y="62272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4" name="pl15">
            <a:extLst>
              <a:ext uri="{FF2B5EF4-FFF2-40B4-BE49-F238E27FC236}">
                <a16:creationId xmlns:a16="http://schemas.microsoft.com/office/drawing/2014/main" id="{EC084AF1-ABED-BC2E-089F-D4683AB66124}"/>
              </a:ext>
            </a:extLst>
          </p:cNvPr>
          <p:cNvSpPr/>
          <p:nvPr/>
        </p:nvSpPr>
        <p:spPr>
          <a:xfrm>
            <a:off x="6072145" y="18862698"/>
            <a:ext cx="0" cy="652736"/>
          </a:xfrm>
          <a:custGeom>
            <a:avLst/>
            <a:gdLst/>
            <a:ahLst/>
            <a:cxnLst/>
            <a:rect l="0" t="0" r="0" b="0"/>
            <a:pathLst>
              <a:path h="652736">
                <a:moveTo>
                  <a:pt x="0" y="0"/>
                </a:moveTo>
                <a:lnTo>
                  <a:pt x="0" y="65273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5" name="pg16">
            <a:extLst>
              <a:ext uri="{FF2B5EF4-FFF2-40B4-BE49-F238E27FC236}">
                <a16:creationId xmlns:a16="http://schemas.microsoft.com/office/drawing/2014/main" id="{00465F8E-C01C-E508-5964-F2D6C7DED178}"/>
              </a:ext>
            </a:extLst>
          </p:cNvPr>
          <p:cNvSpPr/>
          <p:nvPr/>
        </p:nvSpPr>
        <p:spPr>
          <a:xfrm>
            <a:off x="5941300" y="18427542"/>
            <a:ext cx="261688" cy="435157"/>
          </a:xfrm>
          <a:custGeom>
            <a:avLst/>
            <a:gdLst/>
            <a:ahLst/>
            <a:cxnLst/>
            <a:rect l="0" t="0" r="0" b="0"/>
            <a:pathLst>
              <a:path w="261688" h="435157">
                <a:moveTo>
                  <a:pt x="0" y="0"/>
                </a:moveTo>
                <a:lnTo>
                  <a:pt x="0" y="435157"/>
                </a:lnTo>
                <a:lnTo>
                  <a:pt x="261688" y="435157"/>
                </a:lnTo>
                <a:lnTo>
                  <a:pt x="261688" y="0"/>
                </a:lnTo>
                <a:close/>
              </a:path>
            </a:pathLst>
          </a:custGeom>
          <a:solidFill>
            <a:srgbClr val="46337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06" name="pl17">
            <a:extLst>
              <a:ext uri="{FF2B5EF4-FFF2-40B4-BE49-F238E27FC236}">
                <a16:creationId xmlns:a16="http://schemas.microsoft.com/office/drawing/2014/main" id="{B83FAB77-301A-23C8-A87E-30FAE3CC9407}"/>
              </a:ext>
            </a:extLst>
          </p:cNvPr>
          <p:cNvSpPr/>
          <p:nvPr/>
        </p:nvSpPr>
        <p:spPr>
          <a:xfrm>
            <a:off x="5941300" y="18645120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chemeClr val="bg1">
                <a:lumMod val="50000"/>
              </a:scheme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07" name="pt18">
            <a:extLst>
              <a:ext uri="{FF2B5EF4-FFF2-40B4-BE49-F238E27FC236}">
                <a16:creationId xmlns:a16="http://schemas.microsoft.com/office/drawing/2014/main" id="{DA08FB89-7B2D-AF7F-C611-8029A5C0EB73}"/>
              </a:ext>
            </a:extLst>
          </p:cNvPr>
          <p:cNvSpPr/>
          <p:nvPr/>
        </p:nvSpPr>
        <p:spPr>
          <a:xfrm>
            <a:off x="6396238" y="19880751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8" name="pt19">
            <a:extLst>
              <a:ext uri="{FF2B5EF4-FFF2-40B4-BE49-F238E27FC236}">
                <a16:creationId xmlns:a16="http://schemas.microsoft.com/office/drawing/2014/main" id="{81CB7C4F-A324-4CAB-281B-F1436AD6029C}"/>
              </a:ext>
            </a:extLst>
          </p:cNvPr>
          <p:cNvSpPr/>
          <p:nvPr/>
        </p:nvSpPr>
        <p:spPr>
          <a:xfrm>
            <a:off x="6396238" y="17509892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9" name="pt20">
            <a:extLst>
              <a:ext uri="{FF2B5EF4-FFF2-40B4-BE49-F238E27FC236}">
                <a16:creationId xmlns:a16="http://schemas.microsoft.com/office/drawing/2014/main" id="{F9F69A37-E363-5EE8-0E14-ABB4D4FD285D}"/>
              </a:ext>
            </a:extLst>
          </p:cNvPr>
          <p:cNvSpPr/>
          <p:nvPr/>
        </p:nvSpPr>
        <p:spPr>
          <a:xfrm>
            <a:off x="6396238" y="20330914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0" name="pl21">
            <a:extLst>
              <a:ext uri="{FF2B5EF4-FFF2-40B4-BE49-F238E27FC236}">
                <a16:creationId xmlns:a16="http://schemas.microsoft.com/office/drawing/2014/main" id="{47307CA9-1CC3-27D2-4149-61980C72927C}"/>
              </a:ext>
            </a:extLst>
          </p:cNvPr>
          <p:cNvSpPr/>
          <p:nvPr/>
        </p:nvSpPr>
        <p:spPr>
          <a:xfrm>
            <a:off x="6421063" y="17744793"/>
            <a:ext cx="0" cy="780282"/>
          </a:xfrm>
          <a:custGeom>
            <a:avLst/>
            <a:gdLst/>
            <a:ahLst/>
            <a:cxnLst/>
            <a:rect l="0" t="0" r="0" b="0"/>
            <a:pathLst>
              <a:path h="780282">
                <a:moveTo>
                  <a:pt x="0" y="78028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1" name="pl22">
            <a:extLst>
              <a:ext uri="{FF2B5EF4-FFF2-40B4-BE49-F238E27FC236}">
                <a16:creationId xmlns:a16="http://schemas.microsoft.com/office/drawing/2014/main" id="{FA39B88F-974A-C609-6E71-2BCA48922B3E}"/>
              </a:ext>
            </a:extLst>
          </p:cNvPr>
          <p:cNvSpPr/>
          <p:nvPr/>
        </p:nvSpPr>
        <p:spPr>
          <a:xfrm>
            <a:off x="6421063" y="19065273"/>
            <a:ext cx="0" cy="660239"/>
          </a:xfrm>
          <a:custGeom>
            <a:avLst/>
            <a:gdLst/>
            <a:ahLst/>
            <a:cxnLst/>
            <a:rect l="0" t="0" r="0" b="0"/>
            <a:pathLst>
              <a:path h="660239">
                <a:moveTo>
                  <a:pt x="0" y="0"/>
                </a:moveTo>
                <a:lnTo>
                  <a:pt x="0" y="66023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2" name="pg23">
            <a:extLst>
              <a:ext uri="{FF2B5EF4-FFF2-40B4-BE49-F238E27FC236}">
                <a16:creationId xmlns:a16="http://schemas.microsoft.com/office/drawing/2014/main" id="{624655EE-A5D7-D4C2-8AEC-8FC46B4690A5}"/>
              </a:ext>
            </a:extLst>
          </p:cNvPr>
          <p:cNvSpPr/>
          <p:nvPr/>
        </p:nvSpPr>
        <p:spPr>
          <a:xfrm>
            <a:off x="6290218" y="18525077"/>
            <a:ext cx="261688" cy="540195"/>
          </a:xfrm>
          <a:custGeom>
            <a:avLst/>
            <a:gdLst/>
            <a:ahLst/>
            <a:cxnLst/>
            <a:rect l="0" t="0" r="0" b="0"/>
            <a:pathLst>
              <a:path w="261688" h="540195">
                <a:moveTo>
                  <a:pt x="0" y="0"/>
                </a:moveTo>
                <a:lnTo>
                  <a:pt x="0" y="540195"/>
                </a:lnTo>
                <a:lnTo>
                  <a:pt x="261688" y="540195"/>
                </a:lnTo>
                <a:lnTo>
                  <a:pt x="261688" y="0"/>
                </a:lnTo>
                <a:close/>
              </a:path>
            </a:pathLst>
          </a:custGeom>
          <a:solidFill>
            <a:srgbClr val="365C8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3" name="pl24">
            <a:extLst>
              <a:ext uri="{FF2B5EF4-FFF2-40B4-BE49-F238E27FC236}">
                <a16:creationId xmlns:a16="http://schemas.microsoft.com/office/drawing/2014/main" id="{2A84656B-B959-5431-A8FE-D9DA7ABB7F90}"/>
              </a:ext>
            </a:extLst>
          </p:cNvPr>
          <p:cNvSpPr/>
          <p:nvPr/>
        </p:nvSpPr>
        <p:spPr>
          <a:xfrm>
            <a:off x="6290218" y="18795174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4" name="pt25">
            <a:extLst>
              <a:ext uri="{FF2B5EF4-FFF2-40B4-BE49-F238E27FC236}">
                <a16:creationId xmlns:a16="http://schemas.microsoft.com/office/drawing/2014/main" id="{6D18F544-FE07-0BEB-0DE2-36B5531FD0D0}"/>
              </a:ext>
            </a:extLst>
          </p:cNvPr>
          <p:cNvSpPr/>
          <p:nvPr/>
        </p:nvSpPr>
        <p:spPr>
          <a:xfrm>
            <a:off x="6745156" y="19940773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5" name="pl26">
            <a:extLst>
              <a:ext uri="{FF2B5EF4-FFF2-40B4-BE49-F238E27FC236}">
                <a16:creationId xmlns:a16="http://schemas.microsoft.com/office/drawing/2014/main" id="{F2BB2C3B-98EA-9850-2556-1BA4A5D38F9D}"/>
              </a:ext>
            </a:extLst>
          </p:cNvPr>
          <p:cNvSpPr/>
          <p:nvPr/>
        </p:nvSpPr>
        <p:spPr>
          <a:xfrm>
            <a:off x="6769981" y="17594740"/>
            <a:ext cx="0" cy="660239"/>
          </a:xfrm>
          <a:custGeom>
            <a:avLst/>
            <a:gdLst/>
            <a:ahLst/>
            <a:cxnLst/>
            <a:rect l="0" t="0" r="0" b="0"/>
            <a:pathLst>
              <a:path h="660239">
                <a:moveTo>
                  <a:pt x="0" y="66023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6" name="pl27">
            <a:extLst>
              <a:ext uri="{FF2B5EF4-FFF2-40B4-BE49-F238E27FC236}">
                <a16:creationId xmlns:a16="http://schemas.microsoft.com/office/drawing/2014/main" id="{835C8A54-F355-0FC1-6C24-F47F0E1621AD}"/>
              </a:ext>
            </a:extLst>
          </p:cNvPr>
          <p:cNvSpPr/>
          <p:nvPr/>
        </p:nvSpPr>
        <p:spPr>
          <a:xfrm>
            <a:off x="6769981" y="18915218"/>
            <a:ext cx="0" cy="660239"/>
          </a:xfrm>
          <a:custGeom>
            <a:avLst/>
            <a:gdLst/>
            <a:ahLst/>
            <a:cxnLst/>
            <a:rect l="0" t="0" r="0" b="0"/>
            <a:pathLst>
              <a:path h="660239">
                <a:moveTo>
                  <a:pt x="0" y="0"/>
                </a:moveTo>
                <a:lnTo>
                  <a:pt x="0" y="66023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7" name="pg28">
            <a:extLst>
              <a:ext uri="{FF2B5EF4-FFF2-40B4-BE49-F238E27FC236}">
                <a16:creationId xmlns:a16="http://schemas.microsoft.com/office/drawing/2014/main" id="{2A2ABFE3-8C05-F3A3-A2B5-3AFE1818369B}"/>
              </a:ext>
            </a:extLst>
          </p:cNvPr>
          <p:cNvSpPr/>
          <p:nvPr/>
        </p:nvSpPr>
        <p:spPr>
          <a:xfrm>
            <a:off x="6639136" y="18254979"/>
            <a:ext cx="261688" cy="660239"/>
          </a:xfrm>
          <a:custGeom>
            <a:avLst/>
            <a:gdLst/>
            <a:ahLst/>
            <a:cxnLst/>
            <a:rect l="0" t="0" r="0" b="0"/>
            <a:pathLst>
              <a:path w="261688" h="660239">
                <a:moveTo>
                  <a:pt x="0" y="0"/>
                </a:moveTo>
                <a:lnTo>
                  <a:pt x="0" y="660239"/>
                </a:lnTo>
                <a:lnTo>
                  <a:pt x="261688" y="660239"/>
                </a:lnTo>
                <a:lnTo>
                  <a:pt x="261688" y="0"/>
                </a:lnTo>
                <a:close/>
              </a:path>
            </a:pathLst>
          </a:custGeom>
          <a:solidFill>
            <a:srgbClr val="277F8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8" name="pl29">
            <a:extLst>
              <a:ext uri="{FF2B5EF4-FFF2-40B4-BE49-F238E27FC236}">
                <a16:creationId xmlns:a16="http://schemas.microsoft.com/office/drawing/2014/main" id="{9E075351-1AF3-49D2-C19B-542AB7C859CF}"/>
              </a:ext>
            </a:extLst>
          </p:cNvPr>
          <p:cNvSpPr/>
          <p:nvPr/>
        </p:nvSpPr>
        <p:spPr>
          <a:xfrm>
            <a:off x="6639136" y="18645120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9" name="pt30">
            <a:extLst>
              <a:ext uri="{FF2B5EF4-FFF2-40B4-BE49-F238E27FC236}">
                <a16:creationId xmlns:a16="http://schemas.microsoft.com/office/drawing/2014/main" id="{1367486F-D6B5-7F9B-0081-966900C5D38D}"/>
              </a:ext>
            </a:extLst>
          </p:cNvPr>
          <p:cNvSpPr/>
          <p:nvPr/>
        </p:nvSpPr>
        <p:spPr>
          <a:xfrm>
            <a:off x="7094074" y="17990066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0" name="pt31">
            <a:extLst>
              <a:ext uri="{FF2B5EF4-FFF2-40B4-BE49-F238E27FC236}">
                <a16:creationId xmlns:a16="http://schemas.microsoft.com/office/drawing/2014/main" id="{6F4756A4-44D0-6E60-A347-D63ADD80EB25}"/>
              </a:ext>
            </a:extLst>
          </p:cNvPr>
          <p:cNvSpPr/>
          <p:nvPr/>
        </p:nvSpPr>
        <p:spPr>
          <a:xfrm>
            <a:off x="7094074" y="19760708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1" name="pt32">
            <a:extLst>
              <a:ext uri="{FF2B5EF4-FFF2-40B4-BE49-F238E27FC236}">
                <a16:creationId xmlns:a16="http://schemas.microsoft.com/office/drawing/2014/main" id="{F283FC4A-2AE8-62DB-9853-DA130FF59735}"/>
              </a:ext>
            </a:extLst>
          </p:cNvPr>
          <p:cNvSpPr/>
          <p:nvPr/>
        </p:nvSpPr>
        <p:spPr>
          <a:xfrm>
            <a:off x="7094074" y="19970784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2" name="pt33">
            <a:extLst>
              <a:ext uri="{FF2B5EF4-FFF2-40B4-BE49-F238E27FC236}">
                <a16:creationId xmlns:a16="http://schemas.microsoft.com/office/drawing/2014/main" id="{6AC33ACF-05B8-C01A-2E02-A6BAE4FD25A3}"/>
              </a:ext>
            </a:extLst>
          </p:cNvPr>
          <p:cNvSpPr/>
          <p:nvPr/>
        </p:nvSpPr>
        <p:spPr>
          <a:xfrm>
            <a:off x="7094074" y="20000795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3" name="pl34">
            <a:extLst>
              <a:ext uri="{FF2B5EF4-FFF2-40B4-BE49-F238E27FC236}">
                <a16:creationId xmlns:a16="http://schemas.microsoft.com/office/drawing/2014/main" id="{4C8DB01E-B964-E7C3-1F3D-E27941AEE6E6}"/>
              </a:ext>
            </a:extLst>
          </p:cNvPr>
          <p:cNvSpPr/>
          <p:nvPr/>
        </p:nvSpPr>
        <p:spPr>
          <a:xfrm>
            <a:off x="7118898" y="18405034"/>
            <a:ext cx="0" cy="307611"/>
          </a:xfrm>
          <a:custGeom>
            <a:avLst/>
            <a:gdLst/>
            <a:ahLst/>
            <a:cxnLst/>
            <a:rect l="0" t="0" r="0" b="0"/>
            <a:pathLst>
              <a:path h="307611">
                <a:moveTo>
                  <a:pt x="0" y="307611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4" name="pl35">
            <a:extLst>
              <a:ext uri="{FF2B5EF4-FFF2-40B4-BE49-F238E27FC236}">
                <a16:creationId xmlns:a16="http://schemas.microsoft.com/office/drawing/2014/main" id="{27B74213-6497-FCF0-4152-CB8CC3A00284}"/>
              </a:ext>
            </a:extLst>
          </p:cNvPr>
          <p:cNvSpPr/>
          <p:nvPr/>
        </p:nvSpPr>
        <p:spPr>
          <a:xfrm>
            <a:off x="7118898" y="19125294"/>
            <a:ext cx="0" cy="510184"/>
          </a:xfrm>
          <a:custGeom>
            <a:avLst/>
            <a:gdLst/>
            <a:ahLst/>
            <a:cxnLst/>
            <a:rect l="0" t="0" r="0" b="0"/>
            <a:pathLst>
              <a:path h="510184">
                <a:moveTo>
                  <a:pt x="0" y="0"/>
                </a:moveTo>
                <a:lnTo>
                  <a:pt x="0" y="510184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5" name="pg36">
            <a:extLst>
              <a:ext uri="{FF2B5EF4-FFF2-40B4-BE49-F238E27FC236}">
                <a16:creationId xmlns:a16="http://schemas.microsoft.com/office/drawing/2014/main" id="{730B9CC9-0BCA-C4AD-1B17-6E732825F959}"/>
              </a:ext>
            </a:extLst>
          </p:cNvPr>
          <p:cNvSpPr/>
          <p:nvPr/>
        </p:nvSpPr>
        <p:spPr>
          <a:xfrm>
            <a:off x="6988054" y="18712645"/>
            <a:ext cx="261688" cy="412649"/>
          </a:xfrm>
          <a:custGeom>
            <a:avLst/>
            <a:gdLst/>
            <a:ahLst/>
            <a:cxnLst/>
            <a:rect l="0" t="0" r="0" b="0"/>
            <a:pathLst>
              <a:path w="261688" h="412649">
                <a:moveTo>
                  <a:pt x="0" y="0"/>
                </a:moveTo>
                <a:lnTo>
                  <a:pt x="0" y="412649"/>
                </a:lnTo>
                <a:lnTo>
                  <a:pt x="261688" y="412649"/>
                </a:lnTo>
                <a:lnTo>
                  <a:pt x="261688" y="0"/>
                </a:lnTo>
                <a:close/>
              </a:path>
            </a:pathLst>
          </a:custGeom>
          <a:solidFill>
            <a:srgbClr val="1FA18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26" name="pl37">
            <a:extLst>
              <a:ext uri="{FF2B5EF4-FFF2-40B4-BE49-F238E27FC236}">
                <a16:creationId xmlns:a16="http://schemas.microsoft.com/office/drawing/2014/main" id="{519C8F10-15BA-1961-1C83-B2A5D6A028B2}"/>
              </a:ext>
            </a:extLst>
          </p:cNvPr>
          <p:cNvSpPr/>
          <p:nvPr/>
        </p:nvSpPr>
        <p:spPr>
          <a:xfrm>
            <a:off x="6988054" y="18885207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27" name="pt38">
            <a:extLst>
              <a:ext uri="{FF2B5EF4-FFF2-40B4-BE49-F238E27FC236}">
                <a16:creationId xmlns:a16="http://schemas.microsoft.com/office/drawing/2014/main" id="{BD6EE29C-1AF3-7AB5-B4EA-CA6F3745A04B}"/>
              </a:ext>
            </a:extLst>
          </p:cNvPr>
          <p:cNvSpPr/>
          <p:nvPr/>
        </p:nvSpPr>
        <p:spPr>
          <a:xfrm>
            <a:off x="7442992" y="19910762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8" name="pt39">
            <a:extLst>
              <a:ext uri="{FF2B5EF4-FFF2-40B4-BE49-F238E27FC236}">
                <a16:creationId xmlns:a16="http://schemas.microsoft.com/office/drawing/2014/main" id="{1915F5B4-20A9-0012-15D8-71EC01E2A613}"/>
              </a:ext>
            </a:extLst>
          </p:cNvPr>
          <p:cNvSpPr/>
          <p:nvPr/>
        </p:nvSpPr>
        <p:spPr>
          <a:xfrm>
            <a:off x="7442992" y="17659947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9" name="pt40">
            <a:extLst>
              <a:ext uri="{FF2B5EF4-FFF2-40B4-BE49-F238E27FC236}">
                <a16:creationId xmlns:a16="http://schemas.microsoft.com/office/drawing/2014/main" id="{6EB749A6-28BF-750C-AEF6-F8C24CD39337}"/>
              </a:ext>
            </a:extLst>
          </p:cNvPr>
          <p:cNvSpPr/>
          <p:nvPr/>
        </p:nvSpPr>
        <p:spPr>
          <a:xfrm>
            <a:off x="7442992" y="17689958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0" name="pt41">
            <a:extLst>
              <a:ext uri="{FF2B5EF4-FFF2-40B4-BE49-F238E27FC236}">
                <a16:creationId xmlns:a16="http://schemas.microsoft.com/office/drawing/2014/main" id="{0AE2E2A5-2D86-B0AA-3E77-43EAA418993E}"/>
              </a:ext>
            </a:extLst>
          </p:cNvPr>
          <p:cNvSpPr/>
          <p:nvPr/>
        </p:nvSpPr>
        <p:spPr>
          <a:xfrm>
            <a:off x="7442992" y="18020077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1" name="pt42">
            <a:extLst>
              <a:ext uri="{FF2B5EF4-FFF2-40B4-BE49-F238E27FC236}">
                <a16:creationId xmlns:a16="http://schemas.microsoft.com/office/drawing/2014/main" id="{783829BB-FE1C-8593-9AC8-A9414E75EF3C}"/>
              </a:ext>
            </a:extLst>
          </p:cNvPr>
          <p:cNvSpPr/>
          <p:nvPr/>
        </p:nvSpPr>
        <p:spPr>
          <a:xfrm>
            <a:off x="7442992" y="19640664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2" name="pl43">
            <a:extLst>
              <a:ext uri="{FF2B5EF4-FFF2-40B4-BE49-F238E27FC236}">
                <a16:creationId xmlns:a16="http://schemas.microsoft.com/office/drawing/2014/main" id="{A89B95A4-311C-E299-2CC8-7D41097467A9}"/>
              </a:ext>
            </a:extLst>
          </p:cNvPr>
          <p:cNvSpPr/>
          <p:nvPr/>
        </p:nvSpPr>
        <p:spPr>
          <a:xfrm>
            <a:off x="7467816" y="18164947"/>
            <a:ext cx="0" cy="480173"/>
          </a:xfrm>
          <a:custGeom>
            <a:avLst/>
            <a:gdLst/>
            <a:ahLst/>
            <a:cxnLst/>
            <a:rect l="0" t="0" r="0" b="0"/>
            <a:pathLst>
              <a:path h="480173">
                <a:moveTo>
                  <a:pt x="0" y="48017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3" name="pl44">
            <a:extLst>
              <a:ext uri="{FF2B5EF4-FFF2-40B4-BE49-F238E27FC236}">
                <a16:creationId xmlns:a16="http://schemas.microsoft.com/office/drawing/2014/main" id="{08EEE6D5-930A-D23E-BC2F-2E607EE06D89}"/>
              </a:ext>
            </a:extLst>
          </p:cNvPr>
          <p:cNvSpPr/>
          <p:nvPr/>
        </p:nvSpPr>
        <p:spPr>
          <a:xfrm>
            <a:off x="7467816" y="19035262"/>
            <a:ext cx="0" cy="270097"/>
          </a:xfrm>
          <a:custGeom>
            <a:avLst/>
            <a:gdLst/>
            <a:ahLst/>
            <a:cxnLst/>
            <a:rect l="0" t="0" r="0" b="0"/>
            <a:pathLst>
              <a:path h="270097">
                <a:moveTo>
                  <a:pt x="0" y="0"/>
                </a:moveTo>
                <a:lnTo>
                  <a:pt x="0" y="270097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4" name="pg45">
            <a:extLst>
              <a:ext uri="{FF2B5EF4-FFF2-40B4-BE49-F238E27FC236}">
                <a16:creationId xmlns:a16="http://schemas.microsoft.com/office/drawing/2014/main" id="{E4B920C1-0D48-A28B-1E00-98388159419D}"/>
              </a:ext>
            </a:extLst>
          </p:cNvPr>
          <p:cNvSpPr/>
          <p:nvPr/>
        </p:nvSpPr>
        <p:spPr>
          <a:xfrm>
            <a:off x="7336972" y="18645121"/>
            <a:ext cx="261688" cy="390141"/>
          </a:xfrm>
          <a:custGeom>
            <a:avLst/>
            <a:gdLst/>
            <a:ahLst/>
            <a:cxnLst/>
            <a:rect l="0" t="0" r="0" b="0"/>
            <a:pathLst>
              <a:path w="261688" h="390141">
                <a:moveTo>
                  <a:pt x="0" y="0"/>
                </a:moveTo>
                <a:lnTo>
                  <a:pt x="0" y="390141"/>
                </a:lnTo>
                <a:lnTo>
                  <a:pt x="261688" y="390141"/>
                </a:lnTo>
                <a:lnTo>
                  <a:pt x="261688" y="0"/>
                </a:lnTo>
                <a:close/>
              </a:path>
            </a:pathLst>
          </a:custGeom>
          <a:solidFill>
            <a:srgbClr val="4AC1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35" name="pl46">
            <a:extLst>
              <a:ext uri="{FF2B5EF4-FFF2-40B4-BE49-F238E27FC236}">
                <a16:creationId xmlns:a16="http://schemas.microsoft.com/office/drawing/2014/main" id="{9AAAA773-87DF-F1D1-7D55-6F4C5CDD20A2}"/>
              </a:ext>
            </a:extLst>
          </p:cNvPr>
          <p:cNvSpPr/>
          <p:nvPr/>
        </p:nvSpPr>
        <p:spPr>
          <a:xfrm>
            <a:off x="7336972" y="18825185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36" name="pl47">
            <a:extLst>
              <a:ext uri="{FF2B5EF4-FFF2-40B4-BE49-F238E27FC236}">
                <a16:creationId xmlns:a16="http://schemas.microsoft.com/office/drawing/2014/main" id="{54720CC5-9EF9-E834-9CD8-9DF050DFE16B}"/>
              </a:ext>
            </a:extLst>
          </p:cNvPr>
          <p:cNvSpPr/>
          <p:nvPr/>
        </p:nvSpPr>
        <p:spPr>
          <a:xfrm>
            <a:off x="7816734" y="19005250"/>
            <a:ext cx="0" cy="360130"/>
          </a:xfrm>
          <a:custGeom>
            <a:avLst/>
            <a:gdLst/>
            <a:ahLst/>
            <a:cxnLst/>
            <a:rect l="0" t="0" r="0" b="0"/>
            <a:pathLst>
              <a:path h="360130">
                <a:moveTo>
                  <a:pt x="0" y="36013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7" name="pl48">
            <a:extLst>
              <a:ext uri="{FF2B5EF4-FFF2-40B4-BE49-F238E27FC236}">
                <a16:creationId xmlns:a16="http://schemas.microsoft.com/office/drawing/2014/main" id="{0B795B18-A312-595C-C07B-DE2B4CA80C4F}"/>
              </a:ext>
            </a:extLst>
          </p:cNvPr>
          <p:cNvSpPr/>
          <p:nvPr/>
        </p:nvSpPr>
        <p:spPr>
          <a:xfrm>
            <a:off x="7816734" y="20040626"/>
            <a:ext cx="0" cy="375135"/>
          </a:xfrm>
          <a:custGeom>
            <a:avLst/>
            <a:gdLst/>
            <a:ahLst/>
            <a:cxnLst/>
            <a:rect l="0" t="0" r="0" b="0"/>
            <a:pathLst>
              <a:path h="375135">
                <a:moveTo>
                  <a:pt x="0" y="0"/>
                </a:moveTo>
                <a:lnTo>
                  <a:pt x="0" y="37513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8" name="pg49">
            <a:extLst>
              <a:ext uri="{FF2B5EF4-FFF2-40B4-BE49-F238E27FC236}">
                <a16:creationId xmlns:a16="http://schemas.microsoft.com/office/drawing/2014/main" id="{F107CB96-946E-EBE8-F1D3-8F53C0F923D4}"/>
              </a:ext>
            </a:extLst>
          </p:cNvPr>
          <p:cNvSpPr/>
          <p:nvPr/>
        </p:nvSpPr>
        <p:spPr>
          <a:xfrm>
            <a:off x="7685890" y="19365380"/>
            <a:ext cx="261688" cy="675244"/>
          </a:xfrm>
          <a:custGeom>
            <a:avLst/>
            <a:gdLst/>
            <a:ahLst/>
            <a:cxnLst/>
            <a:rect l="0" t="0" r="0" b="0"/>
            <a:pathLst>
              <a:path w="261688" h="675244">
                <a:moveTo>
                  <a:pt x="0" y="0"/>
                </a:moveTo>
                <a:lnTo>
                  <a:pt x="0" y="675244"/>
                </a:lnTo>
                <a:lnTo>
                  <a:pt x="261688" y="675244"/>
                </a:lnTo>
                <a:lnTo>
                  <a:pt x="261688" y="0"/>
                </a:lnTo>
                <a:close/>
              </a:path>
            </a:pathLst>
          </a:custGeom>
          <a:solidFill>
            <a:srgbClr val="9FDA3A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39" name="pl50">
            <a:extLst>
              <a:ext uri="{FF2B5EF4-FFF2-40B4-BE49-F238E27FC236}">
                <a16:creationId xmlns:a16="http://schemas.microsoft.com/office/drawing/2014/main" id="{AA7D8457-9FBF-6447-F931-27350E702249}"/>
              </a:ext>
            </a:extLst>
          </p:cNvPr>
          <p:cNvSpPr/>
          <p:nvPr/>
        </p:nvSpPr>
        <p:spPr>
          <a:xfrm>
            <a:off x="7685890" y="19530440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0" name="pt51">
            <a:extLst>
              <a:ext uri="{FF2B5EF4-FFF2-40B4-BE49-F238E27FC236}">
                <a16:creationId xmlns:a16="http://schemas.microsoft.com/office/drawing/2014/main" id="{D076ECEA-8335-2CB3-1DC1-0871A4C4F20B}"/>
              </a:ext>
            </a:extLst>
          </p:cNvPr>
          <p:cNvSpPr/>
          <p:nvPr/>
        </p:nvSpPr>
        <p:spPr>
          <a:xfrm>
            <a:off x="8140827" y="20060816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1" name="pt52">
            <a:extLst>
              <a:ext uri="{FF2B5EF4-FFF2-40B4-BE49-F238E27FC236}">
                <a16:creationId xmlns:a16="http://schemas.microsoft.com/office/drawing/2014/main" id="{20BBAD9E-4E6E-0BBC-939E-E8033B686EBB}"/>
              </a:ext>
            </a:extLst>
          </p:cNvPr>
          <p:cNvSpPr/>
          <p:nvPr/>
        </p:nvSpPr>
        <p:spPr>
          <a:xfrm>
            <a:off x="8140827" y="19970784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2" name="pt53">
            <a:extLst>
              <a:ext uri="{FF2B5EF4-FFF2-40B4-BE49-F238E27FC236}">
                <a16:creationId xmlns:a16="http://schemas.microsoft.com/office/drawing/2014/main" id="{B26C9695-4C4E-BC63-B84E-E8FBCF55FB16}"/>
              </a:ext>
            </a:extLst>
          </p:cNvPr>
          <p:cNvSpPr/>
          <p:nvPr/>
        </p:nvSpPr>
        <p:spPr>
          <a:xfrm>
            <a:off x="8140827" y="19910762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3" name="pl54">
            <a:extLst>
              <a:ext uri="{FF2B5EF4-FFF2-40B4-BE49-F238E27FC236}">
                <a16:creationId xmlns:a16="http://schemas.microsoft.com/office/drawing/2014/main" id="{C31F278A-0E1D-403F-C2D3-1A402BA54D60}"/>
              </a:ext>
            </a:extLst>
          </p:cNvPr>
          <p:cNvSpPr/>
          <p:nvPr/>
        </p:nvSpPr>
        <p:spPr>
          <a:xfrm>
            <a:off x="8165652" y="18375023"/>
            <a:ext cx="0" cy="345125"/>
          </a:xfrm>
          <a:custGeom>
            <a:avLst/>
            <a:gdLst/>
            <a:ahLst/>
            <a:cxnLst/>
            <a:rect l="0" t="0" r="0" b="0"/>
            <a:pathLst>
              <a:path h="345125">
                <a:moveTo>
                  <a:pt x="0" y="34512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4" name="pl55">
            <a:extLst>
              <a:ext uri="{FF2B5EF4-FFF2-40B4-BE49-F238E27FC236}">
                <a16:creationId xmlns:a16="http://schemas.microsoft.com/office/drawing/2014/main" id="{E4281B30-32E9-CBF0-62E9-E59B65FE7686}"/>
              </a:ext>
            </a:extLst>
          </p:cNvPr>
          <p:cNvSpPr/>
          <p:nvPr/>
        </p:nvSpPr>
        <p:spPr>
          <a:xfrm>
            <a:off x="8165652" y="19185316"/>
            <a:ext cx="0" cy="480173"/>
          </a:xfrm>
          <a:custGeom>
            <a:avLst/>
            <a:gdLst/>
            <a:ahLst/>
            <a:cxnLst/>
            <a:rect l="0" t="0" r="0" b="0"/>
            <a:pathLst>
              <a:path h="480173">
                <a:moveTo>
                  <a:pt x="0" y="0"/>
                </a:moveTo>
                <a:lnTo>
                  <a:pt x="0" y="48017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5" name="pg56">
            <a:extLst>
              <a:ext uri="{FF2B5EF4-FFF2-40B4-BE49-F238E27FC236}">
                <a16:creationId xmlns:a16="http://schemas.microsoft.com/office/drawing/2014/main" id="{6B21BA8F-42D5-0F51-298E-5845B0AE2834}"/>
              </a:ext>
            </a:extLst>
          </p:cNvPr>
          <p:cNvSpPr/>
          <p:nvPr/>
        </p:nvSpPr>
        <p:spPr>
          <a:xfrm>
            <a:off x="8034808" y="18720147"/>
            <a:ext cx="261688" cy="465168"/>
          </a:xfrm>
          <a:custGeom>
            <a:avLst/>
            <a:gdLst/>
            <a:ahLst/>
            <a:cxnLst/>
            <a:rect l="0" t="0" r="0" b="0"/>
            <a:pathLst>
              <a:path w="261688" h="465168">
                <a:moveTo>
                  <a:pt x="0" y="0"/>
                </a:moveTo>
                <a:lnTo>
                  <a:pt x="0" y="465168"/>
                </a:lnTo>
                <a:lnTo>
                  <a:pt x="261688" y="465168"/>
                </a:lnTo>
                <a:lnTo>
                  <a:pt x="261688" y="0"/>
                </a:lnTo>
                <a:close/>
              </a:path>
            </a:pathLst>
          </a:custGeom>
          <a:solidFill>
            <a:srgbClr val="FDE725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6" name="pl57">
            <a:extLst>
              <a:ext uri="{FF2B5EF4-FFF2-40B4-BE49-F238E27FC236}">
                <a16:creationId xmlns:a16="http://schemas.microsoft.com/office/drawing/2014/main" id="{264E22F7-04C4-FF51-8316-27B725030F8F}"/>
              </a:ext>
            </a:extLst>
          </p:cNvPr>
          <p:cNvSpPr/>
          <p:nvPr/>
        </p:nvSpPr>
        <p:spPr>
          <a:xfrm>
            <a:off x="8034808" y="19035261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7" name="tx58">
            <a:extLst>
              <a:ext uri="{FF2B5EF4-FFF2-40B4-BE49-F238E27FC236}">
                <a16:creationId xmlns:a16="http://schemas.microsoft.com/office/drawing/2014/main" id="{1019AE7E-8361-3CEE-AAA2-7DF7F37BC5CA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48" name="tx59">
            <a:extLst>
              <a:ext uri="{FF2B5EF4-FFF2-40B4-BE49-F238E27FC236}">
                <a16:creationId xmlns:a16="http://schemas.microsoft.com/office/drawing/2014/main" id="{B33F5725-2E1A-455A-5E33-0699540112CC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49" name="tx60">
            <a:extLst>
              <a:ext uri="{FF2B5EF4-FFF2-40B4-BE49-F238E27FC236}">
                <a16:creationId xmlns:a16="http://schemas.microsoft.com/office/drawing/2014/main" id="{E08AF7BE-D870-0390-1B8D-CE6AF15CDA58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0" name="tx61">
            <a:extLst>
              <a:ext uri="{FF2B5EF4-FFF2-40B4-BE49-F238E27FC236}">
                <a16:creationId xmlns:a16="http://schemas.microsoft.com/office/drawing/2014/main" id="{CA3E06C7-F979-2901-7E13-5FA94E06C4CF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1" name="tx62">
            <a:extLst>
              <a:ext uri="{FF2B5EF4-FFF2-40B4-BE49-F238E27FC236}">
                <a16:creationId xmlns:a16="http://schemas.microsoft.com/office/drawing/2014/main" id="{58A3E09D-351A-B6FC-71D6-0DEDC88F8D36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2" name="tx63">
            <a:extLst>
              <a:ext uri="{FF2B5EF4-FFF2-40B4-BE49-F238E27FC236}">
                <a16:creationId xmlns:a16="http://schemas.microsoft.com/office/drawing/2014/main" id="{7EB04EA7-ED18-5986-E051-F97BCFDFA13F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3" name="tx64">
            <a:extLst>
              <a:ext uri="{FF2B5EF4-FFF2-40B4-BE49-F238E27FC236}">
                <a16:creationId xmlns:a16="http://schemas.microsoft.com/office/drawing/2014/main" id="{815CCC12-DDBE-326C-E61B-E2C61646CAC3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4" name="tx65">
            <a:extLst>
              <a:ext uri="{FF2B5EF4-FFF2-40B4-BE49-F238E27FC236}">
                <a16:creationId xmlns:a16="http://schemas.microsoft.com/office/drawing/2014/main" id="{4C9891F0-2588-DD88-65BA-BF2B1FF4D3D7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5" name="tx66">
            <a:extLst>
              <a:ext uri="{FF2B5EF4-FFF2-40B4-BE49-F238E27FC236}">
                <a16:creationId xmlns:a16="http://schemas.microsoft.com/office/drawing/2014/main" id="{26640AB6-C1BA-4C88-C786-2353D488743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6" name="tx67">
            <a:extLst>
              <a:ext uri="{FF2B5EF4-FFF2-40B4-BE49-F238E27FC236}">
                <a16:creationId xmlns:a16="http://schemas.microsoft.com/office/drawing/2014/main" id="{DF70C8FC-A530-CC35-76B0-CF05DB38F8D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7" name="tx68">
            <a:extLst>
              <a:ext uri="{FF2B5EF4-FFF2-40B4-BE49-F238E27FC236}">
                <a16:creationId xmlns:a16="http://schemas.microsoft.com/office/drawing/2014/main" id="{46FC0710-8F54-1F6C-535C-10D41D3C3BFC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8" name="tx69">
            <a:extLst>
              <a:ext uri="{FF2B5EF4-FFF2-40B4-BE49-F238E27FC236}">
                <a16:creationId xmlns:a16="http://schemas.microsoft.com/office/drawing/2014/main" id="{47628C56-43A5-3470-9905-939975E3869F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59" name="tx70">
            <a:extLst>
              <a:ext uri="{FF2B5EF4-FFF2-40B4-BE49-F238E27FC236}">
                <a16:creationId xmlns:a16="http://schemas.microsoft.com/office/drawing/2014/main" id="{9DC9CD69-6951-322C-11F4-1FC7CA68C778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0" name="tx71">
            <a:extLst>
              <a:ext uri="{FF2B5EF4-FFF2-40B4-BE49-F238E27FC236}">
                <a16:creationId xmlns:a16="http://schemas.microsoft.com/office/drawing/2014/main" id="{385300FA-B362-ED1C-4668-30839151AD85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1" name="tx72">
            <a:extLst>
              <a:ext uri="{FF2B5EF4-FFF2-40B4-BE49-F238E27FC236}">
                <a16:creationId xmlns:a16="http://schemas.microsoft.com/office/drawing/2014/main" id="{DB191CC0-8079-7A48-AB63-1DB22F2DD5C8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2" name="tx73">
            <a:extLst>
              <a:ext uri="{FF2B5EF4-FFF2-40B4-BE49-F238E27FC236}">
                <a16:creationId xmlns:a16="http://schemas.microsoft.com/office/drawing/2014/main" id="{2323ADB1-CE38-115B-9048-737DCCFBCCB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3" name="tx74">
            <a:extLst>
              <a:ext uri="{FF2B5EF4-FFF2-40B4-BE49-F238E27FC236}">
                <a16:creationId xmlns:a16="http://schemas.microsoft.com/office/drawing/2014/main" id="{1F1B687B-DF4A-E0CB-8375-796BD19FD23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4" name="tx75">
            <a:extLst>
              <a:ext uri="{FF2B5EF4-FFF2-40B4-BE49-F238E27FC236}">
                <a16:creationId xmlns:a16="http://schemas.microsoft.com/office/drawing/2014/main" id="{B32F0059-75AA-C97B-0026-A4D3111FEFCA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5" name="tx76">
            <a:extLst>
              <a:ext uri="{FF2B5EF4-FFF2-40B4-BE49-F238E27FC236}">
                <a16:creationId xmlns:a16="http://schemas.microsoft.com/office/drawing/2014/main" id="{6E66E8C4-AF64-7756-3463-5CA2B5381A3A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6" name="tx77">
            <a:extLst>
              <a:ext uri="{FF2B5EF4-FFF2-40B4-BE49-F238E27FC236}">
                <a16:creationId xmlns:a16="http://schemas.microsoft.com/office/drawing/2014/main" id="{B47EA9CA-50F4-0F84-44BB-D2B07B345C1F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7" name="tx78">
            <a:extLst>
              <a:ext uri="{FF2B5EF4-FFF2-40B4-BE49-F238E27FC236}">
                <a16:creationId xmlns:a16="http://schemas.microsoft.com/office/drawing/2014/main" id="{B33D3C16-BF09-D4CC-6133-EEFFE54EC1DC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8" name="tx79">
            <a:extLst>
              <a:ext uri="{FF2B5EF4-FFF2-40B4-BE49-F238E27FC236}">
                <a16:creationId xmlns:a16="http://schemas.microsoft.com/office/drawing/2014/main" id="{19DE6ABD-B2FC-891D-B8FD-44576311B986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69" name="tx80">
            <a:extLst>
              <a:ext uri="{FF2B5EF4-FFF2-40B4-BE49-F238E27FC236}">
                <a16:creationId xmlns:a16="http://schemas.microsoft.com/office/drawing/2014/main" id="{07AF38F0-33A7-6632-6A2E-947450B4ECFC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0" name="tx81">
            <a:extLst>
              <a:ext uri="{FF2B5EF4-FFF2-40B4-BE49-F238E27FC236}">
                <a16:creationId xmlns:a16="http://schemas.microsoft.com/office/drawing/2014/main" id="{A3F73AC7-C8B6-28CC-6A3A-92B5C2C10918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1" name="tx82">
            <a:extLst>
              <a:ext uri="{FF2B5EF4-FFF2-40B4-BE49-F238E27FC236}">
                <a16:creationId xmlns:a16="http://schemas.microsoft.com/office/drawing/2014/main" id="{F14E02A1-9555-E701-B363-418AABDF9A0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2" name="tx83">
            <a:extLst>
              <a:ext uri="{FF2B5EF4-FFF2-40B4-BE49-F238E27FC236}">
                <a16:creationId xmlns:a16="http://schemas.microsoft.com/office/drawing/2014/main" id="{203AAD4E-2FC8-7012-F296-1AA41535AA4E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3" name="tx84">
            <a:extLst>
              <a:ext uri="{FF2B5EF4-FFF2-40B4-BE49-F238E27FC236}">
                <a16:creationId xmlns:a16="http://schemas.microsoft.com/office/drawing/2014/main" id="{FE1AEF14-FCFF-7479-5928-BFF6149FE17B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4" name="tx85">
            <a:extLst>
              <a:ext uri="{FF2B5EF4-FFF2-40B4-BE49-F238E27FC236}">
                <a16:creationId xmlns:a16="http://schemas.microsoft.com/office/drawing/2014/main" id="{B757632A-0EBA-F09F-63CD-EB4C1BB4DBF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5" name="tx86">
            <a:extLst>
              <a:ext uri="{FF2B5EF4-FFF2-40B4-BE49-F238E27FC236}">
                <a16:creationId xmlns:a16="http://schemas.microsoft.com/office/drawing/2014/main" id="{B7321D7B-499E-A491-16F0-81B8C0114672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6" name="tx87">
            <a:extLst>
              <a:ext uri="{FF2B5EF4-FFF2-40B4-BE49-F238E27FC236}">
                <a16:creationId xmlns:a16="http://schemas.microsoft.com/office/drawing/2014/main" id="{F8B54C34-5CDD-2F12-5B66-D98239825CC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7" name="tx88">
            <a:extLst>
              <a:ext uri="{FF2B5EF4-FFF2-40B4-BE49-F238E27FC236}">
                <a16:creationId xmlns:a16="http://schemas.microsoft.com/office/drawing/2014/main" id="{3370B704-48FB-C87D-4CE1-EAB7B201DDD0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8" name="tx89">
            <a:extLst>
              <a:ext uri="{FF2B5EF4-FFF2-40B4-BE49-F238E27FC236}">
                <a16:creationId xmlns:a16="http://schemas.microsoft.com/office/drawing/2014/main" id="{0084DB82-6CDC-1EA9-B46D-978DC66D5783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79" name="tx90">
            <a:extLst>
              <a:ext uri="{FF2B5EF4-FFF2-40B4-BE49-F238E27FC236}">
                <a16:creationId xmlns:a16="http://schemas.microsoft.com/office/drawing/2014/main" id="{59F02600-FC86-4484-8F4A-2C28FDEBF542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0" name="tx91">
            <a:extLst>
              <a:ext uri="{FF2B5EF4-FFF2-40B4-BE49-F238E27FC236}">
                <a16:creationId xmlns:a16="http://schemas.microsoft.com/office/drawing/2014/main" id="{8E440610-DE6F-9BE1-9418-27E97E1E3492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1" name="tx92">
            <a:extLst>
              <a:ext uri="{FF2B5EF4-FFF2-40B4-BE49-F238E27FC236}">
                <a16:creationId xmlns:a16="http://schemas.microsoft.com/office/drawing/2014/main" id="{863B1EDF-D739-E8A2-D800-13277418FB5C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2" name="tx93">
            <a:extLst>
              <a:ext uri="{FF2B5EF4-FFF2-40B4-BE49-F238E27FC236}">
                <a16:creationId xmlns:a16="http://schemas.microsoft.com/office/drawing/2014/main" id="{36414A40-61D0-77ED-08A5-5E596C00993B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3" name="tx94">
            <a:extLst>
              <a:ext uri="{FF2B5EF4-FFF2-40B4-BE49-F238E27FC236}">
                <a16:creationId xmlns:a16="http://schemas.microsoft.com/office/drawing/2014/main" id="{A9185491-0B4D-F8CA-F2F1-1F75525927F0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4" name="tx95">
            <a:extLst>
              <a:ext uri="{FF2B5EF4-FFF2-40B4-BE49-F238E27FC236}">
                <a16:creationId xmlns:a16="http://schemas.microsoft.com/office/drawing/2014/main" id="{44381B98-A566-D0BB-28BD-FEEBB8DE655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5" name="tx96">
            <a:extLst>
              <a:ext uri="{FF2B5EF4-FFF2-40B4-BE49-F238E27FC236}">
                <a16:creationId xmlns:a16="http://schemas.microsoft.com/office/drawing/2014/main" id="{B400F3F2-26FB-2026-33FA-7665E5D524FD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6" name="tx97">
            <a:extLst>
              <a:ext uri="{FF2B5EF4-FFF2-40B4-BE49-F238E27FC236}">
                <a16:creationId xmlns:a16="http://schemas.microsoft.com/office/drawing/2014/main" id="{EB63EBF0-4236-3025-CCA4-B9E5916739F1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7" name="tx98">
            <a:extLst>
              <a:ext uri="{FF2B5EF4-FFF2-40B4-BE49-F238E27FC236}">
                <a16:creationId xmlns:a16="http://schemas.microsoft.com/office/drawing/2014/main" id="{40495711-5C16-0AD5-CA75-07D04F958F20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8" name="tx99">
            <a:extLst>
              <a:ext uri="{FF2B5EF4-FFF2-40B4-BE49-F238E27FC236}">
                <a16:creationId xmlns:a16="http://schemas.microsoft.com/office/drawing/2014/main" id="{C2AE65BE-FE5F-DF59-AB5C-55C98B40BC19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89" name="tx100">
            <a:extLst>
              <a:ext uri="{FF2B5EF4-FFF2-40B4-BE49-F238E27FC236}">
                <a16:creationId xmlns:a16="http://schemas.microsoft.com/office/drawing/2014/main" id="{13F9B337-1EFE-5D87-5356-8F4C39CA208C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0" name="tx101">
            <a:extLst>
              <a:ext uri="{FF2B5EF4-FFF2-40B4-BE49-F238E27FC236}">
                <a16:creationId xmlns:a16="http://schemas.microsoft.com/office/drawing/2014/main" id="{F726C45F-4528-934A-3162-FF245B3FB028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1" name="tx102">
            <a:extLst>
              <a:ext uri="{FF2B5EF4-FFF2-40B4-BE49-F238E27FC236}">
                <a16:creationId xmlns:a16="http://schemas.microsoft.com/office/drawing/2014/main" id="{B245BE71-A4E8-E883-E42F-AF9BB9D7A799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2" name="tx103">
            <a:extLst>
              <a:ext uri="{FF2B5EF4-FFF2-40B4-BE49-F238E27FC236}">
                <a16:creationId xmlns:a16="http://schemas.microsoft.com/office/drawing/2014/main" id="{0EDB95B1-70CB-6AF7-940D-D16E2AB12388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3" name="tx104">
            <a:extLst>
              <a:ext uri="{FF2B5EF4-FFF2-40B4-BE49-F238E27FC236}">
                <a16:creationId xmlns:a16="http://schemas.microsoft.com/office/drawing/2014/main" id="{DFBD56C3-33E2-4D06-9368-9F5E8FD867C1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4" name="tx105">
            <a:extLst>
              <a:ext uri="{FF2B5EF4-FFF2-40B4-BE49-F238E27FC236}">
                <a16:creationId xmlns:a16="http://schemas.microsoft.com/office/drawing/2014/main" id="{63E75789-7F7A-9292-11FB-B534B89129E7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5" name="tx106">
            <a:extLst>
              <a:ext uri="{FF2B5EF4-FFF2-40B4-BE49-F238E27FC236}">
                <a16:creationId xmlns:a16="http://schemas.microsoft.com/office/drawing/2014/main" id="{46D5B03A-6E88-DAEE-D4EF-6DCB1C525186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6" name="tx107">
            <a:extLst>
              <a:ext uri="{FF2B5EF4-FFF2-40B4-BE49-F238E27FC236}">
                <a16:creationId xmlns:a16="http://schemas.microsoft.com/office/drawing/2014/main" id="{2EDBF86D-B8DC-ED51-F2B4-682457FF3C8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7" name="tx108">
            <a:extLst>
              <a:ext uri="{FF2B5EF4-FFF2-40B4-BE49-F238E27FC236}">
                <a16:creationId xmlns:a16="http://schemas.microsoft.com/office/drawing/2014/main" id="{ADA29542-1281-B2EC-1DD5-453EE16CAE40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8" name="tx109">
            <a:extLst>
              <a:ext uri="{FF2B5EF4-FFF2-40B4-BE49-F238E27FC236}">
                <a16:creationId xmlns:a16="http://schemas.microsoft.com/office/drawing/2014/main" id="{B8C56342-FB1B-6C8F-DA01-E8DF7DEDBBC6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399" name="tx110">
            <a:extLst>
              <a:ext uri="{FF2B5EF4-FFF2-40B4-BE49-F238E27FC236}">
                <a16:creationId xmlns:a16="http://schemas.microsoft.com/office/drawing/2014/main" id="{CEDAD1EF-3075-C7D7-8FEE-F79341523262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0" name="tx111">
            <a:extLst>
              <a:ext uri="{FF2B5EF4-FFF2-40B4-BE49-F238E27FC236}">
                <a16:creationId xmlns:a16="http://schemas.microsoft.com/office/drawing/2014/main" id="{6A69E80E-3B97-2FF6-6C25-5DBD37414F78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1" name="tx112">
            <a:extLst>
              <a:ext uri="{FF2B5EF4-FFF2-40B4-BE49-F238E27FC236}">
                <a16:creationId xmlns:a16="http://schemas.microsoft.com/office/drawing/2014/main" id="{F6E23993-0ABE-5A5F-D33B-10CA707AFF0E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2" name="tx113">
            <a:extLst>
              <a:ext uri="{FF2B5EF4-FFF2-40B4-BE49-F238E27FC236}">
                <a16:creationId xmlns:a16="http://schemas.microsoft.com/office/drawing/2014/main" id="{228A440D-795C-AA74-2754-4CED1EC388F2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3" name="tx114">
            <a:extLst>
              <a:ext uri="{FF2B5EF4-FFF2-40B4-BE49-F238E27FC236}">
                <a16:creationId xmlns:a16="http://schemas.microsoft.com/office/drawing/2014/main" id="{1DA3BF86-E1D1-2D60-BCAA-CD8D151FE7FB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4" name="tx115">
            <a:extLst>
              <a:ext uri="{FF2B5EF4-FFF2-40B4-BE49-F238E27FC236}">
                <a16:creationId xmlns:a16="http://schemas.microsoft.com/office/drawing/2014/main" id="{D25C5704-23E1-2990-5D29-D0A6E5496D00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5" name="tx116">
            <a:extLst>
              <a:ext uri="{FF2B5EF4-FFF2-40B4-BE49-F238E27FC236}">
                <a16:creationId xmlns:a16="http://schemas.microsoft.com/office/drawing/2014/main" id="{97F6BC86-01AC-D6DD-8B6F-D899D03AA0E5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6" name="tx117">
            <a:extLst>
              <a:ext uri="{FF2B5EF4-FFF2-40B4-BE49-F238E27FC236}">
                <a16:creationId xmlns:a16="http://schemas.microsoft.com/office/drawing/2014/main" id="{6F5A8BBC-8A4E-A13B-8C3A-CA5B58BC9169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7" name="tx118">
            <a:extLst>
              <a:ext uri="{FF2B5EF4-FFF2-40B4-BE49-F238E27FC236}">
                <a16:creationId xmlns:a16="http://schemas.microsoft.com/office/drawing/2014/main" id="{AEEB3C48-C89E-E3B4-ACFF-9D114ED24AB3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8" name="tx119">
            <a:extLst>
              <a:ext uri="{FF2B5EF4-FFF2-40B4-BE49-F238E27FC236}">
                <a16:creationId xmlns:a16="http://schemas.microsoft.com/office/drawing/2014/main" id="{6638A50E-11FE-A509-366E-585445C525A9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09" name="tx120">
            <a:extLst>
              <a:ext uri="{FF2B5EF4-FFF2-40B4-BE49-F238E27FC236}">
                <a16:creationId xmlns:a16="http://schemas.microsoft.com/office/drawing/2014/main" id="{8F5D8248-0726-2647-A3BB-906D09A5484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0" name="tx121">
            <a:extLst>
              <a:ext uri="{FF2B5EF4-FFF2-40B4-BE49-F238E27FC236}">
                <a16:creationId xmlns:a16="http://schemas.microsoft.com/office/drawing/2014/main" id="{084DF36D-EA42-9C14-5E3B-3858D42352A3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1" name="tx122">
            <a:extLst>
              <a:ext uri="{FF2B5EF4-FFF2-40B4-BE49-F238E27FC236}">
                <a16:creationId xmlns:a16="http://schemas.microsoft.com/office/drawing/2014/main" id="{A7524AFF-56F1-9C51-C16B-0C401E1F5D8F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2" name="tx123">
            <a:extLst>
              <a:ext uri="{FF2B5EF4-FFF2-40B4-BE49-F238E27FC236}">
                <a16:creationId xmlns:a16="http://schemas.microsoft.com/office/drawing/2014/main" id="{8D13F96B-9B4F-B797-89DD-B92C5C92F121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3" name="tx124">
            <a:extLst>
              <a:ext uri="{FF2B5EF4-FFF2-40B4-BE49-F238E27FC236}">
                <a16:creationId xmlns:a16="http://schemas.microsoft.com/office/drawing/2014/main" id="{41DD0A1A-AFF3-3302-CEAB-96039ED1CC48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4" name="tx125">
            <a:extLst>
              <a:ext uri="{FF2B5EF4-FFF2-40B4-BE49-F238E27FC236}">
                <a16:creationId xmlns:a16="http://schemas.microsoft.com/office/drawing/2014/main" id="{AEC712D8-A92E-5D52-FA35-380E490C6362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5" name="tx126">
            <a:extLst>
              <a:ext uri="{FF2B5EF4-FFF2-40B4-BE49-F238E27FC236}">
                <a16:creationId xmlns:a16="http://schemas.microsoft.com/office/drawing/2014/main" id="{C587CCDF-833A-E42E-30CA-FAC73C58F3E6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6" name="tx127">
            <a:extLst>
              <a:ext uri="{FF2B5EF4-FFF2-40B4-BE49-F238E27FC236}">
                <a16:creationId xmlns:a16="http://schemas.microsoft.com/office/drawing/2014/main" id="{6AB8BE50-2D4F-CDC8-6DC2-9B921F390B59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7" name="tx128">
            <a:extLst>
              <a:ext uri="{FF2B5EF4-FFF2-40B4-BE49-F238E27FC236}">
                <a16:creationId xmlns:a16="http://schemas.microsoft.com/office/drawing/2014/main" id="{3998A4DA-5D89-F069-ED3E-EB2D916FD28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8" name="tx129">
            <a:extLst>
              <a:ext uri="{FF2B5EF4-FFF2-40B4-BE49-F238E27FC236}">
                <a16:creationId xmlns:a16="http://schemas.microsoft.com/office/drawing/2014/main" id="{61E99AB4-925B-CD62-94FB-03356512EDBB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19" name="tx130">
            <a:extLst>
              <a:ext uri="{FF2B5EF4-FFF2-40B4-BE49-F238E27FC236}">
                <a16:creationId xmlns:a16="http://schemas.microsoft.com/office/drawing/2014/main" id="{2F195E0E-D0B3-9FC4-2F17-87E1FD391D91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0" name="tx131">
            <a:extLst>
              <a:ext uri="{FF2B5EF4-FFF2-40B4-BE49-F238E27FC236}">
                <a16:creationId xmlns:a16="http://schemas.microsoft.com/office/drawing/2014/main" id="{B3A4D3DC-F66D-77BF-CC70-D346E6A5A3AC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1" name="tx132">
            <a:extLst>
              <a:ext uri="{FF2B5EF4-FFF2-40B4-BE49-F238E27FC236}">
                <a16:creationId xmlns:a16="http://schemas.microsoft.com/office/drawing/2014/main" id="{F8D79614-B31B-F8B9-DA95-41FD518A024D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2" name="tx133">
            <a:extLst>
              <a:ext uri="{FF2B5EF4-FFF2-40B4-BE49-F238E27FC236}">
                <a16:creationId xmlns:a16="http://schemas.microsoft.com/office/drawing/2014/main" id="{3623838B-E52F-59D4-E942-A2237C5D6C9D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3" name="tx134">
            <a:extLst>
              <a:ext uri="{FF2B5EF4-FFF2-40B4-BE49-F238E27FC236}">
                <a16:creationId xmlns:a16="http://schemas.microsoft.com/office/drawing/2014/main" id="{9CFB6EF7-DE04-FCAD-0160-8D36CC7A568F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4" name="tx135">
            <a:extLst>
              <a:ext uri="{FF2B5EF4-FFF2-40B4-BE49-F238E27FC236}">
                <a16:creationId xmlns:a16="http://schemas.microsoft.com/office/drawing/2014/main" id="{15FAB942-70FC-90E7-8C5C-44A134927D53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5" name="tx136">
            <a:extLst>
              <a:ext uri="{FF2B5EF4-FFF2-40B4-BE49-F238E27FC236}">
                <a16:creationId xmlns:a16="http://schemas.microsoft.com/office/drawing/2014/main" id="{E5C29929-3665-8A5F-7085-072D2F76D00F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6" name="tx137">
            <a:extLst>
              <a:ext uri="{FF2B5EF4-FFF2-40B4-BE49-F238E27FC236}">
                <a16:creationId xmlns:a16="http://schemas.microsoft.com/office/drawing/2014/main" id="{2D586382-C1D1-B0A0-CC21-0106C5A580C7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7" name="tx138">
            <a:extLst>
              <a:ext uri="{FF2B5EF4-FFF2-40B4-BE49-F238E27FC236}">
                <a16:creationId xmlns:a16="http://schemas.microsoft.com/office/drawing/2014/main" id="{BCF5C500-F744-2AF5-2E7D-0D88B011B981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8" name="tx139">
            <a:extLst>
              <a:ext uri="{FF2B5EF4-FFF2-40B4-BE49-F238E27FC236}">
                <a16:creationId xmlns:a16="http://schemas.microsoft.com/office/drawing/2014/main" id="{8318E171-F180-32B0-B96F-3BCC6BEA5174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29" name="tx140">
            <a:extLst>
              <a:ext uri="{FF2B5EF4-FFF2-40B4-BE49-F238E27FC236}">
                <a16:creationId xmlns:a16="http://schemas.microsoft.com/office/drawing/2014/main" id="{36787EE4-786B-2094-0692-55BFC246081A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30" name="tx141">
            <a:extLst>
              <a:ext uri="{FF2B5EF4-FFF2-40B4-BE49-F238E27FC236}">
                <a16:creationId xmlns:a16="http://schemas.microsoft.com/office/drawing/2014/main" id="{C5D87AC0-5AC1-F505-C8DE-0C31C885548F}"/>
              </a:ext>
            </a:extLst>
          </p:cNvPr>
          <p:cNvSpPr/>
          <p:nvPr/>
        </p:nvSpPr>
        <p:spPr>
          <a:xfrm>
            <a:off x="5684365" y="1729435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</a:t>
            </a:r>
          </a:p>
        </p:txBody>
      </p:sp>
      <p:sp>
        <p:nvSpPr>
          <p:cNvPr id="431" name="tx142">
            <a:extLst>
              <a:ext uri="{FF2B5EF4-FFF2-40B4-BE49-F238E27FC236}">
                <a16:creationId xmlns:a16="http://schemas.microsoft.com/office/drawing/2014/main" id="{CCC3BD6B-91F5-7A7F-BE7A-627FDCB29FCB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32" name="tx143">
            <a:extLst>
              <a:ext uri="{FF2B5EF4-FFF2-40B4-BE49-F238E27FC236}">
                <a16:creationId xmlns:a16="http://schemas.microsoft.com/office/drawing/2014/main" id="{8C2673D9-07B5-75C8-B1DD-164A28A34827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33" name="tx144">
            <a:extLst>
              <a:ext uri="{FF2B5EF4-FFF2-40B4-BE49-F238E27FC236}">
                <a16:creationId xmlns:a16="http://schemas.microsoft.com/office/drawing/2014/main" id="{C38C0186-7EE7-1069-6CB8-F3388775C074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34" name="tx145">
            <a:extLst>
              <a:ext uri="{FF2B5EF4-FFF2-40B4-BE49-F238E27FC236}">
                <a16:creationId xmlns:a16="http://schemas.microsoft.com/office/drawing/2014/main" id="{0F34DAB2-944F-FDE0-A86C-49A3C1282AA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35" name="tx146">
            <a:extLst>
              <a:ext uri="{FF2B5EF4-FFF2-40B4-BE49-F238E27FC236}">
                <a16:creationId xmlns:a16="http://schemas.microsoft.com/office/drawing/2014/main" id="{1F2DB8EE-9838-92DE-90A4-F7770137EA1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36" name="tx147">
            <a:extLst>
              <a:ext uri="{FF2B5EF4-FFF2-40B4-BE49-F238E27FC236}">
                <a16:creationId xmlns:a16="http://schemas.microsoft.com/office/drawing/2014/main" id="{D18B0E63-A88E-3811-D715-5A6E36848339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37" name="tx148">
            <a:extLst>
              <a:ext uri="{FF2B5EF4-FFF2-40B4-BE49-F238E27FC236}">
                <a16:creationId xmlns:a16="http://schemas.microsoft.com/office/drawing/2014/main" id="{AAE7C25C-B010-4443-A6F3-AE1E92555BC3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38" name="tx149">
            <a:extLst>
              <a:ext uri="{FF2B5EF4-FFF2-40B4-BE49-F238E27FC236}">
                <a16:creationId xmlns:a16="http://schemas.microsoft.com/office/drawing/2014/main" id="{4B74253C-7918-B804-39A8-5C0104567E7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39" name="tx150">
            <a:extLst>
              <a:ext uri="{FF2B5EF4-FFF2-40B4-BE49-F238E27FC236}">
                <a16:creationId xmlns:a16="http://schemas.microsoft.com/office/drawing/2014/main" id="{6AE03EAE-D102-EDD9-31DF-DEB2C02B2633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0" name="tx151">
            <a:extLst>
              <a:ext uri="{FF2B5EF4-FFF2-40B4-BE49-F238E27FC236}">
                <a16:creationId xmlns:a16="http://schemas.microsoft.com/office/drawing/2014/main" id="{E563C112-6D6D-8FE4-FFB5-93239B11BF08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1" name="tx152">
            <a:extLst>
              <a:ext uri="{FF2B5EF4-FFF2-40B4-BE49-F238E27FC236}">
                <a16:creationId xmlns:a16="http://schemas.microsoft.com/office/drawing/2014/main" id="{12ED0F7C-7C1C-A99C-AF47-41D0CB0BEC8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2" name="tx153">
            <a:extLst>
              <a:ext uri="{FF2B5EF4-FFF2-40B4-BE49-F238E27FC236}">
                <a16:creationId xmlns:a16="http://schemas.microsoft.com/office/drawing/2014/main" id="{E5FE8ADB-68D6-998D-5790-41099B4F0ADD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3" name="tx154">
            <a:extLst>
              <a:ext uri="{FF2B5EF4-FFF2-40B4-BE49-F238E27FC236}">
                <a16:creationId xmlns:a16="http://schemas.microsoft.com/office/drawing/2014/main" id="{BB58DD3D-DFB9-BDE8-C7E6-B66EAE426F4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4" name="tx155">
            <a:extLst>
              <a:ext uri="{FF2B5EF4-FFF2-40B4-BE49-F238E27FC236}">
                <a16:creationId xmlns:a16="http://schemas.microsoft.com/office/drawing/2014/main" id="{096F52BF-8CC7-74C9-6E83-4415ED2F63A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5" name="tx156">
            <a:extLst>
              <a:ext uri="{FF2B5EF4-FFF2-40B4-BE49-F238E27FC236}">
                <a16:creationId xmlns:a16="http://schemas.microsoft.com/office/drawing/2014/main" id="{5F78B8AD-034C-9676-C3DA-6E1CF56C0FD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6" name="tx157">
            <a:extLst>
              <a:ext uri="{FF2B5EF4-FFF2-40B4-BE49-F238E27FC236}">
                <a16:creationId xmlns:a16="http://schemas.microsoft.com/office/drawing/2014/main" id="{976D232C-5A0F-ACD7-B13B-FBCA92647B92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7" name="tx158">
            <a:extLst>
              <a:ext uri="{FF2B5EF4-FFF2-40B4-BE49-F238E27FC236}">
                <a16:creationId xmlns:a16="http://schemas.microsoft.com/office/drawing/2014/main" id="{EE24782D-5D55-0ED1-355B-A879B83DD51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8" name="tx159">
            <a:extLst>
              <a:ext uri="{FF2B5EF4-FFF2-40B4-BE49-F238E27FC236}">
                <a16:creationId xmlns:a16="http://schemas.microsoft.com/office/drawing/2014/main" id="{A83A9AD1-CC97-C8CC-9DBA-DB432F08868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49" name="tx160">
            <a:extLst>
              <a:ext uri="{FF2B5EF4-FFF2-40B4-BE49-F238E27FC236}">
                <a16:creationId xmlns:a16="http://schemas.microsoft.com/office/drawing/2014/main" id="{7354223F-F184-17A0-5F12-26F17EDBC49D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0" name="tx161">
            <a:extLst>
              <a:ext uri="{FF2B5EF4-FFF2-40B4-BE49-F238E27FC236}">
                <a16:creationId xmlns:a16="http://schemas.microsoft.com/office/drawing/2014/main" id="{616EFCA2-5CB8-0E05-3007-C456E74EC689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1" name="tx162">
            <a:extLst>
              <a:ext uri="{FF2B5EF4-FFF2-40B4-BE49-F238E27FC236}">
                <a16:creationId xmlns:a16="http://schemas.microsoft.com/office/drawing/2014/main" id="{0B29053B-564B-3BA5-F97E-E92B094B0E30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2" name="tx163">
            <a:extLst>
              <a:ext uri="{FF2B5EF4-FFF2-40B4-BE49-F238E27FC236}">
                <a16:creationId xmlns:a16="http://schemas.microsoft.com/office/drawing/2014/main" id="{7AFE6245-B944-4BB5-BF47-D0122409F222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3" name="tx164">
            <a:extLst>
              <a:ext uri="{FF2B5EF4-FFF2-40B4-BE49-F238E27FC236}">
                <a16:creationId xmlns:a16="http://schemas.microsoft.com/office/drawing/2014/main" id="{2839E547-934D-614A-DF5D-BF0EE7C2DBC1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4" name="tx165">
            <a:extLst>
              <a:ext uri="{FF2B5EF4-FFF2-40B4-BE49-F238E27FC236}">
                <a16:creationId xmlns:a16="http://schemas.microsoft.com/office/drawing/2014/main" id="{F7E94928-983F-5014-57A3-491D1EC95BB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5" name="tx166">
            <a:extLst>
              <a:ext uri="{FF2B5EF4-FFF2-40B4-BE49-F238E27FC236}">
                <a16:creationId xmlns:a16="http://schemas.microsoft.com/office/drawing/2014/main" id="{270A7B89-5675-BE81-BECE-5C66EA4878B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6" name="tx167">
            <a:extLst>
              <a:ext uri="{FF2B5EF4-FFF2-40B4-BE49-F238E27FC236}">
                <a16:creationId xmlns:a16="http://schemas.microsoft.com/office/drawing/2014/main" id="{04B0A5DF-A746-0047-A548-777243178545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7" name="tx168">
            <a:extLst>
              <a:ext uri="{FF2B5EF4-FFF2-40B4-BE49-F238E27FC236}">
                <a16:creationId xmlns:a16="http://schemas.microsoft.com/office/drawing/2014/main" id="{D35F7578-E95E-6368-8E4F-4A714A5F74E8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8" name="tx169">
            <a:extLst>
              <a:ext uri="{FF2B5EF4-FFF2-40B4-BE49-F238E27FC236}">
                <a16:creationId xmlns:a16="http://schemas.microsoft.com/office/drawing/2014/main" id="{20CEFFDC-88FA-3C4B-1B8B-B34322818098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59" name="tx170">
            <a:extLst>
              <a:ext uri="{FF2B5EF4-FFF2-40B4-BE49-F238E27FC236}">
                <a16:creationId xmlns:a16="http://schemas.microsoft.com/office/drawing/2014/main" id="{765CAB68-F3FD-DC9D-D684-9907BC177598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0" name="tx171">
            <a:extLst>
              <a:ext uri="{FF2B5EF4-FFF2-40B4-BE49-F238E27FC236}">
                <a16:creationId xmlns:a16="http://schemas.microsoft.com/office/drawing/2014/main" id="{83E3752D-3A76-B23C-08C7-B33D183EE4B1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1" name="tx172">
            <a:extLst>
              <a:ext uri="{FF2B5EF4-FFF2-40B4-BE49-F238E27FC236}">
                <a16:creationId xmlns:a16="http://schemas.microsoft.com/office/drawing/2014/main" id="{D97ACBF3-6A9D-612C-DBAC-533D6199BE5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2" name="tx173">
            <a:extLst>
              <a:ext uri="{FF2B5EF4-FFF2-40B4-BE49-F238E27FC236}">
                <a16:creationId xmlns:a16="http://schemas.microsoft.com/office/drawing/2014/main" id="{23FD82EB-4E6E-322A-E47F-A392F06EFE90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3" name="tx174">
            <a:extLst>
              <a:ext uri="{FF2B5EF4-FFF2-40B4-BE49-F238E27FC236}">
                <a16:creationId xmlns:a16="http://schemas.microsoft.com/office/drawing/2014/main" id="{352E997D-3A69-EFF4-70F9-BCB903796FAE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4" name="tx175">
            <a:extLst>
              <a:ext uri="{FF2B5EF4-FFF2-40B4-BE49-F238E27FC236}">
                <a16:creationId xmlns:a16="http://schemas.microsoft.com/office/drawing/2014/main" id="{AA87549E-6F03-024C-A275-4241960E8F5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5" name="tx176">
            <a:extLst>
              <a:ext uri="{FF2B5EF4-FFF2-40B4-BE49-F238E27FC236}">
                <a16:creationId xmlns:a16="http://schemas.microsoft.com/office/drawing/2014/main" id="{AE4A9C1C-52D6-E85A-7029-DA0F4EB59878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6" name="tx177">
            <a:extLst>
              <a:ext uri="{FF2B5EF4-FFF2-40B4-BE49-F238E27FC236}">
                <a16:creationId xmlns:a16="http://schemas.microsoft.com/office/drawing/2014/main" id="{4386DE8D-C743-4A27-C0DA-7A2DF346B1B6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7" name="tx178">
            <a:extLst>
              <a:ext uri="{FF2B5EF4-FFF2-40B4-BE49-F238E27FC236}">
                <a16:creationId xmlns:a16="http://schemas.microsoft.com/office/drawing/2014/main" id="{8BD88499-231D-81B7-D20E-DCB221314037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8" name="tx179">
            <a:extLst>
              <a:ext uri="{FF2B5EF4-FFF2-40B4-BE49-F238E27FC236}">
                <a16:creationId xmlns:a16="http://schemas.microsoft.com/office/drawing/2014/main" id="{33B0CE68-C49D-F0E9-0E84-4D53D5B5B22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69" name="tx180">
            <a:extLst>
              <a:ext uri="{FF2B5EF4-FFF2-40B4-BE49-F238E27FC236}">
                <a16:creationId xmlns:a16="http://schemas.microsoft.com/office/drawing/2014/main" id="{E05D6F67-85A7-430B-41A9-6B1B845E0CF4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0" name="tx181">
            <a:extLst>
              <a:ext uri="{FF2B5EF4-FFF2-40B4-BE49-F238E27FC236}">
                <a16:creationId xmlns:a16="http://schemas.microsoft.com/office/drawing/2014/main" id="{E929A75C-48BF-7ACC-3E85-735D0BCB0D8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1" name="tx182">
            <a:extLst>
              <a:ext uri="{FF2B5EF4-FFF2-40B4-BE49-F238E27FC236}">
                <a16:creationId xmlns:a16="http://schemas.microsoft.com/office/drawing/2014/main" id="{115A91E2-0417-C47F-8A2C-1090A7ACB289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2" name="tx183">
            <a:extLst>
              <a:ext uri="{FF2B5EF4-FFF2-40B4-BE49-F238E27FC236}">
                <a16:creationId xmlns:a16="http://schemas.microsoft.com/office/drawing/2014/main" id="{2C155247-7BAE-8A76-326F-A3F6BD7E3746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3" name="tx184">
            <a:extLst>
              <a:ext uri="{FF2B5EF4-FFF2-40B4-BE49-F238E27FC236}">
                <a16:creationId xmlns:a16="http://schemas.microsoft.com/office/drawing/2014/main" id="{F1C86206-FA29-418D-15E8-628C28BE546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4" name="tx185">
            <a:extLst>
              <a:ext uri="{FF2B5EF4-FFF2-40B4-BE49-F238E27FC236}">
                <a16:creationId xmlns:a16="http://schemas.microsoft.com/office/drawing/2014/main" id="{39428549-1D18-C0D8-6602-F20AAE5860A7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5" name="tx186">
            <a:extLst>
              <a:ext uri="{FF2B5EF4-FFF2-40B4-BE49-F238E27FC236}">
                <a16:creationId xmlns:a16="http://schemas.microsoft.com/office/drawing/2014/main" id="{AE0F0442-0537-B1F6-F4A4-4020D0156EF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6" name="tx187">
            <a:extLst>
              <a:ext uri="{FF2B5EF4-FFF2-40B4-BE49-F238E27FC236}">
                <a16:creationId xmlns:a16="http://schemas.microsoft.com/office/drawing/2014/main" id="{823C626C-78A4-58F2-C6F7-30EDFDEC2B6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7" name="tx188">
            <a:extLst>
              <a:ext uri="{FF2B5EF4-FFF2-40B4-BE49-F238E27FC236}">
                <a16:creationId xmlns:a16="http://schemas.microsoft.com/office/drawing/2014/main" id="{DE95407B-AC03-77D6-074A-28B999700F10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8" name="tx189">
            <a:extLst>
              <a:ext uri="{FF2B5EF4-FFF2-40B4-BE49-F238E27FC236}">
                <a16:creationId xmlns:a16="http://schemas.microsoft.com/office/drawing/2014/main" id="{B8ABDC0D-F8F0-28BE-3546-5F9041D18E6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79" name="tx190">
            <a:extLst>
              <a:ext uri="{FF2B5EF4-FFF2-40B4-BE49-F238E27FC236}">
                <a16:creationId xmlns:a16="http://schemas.microsoft.com/office/drawing/2014/main" id="{3B90B268-C468-5201-7157-7A4BC46CBC56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0" name="tx191">
            <a:extLst>
              <a:ext uri="{FF2B5EF4-FFF2-40B4-BE49-F238E27FC236}">
                <a16:creationId xmlns:a16="http://schemas.microsoft.com/office/drawing/2014/main" id="{8CDF4FEA-CD5A-FCBB-E067-43A62BDA4D7E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1" name="tx192">
            <a:extLst>
              <a:ext uri="{FF2B5EF4-FFF2-40B4-BE49-F238E27FC236}">
                <a16:creationId xmlns:a16="http://schemas.microsoft.com/office/drawing/2014/main" id="{A8934E82-AAE1-B2E9-F4C0-0A3476ADE7A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2" name="tx193">
            <a:extLst>
              <a:ext uri="{FF2B5EF4-FFF2-40B4-BE49-F238E27FC236}">
                <a16:creationId xmlns:a16="http://schemas.microsoft.com/office/drawing/2014/main" id="{7E2F9043-F0DA-69C6-5F73-FA7AD04719C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3" name="tx194">
            <a:extLst>
              <a:ext uri="{FF2B5EF4-FFF2-40B4-BE49-F238E27FC236}">
                <a16:creationId xmlns:a16="http://schemas.microsoft.com/office/drawing/2014/main" id="{DBB59A0B-33D6-33D4-3774-E7E7D63543B6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4" name="tx195">
            <a:extLst>
              <a:ext uri="{FF2B5EF4-FFF2-40B4-BE49-F238E27FC236}">
                <a16:creationId xmlns:a16="http://schemas.microsoft.com/office/drawing/2014/main" id="{443EF875-C361-ED7E-4913-B9C5C7B59516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5" name="tx196">
            <a:extLst>
              <a:ext uri="{FF2B5EF4-FFF2-40B4-BE49-F238E27FC236}">
                <a16:creationId xmlns:a16="http://schemas.microsoft.com/office/drawing/2014/main" id="{0FA07C17-0C00-77BA-362B-20B145456A40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6" name="tx197">
            <a:extLst>
              <a:ext uri="{FF2B5EF4-FFF2-40B4-BE49-F238E27FC236}">
                <a16:creationId xmlns:a16="http://schemas.microsoft.com/office/drawing/2014/main" id="{BFB5D704-E5CB-8F95-9FBA-A4193DACBCD6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7" name="tx198">
            <a:extLst>
              <a:ext uri="{FF2B5EF4-FFF2-40B4-BE49-F238E27FC236}">
                <a16:creationId xmlns:a16="http://schemas.microsoft.com/office/drawing/2014/main" id="{F7491A06-BB25-053C-B103-C8C2B343E8D5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8" name="tx199">
            <a:extLst>
              <a:ext uri="{FF2B5EF4-FFF2-40B4-BE49-F238E27FC236}">
                <a16:creationId xmlns:a16="http://schemas.microsoft.com/office/drawing/2014/main" id="{F60FA340-5C7A-6A60-BF24-D4DA30D0FFB3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89" name="tx200">
            <a:extLst>
              <a:ext uri="{FF2B5EF4-FFF2-40B4-BE49-F238E27FC236}">
                <a16:creationId xmlns:a16="http://schemas.microsoft.com/office/drawing/2014/main" id="{79B2AF86-A4BF-5CCE-09D4-702AD1CB196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0" name="tx201">
            <a:extLst>
              <a:ext uri="{FF2B5EF4-FFF2-40B4-BE49-F238E27FC236}">
                <a16:creationId xmlns:a16="http://schemas.microsoft.com/office/drawing/2014/main" id="{BA952FFE-2F3E-A32E-DB78-D33151E179E7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1" name="tx202">
            <a:extLst>
              <a:ext uri="{FF2B5EF4-FFF2-40B4-BE49-F238E27FC236}">
                <a16:creationId xmlns:a16="http://schemas.microsoft.com/office/drawing/2014/main" id="{1D71FA28-3A60-9045-0BDB-2405740D7663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2" name="tx203">
            <a:extLst>
              <a:ext uri="{FF2B5EF4-FFF2-40B4-BE49-F238E27FC236}">
                <a16:creationId xmlns:a16="http://schemas.microsoft.com/office/drawing/2014/main" id="{1E1CE6CE-BBCB-FCF5-8018-882D31862AE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3" name="tx204">
            <a:extLst>
              <a:ext uri="{FF2B5EF4-FFF2-40B4-BE49-F238E27FC236}">
                <a16:creationId xmlns:a16="http://schemas.microsoft.com/office/drawing/2014/main" id="{BC05E2DC-2F06-20BC-A332-8C79F9B21977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4" name="tx205">
            <a:extLst>
              <a:ext uri="{FF2B5EF4-FFF2-40B4-BE49-F238E27FC236}">
                <a16:creationId xmlns:a16="http://schemas.microsoft.com/office/drawing/2014/main" id="{A8323CDB-1BE9-4582-684F-5A80CAC6B9D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5" name="tx206">
            <a:extLst>
              <a:ext uri="{FF2B5EF4-FFF2-40B4-BE49-F238E27FC236}">
                <a16:creationId xmlns:a16="http://schemas.microsoft.com/office/drawing/2014/main" id="{D4EA6CB8-1A0F-5C0A-E853-6E1A38147BA5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6" name="tx207">
            <a:extLst>
              <a:ext uri="{FF2B5EF4-FFF2-40B4-BE49-F238E27FC236}">
                <a16:creationId xmlns:a16="http://schemas.microsoft.com/office/drawing/2014/main" id="{C91D75A2-3335-82A4-5DAE-DD6119DCC5B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7" name="tx208">
            <a:extLst>
              <a:ext uri="{FF2B5EF4-FFF2-40B4-BE49-F238E27FC236}">
                <a16:creationId xmlns:a16="http://schemas.microsoft.com/office/drawing/2014/main" id="{0E8ADD35-8CAA-A6C3-42E6-6FA6B603F071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8" name="tx209">
            <a:extLst>
              <a:ext uri="{FF2B5EF4-FFF2-40B4-BE49-F238E27FC236}">
                <a16:creationId xmlns:a16="http://schemas.microsoft.com/office/drawing/2014/main" id="{921CCB25-AF10-7272-3244-7574C8FD6821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499" name="tx210">
            <a:extLst>
              <a:ext uri="{FF2B5EF4-FFF2-40B4-BE49-F238E27FC236}">
                <a16:creationId xmlns:a16="http://schemas.microsoft.com/office/drawing/2014/main" id="{748ED7D7-2E9F-E344-3892-05CC09E76C47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0" name="tx211">
            <a:extLst>
              <a:ext uri="{FF2B5EF4-FFF2-40B4-BE49-F238E27FC236}">
                <a16:creationId xmlns:a16="http://schemas.microsoft.com/office/drawing/2014/main" id="{F2ECB6D7-3C0F-0CD0-AD54-71F1641D7D69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1" name="tx212">
            <a:extLst>
              <a:ext uri="{FF2B5EF4-FFF2-40B4-BE49-F238E27FC236}">
                <a16:creationId xmlns:a16="http://schemas.microsoft.com/office/drawing/2014/main" id="{D5F06A33-5F2D-78A8-FA7A-7CA3BB3A749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2" name="tx213">
            <a:extLst>
              <a:ext uri="{FF2B5EF4-FFF2-40B4-BE49-F238E27FC236}">
                <a16:creationId xmlns:a16="http://schemas.microsoft.com/office/drawing/2014/main" id="{7716E8DB-FE2D-97BE-CE44-1FC67D2D3208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3" name="tx214">
            <a:extLst>
              <a:ext uri="{FF2B5EF4-FFF2-40B4-BE49-F238E27FC236}">
                <a16:creationId xmlns:a16="http://schemas.microsoft.com/office/drawing/2014/main" id="{A86FC575-E65D-D683-FA56-CB05EFB76A73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4" name="tx215">
            <a:extLst>
              <a:ext uri="{FF2B5EF4-FFF2-40B4-BE49-F238E27FC236}">
                <a16:creationId xmlns:a16="http://schemas.microsoft.com/office/drawing/2014/main" id="{E5B7E678-75FE-C68F-65F8-04C00EB5D04B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5" name="tx216">
            <a:extLst>
              <a:ext uri="{FF2B5EF4-FFF2-40B4-BE49-F238E27FC236}">
                <a16:creationId xmlns:a16="http://schemas.microsoft.com/office/drawing/2014/main" id="{3AA71903-E537-BE69-03D5-E92019C1EC7C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6" name="tx217">
            <a:extLst>
              <a:ext uri="{FF2B5EF4-FFF2-40B4-BE49-F238E27FC236}">
                <a16:creationId xmlns:a16="http://schemas.microsoft.com/office/drawing/2014/main" id="{3591A2A3-2560-C768-C11C-BF2AED9F0EDB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7" name="tx218">
            <a:extLst>
              <a:ext uri="{FF2B5EF4-FFF2-40B4-BE49-F238E27FC236}">
                <a16:creationId xmlns:a16="http://schemas.microsoft.com/office/drawing/2014/main" id="{2AA9F783-37C3-509C-30B9-CA4B65024A5A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8" name="tx219">
            <a:extLst>
              <a:ext uri="{FF2B5EF4-FFF2-40B4-BE49-F238E27FC236}">
                <a16:creationId xmlns:a16="http://schemas.microsoft.com/office/drawing/2014/main" id="{B2EE23B9-A3C8-B399-D613-888936F57F26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09" name="tx220">
            <a:extLst>
              <a:ext uri="{FF2B5EF4-FFF2-40B4-BE49-F238E27FC236}">
                <a16:creationId xmlns:a16="http://schemas.microsoft.com/office/drawing/2014/main" id="{2E5D9939-27A6-6A7D-2C65-FEB81E3B4A73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10" name="tx221">
            <a:extLst>
              <a:ext uri="{FF2B5EF4-FFF2-40B4-BE49-F238E27FC236}">
                <a16:creationId xmlns:a16="http://schemas.microsoft.com/office/drawing/2014/main" id="{33ACBE97-2CB9-AF01-ACD7-5B979E33200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11" name="tx222">
            <a:extLst>
              <a:ext uri="{FF2B5EF4-FFF2-40B4-BE49-F238E27FC236}">
                <a16:creationId xmlns:a16="http://schemas.microsoft.com/office/drawing/2014/main" id="{8609B795-0DFE-ED0B-D819-4C8761771C3F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12" name="tx223">
            <a:extLst>
              <a:ext uri="{FF2B5EF4-FFF2-40B4-BE49-F238E27FC236}">
                <a16:creationId xmlns:a16="http://schemas.microsoft.com/office/drawing/2014/main" id="{81DF21FD-26DC-C195-9FCD-974156F9A2D1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13" name="tx224">
            <a:extLst>
              <a:ext uri="{FF2B5EF4-FFF2-40B4-BE49-F238E27FC236}">
                <a16:creationId xmlns:a16="http://schemas.microsoft.com/office/drawing/2014/main" id="{EA9C1FC9-BC2C-E2D2-C9A7-0776EC5FFACB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14" name="tx225">
            <a:extLst>
              <a:ext uri="{FF2B5EF4-FFF2-40B4-BE49-F238E27FC236}">
                <a16:creationId xmlns:a16="http://schemas.microsoft.com/office/drawing/2014/main" id="{70F2D631-55D1-E3A4-21FB-D4A9DE3DE2D4}"/>
              </a:ext>
            </a:extLst>
          </p:cNvPr>
          <p:cNvSpPr/>
          <p:nvPr/>
        </p:nvSpPr>
        <p:spPr>
          <a:xfrm>
            <a:off x="5998352" y="17594466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bc</a:t>
            </a:r>
          </a:p>
        </p:txBody>
      </p:sp>
      <p:sp>
        <p:nvSpPr>
          <p:cNvPr id="515" name="tx226">
            <a:extLst>
              <a:ext uri="{FF2B5EF4-FFF2-40B4-BE49-F238E27FC236}">
                <a16:creationId xmlns:a16="http://schemas.microsoft.com/office/drawing/2014/main" id="{7D311F0D-C28B-6093-4757-FE0614AE5ACA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16" name="tx227">
            <a:extLst>
              <a:ext uri="{FF2B5EF4-FFF2-40B4-BE49-F238E27FC236}">
                <a16:creationId xmlns:a16="http://schemas.microsoft.com/office/drawing/2014/main" id="{E78317CD-76B6-D730-D204-C6BD77EFAE5B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17" name="tx228">
            <a:extLst>
              <a:ext uri="{FF2B5EF4-FFF2-40B4-BE49-F238E27FC236}">
                <a16:creationId xmlns:a16="http://schemas.microsoft.com/office/drawing/2014/main" id="{3EF8083E-6E97-C841-8434-200C23CDA74A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18" name="tx229">
            <a:extLst>
              <a:ext uri="{FF2B5EF4-FFF2-40B4-BE49-F238E27FC236}">
                <a16:creationId xmlns:a16="http://schemas.microsoft.com/office/drawing/2014/main" id="{360B4F9C-CB5A-980D-70EC-753F23CE38E2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19" name="tx230">
            <a:extLst>
              <a:ext uri="{FF2B5EF4-FFF2-40B4-BE49-F238E27FC236}">
                <a16:creationId xmlns:a16="http://schemas.microsoft.com/office/drawing/2014/main" id="{B3CDF425-2654-49A7-B238-6FCC06FA5A50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0" name="tx231">
            <a:extLst>
              <a:ext uri="{FF2B5EF4-FFF2-40B4-BE49-F238E27FC236}">
                <a16:creationId xmlns:a16="http://schemas.microsoft.com/office/drawing/2014/main" id="{24157BC7-F42E-1F05-0F59-16B4CB1F0296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1" name="tx232">
            <a:extLst>
              <a:ext uri="{FF2B5EF4-FFF2-40B4-BE49-F238E27FC236}">
                <a16:creationId xmlns:a16="http://schemas.microsoft.com/office/drawing/2014/main" id="{56D824CE-2297-7FD2-DB57-E3BCFC37432E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2" name="tx233">
            <a:extLst>
              <a:ext uri="{FF2B5EF4-FFF2-40B4-BE49-F238E27FC236}">
                <a16:creationId xmlns:a16="http://schemas.microsoft.com/office/drawing/2014/main" id="{24EDB0E9-DFDF-3044-0597-B28B5D9A49AF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3" name="tx234">
            <a:extLst>
              <a:ext uri="{FF2B5EF4-FFF2-40B4-BE49-F238E27FC236}">
                <a16:creationId xmlns:a16="http://schemas.microsoft.com/office/drawing/2014/main" id="{F4404B1A-369B-C774-7753-B9A9567C9D03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4" name="tx235">
            <a:extLst>
              <a:ext uri="{FF2B5EF4-FFF2-40B4-BE49-F238E27FC236}">
                <a16:creationId xmlns:a16="http://schemas.microsoft.com/office/drawing/2014/main" id="{39D3CAE3-CC9C-D95C-A419-147019601F04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5" name="tx236">
            <a:extLst>
              <a:ext uri="{FF2B5EF4-FFF2-40B4-BE49-F238E27FC236}">
                <a16:creationId xmlns:a16="http://schemas.microsoft.com/office/drawing/2014/main" id="{F93D94E1-AA68-16A1-1557-E7D5A63FEFE3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6" name="tx237">
            <a:extLst>
              <a:ext uri="{FF2B5EF4-FFF2-40B4-BE49-F238E27FC236}">
                <a16:creationId xmlns:a16="http://schemas.microsoft.com/office/drawing/2014/main" id="{2E0FA459-B3AE-A0CB-E65B-105C7ED589AC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7" name="tx238">
            <a:extLst>
              <a:ext uri="{FF2B5EF4-FFF2-40B4-BE49-F238E27FC236}">
                <a16:creationId xmlns:a16="http://schemas.microsoft.com/office/drawing/2014/main" id="{59208F0D-E6CD-4A5B-78C7-4C58E36DFE7A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8" name="tx239">
            <a:extLst>
              <a:ext uri="{FF2B5EF4-FFF2-40B4-BE49-F238E27FC236}">
                <a16:creationId xmlns:a16="http://schemas.microsoft.com/office/drawing/2014/main" id="{0BA34867-3EC1-A6D1-84BD-6DB37D5B916E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29" name="tx240">
            <a:extLst>
              <a:ext uri="{FF2B5EF4-FFF2-40B4-BE49-F238E27FC236}">
                <a16:creationId xmlns:a16="http://schemas.microsoft.com/office/drawing/2014/main" id="{17376A22-FB10-DF13-8AF4-A72FAE792CC3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0" name="tx241">
            <a:extLst>
              <a:ext uri="{FF2B5EF4-FFF2-40B4-BE49-F238E27FC236}">
                <a16:creationId xmlns:a16="http://schemas.microsoft.com/office/drawing/2014/main" id="{99594E7C-B9B7-3A5C-E41D-A55DBC9A9AF5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1" name="tx242">
            <a:extLst>
              <a:ext uri="{FF2B5EF4-FFF2-40B4-BE49-F238E27FC236}">
                <a16:creationId xmlns:a16="http://schemas.microsoft.com/office/drawing/2014/main" id="{DAE11EC5-F547-9142-10F8-455C2038B9E2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2" name="tx243">
            <a:extLst>
              <a:ext uri="{FF2B5EF4-FFF2-40B4-BE49-F238E27FC236}">
                <a16:creationId xmlns:a16="http://schemas.microsoft.com/office/drawing/2014/main" id="{8AB18E6D-4BDE-C425-394F-FD8457432F26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3" name="tx244">
            <a:extLst>
              <a:ext uri="{FF2B5EF4-FFF2-40B4-BE49-F238E27FC236}">
                <a16:creationId xmlns:a16="http://schemas.microsoft.com/office/drawing/2014/main" id="{341FD2AE-BF87-8BFE-9ADE-F05F04DC0DE2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4" name="tx245">
            <a:extLst>
              <a:ext uri="{FF2B5EF4-FFF2-40B4-BE49-F238E27FC236}">
                <a16:creationId xmlns:a16="http://schemas.microsoft.com/office/drawing/2014/main" id="{4DACE2F5-A1E6-FC6E-B91A-589F2FEE9580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5" name="tx246">
            <a:extLst>
              <a:ext uri="{FF2B5EF4-FFF2-40B4-BE49-F238E27FC236}">
                <a16:creationId xmlns:a16="http://schemas.microsoft.com/office/drawing/2014/main" id="{4FCAA16E-7C27-1326-E6AD-360E8D16775D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6" name="tx247">
            <a:extLst>
              <a:ext uri="{FF2B5EF4-FFF2-40B4-BE49-F238E27FC236}">
                <a16:creationId xmlns:a16="http://schemas.microsoft.com/office/drawing/2014/main" id="{8476FCDC-9F21-E7F1-2675-3B3F1AAE2BED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7" name="tx248">
            <a:extLst>
              <a:ext uri="{FF2B5EF4-FFF2-40B4-BE49-F238E27FC236}">
                <a16:creationId xmlns:a16="http://schemas.microsoft.com/office/drawing/2014/main" id="{68907E7B-28C9-8A54-2FC1-80D24E5493CC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8" name="tx249">
            <a:extLst>
              <a:ext uri="{FF2B5EF4-FFF2-40B4-BE49-F238E27FC236}">
                <a16:creationId xmlns:a16="http://schemas.microsoft.com/office/drawing/2014/main" id="{D93D03AA-879E-A935-07A7-FE74CB66B0E7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39" name="tx250">
            <a:extLst>
              <a:ext uri="{FF2B5EF4-FFF2-40B4-BE49-F238E27FC236}">
                <a16:creationId xmlns:a16="http://schemas.microsoft.com/office/drawing/2014/main" id="{99A2E8A3-749A-DA28-8925-95AC27E5507B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0" name="tx251">
            <a:extLst>
              <a:ext uri="{FF2B5EF4-FFF2-40B4-BE49-F238E27FC236}">
                <a16:creationId xmlns:a16="http://schemas.microsoft.com/office/drawing/2014/main" id="{074D0A78-C51E-8F67-02AC-BFA847E51001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1" name="tx252">
            <a:extLst>
              <a:ext uri="{FF2B5EF4-FFF2-40B4-BE49-F238E27FC236}">
                <a16:creationId xmlns:a16="http://schemas.microsoft.com/office/drawing/2014/main" id="{9AAE9072-6B04-9C0A-486F-28FEFFC333C8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2" name="tx253">
            <a:extLst>
              <a:ext uri="{FF2B5EF4-FFF2-40B4-BE49-F238E27FC236}">
                <a16:creationId xmlns:a16="http://schemas.microsoft.com/office/drawing/2014/main" id="{270F1A89-A2AC-130E-A235-CE7B03F7F452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3" name="tx254">
            <a:extLst>
              <a:ext uri="{FF2B5EF4-FFF2-40B4-BE49-F238E27FC236}">
                <a16:creationId xmlns:a16="http://schemas.microsoft.com/office/drawing/2014/main" id="{BC59DF93-57C4-602F-0199-76BDF91D0870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4" name="tx255">
            <a:extLst>
              <a:ext uri="{FF2B5EF4-FFF2-40B4-BE49-F238E27FC236}">
                <a16:creationId xmlns:a16="http://schemas.microsoft.com/office/drawing/2014/main" id="{0DC65C9D-DE27-D72C-947D-3AEF874DDE09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5" name="tx256">
            <a:extLst>
              <a:ext uri="{FF2B5EF4-FFF2-40B4-BE49-F238E27FC236}">
                <a16:creationId xmlns:a16="http://schemas.microsoft.com/office/drawing/2014/main" id="{4E10189C-08D4-0E5C-F7CD-EEE32EA0B0C0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6" name="tx257">
            <a:extLst>
              <a:ext uri="{FF2B5EF4-FFF2-40B4-BE49-F238E27FC236}">
                <a16:creationId xmlns:a16="http://schemas.microsoft.com/office/drawing/2014/main" id="{2EBAA8C6-7E09-D2B9-7C38-E996F31573C1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7" name="tx258">
            <a:extLst>
              <a:ext uri="{FF2B5EF4-FFF2-40B4-BE49-F238E27FC236}">
                <a16:creationId xmlns:a16="http://schemas.microsoft.com/office/drawing/2014/main" id="{7FDD2FC3-0E6E-A38F-379B-57D2703AC360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8" name="tx259">
            <a:extLst>
              <a:ext uri="{FF2B5EF4-FFF2-40B4-BE49-F238E27FC236}">
                <a16:creationId xmlns:a16="http://schemas.microsoft.com/office/drawing/2014/main" id="{2D050F6B-E2D0-EF1C-1C34-C6FFFBB62A9C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49" name="tx260">
            <a:extLst>
              <a:ext uri="{FF2B5EF4-FFF2-40B4-BE49-F238E27FC236}">
                <a16:creationId xmlns:a16="http://schemas.microsoft.com/office/drawing/2014/main" id="{224C7911-4599-CF5E-6B87-49A3DCF91140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0" name="tx261">
            <a:extLst>
              <a:ext uri="{FF2B5EF4-FFF2-40B4-BE49-F238E27FC236}">
                <a16:creationId xmlns:a16="http://schemas.microsoft.com/office/drawing/2014/main" id="{E2886177-EA47-21CD-C2DC-FF5BB43E9A02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1" name="tx262">
            <a:extLst>
              <a:ext uri="{FF2B5EF4-FFF2-40B4-BE49-F238E27FC236}">
                <a16:creationId xmlns:a16="http://schemas.microsoft.com/office/drawing/2014/main" id="{2B0BDE4A-67A2-A1D9-B02C-1D66919A005F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2" name="tx263">
            <a:extLst>
              <a:ext uri="{FF2B5EF4-FFF2-40B4-BE49-F238E27FC236}">
                <a16:creationId xmlns:a16="http://schemas.microsoft.com/office/drawing/2014/main" id="{E58DFA8C-D79F-0718-90BB-C4D936B7F824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3" name="tx264">
            <a:extLst>
              <a:ext uri="{FF2B5EF4-FFF2-40B4-BE49-F238E27FC236}">
                <a16:creationId xmlns:a16="http://schemas.microsoft.com/office/drawing/2014/main" id="{DDE4C6F0-ABD4-74CB-2D82-14E2895E0CA7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4" name="tx265">
            <a:extLst>
              <a:ext uri="{FF2B5EF4-FFF2-40B4-BE49-F238E27FC236}">
                <a16:creationId xmlns:a16="http://schemas.microsoft.com/office/drawing/2014/main" id="{0170B563-E72D-5E91-EA09-575AFE007D2F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5" name="tx266">
            <a:extLst>
              <a:ext uri="{FF2B5EF4-FFF2-40B4-BE49-F238E27FC236}">
                <a16:creationId xmlns:a16="http://schemas.microsoft.com/office/drawing/2014/main" id="{B3F1D7F9-8DD1-3361-AA54-330A4E303C30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6" name="tx267">
            <a:extLst>
              <a:ext uri="{FF2B5EF4-FFF2-40B4-BE49-F238E27FC236}">
                <a16:creationId xmlns:a16="http://schemas.microsoft.com/office/drawing/2014/main" id="{DC8A8C0C-4EFF-2492-372E-B899834D484C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7" name="tx268">
            <a:extLst>
              <a:ext uri="{FF2B5EF4-FFF2-40B4-BE49-F238E27FC236}">
                <a16:creationId xmlns:a16="http://schemas.microsoft.com/office/drawing/2014/main" id="{BCCB701B-C43B-F5D5-EC05-903D0C6F0F76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8" name="tx269">
            <a:extLst>
              <a:ext uri="{FF2B5EF4-FFF2-40B4-BE49-F238E27FC236}">
                <a16:creationId xmlns:a16="http://schemas.microsoft.com/office/drawing/2014/main" id="{1B93C99D-61AA-A067-5251-B6079D407197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59" name="tx270">
            <a:extLst>
              <a:ext uri="{FF2B5EF4-FFF2-40B4-BE49-F238E27FC236}">
                <a16:creationId xmlns:a16="http://schemas.microsoft.com/office/drawing/2014/main" id="{65E5DFEB-8D0D-C364-98B0-4CA8959799BB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0" name="tx271">
            <a:extLst>
              <a:ext uri="{FF2B5EF4-FFF2-40B4-BE49-F238E27FC236}">
                <a16:creationId xmlns:a16="http://schemas.microsoft.com/office/drawing/2014/main" id="{20231DC0-223B-0E51-AA74-BC84AB235BA1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1" name="tx272">
            <a:extLst>
              <a:ext uri="{FF2B5EF4-FFF2-40B4-BE49-F238E27FC236}">
                <a16:creationId xmlns:a16="http://schemas.microsoft.com/office/drawing/2014/main" id="{DB8C186F-C54B-D89D-ADE0-E60F3F614B7E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2" name="tx273">
            <a:extLst>
              <a:ext uri="{FF2B5EF4-FFF2-40B4-BE49-F238E27FC236}">
                <a16:creationId xmlns:a16="http://schemas.microsoft.com/office/drawing/2014/main" id="{19216A5B-BE60-8D5B-736D-70A87EF8E151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3" name="tx274">
            <a:extLst>
              <a:ext uri="{FF2B5EF4-FFF2-40B4-BE49-F238E27FC236}">
                <a16:creationId xmlns:a16="http://schemas.microsoft.com/office/drawing/2014/main" id="{4552EDF2-87C3-385E-848B-C60CCE130422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4" name="tx275">
            <a:extLst>
              <a:ext uri="{FF2B5EF4-FFF2-40B4-BE49-F238E27FC236}">
                <a16:creationId xmlns:a16="http://schemas.microsoft.com/office/drawing/2014/main" id="{FE557E63-EB7F-9C78-CB1F-20F5CAC5FD0F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5" name="tx276">
            <a:extLst>
              <a:ext uri="{FF2B5EF4-FFF2-40B4-BE49-F238E27FC236}">
                <a16:creationId xmlns:a16="http://schemas.microsoft.com/office/drawing/2014/main" id="{2EA94C7E-4115-482E-9DD4-43AE2FFC15C5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6" name="tx277">
            <a:extLst>
              <a:ext uri="{FF2B5EF4-FFF2-40B4-BE49-F238E27FC236}">
                <a16:creationId xmlns:a16="http://schemas.microsoft.com/office/drawing/2014/main" id="{550F648B-E412-D237-80D6-ACFDBFCD60AE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7" name="tx278">
            <a:extLst>
              <a:ext uri="{FF2B5EF4-FFF2-40B4-BE49-F238E27FC236}">
                <a16:creationId xmlns:a16="http://schemas.microsoft.com/office/drawing/2014/main" id="{A3AB9599-760B-55AA-5BCC-70E64D2DDC81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8" name="tx279">
            <a:extLst>
              <a:ext uri="{FF2B5EF4-FFF2-40B4-BE49-F238E27FC236}">
                <a16:creationId xmlns:a16="http://schemas.microsoft.com/office/drawing/2014/main" id="{1A417D42-DE34-CDDB-F254-62481358B8C5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69" name="tx280">
            <a:extLst>
              <a:ext uri="{FF2B5EF4-FFF2-40B4-BE49-F238E27FC236}">
                <a16:creationId xmlns:a16="http://schemas.microsoft.com/office/drawing/2014/main" id="{FD7E3762-1973-D651-4D3F-9F2430F5A4EA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0" name="tx281">
            <a:extLst>
              <a:ext uri="{FF2B5EF4-FFF2-40B4-BE49-F238E27FC236}">
                <a16:creationId xmlns:a16="http://schemas.microsoft.com/office/drawing/2014/main" id="{5311EEE5-B51B-4436-E0E6-B7091CD65EA4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1" name="tx282">
            <a:extLst>
              <a:ext uri="{FF2B5EF4-FFF2-40B4-BE49-F238E27FC236}">
                <a16:creationId xmlns:a16="http://schemas.microsoft.com/office/drawing/2014/main" id="{9350FF22-E372-C154-5507-FF502F107CDB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2" name="tx283">
            <a:extLst>
              <a:ext uri="{FF2B5EF4-FFF2-40B4-BE49-F238E27FC236}">
                <a16:creationId xmlns:a16="http://schemas.microsoft.com/office/drawing/2014/main" id="{CE6E8624-3D07-7504-5D86-4F3D2B0376F8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3" name="tx284">
            <a:extLst>
              <a:ext uri="{FF2B5EF4-FFF2-40B4-BE49-F238E27FC236}">
                <a16:creationId xmlns:a16="http://schemas.microsoft.com/office/drawing/2014/main" id="{10AEFA25-FE64-CBFB-9C5F-4EAF150FC2DC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4" name="tx285">
            <a:extLst>
              <a:ext uri="{FF2B5EF4-FFF2-40B4-BE49-F238E27FC236}">
                <a16:creationId xmlns:a16="http://schemas.microsoft.com/office/drawing/2014/main" id="{F1A1D4BE-3081-2DE0-BB0C-EDDB73824004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5" name="tx286">
            <a:extLst>
              <a:ext uri="{FF2B5EF4-FFF2-40B4-BE49-F238E27FC236}">
                <a16:creationId xmlns:a16="http://schemas.microsoft.com/office/drawing/2014/main" id="{D463AD5D-41F8-21ED-31C4-369A9A9BF725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6" name="tx287">
            <a:extLst>
              <a:ext uri="{FF2B5EF4-FFF2-40B4-BE49-F238E27FC236}">
                <a16:creationId xmlns:a16="http://schemas.microsoft.com/office/drawing/2014/main" id="{09A53309-3267-27DD-FB85-C80D53A2536D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7" name="tx288">
            <a:extLst>
              <a:ext uri="{FF2B5EF4-FFF2-40B4-BE49-F238E27FC236}">
                <a16:creationId xmlns:a16="http://schemas.microsoft.com/office/drawing/2014/main" id="{62D67929-7D9D-0BF2-3A92-298ADD715227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8" name="tx289">
            <a:extLst>
              <a:ext uri="{FF2B5EF4-FFF2-40B4-BE49-F238E27FC236}">
                <a16:creationId xmlns:a16="http://schemas.microsoft.com/office/drawing/2014/main" id="{5DEF5E29-CA88-580C-B3CF-5634B998EE49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79" name="tx290">
            <a:extLst>
              <a:ext uri="{FF2B5EF4-FFF2-40B4-BE49-F238E27FC236}">
                <a16:creationId xmlns:a16="http://schemas.microsoft.com/office/drawing/2014/main" id="{0C8209C2-72EA-348B-0D9F-E25A9ADBB541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0" name="tx291">
            <a:extLst>
              <a:ext uri="{FF2B5EF4-FFF2-40B4-BE49-F238E27FC236}">
                <a16:creationId xmlns:a16="http://schemas.microsoft.com/office/drawing/2014/main" id="{5D15A533-8CC7-A53E-177D-A313AD5159E1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1" name="tx292">
            <a:extLst>
              <a:ext uri="{FF2B5EF4-FFF2-40B4-BE49-F238E27FC236}">
                <a16:creationId xmlns:a16="http://schemas.microsoft.com/office/drawing/2014/main" id="{35AC0258-78F3-1346-7EEB-DA4B8555B372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2" name="tx293">
            <a:extLst>
              <a:ext uri="{FF2B5EF4-FFF2-40B4-BE49-F238E27FC236}">
                <a16:creationId xmlns:a16="http://schemas.microsoft.com/office/drawing/2014/main" id="{3D821CCF-4556-A9C6-AAE9-E80464D5E36E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3" name="tx294">
            <a:extLst>
              <a:ext uri="{FF2B5EF4-FFF2-40B4-BE49-F238E27FC236}">
                <a16:creationId xmlns:a16="http://schemas.microsoft.com/office/drawing/2014/main" id="{3B5C2F02-9E7E-4C8B-8E2D-2D5E24915E0B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4" name="tx295">
            <a:extLst>
              <a:ext uri="{FF2B5EF4-FFF2-40B4-BE49-F238E27FC236}">
                <a16:creationId xmlns:a16="http://schemas.microsoft.com/office/drawing/2014/main" id="{813B360E-45BF-97B4-2B43-52A73516DF66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5" name="tx296">
            <a:extLst>
              <a:ext uri="{FF2B5EF4-FFF2-40B4-BE49-F238E27FC236}">
                <a16:creationId xmlns:a16="http://schemas.microsoft.com/office/drawing/2014/main" id="{42CA4F96-0662-23BA-AC47-475F83143D6D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6" name="tx297">
            <a:extLst>
              <a:ext uri="{FF2B5EF4-FFF2-40B4-BE49-F238E27FC236}">
                <a16:creationId xmlns:a16="http://schemas.microsoft.com/office/drawing/2014/main" id="{A04BA7B8-A176-2531-F736-F51BFCAF18F2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7" name="tx298">
            <a:extLst>
              <a:ext uri="{FF2B5EF4-FFF2-40B4-BE49-F238E27FC236}">
                <a16:creationId xmlns:a16="http://schemas.microsoft.com/office/drawing/2014/main" id="{87A6E6BE-BFF3-692F-1FF9-5B3A91E9FDD0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8" name="tx299">
            <a:extLst>
              <a:ext uri="{FF2B5EF4-FFF2-40B4-BE49-F238E27FC236}">
                <a16:creationId xmlns:a16="http://schemas.microsoft.com/office/drawing/2014/main" id="{CD6297CC-4544-C69C-1524-A1ED80B63C3D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89" name="tx300">
            <a:extLst>
              <a:ext uri="{FF2B5EF4-FFF2-40B4-BE49-F238E27FC236}">
                <a16:creationId xmlns:a16="http://schemas.microsoft.com/office/drawing/2014/main" id="{B1BF3CD9-F583-50F2-BD57-37F8A3B0A3FA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0" name="tx301">
            <a:extLst>
              <a:ext uri="{FF2B5EF4-FFF2-40B4-BE49-F238E27FC236}">
                <a16:creationId xmlns:a16="http://schemas.microsoft.com/office/drawing/2014/main" id="{98A05898-2D2F-1701-CCA2-E97AD982D579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1" name="tx302">
            <a:extLst>
              <a:ext uri="{FF2B5EF4-FFF2-40B4-BE49-F238E27FC236}">
                <a16:creationId xmlns:a16="http://schemas.microsoft.com/office/drawing/2014/main" id="{10F65520-2932-B43B-E477-D8191661B2B9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2" name="tx303">
            <a:extLst>
              <a:ext uri="{FF2B5EF4-FFF2-40B4-BE49-F238E27FC236}">
                <a16:creationId xmlns:a16="http://schemas.microsoft.com/office/drawing/2014/main" id="{53CAD52B-D5E4-1E44-88FC-90745D65E308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3" name="tx304">
            <a:extLst>
              <a:ext uri="{FF2B5EF4-FFF2-40B4-BE49-F238E27FC236}">
                <a16:creationId xmlns:a16="http://schemas.microsoft.com/office/drawing/2014/main" id="{A4E856D7-3590-8003-4D1E-B1F634966A53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4" name="tx305">
            <a:extLst>
              <a:ext uri="{FF2B5EF4-FFF2-40B4-BE49-F238E27FC236}">
                <a16:creationId xmlns:a16="http://schemas.microsoft.com/office/drawing/2014/main" id="{331A661C-7643-2790-C3B9-F17B68CDDFDD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5" name="tx306">
            <a:extLst>
              <a:ext uri="{FF2B5EF4-FFF2-40B4-BE49-F238E27FC236}">
                <a16:creationId xmlns:a16="http://schemas.microsoft.com/office/drawing/2014/main" id="{C13DB887-EF72-6BAD-3902-DC785D71D10E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6" name="tx307">
            <a:extLst>
              <a:ext uri="{FF2B5EF4-FFF2-40B4-BE49-F238E27FC236}">
                <a16:creationId xmlns:a16="http://schemas.microsoft.com/office/drawing/2014/main" id="{52EC6F92-E50C-D12E-273C-5188B1FD2B1E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7" name="tx308">
            <a:extLst>
              <a:ext uri="{FF2B5EF4-FFF2-40B4-BE49-F238E27FC236}">
                <a16:creationId xmlns:a16="http://schemas.microsoft.com/office/drawing/2014/main" id="{120441ED-8D79-8A68-E22F-31569F4F4C7D}"/>
              </a:ext>
            </a:extLst>
          </p:cNvPr>
          <p:cNvSpPr/>
          <p:nvPr/>
        </p:nvSpPr>
        <p:spPr>
          <a:xfrm>
            <a:off x="6347270" y="17324368"/>
            <a:ext cx="1475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</a:t>
            </a:r>
          </a:p>
        </p:txBody>
      </p:sp>
      <p:sp>
        <p:nvSpPr>
          <p:cNvPr id="598" name="tx309">
            <a:extLst>
              <a:ext uri="{FF2B5EF4-FFF2-40B4-BE49-F238E27FC236}">
                <a16:creationId xmlns:a16="http://schemas.microsoft.com/office/drawing/2014/main" id="{48B4A750-EC63-0189-4845-DE360C31146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599" name="tx310">
            <a:extLst>
              <a:ext uri="{FF2B5EF4-FFF2-40B4-BE49-F238E27FC236}">
                <a16:creationId xmlns:a16="http://schemas.microsoft.com/office/drawing/2014/main" id="{170C2255-F910-8CC3-EC12-4712FEFA83CD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0" name="tx311">
            <a:extLst>
              <a:ext uri="{FF2B5EF4-FFF2-40B4-BE49-F238E27FC236}">
                <a16:creationId xmlns:a16="http://schemas.microsoft.com/office/drawing/2014/main" id="{399F08B7-113E-2560-BEF2-56F18514525B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1" name="tx312">
            <a:extLst>
              <a:ext uri="{FF2B5EF4-FFF2-40B4-BE49-F238E27FC236}">
                <a16:creationId xmlns:a16="http://schemas.microsoft.com/office/drawing/2014/main" id="{B58F5C5F-7C79-5580-89FA-3557303F927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2" name="tx313">
            <a:extLst>
              <a:ext uri="{FF2B5EF4-FFF2-40B4-BE49-F238E27FC236}">
                <a16:creationId xmlns:a16="http://schemas.microsoft.com/office/drawing/2014/main" id="{2BEEA3E2-C3D5-915D-5F10-12F26D75321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3" name="tx314">
            <a:extLst>
              <a:ext uri="{FF2B5EF4-FFF2-40B4-BE49-F238E27FC236}">
                <a16:creationId xmlns:a16="http://schemas.microsoft.com/office/drawing/2014/main" id="{1D68CFB4-C678-E73A-7B43-DEB929053906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4" name="tx315">
            <a:extLst>
              <a:ext uri="{FF2B5EF4-FFF2-40B4-BE49-F238E27FC236}">
                <a16:creationId xmlns:a16="http://schemas.microsoft.com/office/drawing/2014/main" id="{982480A4-D05D-A8BD-EECC-4800815393D0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5" name="tx316">
            <a:extLst>
              <a:ext uri="{FF2B5EF4-FFF2-40B4-BE49-F238E27FC236}">
                <a16:creationId xmlns:a16="http://schemas.microsoft.com/office/drawing/2014/main" id="{4D5F3467-4265-5B0E-E4C5-A8D640E36643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6" name="tx317">
            <a:extLst>
              <a:ext uri="{FF2B5EF4-FFF2-40B4-BE49-F238E27FC236}">
                <a16:creationId xmlns:a16="http://schemas.microsoft.com/office/drawing/2014/main" id="{A63B8B72-D08C-CEB4-0D97-CDDE28C9A9FB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7" name="tx318">
            <a:extLst>
              <a:ext uri="{FF2B5EF4-FFF2-40B4-BE49-F238E27FC236}">
                <a16:creationId xmlns:a16="http://schemas.microsoft.com/office/drawing/2014/main" id="{954B1805-A57E-4632-5355-517BE8FE66E0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8" name="tx319">
            <a:extLst>
              <a:ext uri="{FF2B5EF4-FFF2-40B4-BE49-F238E27FC236}">
                <a16:creationId xmlns:a16="http://schemas.microsoft.com/office/drawing/2014/main" id="{FF2CF17D-8FE4-2C56-A67E-AEF670B4636B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09" name="tx320">
            <a:extLst>
              <a:ext uri="{FF2B5EF4-FFF2-40B4-BE49-F238E27FC236}">
                <a16:creationId xmlns:a16="http://schemas.microsoft.com/office/drawing/2014/main" id="{DCF49E79-8F97-8A6C-9526-61EE340DA65A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0" name="tx321">
            <a:extLst>
              <a:ext uri="{FF2B5EF4-FFF2-40B4-BE49-F238E27FC236}">
                <a16:creationId xmlns:a16="http://schemas.microsoft.com/office/drawing/2014/main" id="{CE634975-92F5-07BD-7CFE-1BCE24A4246E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1" name="tx322">
            <a:extLst>
              <a:ext uri="{FF2B5EF4-FFF2-40B4-BE49-F238E27FC236}">
                <a16:creationId xmlns:a16="http://schemas.microsoft.com/office/drawing/2014/main" id="{702ABC1A-F8CE-F942-819B-6D820EA7C678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2" name="tx323">
            <a:extLst>
              <a:ext uri="{FF2B5EF4-FFF2-40B4-BE49-F238E27FC236}">
                <a16:creationId xmlns:a16="http://schemas.microsoft.com/office/drawing/2014/main" id="{FC63C49E-2C60-D641-F19F-F4E077D44197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3" name="tx324">
            <a:extLst>
              <a:ext uri="{FF2B5EF4-FFF2-40B4-BE49-F238E27FC236}">
                <a16:creationId xmlns:a16="http://schemas.microsoft.com/office/drawing/2014/main" id="{E6AAEE3C-84F1-5D22-2756-5DC02B42DBAB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4" name="tx325">
            <a:extLst>
              <a:ext uri="{FF2B5EF4-FFF2-40B4-BE49-F238E27FC236}">
                <a16:creationId xmlns:a16="http://schemas.microsoft.com/office/drawing/2014/main" id="{3B46A05C-5ECE-7920-3AB2-04C763093378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5" name="tx326">
            <a:extLst>
              <a:ext uri="{FF2B5EF4-FFF2-40B4-BE49-F238E27FC236}">
                <a16:creationId xmlns:a16="http://schemas.microsoft.com/office/drawing/2014/main" id="{99319640-843B-9C3E-1D0B-E8BD78EB195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6" name="tx327">
            <a:extLst>
              <a:ext uri="{FF2B5EF4-FFF2-40B4-BE49-F238E27FC236}">
                <a16:creationId xmlns:a16="http://schemas.microsoft.com/office/drawing/2014/main" id="{2F6AECB7-EC25-00F3-21B4-5D76EBE2C35E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7" name="tx328">
            <a:extLst>
              <a:ext uri="{FF2B5EF4-FFF2-40B4-BE49-F238E27FC236}">
                <a16:creationId xmlns:a16="http://schemas.microsoft.com/office/drawing/2014/main" id="{93C2205E-AB7D-F7CC-9881-DBA5C1B6864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8" name="tx329">
            <a:extLst>
              <a:ext uri="{FF2B5EF4-FFF2-40B4-BE49-F238E27FC236}">
                <a16:creationId xmlns:a16="http://schemas.microsoft.com/office/drawing/2014/main" id="{8CC56C0D-5EA6-5196-DB90-BFB4174F53C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19" name="tx330">
            <a:extLst>
              <a:ext uri="{FF2B5EF4-FFF2-40B4-BE49-F238E27FC236}">
                <a16:creationId xmlns:a16="http://schemas.microsoft.com/office/drawing/2014/main" id="{036BE693-F82F-08A5-D837-2E9E37C9BAAF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0" name="tx331">
            <a:extLst>
              <a:ext uri="{FF2B5EF4-FFF2-40B4-BE49-F238E27FC236}">
                <a16:creationId xmlns:a16="http://schemas.microsoft.com/office/drawing/2014/main" id="{515EE116-0C56-35E1-3489-ECD356F05867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1" name="tx332">
            <a:extLst>
              <a:ext uri="{FF2B5EF4-FFF2-40B4-BE49-F238E27FC236}">
                <a16:creationId xmlns:a16="http://schemas.microsoft.com/office/drawing/2014/main" id="{76782E2C-0211-295A-CA91-8C91F190D4E2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2" name="tx333">
            <a:extLst>
              <a:ext uri="{FF2B5EF4-FFF2-40B4-BE49-F238E27FC236}">
                <a16:creationId xmlns:a16="http://schemas.microsoft.com/office/drawing/2014/main" id="{36F95A00-FA5B-14A4-F985-E58996FF2C1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3" name="tx334">
            <a:extLst>
              <a:ext uri="{FF2B5EF4-FFF2-40B4-BE49-F238E27FC236}">
                <a16:creationId xmlns:a16="http://schemas.microsoft.com/office/drawing/2014/main" id="{10062A52-CEC6-3154-F96C-3478E3F2F6F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4" name="tx335">
            <a:extLst>
              <a:ext uri="{FF2B5EF4-FFF2-40B4-BE49-F238E27FC236}">
                <a16:creationId xmlns:a16="http://schemas.microsoft.com/office/drawing/2014/main" id="{5A317A50-9449-F41D-A826-20A1D19789A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5" name="tx336">
            <a:extLst>
              <a:ext uri="{FF2B5EF4-FFF2-40B4-BE49-F238E27FC236}">
                <a16:creationId xmlns:a16="http://schemas.microsoft.com/office/drawing/2014/main" id="{846E0BF8-713D-D601-07CD-CA4816A559F4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6" name="tx337">
            <a:extLst>
              <a:ext uri="{FF2B5EF4-FFF2-40B4-BE49-F238E27FC236}">
                <a16:creationId xmlns:a16="http://schemas.microsoft.com/office/drawing/2014/main" id="{060E26B6-EEDD-917A-FF02-9B00AC6CBA2C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7" name="tx338">
            <a:extLst>
              <a:ext uri="{FF2B5EF4-FFF2-40B4-BE49-F238E27FC236}">
                <a16:creationId xmlns:a16="http://schemas.microsoft.com/office/drawing/2014/main" id="{9506E83B-EE00-1E3C-F6FE-0895EFD12B1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8" name="tx339">
            <a:extLst>
              <a:ext uri="{FF2B5EF4-FFF2-40B4-BE49-F238E27FC236}">
                <a16:creationId xmlns:a16="http://schemas.microsoft.com/office/drawing/2014/main" id="{717912F9-2E83-DF1B-E4DF-1F5A5C25FAF6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29" name="tx340">
            <a:extLst>
              <a:ext uri="{FF2B5EF4-FFF2-40B4-BE49-F238E27FC236}">
                <a16:creationId xmlns:a16="http://schemas.microsoft.com/office/drawing/2014/main" id="{B4806B3E-CB63-0AE5-351A-944DB35559CB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0" name="tx341">
            <a:extLst>
              <a:ext uri="{FF2B5EF4-FFF2-40B4-BE49-F238E27FC236}">
                <a16:creationId xmlns:a16="http://schemas.microsoft.com/office/drawing/2014/main" id="{B1019B2A-75E8-02D3-D235-F30345818E7F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1" name="tx342">
            <a:extLst>
              <a:ext uri="{FF2B5EF4-FFF2-40B4-BE49-F238E27FC236}">
                <a16:creationId xmlns:a16="http://schemas.microsoft.com/office/drawing/2014/main" id="{95AABCAA-2200-8479-C3DD-82D8DF6789E4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2" name="tx343">
            <a:extLst>
              <a:ext uri="{FF2B5EF4-FFF2-40B4-BE49-F238E27FC236}">
                <a16:creationId xmlns:a16="http://schemas.microsoft.com/office/drawing/2014/main" id="{DEB1CDC9-7F85-75E3-2126-71C43D5E84D2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3" name="tx344">
            <a:extLst>
              <a:ext uri="{FF2B5EF4-FFF2-40B4-BE49-F238E27FC236}">
                <a16:creationId xmlns:a16="http://schemas.microsoft.com/office/drawing/2014/main" id="{6A0F4242-E010-1D2B-2BD9-40A434FDD910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4" name="tx345">
            <a:extLst>
              <a:ext uri="{FF2B5EF4-FFF2-40B4-BE49-F238E27FC236}">
                <a16:creationId xmlns:a16="http://schemas.microsoft.com/office/drawing/2014/main" id="{B244423A-0639-7C41-47A0-CD21A97D107A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5" name="tx346">
            <a:extLst>
              <a:ext uri="{FF2B5EF4-FFF2-40B4-BE49-F238E27FC236}">
                <a16:creationId xmlns:a16="http://schemas.microsoft.com/office/drawing/2014/main" id="{D5DCC9C9-B34B-FC67-8B06-7E134ED05262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6" name="tx347">
            <a:extLst>
              <a:ext uri="{FF2B5EF4-FFF2-40B4-BE49-F238E27FC236}">
                <a16:creationId xmlns:a16="http://schemas.microsoft.com/office/drawing/2014/main" id="{83C40216-FED7-2BF7-82AA-ACB8BF7A2A28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7" name="tx348">
            <a:extLst>
              <a:ext uri="{FF2B5EF4-FFF2-40B4-BE49-F238E27FC236}">
                <a16:creationId xmlns:a16="http://schemas.microsoft.com/office/drawing/2014/main" id="{9DFDB955-5194-9F51-C383-A7848B828BDC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8" name="tx349">
            <a:extLst>
              <a:ext uri="{FF2B5EF4-FFF2-40B4-BE49-F238E27FC236}">
                <a16:creationId xmlns:a16="http://schemas.microsoft.com/office/drawing/2014/main" id="{28AB672F-22DE-6F32-E657-2FB0EF98F1B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39" name="tx350">
            <a:extLst>
              <a:ext uri="{FF2B5EF4-FFF2-40B4-BE49-F238E27FC236}">
                <a16:creationId xmlns:a16="http://schemas.microsoft.com/office/drawing/2014/main" id="{21D024AC-310E-8EA5-2094-DC10A6735804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0" name="tx351">
            <a:extLst>
              <a:ext uri="{FF2B5EF4-FFF2-40B4-BE49-F238E27FC236}">
                <a16:creationId xmlns:a16="http://schemas.microsoft.com/office/drawing/2014/main" id="{6E13FD17-97DA-9953-A339-121506DD7D8F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1" name="tx352">
            <a:extLst>
              <a:ext uri="{FF2B5EF4-FFF2-40B4-BE49-F238E27FC236}">
                <a16:creationId xmlns:a16="http://schemas.microsoft.com/office/drawing/2014/main" id="{9E9C31F6-0263-C92D-56E5-83FF0312B266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2" name="tx353">
            <a:extLst>
              <a:ext uri="{FF2B5EF4-FFF2-40B4-BE49-F238E27FC236}">
                <a16:creationId xmlns:a16="http://schemas.microsoft.com/office/drawing/2014/main" id="{DD27FF86-35B5-719B-33B5-C3242CD6E5E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3" name="tx354">
            <a:extLst>
              <a:ext uri="{FF2B5EF4-FFF2-40B4-BE49-F238E27FC236}">
                <a16:creationId xmlns:a16="http://schemas.microsoft.com/office/drawing/2014/main" id="{334232C6-85FE-7EA5-5E64-90FA78B87A6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4" name="tx355">
            <a:extLst>
              <a:ext uri="{FF2B5EF4-FFF2-40B4-BE49-F238E27FC236}">
                <a16:creationId xmlns:a16="http://schemas.microsoft.com/office/drawing/2014/main" id="{3BA5F1A9-392C-23D9-06C2-06C6D3618814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5" name="tx356">
            <a:extLst>
              <a:ext uri="{FF2B5EF4-FFF2-40B4-BE49-F238E27FC236}">
                <a16:creationId xmlns:a16="http://schemas.microsoft.com/office/drawing/2014/main" id="{525630E7-6497-3514-B3B3-6132DD8308D7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6" name="tx357">
            <a:extLst>
              <a:ext uri="{FF2B5EF4-FFF2-40B4-BE49-F238E27FC236}">
                <a16:creationId xmlns:a16="http://schemas.microsoft.com/office/drawing/2014/main" id="{B1E65212-35E1-84FA-FC37-995EFCE0FAE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7" name="tx358">
            <a:extLst>
              <a:ext uri="{FF2B5EF4-FFF2-40B4-BE49-F238E27FC236}">
                <a16:creationId xmlns:a16="http://schemas.microsoft.com/office/drawing/2014/main" id="{980146E1-1A9F-ED10-8872-A7106FF9BA5A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8" name="tx359">
            <a:extLst>
              <a:ext uri="{FF2B5EF4-FFF2-40B4-BE49-F238E27FC236}">
                <a16:creationId xmlns:a16="http://schemas.microsoft.com/office/drawing/2014/main" id="{EFD53FB3-57DC-2C9D-DBFF-AF2DE9A5EDEC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49" name="tx360">
            <a:extLst>
              <a:ext uri="{FF2B5EF4-FFF2-40B4-BE49-F238E27FC236}">
                <a16:creationId xmlns:a16="http://schemas.microsoft.com/office/drawing/2014/main" id="{C9B3452B-0514-FDF3-CF6F-54AF607BF453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0" name="tx361">
            <a:extLst>
              <a:ext uri="{FF2B5EF4-FFF2-40B4-BE49-F238E27FC236}">
                <a16:creationId xmlns:a16="http://schemas.microsoft.com/office/drawing/2014/main" id="{62FB8C47-B71E-20DC-3F9D-B637C85C4970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1" name="tx362">
            <a:extLst>
              <a:ext uri="{FF2B5EF4-FFF2-40B4-BE49-F238E27FC236}">
                <a16:creationId xmlns:a16="http://schemas.microsoft.com/office/drawing/2014/main" id="{412A74D3-E9E8-AB70-243F-6A2A1506623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2" name="tx363">
            <a:extLst>
              <a:ext uri="{FF2B5EF4-FFF2-40B4-BE49-F238E27FC236}">
                <a16:creationId xmlns:a16="http://schemas.microsoft.com/office/drawing/2014/main" id="{BE98B2F6-96CA-EACC-C9BC-B345F4AC1AE2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3" name="tx364">
            <a:extLst>
              <a:ext uri="{FF2B5EF4-FFF2-40B4-BE49-F238E27FC236}">
                <a16:creationId xmlns:a16="http://schemas.microsoft.com/office/drawing/2014/main" id="{86BBDEB2-0063-D9AD-B8E1-0E500EFFF07D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4" name="tx365">
            <a:extLst>
              <a:ext uri="{FF2B5EF4-FFF2-40B4-BE49-F238E27FC236}">
                <a16:creationId xmlns:a16="http://schemas.microsoft.com/office/drawing/2014/main" id="{63CC5922-825D-98E6-3D9F-D98F625AE247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5" name="tx366">
            <a:extLst>
              <a:ext uri="{FF2B5EF4-FFF2-40B4-BE49-F238E27FC236}">
                <a16:creationId xmlns:a16="http://schemas.microsoft.com/office/drawing/2014/main" id="{4E1B6D7B-8439-EA7F-2507-69C5EBB3C498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6" name="tx367">
            <a:extLst>
              <a:ext uri="{FF2B5EF4-FFF2-40B4-BE49-F238E27FC236}">
                <a16:creationId xmlns:a16="http://schemas.microsoft.com/office/drawing/2014/main" id="{C704AF47-82BF-8EE0-0220-A027425AC7B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7" name="tx368">
            <a:extLst>
              <a:ext uri="{FF2B5EF4-FFF2-40B4-BE49-F238E27FC236}">
                <a16:creationId xmlns:a16="http://schemas.microsoft.com/office/drawing/2014/main" id="{F279F980-7E2B-4F76-A914-B4F4278CBE44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8" name="tx369">
            <a:extLst>
              <a:ext uri="{FF2B5EF4-FFF2-40B4-BE49-F238E27FC236}">
                <a16:creationId xmlns:a16="http://schemas.microsoft.com/office/drawing/2014/main" id="{6F7CF7A1-6595-B5FF-DD04-F8DD149EB3D0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59" name="tx370">
            <a:extLst>
              <a:ext uri="{FF2B5EF4-FFF2-40B4-BE49-F238E27FC236}">
                <a16:creationId xmlns:a16="http://schemas.microsoft.com/office/drawing/2014/main" id="{C0158A2F-FBDB-9DD3-0E28-18771988633A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0" name="tx371">
            <a:extLst>
              <a:ext uri="{FF2B5EF4-FFF2-40B4-BE49-F238E27FC236}">
                <a16:creationId xmlns:a16="http://schemas.microsoft.com/office/drawing/2014/main" id="{AADA8A13-A36E-8FD1-B93B-C66E77BDCFA2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1" name="tx372">
            <a:extLst>
              <a:ext uri="{FF2B5EF4-FFF2-40B4-BE49-F238E27FC236}">
                <a16:creationId xmlns:a16="http://schemas.microsoft.com/office/drawing/2014/main" id="{03472AE6-77B6-A968-B10B-1B483D78DE26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2" name="tx373">
            <a:extLst>
              <a:ext uri="{FF2B5EF4-FFF2-40B4-BE49-F238E27FC236}">
                <a16:creationId xmlns:a16="http://schemas.microsoft.com/office/drawing/2014/main" id="{C5F4586B-F94E-5FE0-ED79-FF370503ED28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3" name="tx374">
            <a:extLst>
              <a:ext uri="{FF2B5EF4-FFF2-40B4-BE49-F238E27FC236}">
                <a16:creationId xmlns:a16="http://schemas.microsoft.com/office/drawing/2014/main" id="{6F8E308D-4845-9A0F-C75B-CA0F515750A8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4" name="tx375">
            <a:extLst>
              <a:ext uri="{FF2B5EF4-FFF2-40B4-BE49-F238E27FC236}">
                <a16:creationId xmlns:a16="http://schemas.microsoft.com/office/drawing/2014/main" id="{6456F442-72C0-A4CB-9F08-B81EA7777577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5" name="tx376">
            <a:extLst>
              <a:ext uri="{FF2B5EF4-FFF2-40B4-BE49-F238E27FC236}">
                <a16:creationId xmlns:a16="http://schemas.microsoft.com/office/drawing/2014/main" id="{4A6CA79D-097C-EE5F-CB7B-4F07B552BB0F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6" name="tx377">
            <a:extLst>
              <a:ext uri="{FF2B5EF4-FFF2-40B4-BE49-F238E27FC236}">
                <a16:creationId xmlns:a16="http://schemas.microsoft.com/office/drawing/2014/main" id="{CF4FE2A0-974C-DF80-1AC4-ADC921FCCAA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7" name="tx378">
            <a:extLst>
              <a:ext uri="{FF2B5EF4-FFF2-40B4-BE49-F238E27FC236}">
                <a16:creationId xmlns:a16="http://schemas.microsoft.com/office/drawing/2014/main" id="{66CDAD48-ED40-D47D-C9C0-A01B063DFAC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8" name="tx379">
            <a:extLst>
              <a:ext uri="{FF2B5EF4-FFF2-40B4-BE49-F238E27FC236}">
                <a16:creationId xmlns:a16="http://schemas.microsoft.com/office/drawing/2014/main" id="{F334D0FF-837D-187B-C6CB-8618B3748436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69" name="tx380">
            <a:extLst>
              <a:ext uri="{FF2B5EF4-FFF2-40B4-BE49-F238E27FC236}">
                <a16:creationId xmlns:a16="http://schemas.microsoft.com/office/drawing/2014/main" id="{17498049-606F-3652-E353-4737328CAF1B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0" name="tx381">
            <a:extLst>
              <a:ext uri="{FF2B5EF4-FFF2-40B4-BE49-F238E27FC236}">
                <a16:creationId xmlns:a16="http://schemas.microsoft.com/office/drawing/2014/main" id="{00150183-6AC5-6497-96F7-7A6AA6E5AEC0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1" name="tx382">
            <a:extLst>
              <a:ext uri="{FF2B5EF4-FFF2-40B4-BE49-F238E27FC236}">
                <a16:creationId xmlns:a16="http://schemas.microsoft.com/office/drawing/2014/main" id="{4EBCB4FA-000E-4394-6017-6847397FF34E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2" name="tx383">
            <a:extLst>
              <a:ext uri="{FF2B5EF4-FFF2-40B4-BE49-F238E27FC236}">
                <a16:creationId xmlns:a16="http://schemas.microsoft.com/office/drawing/2014/main" id="{F5E44DE3-E5AE-6CF7-2031-235C751CAF6E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3" name="tx384">
            <a:extLst>
              <a:ext uri="{FF2B5EF4-FFF2-40B4-BE49-F238E27FC236}">
                <a16:creationId xmlns:a16="http://schemas.microsoft.com/office/drawing/2014/main" id="{5714F47B-027B-A1FF-9B70-9D0EEA9C586F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4" name="tx385">
            <a:extLst>
              <a:ext uri="{FF2B5EF4-FFF2-40B4-BE49-F238E27FC236}">
                <a16:creationId xmlns:a16="http://schemas.microsoft.com/office/drawing/2014/main" id="{D825C54C-D6B3-B538-B2C8-B1A8BDB8FB2F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5" name="tx386">
            <a:extLst>
              <a:ext uri="{FF2B5EF4-FFF2-40B4-BE49-F238E27FC236}">
                <a16:creationId xmlns:a16="http://schemas.microsoft.com/office/drawing/2014/main" id="{B29F32BD-D01E-E53F-E6CF-06ADED36D85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6" name="tx387">
            <a:extLst>
              <a:ext uri="{FF2B5EF4-FFF2-40B4-BE49-F238E27FC236}">
                <a16:creationId xmlns:a16="http://schemas.microsoft.com/office/drawing/2014/main" id="{5FAAFEF6-28A7-2DB2-85E5-4F9F79EBDA64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7" name="tx388">
            <a:extLst>
              <a:ext uri="{FF2B5EF4-FFF2-40B4-BE49-F238E27FC236}">
                <a16:creationId xmlns:a16="http://schemas.microsoft.com/office/drawing/2014/main" id="{566B4952-0014-F5A8-F837-E52366A4DB2A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8" name="tx389">
            <a:extLst>
              <a:ext uri="{FF2B5EF4-FFF2-40B4-BE49-F238E27FC236}">
                <a16:creationId xmlns:a16="http://schemas.microsoft.com/office/drawing/2014/main" id="{CCB9A0CC-0C4B-21FE-2627-3AD72FE4BAB6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79" name="tx390">
            <a:extLst>
              <a:ext uri="{FF2B5EF4-FFF2-40B4-BE49-F238E27FC236}">
                <a16:creationId xmlns:a16="http://schemas.microsoft.com/office/drawing/2014/main" id="{79B63BB0-6EE1-AB03-AA6D-A6FADEB1FEC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0" name="tx391">
            <a:extLst>
              <a:ext uri="{FF2B5EF4-FFF2-40B4-BE49-F238E27FC236}">
                <a16:creationId xmlns:a16="http://schemas.microsoft.com/office/drawing/2014/main" id="{DF4D9405-64D3-9264-EA1D-E7CCAEB037A8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1" name="tx392">
            <a:extLst>
              <a:ext uri="{FF2B5EF4-FFF2-40B4-BE49-F238E27FC236}">
                <a16:creationId xmlns:a16="http://schemas.microsoft.com/office/drawing/2014/main" id="{C9CB59CC-BF9A-BBC4-7847-1BC53B3F86F9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2" name="tx393">
            <a:extLst>
              <a:ext uri="{FF2B5EF4-FFF2-40B4-BE49-F238E27FC236}">
                <a16:creationId xmlns:a16="http://schemas.microsoft.com/office/drawing/2014/main" id="{59794C03-9F15-165B-4AAA-221B10E62CAF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3" name="tx394">
            <a:extLst>
              <a:ext uri="{FF2B5EF4-FFF2-40B4-BE49-F238E27FC236}">
                <a16:creationId xmlns:a16="http://schemas.microsoft.com/office/drawing/2014/main" id="{8E4C2857-898F-C243-7D46-E5A331ED2BD3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4" name="tx395">
            <a:extLst>
              <a:ext uri="{FF2B5EF4-FFF2-40B4-BE49-F238E27FC236}">
                <a16:creationId xmlns:a16="http://schemas.microsoft.com/office/drawing/2014/main" id="{57C0D87B-EB19-94E7-6993-5EE30365CB27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5" name="tx396">
            <a:extLst>
              <a:ext uri="{FF2B5EF4-FFF2-40B4-BE49-F238E27FC236}">
                <a16:creationId xmlns:a16="http://schemas.microsoft.com/office/drawing/2014/main" id="{50FCA111-0CFC-DE5B-475C-BEC4B479124E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6" name="tx397">
            <a:extLst>
              <a:ext uri="{FF2B5EF4-FFF2-40B4-BE49-F238E27FC236}">
                <a16:creationId xmlns:a16="http://schemas.microsoft.com/office/drawing/2014/main" id="{F7DB7BF3-8918-145F-9A52-58C96DCE584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7" name="tx398">
            <a:extLst>
              <a:ext uri="{FF2B5EF4-FFF2-40B4-BE49-F238E27FC236}">
                <a16:creationId xmlns:a16="http://schemas.microsoft.com/office/drawing/2014/main" id="{00D11618-EECB-B7BD-1D08-99CA13078BFD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8" name="tx399">
            <a:extLst>
              <a:ext uri="{FF2B5EF4-FFF2-40B4-BE49-F238E27FC236}">
                <a16:creationId xmlns:a16="http://schemas.microsoft.com/office/drawing/2014/main" id="{35F2E96C-47B8-21DB-531F-8243DA8CB287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89" name="tx400">
            <a:extLst>
              <a:ext uri="{FF2B5EF4-FFF2-40B4-BE49-F238E27FC236}">
                <a16:creationId xmlns:a16="http://schemas.microsoft.com/office/drawing/2014/main" id="{AAED131A-AE80-741C-C5C3-691180E32F65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90" name="tx401">
            <a:extLst>
              <a:ext uri="{FF2B5EF4-FFF2-40B4-BE49-F238E27FC236}">
                <a16:creationId xmlns:a16="http://schemas.microsoft.com/office/drawing/2014/main" id="{6F26BA4A-100E-6708-9382-38E9BFA518BD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91" name="tx402">
            <a:extLst>
              <a:ext uri="{FF2B5EF4-FFF2-40B4-BE49-F238E27FC236}">
                <a16:creationId xmlns:a16="http://schemas.microsoft.com/office/drawing/2014/main" id="{B9FA6A40-ACE3-B235-63BA-075552808674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92" name="tx403">
            <a:extLst>
              <a:ext uri="{FF2B5EF4-FFF2-40B4-BE49-F238E27FC236}">
                <a16:creationId xmlns:a16="http://schemas.microsoft.com/office/drawing/2014/main" id="{9621DBD4-E11E-CAE5-F01D-A47E08AC7091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93" name="tx404">
            <a:extLst>
              <a:ext uri="{FF2B5EF4-FFF2-40B4-BE49-F238E27FC236}">
                <a16:creationId xmlns:a16="http://schemas.microsoft.com/office/drawing/2014/main" id="{20E20174-94AF-DD92-54D5-67D73C135AC7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94" name="tx405">
            <a:extLst>
              <a:ext uri="{FF2B5EF4-FFF2-40B4-BE49-F238E27FC236}">
                <a16:creationId xmlns:a16="http://schemas.microsoft.com/office/drawing/2014/main" id="{59FF5E42-120B-36F6-B2A6-0B6D1652D6F0}"/>
              </a:ext>
            </a:extLst>
          </p:cNvPr>
          <p:cNvSpPr/>
          <p:nvPr/>
        </p:nvSpPr>
        <p:spPr>
          <a:xfrm>
            <a:off x="6692257" y="17384390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</a:t>
            </a:r>
          </a:p>
        </p:txBody>
      </p:sp>
      <p:sp>
        <p:nvSpPr>
          <p:cNvPr id="695" name="tx406">
            <a:extLst>
              <a:ext uri="{FF2B5EF4-FFF2-40B4-BE49-F238E27FC236}">
                <a16:creationId xmlns:a16="http://schemas.microsoft.com/office/drawing/2014/main" id="{2AD525CA-6FC2-F08D-D64D-C8C51E6ED488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696" name="tx407">
            <a:extLst>
              <a:ext uri="{FF2B5EF4-FFF2-40B4-BE49-F238E27FC236}">
                <a16:creationId xmlns:a16="http://schemas.microsoft.com/office/drawing/2014/main" id="{501684B9-1DFF-A0E4-5773-ED6135A1D6F7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697" name="tx408">
            <a:extLst>
              <a:ext uri="{FF2B5EF4-FFF2-40B4-BE49-F238E27FC236}">
                <a16:creationId xmlns:a16="http://schemas.microsoft.com/office/drawing/2014/main" id="{003050BC-A6E9-1847-B5CA-0DDCCDBAA548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698" name="tx409">
            <a:extLst>
              <a:ext uri="{FF2B5EF4-FFF2-40B4-BE49-F238E27FC236}">
                <a16:creationId xmlns:a16="http://schemas.microsoft.com/office/drawing/2014/main" id="{97F2A6A9-20C8-0581-3FFE-CCE47D5CAA58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699" name="tx410">
            <a:extLst>
              <a:ext uri="{FF2B5EF4-FFF2-40B4-BE49-F238E27FC236}">
                <a16:creationId xmlns:a16="http://schemas.microsoft.com/office/drawing/2014/main" id="{DEBE4017-590A-7866-CD53-7DDD37C41F4D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0" name="tx411">
            <a:extLst>
              <a:ext uri="{FF2B5EF4-FFF2-40B4-BE49-F238E27FC236}">
                <a16:creationId xmlns:a16="http://schemas.microsoft.com/office/drawing/2014/main" id="{283AAC49-32A9-D84F-3227-C5488EDE5F6B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1" name="tx412">
            <a:extLst>
              <a:ext uri="{FF2B5EF4-FFF2-40B4-BE49-F238E27FC236}">
                <a16:creationId xmlns:a16="http://schemas.microsoft.com/office/drawing/2014/main" id="{7064CCF6-A5D4-437B-C042-A4BA43916289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2" name="tx413">
            <a:extLst>
              <a:ext uri="{FF2B5EF4-FFF2-40B4-BE49-F238E27FC236}">
                <a16:creationId xmlns:a16="http://schemas.microsoft.com/office/drawing/2014/main" id="{CEA91F55-AA1E-25B4-A387-82C9A6A4AB83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3" name="tx414">
            <a:extLst>
              <a:ext uri="{FF2B5EF4-FFF2-40B4-BE49-F238E27FC236}">
                <a16:creationId xmlns:a16="http://schemas.microsoft.com/office/drawing/2014/main" id="{E85B5E7F-FA49-5A47-AC2E-43E7B1E9254C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4" name="tx415">
            <a:extLst>
              <a:ext uri="{FF2B5EF4-FFF2-40B4-BE49-F238E27FC236}">
                <a16:creationId xmlns:a16="http://schemas.microsoft.com/office/drawing/2014/main" id="{F90D6B00-BC9A-B97A-4338-73931060AABF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5" name="tx416">
            <a:extLst>
              <a:ext uri="{FF2B5EF4-FFF2-40B4-BE49-F238E27FC236}">
                <a16:creationId xmlns:a16="http://schemas.microsoft.com/office/drawing/2014/main" id="{F6A3B416-DFE9-B6AC-300B-D1D6F42CEB1A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6" name="tx417">
            <a:extLst>
              <a:ext uri="{FF2B5EF4-FFF2-40B4-BE49-F238E27FC236}">
                <a16:creationId xmlns:a16="http://schemas.microsoft.com/office/drawing/2014/main" id="{C0D453C3-9CDA-24EA-E486-3D366AEC9773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7" name="tx418">
            <a:extLst>
              <a:ext uri="{FF2B5EF4-FFF2-40B4-BE49-F238E27FC236}">
                <a16:creationId xmlns:a16="http://schemas.microsoft.com/office/drawing/2014/main" id="{C581DBA0-C85B-45D2-81E0-BB4084A6DFAC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8" name="tx419">
            <a:extLst>
              <a:ext uri="{FF2B5EF4-FFF2-40B4-BE49-F238E27FC236}">
                <a16:creationId xmlns:a16="http://schemas.microsoft.com/office/drawing/2014/main" id="{13C5D9DD-3DDD-A0B5-3DD2-CAA1291E165F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09" name="tx420">
            <a:extLst>
              <a:ext uri="{FF2B5EF4-FFF2-40B4-BE49-F238E27FC236}">
                <a16:creationId xmlns:a16="http://schemas.microsoft.com/office/drawing/2014/main" id="{92AA6232-EE30-F80A-55C6-C86DFA41029E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0" name="tx421">
            <a:extLst>
              <a:ext uri="{FF2B5EF4-FFF2-40B4-BE49-F238E27FC236}">
                <a16:creationId xmlns:a16="http://schemas.microsoft.com/office/drawing/2014/main" id="{2A4CBF3D-2BC0-3179-0F7E-1CDEDDD6BE98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1" name="tx422">
            <a:extLst>
              <a:ext uri="{FF2B5EF4-FFF2-40B4-BE49-F238E27FC236}">
                <a16:creationId xmlns:a16="http://schemas.microsoft.com/office/drawing/2014/main" id="{E1011D02-AAAE-C742-78EB-B41946744F82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2" name="tx423">
            <a:extLst>
              <a:ext uri="{FF2B5EF4-FFF2-40B4-BE49-F238E27FC236}">
                <a16:creationId xmlns:a16="http://schemas.microsoft.com/office/drawing/2014/main" id="{FC5F66C2-4178-DB89-39AC-368746F2DD00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3" name="tx424">
            <a:extLst>
              <a:ext uri="{FF2B5EF4-FFF2-40B4-BE49-F238E27FC236}">
                <a16:creationId xmlns:a16="http://schemas.microsoft.com/office/drawing/2014/main" id="{CB5173FE-4BA5-2B70-C226-EF1B8D84D88D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4" name="tx425">
            <a:extLst>
              <a:ext uri="{FF2B5EF4-FFF2-40B4-BE49-F238E27FC236}">
                <a16:creationId xmlns:a16="http://schemas.microsoft.com/office/drawing/2014/main" id="{AAFC1F1F-52E1-E4DF-3D4D-BABE5D8020CE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5" name="tx426">
            <a:extLst>
              <a:ext uri="{FF2B5EF4-FFF2-40B4-BE49-F238E27FC236}">
                <a16:creationId xmlns:a16="http://schemas.microsoft.com/office/drawing/2014/main" id="{9262C848-F6D2-91F9-F53E-7DFE0FF4865A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6" name="tx427">
            <a:extLst>
              <a:ext uri="{FF2B5EF4-FFF2-40B4-BE49-F238E27FC236}">
                <a16:creationId xmlns:a16="http://schemas.microsoft.com/office/drawing/2014/main" id="{59036D1B-6A7D-EAC4-43DF-1DB3F5665417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7" name="tx428">
            <a:extLst>
              <a:ext uri="{FF2B5EF4-FFF2-40B4-BE49-F238E27FC236}">
                <a16:creationId xmlns:a16="http://schemas.microsoft.com/office/drawing/2014/main" id="{0E1C420A-34BA-999A-964A-51FF7379E4D0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8" name="tx429">
            <a:extLst>
              <a:ext uri="{FF2B5EF4-FFF2-40B4-BE49-F238E27FC236}">
                <a16:creationId xmlns:a16="http://schemas.microsoft.com/office/drawing/2014/main" id="{116A7D0F-2FA0-958E-E6E1-0750A6AD0BFD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19" name="tx430">
            <a:extLst>
              <a:ext uri="{FF2B5EF4-FFF2-40B4-BE49-F238E27FC236}">
                <a16:creationId xmlns:a16="http://schemas.microsoft.com/office/drawing/2014/main" id="{A57D3D0E-00F1-B745-0202-D1978A0871C0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0" name="tx431">
            <a:extLst>
              <a:ext uri="{FF2B5EF4-FFF2-40B4-BE49-F238E27FC236}">
                <a16:creationId xmlns:a16="http://schemas.microsoft.com/office/drawing/2014/main" id="{9E7E8B00-6E6C-2232-C38B-59A119D86032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1" name="tx432">
            <a:extLst>
              <a:ext uri="{FF2B5EF4-FFF2-40B4-BE49-F238E27FC236}">
                <a16:creationId xmlns:a16="http://schemas.microsoft.com/office/drawing/2014/main" id="{E0EC8233-E8E9-56B2-D02C-DE20D78D08AE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2" name="tx433">
            <a:extLst>
              <a:ext uri="{FF2B5EF4-FFF2-40B4-BE49-F238E27FC236}">
                <a16:creationId xmlns:a16="http://schemas.microsoft.com/office/drawing/2014/main" id="{8F53031A-F629-0943-4695-F83693CD79D8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3" name="tx434">
            <a:extLst>
              <a:ext uri="{FF2B5EF4-FFF2-40B4-BE49-F238E27FC236}">
                <a16:creationId xmlns:a16="http://schemas.microsoft.com/office/drawing/2014/main" id="{AAA6CEA6-2700-7BEE-3127-BBE66DA2DE5C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4" name="tx435">
            <a:extLst>
              <a:ext uri="{FF2B5EF4-FFF2-40B4-BE49-F238E27FC236}">
                <a16:creationId xmlns:a16="http://schemas.microsoft.com/office/drawing/2014/main" id="{611233E1-A1EB-7312-6F78-6240AAB11E30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5" name="tx436">
            <a:extLst>
              <a:ext uri="{FF2B5EF4-FFF2-40B4-BE49-F238E27FC236}">
                <a16:creationId xmlns:a16="http://schemas.microsoft.com/office/drawing/2014/main" id="{9FF85DF8-12AC-2CF8-124E-FBB080E37FB1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6" name="tx437">
            <a:extLst>
              <a:ext uri="{FF2B5EF4-FFF2-40B4-BE49-F238E27FC236}">
                <a16:creationId xmlns:a16="http://schemas.microsoft.com/office/drawing/2014/main" id="{4FF5C12F-B691-0917-2DEF-20E67BBBA21E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7" name="tx438">
            <a:extLst>
              <a:ext uri="{FF2B5EF4-FFF2-40B4-BE49-F238E27FC236}">
                <a16:creationId xmlns:a16="http://schemas.microsoft.com/office/drawing/2014/main" id="{66F982F7-2E21-8AFE-5D0F-5334430BAF41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8" name="tx439">
            <a:extLst>
              <a:ext uri="{FF2B5EF4-FFF2-40B4-BE49-F238E27FC236}">
                <a16:creationId xmlns:a16="http://schemas.microsoft.com/office/drawing/2014/main" id="{BDEB6C24-837E-431C-3779-CEB0B2AEA37F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29" name="tx440">
            <a:extLst>
              <a:ext uri="{FF2B5EF4-FFF2-40B4-BE49-F238E27FC236}">
                <a16:creationId xmlns:a16="http://schemas.microsoft.com/office/drawing/2014/main" id="{CEACD591-B058-1020-1EB1-072E02D6BDC7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0" name="tx441">
            <a:extLst>
              <a:ext uri="{FF2B5EF4-FFF2-40B4-BE49-F238E27FC236}">
                <a16:creationId xmlns:a16="http://schemas.microsoft.com/office/drawing/2014/main" id="{1B65486B-10D3-1005-9B13-0819EE45A077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1" name="tx442">
            <a:extLst>
              <a:ext uri="{FF2B5EF4-FFF2-40B4-BE49-F238E27FC236}">
                <a16:creationId xmlns:a16="http://schemas.microsoft.com/office/drawing/2014/main" id="{2EB8339B-F533-ABC8-6229-55411BDEE4A4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2" name="tx443">
            <a:extLst>
              <a:ext uri="{FF2B5EF4-FFF2-40B4-BE49-F238E27FC236}">
                <a16:creationId xmlns:a16="http://schemas.microsoft.com/office/drawing/2014/main" id="{DAA79A48-57D9-8A99-6BBC-AC67958F514A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3" name="tx444">
            <a:extLst>
              <a:ext uri="{FF2B5EF4-FFF2-40B4-BE49-F238E27FC236}">
                <a16:creationId xmlns:a16="http://schemas.microsoft.com/office/drawing/2014/main" id="{997FF91E-9FD7-2A38-C980-ED759B4736E8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4" name="tx445">
            <a:extLst>
              <a:ext uri="{FF2B5EF4-FFF2-40B4-BE49-F238E27FC236}">
                <a16:creationId xmlns:a16="http://schemas.microsoft.com/office/drawing/2014/main" id="{6F261E81-5D9E-C4BB-759C-A7120172322B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5" name="tx446">
            <a:extLst>
              <a:ext uri="{FF2B5EF4-FFF2-40B4-BE49-F238E27FC236}">
                <a16:creationId xmlns:a16="http://schemas.microsoft.com/office/drawing/2014/main" id="{F0440A5A-865C-9A6D-F018-A975781FC206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6" name="tx447">
            <a:extLst>
              <a:ext uri="{FF2B5EF4-FFF2-40B4-BE49-F238E27FC236}">
                <a16:creationId xmlns:a16="http://schemas.microsoft.com/office/drawing/2014/main" id="{F73FC7D7-20C4-19A6-1DB2-CB5413765C63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7" name="tx448">
            <a:extLst>
              <a:ext uri="{FF2B5EF4-FFF2-40B4-BE49-F238E27FC236}">
                <a16:creationId xmlns:a16="http://schemas.microsoft.com/office/drawing/2014/main" id="{77890645-1933-E3AE-E788-19349915A454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8" name="tx449">
            <a:extLst>
              <a:ext uri="{FF2B5EF4-FFF2-40B4-BE49-F238E27FC236}">
                <a16:creationId xmlns:a16="http://schemas.microsoft.com/office/drawing/2014/main" id="{BD6EF32A-A11A-D0D4-D329-6BD3102CE836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39" name="tx450">
            <a:extLst>
              <a:ext uri="{FF2B5EF4-FFF2-40B4-BE49-F238E27FC236}">
                <a16:creationId xmlns:a16="http://schemas.microsoft.com/office/drawing/2014/main" id="{CA8C356C-19AB-81DE-BF60-665D325BFA17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0" name="tx451">
            <a:extLst>
              <a:ext uri="{FF2B5EF4-FFF2-40B4-BE49-F238E27FC236}">
                <a16:creationId xmlns:a16="http://schemas.microsoft.com/office/drawing/2014/main" id="{36B56CDC-D50B-550A-6D76-B2BB09380F99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1" name="tx452">
            <a:extLst>
              <a:ext uri="{FF2B5EF4-FFF2-40B4-BE49-F238E27FC236}">
                <a16:creationId xmlns:a16="http://schemas.microsoft.com/office/drawing/2014/main" id="{9D87182F-C7FC-556F-E84E-E3EB501D173C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2" name="tx453">
            <a:extLst>
              <a:ext uri="{FF2B5EF4-FFF2-40B4-BE49-F238E27FC236}">
                <a16:creationId xmlns:a16="http://schemas.microsoft.com/office/drawing/2014/main" id="{543A7B99-48D1-04D1-13F0-5A50D1D551C0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3" name="tx454">
            <a:extLst>
              <a:ext uri="{FF2B5EF4-FFF2-40B4-BE49-F238E27FC236}">
                <a16:creationId xmlns:a16="http://schemas.microsoft.com/office/drawing/2014/main" id="{3E523069-A040-07A1-7346-4AAE175060D1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4" name="tx455">
            <a:extLst>
              <a:ext uri="{FF2B5EF4-FFF2-40B4-BE49-F238E27FC236}">
                <a16:creationId xmlns:a16="http://schemas.microsoft.com/office/drawing/2014/main" id="{369B7935-6DD7-CE26-98F1-4C625870D452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5" name="tx456">
            <a:extLst>
              <a:ext uri="{FF2B5EF4-FFF2-40B4-BE49-F238E27FC236}">
                <a16:creationId xmlns:a16="http://schemas.microsoft.com/office/drawing/2014/main" id="{A4F441BC-F843-373A-C348-ED28D639EA61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6" name="tx457">
            <a:extLst>
              <a:ext uri="{FF2B5EF4-FFF2-40B4-BE49-F238E27FC236}">
                <a16:creationId xmlns:a16="http://schemas.microsoft.com/office/drawing/2014/main" id="{6303FBF7-813B-D4F1-D5F9-AB83FA9774F6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7" name="tx458">
            <a:extLst>
              <a:ext uri="{FF2B5EF4-FFF2-40B4-BE49-F238E27FC236}">
                <a16:creationId xmlns:a16="http://schemas.microsoft.com/office/drawing/2014/main" id="{96A4A8D0-5A1F-1C0B-01CE-1C4F56448C69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8" name="tx459">
            <a:extLst>
              <a:ext uri="{FF2B5EF4-FFF2-40B4-BE49-F238E27FC236}">
                <a16:creationId xmlns:a16="http://schemas.microsoft.com/office/drawing/2014/main" id="{1F7047F3-AD46-70E7-D7AC-933F0E2EBC74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49" name="tx460">
            <a:extLst>
              <a:ext uri="{FF2B5EF4-FFF2-40B4-BE49-F238E27FC236}">
                <a16:creationId xmlns:a16="http://schemas.microsoft.com/office/drawing/2014/main" id="{2877AAE5-7267-2F3F-801A-0C7139D7B4B5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0" name="tx461">
            <a:extLst>
              <a:ext uri="{FF2B5EF4-FFF2-40B4-BE49-F238E27FC236}">
                <a16:creationId xmlns:a16="http://schemas.microsoft.com/office/drawing/2014/main" id="{7763B382-7188-A386-328D-CF210D22C83C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1" name="tx462">
            <a:extLst>
              <a:ext uri="{FF2B5EF4-FFF2-40B4-BE49-F238E27FC236}">
                <a16:creationId xmlns:a16="http://schemas.microsoft.com/office/drawing/2014/main" id="{5B8975F6-B19B-34CC-099D-C76F3102B457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2" name="tx463">
            <a:extLst>
              <a:ext uri="{FF2B5EF4-FFF2-40B4-BE49-F238E27FC236}">
                <a16:creationId xmlns:a16="http://schemas.microsoft.com/office/drawing/2014/main" id="{877A3BD0-1CE6-A7CC-8130-B304944224FA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3" name="tx464">
            <a:extLst>
              <a:ext uri="{FF2B5EF4-FFF2-40B4-BE49-F238E27FC236}">
                <a16:creationId xmlns:a16="http://schemas.microsoft.com/office/drawing/2014/main" id="{0B3CB3F7-48ED-F295-96C0-97A97BE717FF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4" name="tx465">
            <a:extLst>
              <a:ext uri="{FF2B5EF4-FFF2-40B4-BE49-F238E27FC236}">
                <a16:creationId xmlns:a16="http://schemas.microsoft.com/office/drawing/2014/main" id="{95E446BA-0C77-CAD4-F18C-CEF9B485CEE4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5" name="tx466">
            <a:extLst>
              <a:ext uri="{FF2B5EF4-FFF2-40B4-BE49-F238E27FC236}">
                <a16:creationId xmlns:a16="http://schemas.microsoft.com/office/drawing/2014/main" id="{66C976B3-4858-F86D-A11B-E5E2C3B50BAD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6" name="tx467">
            <a:extLst>
              <a:ext uri="{FF2B5EF4-FFF2-40B4-BE49-F238E27FC236}">
                <a16:creationId xmlns:a16="http://schemas.microsoft.com/office/drawing/2014/main" id="{79809417-781F-5AED-D4C7-2B6AAEBA247B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7" name="tx468">
            <a:extLst>
              <a:ext uri="{FF2B5EF4-FFF2-40B4-BE49-F238E27FC236}">
                <a16:creationId xmlns:a16="http://schemas.microsoft.com/office/drawing/2014/main" id="{F34D03C6-7402-C16C-D27A-4487298FAB73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8" name="tx469">
            <a:extLst>
              <a:ext uri="{FF2B5EF4-FFF2-40B4-BE49-F238E27FC236}">
                <a16:creationId xmlns:a16="http://schemas.microsoft.com/office/drawing/2014/main" id="{75DFBF34-6FF3-14D8-DF1C-35D37B801772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59" name="tx470">
            <a:extLst>
              <a:ext uri="{FF2B5EF4-FFF2-40B4-BE49-F238E27FC236}">
                <a16:creationId xmlns:a16="http://schemas.microsoft.com/office/drawing/2014/main" id="{A75AA71A-687D-1A4C-F303-EBCBB468B4C5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0" name="tx471">
            <a:extLst>
              <a:ext uri="{FF2B5EF4-FFF2-40B4-BE49-F238E27FC236}">
                <a16:creationId xmlns:a16="http://schemas.microsoft.com/office/drawing/2014/main" id="{0DDEC6A9-8DF8-A746-8A89-785871589793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1" name="tx472">
            <a:extLst>
              <a:ext uri="{FF2B5EF4-FFF2-40B4-BE49-F238E27FC236}">
                <a16:creationId xmlns:a16="http://schemas.microsoft.com/office/drawing/2014/main" id="{1740FAF0-408F-D420-9024-AF0CA7336F8A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2" name="tx473">
            <a:extLst>
              <a:ext uri="{FF2B5EF4-FFF2-40B4-BE49-F238E27FC236}">
                <a16:creationId xmlns:a16="http://schemas.microsoft.com/office/drawing/2014/main" id="{D431EE26-27BA-295A-3388-E2F6C3489F66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3" name="tx474">
            <a:extLst>
              <a:ext uri="{FF2B5EF4-FFF2-40B4-BE49-F238E27FC236}">
                <a16:creationId xmlns:a16="http://schemas.microsoft.com/office/drawing/2014/main" id="{91717B5B-A775-9124-6AAC-3465027D8521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4" name="tx475">
            <a:extLst>
              <a:ext uri="{FF2B5EF4-FFF2-40B4-BE49-F238E27FC236}">
                <a16:creationId xmlns:a16="http://schemas.microsoft.com/office/drawing/2014/main" id="{7E352CB2-2EA9-88AA-D4A6-C1DFD815CEE3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5" name="tx476">
            <a:extLst>
              <a:ext uri="{FF2B5EF4-FFF2-40B4-BE49-F238E27FC236}">
                <a16:creationId xmlns:a16="http://schemas.microsoft.com/office/drawing/2014/main" id="{A98035CA-8135-8224-9A98-E77A9CF65D31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6" name="tx477">
            <a:extLst>
              <a:ext uri="{FF2B5EF4-FFF2-40B4-BE49-F238E27FC236}">
                <a16:creationId xmlns:a16="http://schemas.microsoft.com/office/drawing/2014/main" id="{D59C87CF-A362-4049-C8FF-C4F7F172F341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7" name="tx478">
            <a:extLst>
              <a:ext uri="{FF2B5EF4-FFF2-40B4-BE49-F238E27FC236}">
                <a16:creationId xmlns:a16="http://schemas.microsoft.com/office/drawing/2014/main" id="{5EBD3AB9-A17A-FEDD-7943-1C8CAF491877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8" name="tx479">
            <a:extLst>
              <a:ext uri="{FF2B5EF4-FFF2-40B4-BE49-F238E27FC236}">
                <a16:creationId xmlns:a16="http://schemas.microsoft.com/office/drawing/2014/main" id="{6753FD1B-7869-96A3-E3F6-9B2234EEB98A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69" name="tx480">
            <a:extLst>
              <a:ext uri="{FF2B5EF4-FFF2-40B4-BE49-F238E27FC236}">
                <a16:creationId xmlns:a16="http://schemas.microsoft.com/office/drawing/2014/main" id="{553D6A27-7990-CCC8-BD26-FBCD2A64BFC6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0" name="tx481">
            <a:extLst>
              <a:ext uri="{FF2B5EF4-FFF2-40B4-BE49-F238E27FC236}">
                <a16:creationId xmlns:a16="http://schemas.microsoft.com/office/drawing/2014/main" id="{CEBA64B0-3400-F4A4-7AB8-C77D445240A9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1" name="tx482">
            <a:extLst>
              <a:ext uri="{FF2B5EF4-FFF2-40B4-BE49-F238E27FC236}">
                <a16:creationId xmlns:a16="http://schemas.microsoft.com/office/drawing/2014/main" id="{88B95517-70F6-3ACC-2561-56AA8451FAC6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2" name="tx483">
            <a:extLst>
              <a:ext uri="{FF2B5EF4-FFF2-40B4-BE49-F238E27FC236}">
                <a16:creationId xmlns:a16="http://schemas.microsoft.com/office/drawing/2014/main" id="{9DC2E320-EEBA-4EC4-B81B-934A55F3EB7D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3" name="tx484">
            <a:extLst>
              <a:ext uri="{FF2B5EF4-FFF2-40B4-BE49-F238E27FC236}">
                <a16:creationId xmlns:a16="http://schemas.microsoft.com/office/drawing/2014/main" id="{62E534A1-CCC6-9D7D-FF48-3262F0342EC6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4" name="tx485">
            <a:extLst>
              <a:ext uri="{FF2B5EF4-FFF2-40B4-BE49-F238E27FC236}">
                <a16:creationId xmlns:a16="http://schemas.microsoft.com/office/drawing/2014/main" id="{C5787CDA-95F7-D1C2-3A11-3E8FE48BBCD2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5" name="tx486">
            <a:extLst>
              <a:ext uri="{FF2B5EF4-FFF2-40B4-BE49-F238E27FC236}">
                <a16:creationId xmlns:a16="http://schemas.microsoft.com/office/drawing/2014/main" id="{DB2F812A-61BA-B674-D22F-15B2DF7A6949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6" name="tx487">
            <a:extLst>
              <a:ext uri="{FF2B5EF4-FFF2-40B4-BE49-F238E27FC236}">
                <a16:creationId xmlns:a16="http://schemas.microsoft.com/office/drawing/2014/main" id="{8B8B9BB7-4289-2FBA-390E-DB9A55DBEAC5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7" name="tx488">
            <a:extLst>
              <a:ext uri="{FF2B5EF4-FFF2-40B4-BE49-F238E27FC236}">
                <a16:creationId xmlns:a16="http://schemas.microsoft.com/office/drawing/2014/main" id="{B9354B2D-0C47-0EA5-FE14-DC7F7BCF45F8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8" name="tx489">
            <a:extLst>
              <a:ext uri="{FF2B5EF4-FFF2-40B4-BE49-F238E27FC236}">
                <a16:creationId xmlns:a16="http://schemas.microsoft.com/office/drawing/2014/main" id="{03D30F43-1FFD-38D5-F9BC-84B0D44C5320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79" name="tx490">
            <a:extLst>
              <a:ext uri="{FF2B5EF4-FFF2-40B4-BE49-F238E27FC236}">
                <a16:creationId xmlns:a16="http://schemas.microsoft.com/office/drawing/2014/main" id="{4D1F44AE-F823-0C5C-EB88-C314C0C8B825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80" name="tx491">
            <a:extLst>
              <a:ext uri="{FF2B5EF4-FFF2-40B4-BE49-F238E27FC236}">
                <a16:creationId xmlns:a16="http://schemas.microsoft.com/office/drawing/2014/main" id="{7EFDD688-A887-02A7-DE4E-975D9E4E641E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81" name="tx492">
            <a:extLst>
              <a:ext uri="{FF2B5EF4-FFF2-40B4-BE49-F238E27FC236}">
                <a16:creationId xmlns:a16="http://schemas.microsoft.com/office/drawing/2014/main" id="{1F2ECCCC-3F27-6C8D-7CB9-B6FDE2009634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82" name="tx493">
            <a:extLst>
              <a:ext uri="{FF2B5EF4-FFF2-40B4-BE49-F238E27FC236}">
                <a16:creationId xmlns:a16="http://schemas.microsoft.com/office/drawing/2014/main" id="{C567100C-5AB2-C347-743D-2A22E66B25AF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83" name="tx494">
            <a:extLst>
              <a:ext uri="{FF2B5EF4-FFF2-40B4-BE49-F238E27FC236}">
                <a16:creationId xmlns:a16="http://schemas.microsoft.com/office/drawing/2014/main" id="{F718162C-FC85-CEA3-56DF-4A44A7497B6F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84" name="tx495">
            <a:extLst>
              <a:ext uri="{FF2B5EF4-FFF2-40B4-BE49-F238E27FC236}">
                <a16:creationId xmlns:a16="http://schemas.microsoft.com/office/drawing/2014/main" id="{55DDEFEC-7CF3-2CCA-E89D-E4CC374BAD87}"/>
              </a:ext>
            </a:extLst>
          </p:cNvPr>
          <p:cNvSpPr/>
          <p:nvPr/>
        </p:nvSpPr>
        <p:spPr>
          <a:xfrm>
            <a:off x="7021789" y="17804542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</a:t>
            </a:r>
          </a:p>
        </p:txBody>
      </p:sp>
      <p:sp>
        <p:nvSpPr>
          <p:cNvPr id="785" name="tx496">
            <a:extLst>
              <a:ext uri="{FF2B5EF4-FFF2-40B4-BE49-F238E27FC236}">
                <a16:creationId xmlns:a16="http://schemas.microsoft.com/office/drawing/2014/main" id="{CD039CD3-2CA7-7DD4-A143-0BC3B15C54A0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86" name="tx497">
            <a:extLst>
              <a:ext uri="{FF2B5EF4-FFF2-40B4-BE49-F238E27FC236}">
                <a16:creationId xmlns:a16="http://schemas.microsoft.com/office/drawing/2014/main" id="{33E21D9B-B88F-D2D1-F60E-447060CC989D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87" name="tx498">
            <a:extLst>
              <a:ext uri="{FF2B5EF4-FFF2-40B4-BE49-F238E27FC236}">
                <a16:creationId xmlns:a16="http://schemas.microsoft.com/office/drawing/2014/main" id="{508F60E9-404E-AB91-E856-1568A2ED9AC8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88" name="tx499">
            <a:extLst>
              <a:ext uri="{FF2B5EF4-FFF2-40B4-BE49-F238E27FC236}">
                <a16:creationId xmlns:a16="http://schemas.microsoft.com/office/drawing/2014/main" id="{A84966F1-73B3-C43D-CD9C-FDBE052A8860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89" name="tx500">
            <a:extLst>
              <a:ext uri="{FF2B5EF4-FFF2-40B4-BE49-F238E27FC236}">
                <a16:creationId xmlns:a16="http://schemas.microsoft.com/office/drawing/2014/main" id="{8B00A733-631C-FB0B-677C-FB7AB273DE5F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0" name="tx501">
            <a:extLst>
              <a:ext uri="{FF2B5EF4-FFF2-40B4-BE49-F238E27FC236}">
                <a16:creationId xmlns:a16="http://schemas.microsoft.com/office/drawing/2014/main" id="{065DF6EE-D53D-6458-5F94-0D656CED6EC3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1" name="tx502">
            <a:extLst>
              <a:ext uri="{FF2B5EF4-FFF2-40B4-BE49-F238E27FC236}">
                <a16:creationId xmlns:a16="http://schemas.microsoft.com/office/drawing/2014/main" id="{8AF62C21-891B-7873-DFA7-4B1810A4A3B9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2" name="tx503">
            <a:extLst>
              <a:ext uri="{FF2B5EF4-FFF2-40B4-BE49-F238E27FC236}">
                <a16:creationId xmlns:a16="http://schemas.microsoft.com/office/drawing/2014/main" id="{771C673F-34D4-2854-90B1-5354F4BEC86D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3" name="tx504">
            <a:extLst>
              <a:ext uri="{FF2B5EF4-FFF2-40B4-BE49-F238E27FC236}">
                <a16:creationId xmlns:a16="http://schemas.microsoft.com/office/drawing/2014/main" id="{D70002EC-C8E1-1EB4-8FC3-5AEC07CFE0EF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4" name="tx505">
            <a:extLst>
              <a:ext uri="{FF2B5EF4-FFF2-40B4-BE49-F238E27FC236}">
                <a16:creationId xmlns:a16="http://schemas.microsoft.com/office/drawing/2014/main" id="{481E21D0-120A-8EF6-7B39-D73881127C9B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5" name="tx506">
            <a:extLst>
              <a:ext uri="{FF2B5EF4-FFF2-40B4-BE49-F238E27FC236}">
                <a16:creationId xmlns:a16="http://schemas.microsoft.com/office/drawing/2014/main" id="{7261C3C3-8E58-FE67-DF4E-AC188DF371EF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6" name="tx507">
            <a:extLst>
              <a:ext uri="{FF2B5EF4-FFF2-40B4-BE49-F238E27FC236}">
                <a16:creationId xmlns:a16="http://schemas.microsoft.com/office/drawing/2014/main" id="{3D17ED3D-9214-C0AE-678E-7B8C8A446A1E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7" name="tx508">
            <a:extLst>
              <a:ext uri="{FF2B5EF4-FFF2-40B4-BE49-F238E27FC236}">
                <a16:creationId xmlns:a16="http://schemas.microsoft.com/office/drawing/2014/main" id="{988C2A5B-C5BD-7280-BC17-A5705BFA10D7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8" name="tx509">
            <a:extLst>
              <a:ext uri="{FF2B5EF4-FFF2-40B4-BE49-F238E27FC236}">
                <a16:creationId xmlns:a16="http://schemas.microsoft.com/office/drawing/2014/main" id="{44C020C6-6D38-9F9C-EA46-831D3E858FB4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799" name="tx510">
            <a:extLst>
              <a:ext uri="{FF2B5EF4-FFF2-40B4-BE49-F238E27FC236}">
                <a16:creationId xmlns:a16="http://schemas.microsoft.com/office/drawing/2014/main" id="{451DAC94-3AF5-EF89-BBCC-20783AD35F72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0" name="tx511">
            <a:extLst>
              <a:ext uri="{FF2B5EF4-FFF2-40B4-BE49-F238E27FC236}">
                <a16:creationId xmlns:a16="http://schemas.microsoft.com/office/drawing/2014/main" id="{CBBEBA65-1FFE-193E-8431-A09DC0DDD10C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1" name="tx512">
            <a:extLst>
              <a:ext uri="{FF2B5EF4-FFF2-40B4-BE49-F238E27FC236}">
                <a16:creationId xmlns:a16="http://schemas.microsoft.com/office/drawing/2014/main" id="{06321447-419E-2E08-8A1E-D857E9499C57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2" name="tx513">
            <a:extLst>
              <a:ext uri="{FF2B5EF4-FFF2-40B4-BE49-F238E27FC236}">
                <a16:creationId xmlns:a16="http://schemas.microsoft.com/office/drawing/2014/main" id="{563B6E41-35B1-75D6-362F-D0A20064F8DB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3" name="tx514">
            <a:extLst>
              <a:ext uri="{FF2B5EF4-FFF2-40B4-BE49-F238E27FC236}">
                <a16:creationId xmlns:a16="http://schemas.microsoft.com/office/drawing/2014/main" id="{D172B3C9-D4E4-9FC0-1646-62EE67BFBC66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4" name="tx515">
            <a:extLst>
              <a:ext uri="{FF2B5EF4-FFF2-40B4-BE49-F238E27FC236}">
                <a16:creationId xmlns:a16="http://schemas.microsoft.com/office/drawing/2014/main" id="{3909220C-F668-69E4-FC0F-FBCE0EA66CED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5" name="tx516">
            <a:extLst>
              <a:ext uri="{FF2B5EF4-FFF2-40B4-BE49-F238E27FC236}">
                <a16:creationId xmlns:a16="http://schemas.microsoft.com/office/drawing/2014/main" id="{CA9A2CC5-2ED9-EA8A-0523-57EF9AFBF37E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6" name="tx517">
            <a:extLst>
              <a:ext uri="{FF2B5EF4-FFF2-40B4-BE49-F238E27FC236}">
                <a16:creationId xmlns:a16="http://schemas.microsoft.com/office/drawing/2014/main" id="{2A88CA24-13CD-D45D-45AD-C2BF3E3F11A6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7" name="tx518">
            <a:extLst>
              <a:ext uri="{FF2B5EF4-FFF2-40B4-BE49-F238E27FC236}">
                <a16:creationId xmlns:a16="http://schemas.microsoft.com/office/drawing/2014/main" id="{B52FA566-3874-D0AC-CF81-F1ECA61568A7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8" name="tx519">
            <a:extLst>
              <a:ext uri="{FF2B5EF4-FFF2-40B4-BE49-F238E27FC236}">
                <a16:creationId xmlns:a16="http://schemas.microsoft.com/office/drawing/2014/main" id="{67E51E1A-2EE4-329D-0C2F-2AB6384ABDC1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09" name="tx520">
            <a:extLst>
              <a:ext uri="{FF2B5EF4-FFF2-40B4-BE49-F238E27FC236}">
                <a16:creationId xmlns:a16="http://schemas.microsoft.com/office/drawing/2014/main" id="{EBE921A3-499D-5954-BE82-D5F25FD5D424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0" name="tx521">
            <a:extLst>
              <a:ext uri="{FF2B5EF4-FFF2-40B4-BE49-F238E27FC236}">
                <a16:creationId xmlns:a16="http://schemas.microsoft.com/office/drawing/2014/main" id="{39D67F43-CF44-6925-4548-9FD2BD55C18A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1" name="tx522">
            <a:extLst>
              <a:ext uri="{FF2B5EF4-FFF2-40B4-BE49-F238E27FC236}">
                <a16:creationId xmlns:a16="http://schemas.microsoft.com/office/drawing/2014/main" id="{FC45D4A2-4560-5864-C182-905B50908B72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2" name="tx523">
            <a:extLst>
              <a:ext uri="{FF2B5EF4-FFF2-40B4-BE49-F238E27FC236}">
                <a16:creationId xmlns:a16="http://schemas.microsoft.com/office/drawing/2014/main" id="{12013687-0435-4520-278A-FC3FC6A44692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3" name="tx524">
            <a:extLst>
              <a:ext uri="{FF2B5EF4-FFF2-40B4-BE49-F238E27FC236}">
                <a16:creationId xmlns:a16="http://schemas.microsoft.com/office/drawing/2014/main" id="{8B94D392-474A-D89A-3DFB-CDE4C1552EF6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4" name="tx525">
            <a:extLst>
              <a:ext uri="{FF2B5EF4-FFF2-40B4-BE49-F238E27FC236}">
                <a16:creationId xmlns:a16="http://schemas.microsoft.com/office/drawing/2014/main" id="{B0CD21DB-2FA0-8CA5-0852-5178FC67A98A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5" name="tx526">
            <a:extLst>
              <a:ext uri="{FF2B5EF4-FFF2-40B4-BE49-F238E27FC236}">
                <a16:creationId xmlns:a16="http://schemas.microsoft.com/office/drawing/2014/main" id="{2985E2C1-18DC-738D-D884-13B75D4A21DE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6" name="tx527">
            <a:extLst>
              <a:ext uri="{FF2B5EF4-FFF2-40B4-BE49-F238E27FC236}">
                <a16:creationId xmlns:a16="http://schemas.microsoft.com/office/drawing/2014/main" id="{11E9AD89-569A-18A0-BCCF-D8E32C1D4A89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7" name="tx528">
            <a:extLst>
              <a:ext uri="{FF2B5EF4-FFF2-40B4-BE49-F238E27FC236}">
                <a16:creationId xmlns:a16="http://schemas.microsoft.com/office/drawing/2014/main" id="{43841753-E475-7DF3-8FF0-E136D0C7ABDB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8" name="tx529">
            <a:extLst>
              <a:ext uri="{FF2B5EF4-FFF2-40B4-BE49-F238E27FC236}">
                <a16:creationId xmlns:a16="http://schemas.microsoft.com/office/drawing/2014/main" id="{CCEE5A51-060D-C747-2AD8-063C385DF462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19" name="tx530">
            <a:extLst>
              <a:ext uri="{FF2B5EF4-FFF2-40B4-BE49-F238E27FC236}">
                <a16:creationId xmlns:a16="http://schemas.microsoft.com/office/drawing/2014/main" id="{A21CB554-F547-34ED-48FE-1A8F6E7E4130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0" name="tx531">
            <a:extLst>
              <a:ext uri="{FF2B5EF4-FFF2-40B4-BE49-F238E27FC236}">
                <a16:creationId xmlns:a16="http://schemas.microsoft.com/office/drawing/2014/main" id="{5CA80CEB-83C0-964E-DD66-EABBD9839979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1" name="tx532">
            <a:extLst>
              <a:ext uri="{FF2B5EF4-FFF2-40B4-BE49-F238E27FC236}">
                <a16:creationId xmlns:a16="http://schemas.microsoft.com/office/drawing/2014/main" id="{A89F468A-7992-0BD7-8174-4E6A70A0C064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2" name="tx533">
            <a:extLst>
              <a:ext uri="{FF2B5EF4-FFF2-40B4-BE49-F238E27FC236}">
                <a16:creationId xmlns:a16="http://schemas.microsoft.com/office/drawing/2014/main" id="{B9B76C7F-53A7-3E33-E243-5931349C3334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3" name="tx534">
            <a:extLst>
              <a:ext uri="{FF2B5EF4-FFF2-40B4-BE49-F238E27FC236}">
                <a16:creationId xmlns:a16="http://schemas.microsoft.com/office/drawing/2014/main" id="{9E962288-2AB9-9A4B-F33E-013D559907B7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4" name="tx535">
            <a:extLst>
              <a:ext uri="{FF2B5EF4-FFF2-40B4-BE49-F238E27FC236}">
                <a16:creationId xmlns:a16="http://schemas.microsoft.com/office/drawing/2014/main" id="{EF8FD1C6-E60F-B988-4F31-65CF04ABBA87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5" name="tx536">
            <a:extLst>
              <a:ext uri="{FF2B5EF4-FFF2-40B4-BE49-F238E27FC236}">
                <a16:creationId xmlns:a16="http://schemas.microsoft.com/office/drawing/2014/main" id="{E7EC7CB5-A681-A214-1ECF-31DFC67C9BDF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6" name="tx537">
            <a:extLst>
              <a:ext uri="{FF2B5EF4-FFF2-40B4-BE49-F238E27FC236}">
                <a16:creationId xmlns:a16="http://schemas.microsoft.com/office/drawing/2014/main" id="{91C8A2BD-DDF8-484F-515F-034CB6130A91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7" name="tx538">
            <a:extLst>
              <a:ext uri="{FF2B5EF4-FFF2-40B4-BE49-F238E27FC236}">
                <a16:creationId xmlns:a16="http://schemas.microsoft.com/office/drawing/2014/main" id="{C4D8B246-B176-67A7-FDB3-EA88579FB830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8" name="tx539">
            <a:extLst>
              <a:ext uri="{FF2B5EF4-FFF2-40B4-BE49-F238E27FC236}">
                <a16:creationId xmlns:a16="http://schemas.microsoft.com/office/drawing/2014/main" id="{41AD1B00-D842-FE24-D202-DCE0EFB33FC5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29" name="tx540">
            <a:extLst>
              <a:ext uri="{FF2B5EF4-FFF2-40B4-BE49-F238E27FC236}">
                <a16:creationId xmlns:a16="http://schemas.microsoft.com/office/drawing/2014/main" id="{BB03BC78-87CF-2937-9B3E-D7BCB81604D8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0" name="tx541">
            <a:extLst>
              <a:ext uri="{FF2B5EF4-FFF2-40B4-BE49-F238E27FC236}">
                <a16:creationId xmlns:a16="http://schemas.microsoft.com/office/drawing/2014/main" id="{4342822A-F6F3-0981-1996-67BCBF41D305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1" name="tx542">
            <a:extLst>
              <a:ext uri="{FF2B5EF4-FFF2-40B4-BE49-F238E27FC236}">
                <a16:creationId xmlns:a16="http://schemas.microsoft.com/office/drawing/2014/main" id="{F92DD3C0-445A-9C5E-7335-A1405E954FC9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2" name="tx543">
            <a:extLst>
              <a:ext uri="{FF2B5EF4-FFF2-40B4-BE49-F238E27FC236}">
                <a16:creationId xmlns:a16="http://schemas.microsoft.com/office/drawing/2014/main" id="{72BE43AD-EA64-1107-A85A-B923CC6E9E2B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3" name="tx544">
            <a:extLst>
              <a:ext uri="{FF2B5EF4-FFF2-40B4-BE49-F238E27FC236}">
                <a16:creationId xmlns:a16="http://schemas.microsoft.com/office/drawing/2014/main" id="{750E6DCB-1B85-254C-A396-5275C4E10214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4" name="tx545">
            <a:extLst>
              <a:ext uri="{FF2B5EF4-FFF2-40B4-BE49-F238E27FC236}">
                <a16:creationId xmlns:a16="http://schemas.microsoft.com/office/drawing/2014/main" id="{2DB4E5FE-7E7C-86F4-AD3E-F8701E804068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5" name="tx546">
            <a:extLst>
              <a:ext uri="{FF2B5EF4-FFF2-40B4-BE49-F238E27FC236}">
                <a16:creationId xmlns:a16="http://schemas.microsoft.com/office/drawing/2014/main" id="{52A69B3E-5298-1DFE-2760-743F5B5451F5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6" name="tx547">
            <a:extLst>
              <a:ext uri="{FF2B5EF4-FFF2-40B4-BE49-F238E27FC236}">
                <a16:creationId xmlns:a16="http://schemas.microsoft.com/office/drawing/2014/main" id="{5825B406-A9B5-41A2-09D8-F4E395BA4E6D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7" name="tx548">
            <a:extLst>
              <a:ext uri="{FF2B5EF4-FFF2-40B4-BE49-F238E27FC236}">
                <a16:creationId xmlns:a16="http://schemas.microsoft.com/office/drawing/2014/main" id="{7302BBC0-A3BE-9091-13F9-FA04FADE1187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8" name="tx549">
            <a:extLst>
              <a:ext uri="{FF2B5EF4-FFF2-40B4-BE49-F238E27FC236}">
                <a16:creationId xmlns:a16="http://schemas.microsoft.com/office/drawing/2014/main" id="{D194C53F-C188-F3A0-466C-9FDF0BF3E60C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39" name="tx550">
            <a:extLst>
              <a:ext uri="{FF2B5EF4-FFF2-40B4-BE49-F238E27FC236}">
                <a16:creationId xmlns:a16="http://schemas.microsoft.com/office/drawing/2014/main" id="{891B6CE8-DBDF-DA0C-570E-6AA33DC15AD5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0" name="tx551">
            <a:extLst>
              <a:ext uri="{FF2B5EF4-FFF2-40B4-BE49-F238E27FC236}">
                <a16:creationId xmlns:a16="http://schemas.microsoft.com/office/drawing/2014/main" id="{75EC05C4-430A-7F6B-6644-875495BA6870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1" name="tx552">
            <a:extLst>
              <a:ext uri="{FF2B5EF4-FFF2-40B4-BE49-F238E27FC236}">
                <a16:creationId xmlns:a16="http://schemas.microsoft.com/office/drawing/2014/main" id="{6466F481-8EBA-9EEA-2E2A-1588009C9AF5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2" name="tx553">
            <a:extLst>
              <a:ext uri="{FF2B5EF4-FFF2-40B4-BE49-F238E27FC236}">
                <a16:creationId xmlns:a16="http://schemas.microsoft.com/office/drawing/2014/main" id="{4261B527-3D98-C94D-5CC4-633F14E81D63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3" name="tx554">
            <a:extLst>
              <a:ext uri="{FF2B5EF4-FFF2-40B4-BE49-F238E27FC236}">
                <a16:creationId xmlns:a16="http://schemas.microsoft.com/office/drawing/2014/main" id="{0271BF23-FBDD-12C7-A230-B1646E8EC8C7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4" name="tx555">
            <a:extLst>
              <a:ext uri="{FF2B5EF4-FFF2-40B4-BE49-F238E27FC236}">
                <a16:creationId xmlns:a16="http://schemas.microsoft.com/office/drawing/2014/main" id="{3A739256-0221-BDEF-412F-6FB8305205EF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5" name="tx556">
            <a:extLst>
              <a:ext uri="{FF2B5EF4-FFF2-40B4-BE49-F238E27FC236}">
                <a16:creationId xmlns:a16="http://schemas.microsoft.com/office/drawing/2014/main" id="{2AF37072-731C-9C75-71D2-4A7434D88373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6" name="tx557">
            <a:extLst>
              <a:ext uri="{FF2B5EF4-FFF2-40B4-BE49-F238E27FC236}">
                <a16:creationId xmlns:a16="http://schemas.microsoft.com/office/drawing/2014/main" id="{24C81547-E714-6A0B-5E54-6057BA7FE635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7" name="tx558">
            <a:extLst>
              <a:ext uri="{FF2B5EF4-FFF2-40B4-BE49-F238E27FC236}">
                <a16:creationId xmlns:a16="http://schemas.microsoft.com/office/drawing/2014/main" id="{99271A75-7B19-D59C-6665-FE513B10BBF6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8" name="tx559">
            <a:extLst>
              <a:ext uri="{FF2B5EF4-FFF2-40B4-BE49-F238E27FC236}">
                <a16:creationId xmlns:a16="http://schemas.microsoft.com/office/drawing/2014/main" id="{A01BE43F-D08A-64FA-5557-FF9834A54C81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49" name="tx560">
            <a:extLst>
              <a:ext uri="{FF2B5EF4-FFF2-40B4-BE49-F238E27FC236}">
                <a16:creationId xmlns:a16="http://schemas.microsoft.com/office/drawing/2014/main" id="{0CBE8C85-BC76-DA24-6F89-EB495F61DCD5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0" name="tx561">
            <a:extLst>
              <a:ext uri="{FF2B5EF4-FFF2-40B4-BE49-F238E27FC236}">
                <a16:creationId xmlns:a16="http://schemas.microsoft.com/office/drawing/2014/main" id="{E686546D-74E1-2A48-9C68-C71AAF24FA28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1" name="tx562">
            <a:extLst>
              <a:ext uri="{FF2B5EF4-FFF2-40B4-BE49-F238E27FC236}">
                <a16:creationId xmlns:a16="http://schemas.microsoft.com/office/drawing/2014/main" id="{63DB4CF4-6FE1-703A-B117-907699E30B3F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2" name="tx563">
            <a:extLst>
              <a:ext uri="{FF2B5EF4-FFF2-40B4-BE49-F238E27FC236}">
                <a16:creationId xmlns:a16="http://schemas.microsoft.com/office/drawing/2014/main" id="{AB13B444-777B-FA40-2B06-2906343F5E24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3" name="tx564">
            <a:extLst>
              <a:ext uri="{FF2B5EF4-FFF2-40B4-BE49-F238E27FC236}">
                <a16:creationId xmlns:a16="http://schemas.microsoft.com/office/drawing/2014/main" id="{8BB0DC25-7A8A-6F29-E8B6-92BA441E544D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4" name="tx565">
            <a:extLst>
              <a:ext uri="{FF2B5EF4-FFF2-40B4-BE49-F238E27FC236}">
                <a16:creationId xmlns:a16="http://schemas.microsoft.com/office/drawing/2014/main" id="{E4B1A412-C3DB-E884-0C3F-742FD7566DC6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5" name="tx566">
            <a:extLst>
              <a:ext uri="{FF2B5EF4-FFF2-40B4-BE49-F238E27FC236}">
                <a16:creationId xmlns:a16="http://schemas.microsoft.com/office/drawing/2014/main" id="{5DC514D1-5F46-9FDF-A148-30DF27DAD0D4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6" name="tx567">
            <a:extLst>
              <a:ext uri="{FF2B5EF4-FFF2-40B4-BE49-F238E27FC236}">
                <a16:creationId xmlns:a16="http://schemas.microsoft.com/office/drawing/2014/main" id="{71D2C62B-52F6-4AC8-821F-84D807E30170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7" name="tx568">
            <a:extLst>
              <a:ext uri="{FF2B5EF4-FFF2-40B4-BE49-F238E27FC236}">
                <a16:creationId xmlns:a16="http://schemas.microsoft.com/office/drawing/2014/main" id="{27F215FE-8869-8A72-77FF-25A651301C69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8" name="tx569">
            <a:extLst>
              <a:ext uri="{FF2B5EF4-FFF2-40B4-BE49-F238E27FC236}">
                <a16:creationId xmlns:a16="http://schemas.microsoft.com/office/drawing/2014/main" id="{983E9F55-B314-B5BC-0CCD-C9F484A7516A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59" name="tx570">
            <a:extLst>
              <a:ext uri="{FF2B5EF4-FFF2-40B4-BE49-F238E27FC236}">
                <a16:creationId xmlns:a16="http://schemas.microsoft.com/office/drawing/2014/main" id="{E9AA7374-82C5-7FE8-8894-902E904058F2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0" name="tx571">
            <a:extLst>
              <a:ext uri="{FF2B5EF4-FFF2-40B4-BE49-F238E27FC236}">
                <a16:creationId xmlns:a16="http://schemas.microsoft.com/office/drawing/2014/main" id="{BD359DC1-77F7-9A90-E47E-4379C367A6CC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1" name="tx572">
            <a:extLst>
              <a:ext uri="{FF2B5EF4-FFF2-40B4-BE49-F238E27FC236}">
                <a16:creationId xmlns:a16="http://schemas.microsoft.com/office/drawing/2014/main" id="{AA8591DD-EAA1-49B2-FCEC-E9E32E0BEC69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2" name="tx573">
            <a:extLst>
              <a:ext uri="{FF2B5EF4-FFF2-40B4-BE49-F238E27FC236}">
                <a16:creationId xmlns:a16="http://schemas.microsoft.com/office/drawing/2014/main" id="{E85D22CC-A889-ADAF-1DE8-96471A7FE3B1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3" name="tx574">
            <a:extLst>
              <a:ext uri="{FF2B5EF4-FFF2-40B4-BE49-F238E27FC236}">
                <a16:creationId xmlns:a16="http://schemas.microsoft.com/office/drawing/2014/main" id="{9473732A-D945-93B5-A355-38957162D8BF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4" name="tx575">
            <a:extLst>
              <a:ext uri="{FF2B5EF4-FFF2-40B4-BE49-F238E27FC236}">
                <a16:creationId xmlns:a16="http://schemas.microsoft.com/office/drawing/2014/main" id="{D5322838-86B5-52D5-1316-314113AB60B2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5" name="tx576">
            <a:extLst>
              <a:ext uri="{FF2B5EF4-FFF2-40B4-BE49-F238E27FC236}">
                <a16:creationId xmlns:a16="http://schemas.microsoft.com/office/drawing/2014/main" id="{91EC5E7F-DDAA-5778-6EA3-0C74F60E6623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6" name="tx577">
            <a:extLst>
              <a:ext uri="{FF2B5EF4-FFF2-40B4-BE49-F238E27FC236}">
                <a16:creationId xmlns:a16="http://schemas.microsoft.com/office/drawing/2014/main" id="{C12FAFAE-F4E2-0289-C8B1-E09396818D4C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7" name="tx578">
            <a:extLst>
              <a:ext uri="{FF2B5EF4-FFF2-40B4-BE49-F238E27FC236}">
                <a16:creationId xmlns:a16="http://schemas.microsoft.com/office/drawing/2014/main" id="{48931FBD-D652-504F-E7CE-35B70DD786C0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8" name="tx579">
            <a:extLst>
              <a:ext uri="{FF2B5EF4-FFF2-40B4-BE49-F238E27FC236}">
                <a16:creationId xmlns:a16="http://schemas.microsoft.com/office/drawing/2014/main" id="{FB72DED6-14B2-F686-A96E-A017BDF126E7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69" name="tx580">
            <a:extLst>
              <a:ext uri="{FF2B5EF4-FFF2-40B4-BE49-F238E27FC236}">
                <a16:creationId xmlns:a16="http://schemas.microsoft.com/office/drawing/2014/main" id="{04D9200B-AB47-E62A-1AF0-0BF89FC3C1DF}"/>
              </a:ext>
            </a:extLst>
          </p:cNvPr>
          <p:cNvSpPr/>
          <p:nvPr/>
        </p:nvSpPr>
        <p:spPr>
          <a:xfrm>
            <a:off x="7355162" y="17474423"/>
            <a:ext cx="2253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cde</a:t>
            </a:r>
          </a:p>
        </p:txBody>
      </p:sp>
      <p:sp>
        <p:nvSpPr>
          <p:cNvPr id="870" name="tx581">
            <a:extLst>
              <a:ext uri="{FF2B5EF4-FFF2-40B4-BE49-F238E27FC236}">
                <a16:creationId xmlns:a16="http://schemas.microsoft.com/office/drawing/2014/main" id="{495C6C19-4F7D-5CAE-9BFD-EA2C0424515E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1" name="tx582">
            <a:extLst>
              <a:ext uri="{FF2B5EF4-FFF2-40B4-BE49-F238E27FC236}">
                <a16:creationId xmlns:a16="http://schemas.microsoft.com/office/drawing/2014/main" id="{8A11C8D6-957B-F638-20D1-0727B771084A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2" name="tx583">
            <a:extLst>
              <a:ext uri="{FF2B5EF4-FFF2-40B4-BE49-F238E27FC236}">
                <a16:creationId xmlns:a16="http://schemas.microsoft.com/office/drawing/2014/main" id="{CBF536D5-C9F0-C5CB-6E99-A8C4C2AFD63A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3" name="tx584">
            <a:extLst>
              <a:ext uri="{FF2B5EF4-FFF2-40B4-BE49-F238E27FC236}">
                <a16:creationId xmlns:a16="http://schemas.microsoft.com/office/drawing/2014/main" id="{BB2FBB15-D4DB-8DDB-F668-3C6101822FA4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4" name="tx585">
            <a:extLst>
              <a:ext uri="{FF2B5EF4-FFF2-40B4-BE49-F238E27FC236}">
                <a16:creationId xmlns:a16="http://schemas.microsoft.com/office/drawing/2014/main" id="{186DC444-3347-DA91-369E-CC0FB8FBDE11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5" name="tx586">
            <a:extLst>
              <a:ext uri="{FF2B5EF4-FFF2-40B4-BE49-F238E27FC236}">
                <a16:creationId xmlns:a16="http://schemas.microsoft.com/office/drawing/2014/main" id="{5478D436-09F4-C991-DEA5-F9487F619F74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6" name="tx587">
            <a:extLst>
              <a:ext uri="{FF2B5EF4-FFF2-40B4-BE49-F238E27FC236}">
                <a16:creationId xmlns:a16="http://schemas.microsoft.com/office/drawing/2014/main" id="{EE85EB02-378C-168D-6AA3-99ABBBE6BBA6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7" name="tx588">
            <a:extLst>
              <a:ext uri="{FF2B5EF4-FFF2-40B4-BE49-F238E27FC236}">
                <a16:creationId xmlns:a16="http://schemas.microsoft.com/office/drawing/2014/main" id="{D2F8B606-6975-D48B-2676-FE96C62D39C2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8" name="tx589">
            <a:extLst>
              <a:ext uri="{FF2B5EF4-FFF2-40B4-BE49-F238E27FC236}">
                <a16:creationId xmlns:a16="http://schemas.microsoft.com/office/drawing/2014/main" id="{2C1D052F-3EB2-2BA0-C908-8513540C55CD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79" name="tx590">
            <a:extLst>
              <a:ext uri="{FF2B5EF4-FFF2-40B4-BE49-F238E27FC236}">
                <a16:creationId xmlns:a16="http://schemas.microsoft.com/office/drawing/2014/main" id="{0FC08BE9-3D65-A171-2B30-DD748482D76C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0" name="tx591">
            <a:extLst>
              <a:ext uri="{FF2B5EF4-FFF2-40B4-BE49-F238E27FC236}">
                <a16:creationId xmlns:a16="http://schemas.microsoft.com/office/drawing/2014/main" id="{E8541598-98A9-5433-02C0-D4C26A4A0E90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1" name="tx592">
            <a:extLst>
              <a:ext uri="{FF2B5EF4-FFF2-40B4-BE49-F238E27FC236}">
                <a16:creationId xmlns:a16="http://schemas.microsoft.com/office/drawing/2014/main" id="{10EF3EA1-EE72-8510-3C8E-3BAB6BEE0840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2" name="tx593">
            <a:extLst>
              <a:ext uri="{FF2B5EF4-FFF2-40B4-BE49-F238E27FC236}">
                <a16:creationId xmlns:a16="http://schemas.microsoft.com/office/drawing/2014/main" id="{A462FFD5-8148-B7B8-D8A8-F7881B379362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3" name="tx594">
            <a:extLst>
              <a:ext uri="{FF2B5EF4-FFF2-40B4-BE49-F238E27FC236}">
                <a16:creationId xmlns:a16="http://schemas.microsoft.com/office/drawing/2014/main" id="{219BE4CF-1C7C-503A-7BC6-80D298036B2A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4" name="tx595">
            <a:extLst>
              <a:ext uri="{FF2B5EF4-FFF2-40B4-BE49-F238E27FC236}">
                <a16:creationId xmlns:a16="http://schemas.microsoft.com/office/drawing/2014/main" id="{B0C1430C-B5EB-1689-3D2C-9920740684B8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5" name="tx596">
            <a:extLst>
              <a:ext uri="{FF2B5EF4-FFF2-40B4-BE49-F238E27FC236}">
                <a16:creationId xmlns:a16="http://schemas.microsoft.com/office/drawing/2014/main" id="{7985B478-0794-7CCB-EA12-5A61B84A98C3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6" name="tx597">
            <a:extLst>
              <a:ext uri="{FF2B5EF4-FFF2-40B4-BE49-F238E27FC236}">
                <a16:creationId xmlns:a16="http://schemas.microsoft.com/office/drawing/2014/main" id="{A728D122-B018-6B2D-5D59-F5CDE13B76EC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7" name="tx598">
            <a:extLst>
              <a:ext uri="{FF2B5EF4-FFF2-40B4-BE49-F238E27FC236}">
                <a16:creationId xmlns:a16="http://schemas.microsoft.com/office/drawing/2014/main" id="{DDADCBC5-958E-08FA-2383-17CFB4F2108C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8" name="tx599">
            <a:extLst>
              <a:ext uri="{FF2B5EF4-FFF2-40B4-BE49-F238E27FC236}">
                <a16:creationId xmlns:a16="http://schemas.microsoft.com/office/drawing/2014/main" id="{1F180B20-413E-F300-F218-43EA24EF43E1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89" name="tx600">
            <a:extLst>
              <a:ext uri="{FF2B5EF4-FFF2-40B4-BE49-F238E27FC236}">
                <a16:creationId xmlns:a16="http://schemas.microsoft.com/office/drawing/2014/main" id="{9F499608-882A-603A-E837-0A0DB379A780}"/>
              </a:ext>
            </a:extLst>
          </p:cNvPr>
          <p:cNvSpPr/>
          <p:nvPr/>
        </p:nvSpPr>
        <p:spPr>
          <a:xfrm>
            <a:off x="7801235" y="18794901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890" name="tx601">
            <a:extLst>
              <a:ext uri="{FF2B5EF4-FFF2-40B4-BE49-F238E27FC236}">
                <a16:creationId xmlns:a16="http://schemas.microsoft.com/office/drawing/2014/main" id="{84E6F7B7-11F2-C2CF-0B5D-A54863D62328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1" name="tx602">
            <a:extLst>
              <a:ext uri="{FF2B5EF4-FFF2-40B4-BE49-F238E27FC236}">
                <a16:creationId xmlns:a16="http://schemas.microsoft.com/office/drawing/2014/main" id="{F2BF2E29-E5DA-A92A-1E36-65CB65EB2862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2" name="tx603">
            <a:extLst>
              <a:ext uri="{FF2B5EF4-FFF2-40B4-BE49-F238E27FC236}">
                <a16:creationId xmlns:a16="http://schemas.microsoft.com/office/drawing/2014/main" id="{4A06AF67-20BE-ACC4-D460-5F9CA53F5153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3" name="tx604">
            <a:extLst>
              <a:ext uri="{FF2B5EF4-FFF2-40B4-BE49-F238E27FC236}">
                <a16:creationId xmlns:a16="http://schemas.microsoft.com/office/drawing/2014/main" id="{0BDF1B93-36D4-E74B-4774-54360B6F7159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4" name="tx605">
            <a:extLst>
              <a:ext uri="{FF2B5EF4-FFF2-40B4-BE49-F238E27FC236}">
                <a16:creationId xmlns:a16="http://schemas.microsoft.com/office/drawing/2014/main" id="{B3DA60A7-3CD7-D764-95DC-00E73ECEAD9E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5" name="tx606">
            <a:extLst>
              <a:ext uri="{FF2B5EF4-FFF2-40B4-BE49-F238E27FC236}">
                <a16:creationId xmlns:a16="http://schemas.microsoft.com/office/drawing/2014/main" id="{7EBB8DE2-8233-C81B-C849-834163FD7FD3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6" name="tx607">
            <a:extLst>
              <a:ext uri="{FF2B5EF4-FFF2-40B4-BE49-F238E27FC236}">
                <a16:creationId xmlns:a16="http://schemas.microsoft.com/office/drawing/2014/main" id="{B31CAE64-8583-E31A-4156-8442811F75D5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7" name="tx608">
            <a:extLst>
              <a:ext uri="{FF2B5EF4-FFF2-40B4-BE49-F238E27FC236}">
                <a16:creationId xmlns:a16="http://schemas.microsoft.com/office/drawing/2014/main" id="{B856D770-384C-BB08-725B-00944CF2F3B8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8" name="tx609">
            <a:extLst>
              <a:ext uri="{FF2B5EF4-FFF2-40B4-BE49-F238E27FC236}">
                <a16:creationId xmlns:a16="http://schemas.microsoft.com/office/drawing/2014/main" id="{4DD2E475-C859-3A65-283B-0B8A0FEAE369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899" name="tx610">
            <a:extLst>
              <a:ext uri="{FF2B5EF4-FFF2-40B4-BE49-F238E27FC236}">
                <a16:creationId xmlns:a16="http://schemas.microsoft.com/office/drawing/2014/main" id="{FAB1D450-855D-1080-7FDC-FCB2F2157141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0" name="tx611">
            <a:extLst>
              <a:ext uri="{FF2B5EF4-FFF2-40B4-BE49-F238E27FC236}">
                <a16:creationId xmlns:a16="http://schemas.microsoft.com/office/drawing/2014/main" id="{ADD08BB7-16D5-A9BC-88F7-FC7CE80725CF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1" name="tx612">
            <a:extLst>
              <a:ext uri="{FF2B5EF4-FFF2-40B4-BE49-F238E27FC236}">
                <a16:creationId xmlns:a16="http://schemas.microsoft.com/office/drawing/2014/main" id="{54398335-85A2-A0B8-B5F0-EC509C5C5EBA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2" name="tx613">
            <a:extLst>
              <a:ext uri="{FF2B5EF4-FFF2-40B4-BE49-F238E27FC236}">
                <a16:creationId xmlns:a16="http://schemas.microsoft.com/office/drawing/2014/main" id="{4255878C-7B3B-5349-3F20-4EAAB25F7AEA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3" name="tx614">
            <a:extLst>
              <a:ext uri="{FF2B5EF4-FFF2-40B4-BE49-F238E27FC236}">
                <a16:creationId xmlns:a16="http://schemas.microsoft.com/office/drawing/2014/main" id="{3F5615C3-2E92-0351-4D87-6AD951B3B0C3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4" name="tx615">
            <a:extLst>
              <a:ext uri="{FF2B5EF4-FFF2-40B4-BE49-F238E27FC236}">
                <a16:creationId xmlns:a16="http://schemas.microsoft.com/office/drawing/2014/main" id="{15C8A1E5-4854-0CA7-9AE3-C33D9154C327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5" name="tx616">
            <a:extLst>
              <a:ext uri="{FF2B5EF4-FFF2-40B4-BE49-F238E27FC236}">
                <a16:creationId xmlns:a16="http://schemas.microsoft.com/office/drawing/2014/main" id="{AA307A26-9FD5-2971-6895-011E1746B46D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6" name="tx617">
            <a:extLst>
              <a:ext uri="{FF2B5EF4-FFF2-40B4-BE49-F238E27FC236}">
                <a16:creationId xmlns:a16="http://schemas.microsoft.com/office/drawing/2014/main" id="{0E33A89A-27DD-D725-B362-DBD39F90E977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7" name="tx618">
            <a:extLst>
              <a:ext uri="{FF2B5EF4-FFF2-40B4-BE49-F238E27FC236}">
                <a16:creationId xmlns:a16="http://schemas.microsoft.com/office/drawing/2014/main" id="{D0C830C3-21C9-E0D1-D677-8FB09EF36EA4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8" name="tx619">
            <a:extLst>
              <a:ext uri="{FF2B5EF4-FFF2-40B4-BE49-F238E27FC236}">
                <a16:creationId xmlns:a16="http://schemas.microsoft.com/office/drawing/2014/main" id="{F8F908CA-4622-6406-0698-04FF97622C46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09" name="tx620">
            <a:extLst>
              <a:ext uri="{FF2B5EF4-FFF2-40B4-BE49-F238E27FC236}">
                <a16:creationId xmlns:a16="http://schemas.microsoft.com/office/drawing/2014/main" id="{716E0CAD-C12A-0176-EAB9-4D1D4EC2245F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10" name="tx621">
            <a:extLst>
              <a:ext uri="{FF2B5EF4-FFF2-40B4-BE49-F238E27FC236}">
                <a16:creationId xmlns:a16="http://schemas.microsoft.com/office/drawing/2014/main" id="{A218F272-CC32-8002-7430-CC926905573C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11" name="tx622">
            <a:extLst>
              <a:ext uri="{FF2B5EF4-FFF2-40B4-BE49-F238E27FC236}">
                <a16:creationId xmlns:a16="http://schemas.microsoft.com/office/drawing/2014/main" id="{7F514CC9-CE51-35DC-38B4-F25842204EC8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12" name="tx623">
            <a:extLst>
              <a:ext uri="{FF2B5EF4-FFF2-40B4-BE49-F238E27FC236}">
                <a16:creationId xmlns:a16="http://schemas.microsoft.com/office/drawing/2014/main" id="{15AA42ED-173C-6D65-ABDF-783C3C4D26C5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13" name="tx624">
            <a:extLst>
              <a:ext uri="{FF2B5EF4-FFF2-40B4-BE49-F238E27FC236}">
                <a16:creationId xmlns:a16="http://schemas.microsoft.com/office/drawing/2014/main" id="{C975106A-60BD-7B92-74CF-FB26396F6C2B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14" name="tx625">
            <a:extLst>
              <a:ext uri="{FF2B5EF4-FFF2-40B4-BE49-F238E27FC236}">
                <a16:creationId xmlns:a16="http://schemas.microsoft.com/office/drawing/2014/main" id="{9A2E6F2B-9C48-BBE3-35EC-0EC1FBADE4C9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15" name="tx626">
            <a:extLst>
              <a:ext uri="{FF2B5EF4-FFF2-40B4-BE49-F238E27FC236}">
                <a16:creationId xmlns:a16="http://schemas.microsoft.com/office/drawing/2014/main" id="{25BC664B-277C-9A06-3B07-D643024804CC}"/>
              </a:ext>
            </a:extLst>
          </p:cNvPr>
          <p:cNvSpPr/>
          <p:nvPr/>
        </p:nvSpPr>
        <p:spPr>
          <a:xfrm>
            <a:off x="8029681" y="18164673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defg</a:t>
            </a:r>
          </a:p>
        </p:txBody>
      </p:sp>
      <p:sp>
        <p:nvSpPr>
          <p:cNvPr id="916" name="pl628">
            <a:extLst>
              <a:ext uri="{FF2B5EF4-FFF2-40B4-BE49-F238E27FC236}">
                <a16:creationId xmlns:a16="http://schemas.microsoft.com/office/drawing/2014/main" id="{3C592837-C019-A1C4-B1FD-39ECD55B7D5C}"/>
              </a:ext>
            </a:extLst>
          </p:cNvPr>
          <p:cNvSpPr/>
          <p:nvPr/>
        </p:nvSpPr>
        <p:spPr>
          <a:xfrm>
            <a:off x="9132994" y="18825186"/>
            <a:ext cx="0" cy="225081"/>
          </a:xfrm>
          <a:custGeom>
            <a:avLst/>
            <a:gdLst/>
            <a:ahLst/>
            <a:cxnLst/>
            <a:rect l="0" t="0" r="0" b="0"/>
            <a:pathLst>
              <a:path h="225081">
                <a:moveTo>
                  <a:pt x="0" y="225081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7" name="pl629">
            <a:extLst>
              <a:ext uri="{FF2B5EF4-FFF2-40B4-BE49-F238E27FC236}">
                <a16:creationId xmlns:a16="http://schemas.microsoft.com/office/drawing/2014/main" id="{D38E46FD-157B-B616-634B-E23423BC7ED8}"/>
              </a:ext>
            </a:extLst>
          </p:cNvPr>
          <p:cNvSpPr/>
          <p:nvPr/>
        </p:nvSpPr>
        <p:spPr>
          <a:xfrm>
            <a:off x="9132994" y="19425402"/>
            <a:ext cx="0" cy="300108"/>
          </a:xfrm>
          <a:custGeom>
            <a:avLst/>
            <a:gdLst/>
            <a:ahLst/>
            <a:cxnLst/>
            <a:rect l="0" t="0" r="0" b="0"/>
            <a:pathLst>
              <a:path h="300108">
                <a:moveTo>
                  <a:pt x="0" y="0"/>
                </a:moveTo>
                <a:lnTo>
                  <a:pt x="0" y="300108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8" name="pg630">
            <a:extLst>
              <a:ext uri="{FF2B5EF4-FFF2-40B4-BE49-F238E27FC236}">
                <a16:creationId xmlns:a16="http://schemas.microsoft.com/office/drawing/2014/main" id="{2861A0AC-AFA1-5150-3628-8060657E60E6}"/>
              </a:ext>
            </a:extLst>
          </p:cNvPr>
          <p:cNvSpPr/>
          <p:nvPr/>
        </p:nvSpPr>
        <p:spPr>
          <a:xfrm>
            <a:off x="9002150" y="19050267"/>
            <a:ext cx="261688" cy="375135"/>
          </a:xfrm>
          <a:custGeom>
            <a:avLst/>
            <a:gdLst/>
            <a:ahLst/>
            <a:cxnLst/>
            <a:rect l="0" t="0" r="0" b="0"/>
            <a:pathLst>
              <a:path w="261688" h="375135">
                <a:moveTo>
                  <a:pt x="0" y="0"/>
                </a:moveTo>
                <a:lnTo>
                  <a:pt x="0" y="375135"/>
                </a:lnTo>
                <a:lnTo>
                  <a:pt x="261688" y="375135"/>
                </a:lnTo>
                <a:lnTo>
                  <a:pt x="261688" y="0"/>
                </a:lnTo>
                <a:close/>
              </a:path>
            </a:pathLst>
          </a:custGeom>
          <a:solidFill>
            <a:srgbClr val="44015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19" name="pl631">
            <a:extLst>
              <a:ext uri="{FF2B5EF4-FFF2-40B4-BE49-F238E27FC236}">
                <a16:creationId xmlns:a16="http://schemas.microsoft.com/office/drawing/2014/main" id="{B069DB2F-6BD8-0977-C11D-3DBE489B8D76}"/>
              </a:ext>
            </a:extLst>
          </p:cNvPr>
          <p:cNvSpPr/>
          <p:nvPr/>
        </p:nvSpPr>
        <p:spPr>
          <a:xfrm>
            <a:off x="9002150" y="19245337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chemeClr val="bg1">
                <a:lumMod val="50000"/>
              </a:scheme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20" name="pt632">
            <a:extLst>
              <a:ext uri="{FF2B5EF4-FFF2-40B4-BE49-F238E27FC236}">
                <a16:creationId xmlns:a16="http://schemas.microsoft.com/office/drawing/2014/main" id="{985A0742-10DC-3028-A486-204F08F75A2C}"/>
              </a:ext>
            </a:extLst>
          </p:cNvPr>
          <p:cNvSpPr/>
          <p:nvPr/>
        </p:nvSpPr>
        <p:spPr>
          <a:xfrm>
            <a:off x="9457087" y="18260164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1" name="pl633">
            <a:extLst>
              <a:ext uri="{FF2B5EF4-FFF2-40B4-BE49-F238E27FC236}">
                <a16:creationId xmlns:a16="http://schemas.microsoft.com/office/drawing/2014/main" id="{BB171A07-2E7E-92DF-9CD0-BF9B3C1B0E8E}"/>
              </a:ext>
            </a:extLst>
          </p:cNvPr>
          <p:cNvSpPr/>
          <p:nvPr/>
        </p:nvSpPr>
        <p:spPr>
          <a:xfrm>
            <a:off x="9481912" y="18465055"/>
            <a:ext cx="0" cy="517687"/>
          </a:xfrm>
          <a:custGeom>
            <a:avLst/>
            <a:gdLst/>
            <a:ahLst/>
            <a:cxnLst/>
            <a:rect l="0" t="0" r="0" b="0"/>
            <a:pathLst>
              <a:path h="517687">
                <a:moveTo>
                  <a:pt x="0" y="51768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2" name="pl634">
            <a:extLst>
              <a:ext uri="{FF2B5EF4-FFF2-40B4-BE49-F238E27FC236}">
                <a16:creationId xmlns:a16="http://schemas.microsoft.com/office/drawing/2014/main" id="{F2BC40D7-B965-A7BB-9BC5-0925422EDD41}"/>
              </a:ext>
            </a:extLst>
          </p:cNvPr>
          <p:cNvSpPr/>
          <p:nvPr/>
        </p:nvSpPr>
        <p:spPr>
          <a:xfrm>
            <a:off x="9481912" y="19335370"/>
            <a:ext cx="0" cy="360130"/>
          </a:xfrm>
          <a:custGeom>
            <a:avLst/>
            <a:gdLst/>
            <a:ahLst/>
            <a:cxnLst/>
            <a:rect l="0" t="0" r="0" b="0"/>
            <a:pathLst>
              <a:path h="360130">
                <a:moveTo>
                  <a:pt x="0" y="0"/>
                </a:moveTo>
                <a:lnTo>
                  <a:pt x="0" y="36013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3" name="pg635">
            <a:extLst>
              <a:ext uri="{FF2B5EF4-FFF2-40B4-BE49-F238E27FC236}">
                <a16:creationId xmlns:a16="http://schemas.microsoft.com/office/drawing/2014/main" id="{DD40E073-A553-D90A-C902-8E0CBE0E9987}"/>
              </a:ext>
            </a:extLst>
          </p:cNvPr>
          <p:cNvSpPr/>
          <p:nvPr/>
        </p:nvSpPr>
        <p:spPr>
          <a:xfrm>
            <a:off x="9351068" y="18982743"/>
            <a:ext cx="261688" cy="352627"/>
          </a:xfrm>
          <a:custGeom>
            <a:avLst/>
            <a:gdLst/>
            <a:ahLst/>
            <a:cxnLst/>
            <a:rect l="0" t="0" r="0" b="0"/>
            <a:pathLst>
              <a:path w="261688" h="352627">
                <a:moveTo>
                  <a:pt x="0" y="0"/>
                </a:moveTo>
                <a:lnTo>
                  <a:pt x="0" y="352627"/>
                </a:lnTo>
                <a:lnTo>
                  <a:pt x="261688" y="352627"/>
                </a:lnTo>
                <a:lnTo>
                  <a:pt x="261688" y="0"/>
                </a:lnTo>
                <a:close/>
              </a:path>
            </a:pathLst>
          </a:custGeom>
          <a:solidFill>
            <a:srgbClr val="46337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24" name="pl636">
            <a:extLst>
              <a:ext uri="{FF2B5EF4-FFF2-40B4-BE49-F238E27FC236}">
                <a16:creationId xmlns:a16="http://schemas.microsoft.com/office/drawing/2014/main" id="{3CB57037-C59B-EC78-79A7-B4A73B782C62}"/>
              </a:ext>
            </a:extLst>
          </p:cNvPr>
          <p:cNvSpPr/>
          <p:nvPr/>
        </p:nvSpPr>
        <p:spPr>
          <a:xfrm>
            <a:off x="9351068" y="19215326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chemeClr val="bg1">
                <a:lumMod val="50000"/>
              </a:scheme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25" name="pl637">
            <a:extLst>
              <a:ext uri="{FF2B5EF4-FFF2-40B4-BE49-F238E27FC236}">
                <a16:creationId xmlns:a16="http://schemas.microsoft.com/office/drawing/2014/main" id="{489B21EA-1456-51E4-AE96-C427AAC58E14}"/>
              </a:ext>
            </a:extLst>
          </p:cNvPr>
          <p:cNvSpPr/>
          <p:nvPr/>
        </p:nvSpPr>
        <p:spPr>
          <a:xfrm>
            <a:off x="9830830" y="19305360"/>
            <a:ext cx="0" cy="165059"/>
          </a:xfrm>
          <a:custGeom>
            <a:avLst/>
            <a:gdLst/>
            <a:ahLst/>
            <a:cxnLst/>
            <a:rect l="0" t="0" r="0" b="0"/>
            <a:pathLst>
              <a:path h="165059">
                <a:moveTo>
                  <a:pt x="0" y="16505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6" name="pl638">
            <a:extLst>
              <a:ext uri="{FF2B5EF4-FFF2-40B4-BE49-F238E27FC236}">
                <a16:creationId xmlns:a16="http://schemas.microsoft.com/office/drawing/2014/main" id="{99CA38E4-703A-A03D-1191-4C247924A3E4}"/>
              </a:ext>
            </a:extLst>
          </p:cNvPr>
          <p:cNvSpPr/>
          <p:nvPr/>
        </p:nvSpPr>
        <p:spPr>
          <a:xfrm>
            <a:off x="9830830" y="19740516"/>
            <a:ext cx="0" cy="255092"/>
          </a:xfrm>
          <a:custGeom>
            <a:avLst/>
            <a:gdLst/>
            <a:ahLst/>
            <a:cxnLst/>
            <a:rect l="0" t="0" r="0" b="0"/>
            <a:pathLst>
              <a:path h="255092">
                <a:moveTo>
                  <a:pt x="0" y="0"/>
                </a:moveTo>
                <a:lnTo>
                  <a:pt x="0" y="255092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7" name="pg639">
            <a:extLst>
              <a:ext uri="{FF2B5EF4-FFF2-40B4-BE49-F238E27FC236}">
                <a16:creationId xmlns:a16="http://schemas.microsoft.com/office/drawing/2014/main" id="{C5FFD881-00ED-30AA-1AE7-F7BEE6097215}"/>
              </a:ext>
            </a:extLst>
          </p:cNvPr>
          <p:cNvSpPr/>
          <p:nvPr/>
        </p:nvSpPr>
        <p:spPr>
          <a:xfrm>
            <a:off x="9699986" y="19470420"/>
            <a:ext cx="261688" cy="270097"/>
          </a:xfrm>
          <a:custGeom>
            <a:avLst/>
            <a:gdLst/>
            <a:ahLst/>
            <a:cxnLst/>
            <a:rect l="0" t="0" r="0" b="0"/>
            <a:pathLst>
              <a:path w="261688" h="270097">
                <a:moveTo>
                  <a:pt x="0" y="0"/>
                </a:moveTo>
                <a:lnTo>
                  <a:pt x="0" y="270097"/>
                </a:lnTo>
                <a:lnTo>
                  <a:pt x="261688" y="270097"/>
                </a:lnTo>
                <a:lnTo>
                  <a:pt x="261688" y="0"/>
                </a:lnTo>
                <a:close/>
              </a:path>
            </a:pathLst>
          </a:custGeom>
          <a:solidFill>
            <a:srgbClr val="365C8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28" name="pl640">
            <a:extLst>
              <a:ext uri="{FF2B5EF4-FFF2-40B4-BE49-F238E27FC236}">
                <a16:creationId xmlns:a16="http://schemas.microsoft.com/office/drawing/2014/main" id="{1F132C68-FD20-9BA7-3C43-C02D14280849}"/>
              </a:ext>
            </a:extLst>
          </p:cNvPr>
          <p:cNvSpPr/>
          <p:nvPr/>
        </p:nvSpPr>
        <p:spPr>
          <a:xfrm>
            <a:off x="9699986" y="19635478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29" name="pt641">
            <a:extLst>
              <a:ext uri="{FF2B5EF4-FFF2-40B4-BE49-F238E27FC236}">
                <a16:creationId xmlns:a16="http://schemas.microsoft.com/office/drawing/2014/main" id="{D7EA0327-8D12-1642-179B-D9501B884E06}"/>
              </a:ext>
            </a:extLst>
          </p:cNvPr>
          <p:cNvSpPr/>
          <p:nvPr/>
        </p:nvSpPr>
        <p:spPr>
          <a:xfrm>
            <a:off x="10154923" y="18890392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0" name="pl642">
            <a:extLst>
              <a:ext uri="{FF2B5EF4-FFF2-40B4-BE49-F238E27FC236}">
                <a16:creationId xmlns:a16="http://schemas.microsoft.com/office/drawing/2014/main" id="{FDFB0A5C-99DC-6DEC-815D-BD0278C08BCA}"/>
              </a:ext>
            </a:extLst>
          </p:cNvPr>
          <p:cNvSpPr/>
          <p:nvPr/>
        </p:nvSpPr>
        <p:spPr>
          <a:xfrm>
            <a:off x="10179748" y="19215326"/>
            <a:ext cx="0" cy="240086"/>
          </a:xfrm>
          <a:custGeom>
            <a:avLst/>
            <a:gdLst/>
            <a:ahLst/>
            <a:cxnLst/>
            <a:rect l="0" t="0" r="0" b="0"/>
            <a:pathLst>
              <a:path h="240086">
                <a:moveTo>
                  <a:pt x="0" y="24008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1" name="pl643">
            <a:extLst>
              <a:ext uri="{FF2B5EF4-FFF2-40B4-BE49-F238E27FC236}">
                <a16:creationId xmlns:a16="http://schemas.microsoft.com/office/drawing/2014/main" id="{10CDB04C-1BB0-2EB0-697F-D54BC5441750}"/>
              </a:ext>
            </a:extLst>
          </p:cNvPr>
          <p:cNvSpPr/>
          <p:nvPr/>
        </p:nvSpPr>
        <p:spPr>
          <a:xfrm>
            <a:off x="10179748" y="19718008"/>
            <a:ext cx="0" cy="277600"/>
          </a:xfrm>
          <a:custGeom>
            <a:avLst/>
            <a:gdLst/>
            <a:ahLst/>
            <a:cxnLst/>
            <a:rect l="0" t="0" r="0" b="0"/>
            <a:pathLst>
              <a:path h="277600">
                <a:moveTo>
                  <a:pt x="0" y="0"/>
                </a:moveTo>
                <a:lnTo>
                  <a:pt x="0" y="27760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2" name="pg644">
            <a:extLst>
              <a:ext uri="{FF2B5EF4-FFF2-40B4-BE49-F238E27FC236}">
                <a16:creationId xmlns:a16="http://schemas.microsoft.com/office/drawing/2014/main" id="{AC92C3CB-4335-F68B-B0B3-C77A37F290B3}"/>
              </a:ext>
            </a:extLst>
          </p:cNvPr>
          <p:cNvSpPr/>
          <p:nvPr/>
        </p:nvSpPr>
        <p:spPr>
          <a:xfrm>
            <a:off x="10048904" y="19455414"/>
            <a:ext cx="261688" cy="262595"/>
          </a:xfrm>
          <a:custGeom>
            <a:avLst/>
            <a:gdLst/>
            <a:ahLst/>
            <a:cxnLst/>
            <a:rect l="0" t="0" r="0" b="0"/>
            <a:pathLst>
              <a:path w="261688" h="262595">
                <a:moveTo>
                  <a:pt x="0" y="0"/>
                </a:moveTo>
                <a:lnTo>
                  <a:pt x="0" y="262595"/>
                </a:lnTo>
                <a:lnTo>
                  <a:pt x="261688" y="262595"/>
                </a:lnTo>
                <a:lnTo>
                  <a:pt x="261688" y="0"/>
                </a:lnTo>
                <a:close/>
              </a:path>
            </a:pathLst>
          </a:custGeom>
          <a:solidFill>
            <a:srgbClr val="277F8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33" name="pl645">
            <a:extLst>
              <a:ext uri="{FF2B5EF4-FFF2-40B4-BE49-F238E27FC236}">
                <a16:creationId xmlns:a16="http://schemas.microsoft.com/office/drawing/2014/main" id="{A4C69CA0-4622-3381-603B-9A6D1C0C66C0}"/>
              </a:ext>
            </a:extLst>
          </p:cNvPr>
          <p:cNvSpPr/>
          <p:nvPr/>
        </p:nvSpPr>
        <p:spPr>
          <a:xfrm>
            <a:off x="10048904" y="19575457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34" name="pl646">
            <a:extLst>
              <a:ext uri="{FF2B5EF4-FFF2-40B4-BE49-F238E27FC236}">
                <a16:creationId xmlns:a16="http://schemas.microsoft.com/office/drawing/2014/main" id="{9225921D-B67F-C713-D989-605853388E77}"/>
              </a:ext>
            </a:extLst>
          </p:cNvPr>
          <p:cNvSpPr/>
          <p:nvPr/>
        </p:nvSpPr>
        <p:spPr>
          <a:xfrm>
            <a:off x="10528666" y="18885208"/>
            <a:ext cx="0" cy="270097"/>
          </a:xfrm>
          <a:custGeom>
            <a:avLst/>
            <a:gdLst/>
            <a:ahLst/>
            <a:cxnLst/>
            <a:rect l="0" t="0" r="0" b="0"/>
            <a:pathLst>
              <a:path h="270097">
                <a:moveTo>
                  <a:pt x="0" y="27009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5" name="pl647">
            <a:extLst>
              <a:ext uri="{FF2B5EF4-FFF2-40B4-BE49-F238E27FC236}">
                <a16:creationId xmlns:a16="http://schemas.microsoft.com/office/drawing/2014/main" id="{7AFB2870-81E7-91F2-79BC-374C9A60B1A6}"/>
              </a:ext>
            </a:extLst>
          </p:cNvPr>
          <p:cNvSpPr/>
          <p:nvPr/>
        </p:nvSpPr>
        <p:spPr>
          <a:xfrm>
            <a:off x="10528666" y="19635479"/>
            <a:ext cx="0" cy="600217"/>
          </a:xfrm>
          <a:custGeom>
            <a:avLst/>
            <a:gdLst/>
            <a:ahLst/>
            <a:cxnLst/>
            <a:rect l="0" t="0" r="0" b="0"/>
            <a:pathLst>
              <a:path h="600217">
                <a:moveTo>
                  <a:pt x="0" y="0"/>
                </a:moveTo>
                <a:lnTo>
                  <a:pt x="0" y="600217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6" name="pg648">
            <a:extLst>
              <a:ext uri="{FF2B5EF4-FFF2-40B4-BE49-F238E27FC236}">
                <a16:creationId xmlns:a16="http://schemas.microsoft.com/office/drawing/2014/main" id="{9E4E6F13-1B26-6B5C-537E-09CB69826A21}"/>
              </a:ext>
            </a:extLst>
          </p:cNvPr>
          <p:cNvSpPr/>
          <p:nvPr/>
        </p:nvSpPr>
        <p:spPr>
          <a:xfrm>
            <a:off x="10397822" y="19155305"/>
            <a:ext cx="261688" cy="480173"/>
          </a:xfrm>
          <a:custGeom>
            <a:avLst/>
            <a:gdLst/>
            <a:ahLst/>
            <a:cxnLst/>
            <a:rect l="0" t="0" r="0" b="0"/>
            <a:pathLst>
              <a:path w="261688" h="480173">
                <a:moveTo>
                  <a:pt x="0" y="0"/>
                </a:moveTo>
                <a:lnTo>
                  <a:pt x="0" y="480173"/>
                </a:lnTo>
                <a:lnTo>
                  <a:pt x="261688" y="480173"/>
                </a:lnTo>
                <a:lnTo>
                  <a:pt x="261688" y="0"/>
                </a:lnTo>
                <a:close/>
              </a:path>
            </a:pathLst>
          </a:custGeom>
          <a:solidFill>
            <a:srgbClr val="1FA18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37" name="pl649">
            <a:extLst>
              <a:ext uri="{FF2B5EF4-FFF2-40B4-BE49-F238E27FC236}">
                <a16:creationId xmlns:a16="http://schemas.microsoft.com/office/drawing/2014/main" id="{0C04E063-6734-6AD5-6E3D-F55CBDAF12FC}"/>
              </a:ext>
            </a:extLst>
          </p:cNvPr>
          <p:cNvSpPr/>
          <p:nvPr/>
        </p:nvSpPr>
        <p:spPr>
          <a:xfrm>
            <a:off x="10397822" y="19365380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38" name="pt650">
            <a:extLst>
              <a:ext uri="{FF2B5EF4-FFF2-40B4-BE49-F238E27FC236}">
                <a16:creationId xmlns:a16="http://schemas.microsoft.com/office/drawing/2014/main" id="{0EDDEC36-AD2E-90BB-A496-6039921CAF14}"/>
              </a:ext>
            </a:extLst>
          </p:cNvPr>
          <p:cNvSpPr/>
          <p:nvPr/>
        </p:nvSpPr>
        <p:spPr>
          <a:xfrm>
            <a:off x="10852759" y="20180860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9" name="pt651">
            <a:extLst>
              <a:ext uri="{FF2B5EF4-FFF2-40B4-BE49-F238E27FC236}">
                <a16:creationId xmlns:a16="http://schemas.microsoft.com/office/drawing/2014/main" id="{FE2808B3-760E-2C1D-996F-9B0E55696A18}"/>
              </a:ext>
            </a:extLst>
          </p:cNvPr>
          <p:cNvSpPr/>
          <p:nvPr/>
        </p:nvSpPr>
        <p:spPr>
          <a:xfrm>
            <a:off x="10852759" y="19910762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0" name="pt652">
            <a:extLst>
              <a:ext uri="{FF2B5EF4-FFF2-40B4-BE49-F238E27FC236}">
                <a16:creationId xmlns:a16="http://schemas.microsoft.com/office/drawing/2014/main" id="{4F60C846-3B9C-279E-18FE-F985E2A2D43A}"/>
              </a:ext>
            </a:extLst>
          </p:cNvPr>
          <p:cNvSpPr/>
          <p:nvPr/>
        </p:nvSpPr>
        <p:spPr>
          <a:xfrm>
            <a:off x="10852759" y="18890392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1" name="pl653">
            <a:extLst>
              <a:ext uri="{FF2B5EF4-FFF2-40B4-BE49-F238E27FC236}">
                <a16:creationId xmlns:a16="http://schemas.microsoft.com/office/drawing/2014/main" id="{32FAA1C2-F5AF-267E-91B2-298661D24198}"/>
              </a:ext>
            </a:extLst>
          </p:cNvPr>
          <p:cNvSpPr/>
          <p:nvPr/>
        </p:nvSpPr>
        <p:spPr>
          <a:xfrm>
            <a:off x="10877584" y="18945228"/>
            <a:ext cx="0" cy="360130"/>
          </a:xfrm>
          <a:custGeom>
            <a:avLst/>
            <a:gdLst/>
            <a:ahLst/>
            <a:cxnLst/>
            <a:rect l="0" t="0" r="0" b="0"/>
            <a:pathLst>
              <a:path h="360130">
                <a:moveTo>
                  <a:pt x="0" y="36013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2" name="pl654">
            <a:extLst>
              <a:ext uri="{FF2B5EF4-FFF2-40B4-BE49-F238E27FC236}">
                <a16:creationId xmlns:a16="http://schemas.microsoft.com/office/drawing/2014/main" id="{AE7A016C-C207-3278-C4CC-409CDE23AA91}"/>
              </a:ext>
            </a:extLst>
          </p:cNvPr>
          <p:cNvSpPr/>
          <p:nvPr/>
        </p:nvSpPr>
        <p:spPr>
          <a:xfrm>
            <a:off x="10877584" y="19545446"/>
            <a:ext cx="0" cy="300108"/>
          </a:xfrm>
          <a:custGeom>
            <a:avLst/>
            <a:gdLst/>
            <a:ahLst/>
            <a:cxnLst/>
            <a:rect l="0" t="0" r="0" b="0"/>
            <a:pathLst>
              <a:path h="300108">
                <a:moveTo>
                  <a:pt x="0" y="0"/>
                </a:moveTo>
                <a:lnTo>
                  <a:pt x="0" y="300108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3" name="pg655">
            <a:extLst>
              <a:ext uri="{FF2B5EF4-FFF2-40B4-BE49-F238E27FC236}">
                <a16:creationId xmlns:a16="http://schemas.microsoft.com/office/drawing/2014/main" id="{C634BC82-A1D1-A556-4C9A-743EA78F7C8F}"/>
              </a:ext>
            </a:extLst>
          </p:cNvPr>
          <p:cNvSpPr/>
          <p:nvPr/>
        </p:nvSpPr>
        <p:spPr>
          <a:xfrm>
            <a:off x="10746740" y="19305359"/>
            <a:ext cx="261688" cy="240086"/>
          </a:xfrm>
          <a:custGeom>
            <a:avLst/>
            <a:gdLst/>
            <a:ahLst/>
            <a:cxnLst/>
            <a:rect l="0" t="0" r="0" b="0"/>
            <a:pathLst>
              <a:path w="261688" h="240086">
                <a:moveTo>
                  <a:pt x="0" y="0"/>
                </a:moveTo>
                <a:lnTo>
                  <a:pt x="0" y="240086"/>
                </a:lnTo>
                <a:lnTo>
                  <a:pt x="261688" y="240086"/>
                </a:lnTo>
                <a:lnTo>
                  <a:pt x="261688" y="0"/>
                </a:lnTo>
                <a:close/>
              </a:path>
            </a:pathLst>
          </a:custGeom>
          <a:solidFill>
            <a:srgbClr val="4AC1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44" name="pl656">
            <a:extLst>
              <a:ext uri="{FF2B5EF4-FFF2-40B4-BE49-F238E27FC236}">
                <a16:creationId xmlns:a16="http://schemas.microsoft.com/office/drawing/2014/main" id="{A2EB93A3-BC67-DAFD-C5BB-1B26826CC5F9}"/>
              </a:ext>
            </a:extLst>
          </p:cNvPr>
          <p:cNvSpPr/>
          <p:nvPr/>
        </p:nvSpPr>
        <p:spPr>
          <a:xfrm>
            <a:off x="10746740" y="19425402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45" name="pt657">
            <a:extLst>
              <a:ext uri="{FF2B5EF4-FFF2-40B4-BE49-F238E27FC236}">
                <a16:creationId xmlns:a16="http://schemas.microsoft.com/office/drawing/2014/main" id="{C4DA93E5-041D-0D24-039E-EA10366305C9}"/>
              </a:ext>
            </a:extLst>
          </p:cNvPr>
          <p:cNvSpPr/>
          <p:nvPr/>
        </p:nvSpPr>
        <p:spPr>
          <a:xfrm>
            <a:off x="11201677" y="19370566"/>
            <a:ext cx="49651" cy="49651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6" name="pl658">
            <a:extLst>
              <a:ext uri="{FF2B5EF4-FFF2-40B4-BE49-F238E27FC236}">
                <a16:creationId xmlns:a16="http://schemas.microsoft.com/office/drawing/2014/main" id="{07E0796A-822C-A0BC-F69F-50B7D0223813}"/>
              </a:ext>
            </a:extLst>
          </p:cNvPr>
          <p:cNvSpPr/>
          <p:nvPr/>
        </p:nvSpPr>
        <p:spPr>
          <a:xfrm>
            <a:off x="11226502" y="19755523"/>
            <a:ext cx="0" cy="60021"/>
          </a:xfrm>
          <a:custGeom>
            <a:avLst/>
            <a:gdLst/>
            <a:ahLst/>
            <a:cxnLst/>
            <a:rect l="0" t="0" r="0" b="0"/>
            <a:pathLst>
              <a:path h="60021">
                <a:moveTo>
                  <a:pt x="0" y="60021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7" name="pl659">
            <a:extLst>
              <a:ext uri="{FF2B5EF4-FFF2-40B4-BE49-F238E27FC236}">
                <a16:creationId xmlns:a16="http://schemas.microsoft.com/office/drawing/2014/main" id="{A54DF9D4-5127-B0F3-3793-A02B3FFF2DFE}"/>
              </a:ext>
            </a:extLst>
          </p:cNvPr>
          <p:cNvSpPr/>
          <p:nvPr/>
        </p:nvSpPr>
        <p:spPr>
          <a:xfrm>
            <a:off x="11226502" y="20078140"/>
            <a:ext cx="0" cy="37513"/>
          </a:xfrm>
          <a:custGeom>
            <a:avLst/>
            <a:gdLst/>
            <a:ahLst/>
            <a:cxnLst/>
            <a:rect l="0" t="0" r="0" b="0"/>
            <a:pathLst>
              <a:path h="37513">
                <a:moveTo>
                  <a:pt x="0" y="0"/>
                </a:moveTo>
                <a:lnTo>
                  <a:pt x="0" y="3751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8" name="pg660">
            <a:extLst>
              <a:ext uri="{FF2B5EF4-FFF2-40B4-BE49-F238E27FC236}">
                <a16:creationId xmlns:a16="http://schemas.microsoft.com/office/drawing/2014/main" id="{D2C92BE9-CD16-C856-A7D4-DDC61F189D73}"/>
              </a:ext>
            </a:extLst>
          </p:cNvPr>
          <p:cNvSpPr/>
          <p:nvPr/>
        </p:nvSpPr>
        <p:spPr>
          <a:xfrm>
            <a:off x="11095658" y="19815545"/>
            <a:ext cx="261688" cy="262595"/>
          </a:xfrm>
          <a:custGeom>
            <a:avLst/>
            <a:gdLst/>
            <a:ahLst/>
            <a:cxnLst/>
            <a:rect l="0" t="0" r="0" b="0"/>
            <a:pathLst>
              <a:path w="261688" h="262595">
                <a:moveTo>
                  <a:pt x="0" y="0"/>
                </a:moveTo>
                <a:lnTo>
                  <a:pt x="0" y="262595"/>
                </a:lnTo>
                <a:lnTo>
                  <a:pt x="261688" y="262595"/>
                </a:lnTo>
                <a:lnTo>
                  <a:pt x="261688" y="0"/>
                </a:lnTo>
                <a:close/>
              </a:path>
            </a:pathLst>
          </a:custGeom>
          <a:solidFill>
            <a:srgbClr val="9FDA3A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49" name="pl661">
            <a:extLst>
              <a:ext uri="{FF2B5EF4-FFF2-40B4-BE49-F238E27FC236}">
                <a16:creationId xmlns:a16="http://schemas.microsoft.com/office/drawing/2014/main" id="{505C2EA6-7755-A8AF-369F-9362CA95F2CC}"/>
              </a:ext>
            </a:extLst>
          </p:cNvPr>
          <p:cNvSpPr/>
          <p:nvPr/>
        </p:nvSpPr>
        <p:spPr>
          <a:xfrm>
            <a:off x="11095658" y="20025620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50" name="pl662">
            <a:extLst>
              <a:ext uri="{FF2B5EF4-FFF2-40B4-BE49-F238E27FC236}">
                <a16:creationId xmlns:a16="http://schemas.microsoft.com/office/drawing/2014/main" id="{08E43F73-3EA1-E4DC-DE56-752578CA8DA5}"/>
              </a:ext>
            </a:extLst>
          </p:cNvPr>
          <p:cNvSpPr/>
          <p:nvPr/>
        </p:nvSpPr>
        <p:spPr>
          <a:xfrm>
            <a:off x="11575420" y="19455414"/>
            <a:ext cx="0" cy="15005"/>
          </a:xfrm>
          <a:custGeom>
            <a:avLst/>
            <a:gdLst/>
            <a:ahLst/>
            <a:cxnLst/>
            <a:rect l="0" t="0" r="0" b="0"/>
            <a:pathLst>
              <a:path h="15005">
                <a:moveTo>
                  <a:pt x="0" y="1500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1" name="pl663">
            <a:extLst>
              <a:ext uri="{FF2B5EF4-FFF2-40B4-BE49-F238E27FC236}">
                <a16:creationId xmlns:a16="http://schemas.microsoft.com/office/drawing/2014/main" id="{83CDDB20-AE7F-5487-EE78-AE30F5561632}"/>
              </a:ext>
            </a:extLst>
          </p:cNvPr>
          <p:cNvSpPr/>
          <p:nvPr/>
        </p:nvSpPr>
        <p:spPr>
          <a:xfrm>
            <a:off x="11575420" y="19650485"/>
            <a:ext cx="0" cy="165059"/>
          </a:xfrm>
          <a:custGeom>
            <a:avLst/>
            <a:gdLst/>
            <a:ahLst/>
            <a:cxnLst/>
            <a:rect l="0" t="0" r="0" b="0"/>
            <a:pathLst>
              <a:path h="165059">
                <a:moveTo>
                  <a:pt x="0" y="0"/>
                </a:moveTo>
                <a:lnTo>
                  <a:pt x="0" y="16505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2" name="pg664">
            <a:extLst>
              <a:ext uri="{FF2B5EF4-FFF2-40B4-BE49-F238E27FC236}">
                <a16:creationId xmlns:a16="http://schemas.microsoft.com/office/drawing/2014/main" id="{0E02EAB5-BFC1-071E-441F-567EA5A2218E}"/>
              </a:ext>
            </a:extLst>
          </p:cNvPr>
          <p:cNvSpPr/>
          <p:nvPr/>
        </p:nvSpPr>
        <p:spPr>
          <a:xfrm>
            <a:off x="11444576" y="19470420"/>
            <a:ext cx="261688" cy="180065"/>
          </a:xfrm>
          <a:custGeom>
            <a:avLst/>
            <a:gdLst/>
            <a:ahLst/>
            <a:cxnLst/>
            <a:rect l="0" t="0" r="0" b="0"/>
            <a:pathLst>
              <a:path w="261688" h="180065">
                <a:moveTo>
                  <a:pt x="0" y="0"/>
                </a:moveTo>
                <a:lnTo>
                  <a:pt x="0" y="180065"/>
                </a:lnTo>
                <a:lnTo>
                  <a:pt x="261688" y="180065"/>
                </a:lnTo>
                <a:lnTo>
                  <a:pt x="261688" y="0"/>
                </a:lnTo>
                <a:close/>
              </a:path>
            </a:pathLst>
          </a:custGeom>
          <a:solidFill>
            <a:srgbClr val="FDE725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53" name="pl665">
            <a:extLst>
              <a:ext uri="{FF2B5EF4-FFF2-40B4-BE49-F238E27FC236}">
                <a16:creationId xmlns:a16="http://schemas.microsoft.com/office/drawing/2014/main" id="{5FA06F6D-E976-0039-0726-9117C93445C4}"/>
              </a:ext>
            </a:extLst>
          </p:cNvPr>
          <p:cNvSpPr/>
          <p:nvPr/>
        </p:nvSpPr>
        <p:spPr>
          <a:xfrm>
            <a:off x="11444576" y="19485424"/>
            <a:ext cx="261688" cy="0"/>
          </a:xfrm>
          <a:custGeom>
            <a:avLst/>
            <a:gdLst/>
            <a:ahLst/>
            <a:cxnLst/>
            <a:rect l="0" t="0" r="0" b="0"/>
            <a:pathLst>
              <a:path w="261688">
                <a:moveTo>
                  <a:pt x="0" y="0"/>
                </a:moveTo>
                <a:lnTo>
                  <a:pt x="26168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54" name="tx666">
            <a:extLst>
              <a:ext uri="{FF2B5EF4-FFF2-40B4-BE49-F238E27FC236}">
                <a16:creationId xmlns:a16="http://schemas.microsoft.com/office/drawing/2014/main" id="{D7A682B8-D8CB-5EA1-6E2C-AFE53809D749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55" name="tx667">
            <a:extLst>
              <a:ext uri="{FF2B5EF4-FFF2-40B4-BE49-F238E27FC236}">
                <a16:creationId xmlns:a16="http://schemas.microsoft.com/office/drawing/2014/main" id="{816B8C8F-D2D7-4918-BC70-A95CD2E2BAEE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56" name="tx668">
            <a:extLst>
              <a:ext uri="{FF2B5EF4-FFF2-40B4-BE49-F238E27FC236}">
                <a16:creationId xmlns:a16="http://schemas.microsoft.com/office/drawing/2014/main" id="{751F2DD1-74DF-6118-5C8F-FB9FE4FE0256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57" name="tx669">
            <a:extLst>
              <a:ext uri="{FF2B5EF4-FFF2-40B4-BE49-F238E27FC236}">
                <a16:creationId xmlns:a16="http://schemas.microsoft.com/office/drawing/2014/main" id="{2A1A07F3-B926-EBC6-3F9B-E8FB39208C87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58" name="tx670">
            <a:extLst>
              <a:ext uri="{FF2B5EF4-FFF2-40B4-BE49-F238E27FC236}">
                <a16:creationId xmlns:a16="http://schemas.microsoft.com/office/drawing/2014/main" id="{09F2B632-BE24-AAF9-8ADE-5A19B0B91D36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59" name="tx671">
            <a:extLst>
              <a:ext uri="{FF2B5EF4-FFF2-40B4-BE49-F238E27FC236}">
                <a16:creationId xmlns:a16="http://schemas.microsoft.com/office/drawing/2014/main" id="{165CE42F-58E6-92F4-1D87-708A7E3DC3CC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0" name="tx672">
            <a:extLst>
              <a:ext uri="{FF2B5EF4-FFF2-40B4-BE49-F238E27FC236}">
                <a16:creationId xmlns:a16="http://schemas.microsoft.com/office/drawing/2014/main" id="{18D5E485-C45E-B2B8-7B9D-3126DDE94A4D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1" name="tx673">
            <a:extLst>
              <a:ext uri="{FF2B5EF4-FFF2-40B4-BE49-F238E27FC236}">
                <a16:creationId xmlns:a16="http://schemas.microsoft.com/office/drawing/2014/main" id="{059DC909-F1AC-309B-2050-AF57B443785B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2" name="tx674">
            <a:extLst>
              <a:ext uri="{FF2B5EF4-FFF2-40B4-BE49-F238E27FC236}">
                <a16:creationId xmlns:a16="http://schemas.microsoft.com/office/drawing/2014/main" id="{6D84EB43-E674-FE75-77D2-F9DE93A11872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3" name="tx675">
            <a:extLst>
              <a:ext uri="{FF2B5EF4-FFF2-40B4-BE49-F238E27FC236}">
                <a16:creationId xmlns:a16="http://schemas.microsoft.com/office/drawing/2014/main" id="{2D28C0F0-40BA-A91D-4203-45155A28926D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4" name="tx676">
            <a:extLst>
              <a:ext uri="{FF2B5EF4-FFF2-40B4-BE49-F238E27FC236}">
                <a16:creationId xmlns:a16="http://schemas.microsoft.com/office/drawing/2014/main" id="{AAAA812B-6D80-7843-AD31-73B7593148A3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5" name="tx677">
            <a:extLst>
              <a:ext uri="{FF2B5EF4-FFF2-40B4-BE49-F238E27FC236}">
                <a16:creationId xmlns:a16="http://schemas.microsoft.com/office/drawing/2014/main" id="{743C9180-93FF-E77C-EEF4-A68CB0CC0C7A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6" name="tx678">
            <a:extLst>
              <a:ext uri="{FF2B5EF4-FFF2-40B4-BE49-F238E27FC236}">
                <a16:creationId xmlns:a16="http://schemas.microsoft.com/office/drawing/2014/main" id="{5454AA42-BC58-11FD-3FFC-90D057D8ACF5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7" name="tx679">
            <a:extLst>
              <a:ext uri="{FF2B5EF4-FFF2-40B4-BE49-F238E27FC236}">
                <a16:creationId xmlns:a16="http://schemas.microsoft.com/office/drawing/2014/main" id="{0B84EEF3-1D34-76B3-52C9-C023E9E57851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8" name="tx680">
            <a:extLst>
              <a:ext uri="{FF2B5EF4-FFF2-40B4-BE49-F238E27FC236}">
                <a16:creationId xmlns:a16="http://schemas.microsoft.com/office/drawing/2014/main" id="{5C89C93B-A330-A5EF-9783-85E551682B42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69" name="tx681">
            <a:extLst>
              <a:ext uri="{FF2B5EF4-FFF2-40B4-BE49-F238E27FC236}">
                <a16:creationId xmlns:a16="http://schemas.microsoft.com/office/drawing/2014/main" id="{AE6D2F4E-078C-B480-F5F8-691E515ABCFD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0" name="tx682">
            <a:extLst>
              <a:ext uri="{FF2B5EF4-FFF2-40B4-BE49-F238E27FC236}">
                <a16:creationId xmlns:a16="http://schemas.microsoft.com/office/drawing/2014/main" id="{DBFDFE30-E2FB-BDD7-C6E1-1B79BBF9AE23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1" name="tx683">
            <a:extLst>
              <a:ext uri="{FF2B5EF4-FFF2-40B4-BE49-F238E27FC236}">
                <a16:creationId xmlns:a16="http://schemas.microsoft.com/office/drawing/2014/main" id="{5C614C6E-471C-1CB7-A042-81EB4AF0E657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2" name="tx684">
            <a:extLst>
              <a:ext uri="{FF2B5EF4-FFF2-40B4-BE49-F238E27FC236}">
                <a16:creationId xmlns:a16="http://schemas.microsoft.com/office/drawing/2014/main" id="{554FD277-1E00-6899-6874-C67D28BB1868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3" name="tx685">
            <a:extLst>
              <a:ext uri="{FF2B5EF4-FFF2-40B4-BE49-F238E27FC236}">
                <a16:creationId xmlns:a16="http://schemas.microsoft.com/office/drawing/2014/main" id="{7562CFFE-0894-9B49-8F94-488EE0E79880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4" name="tx686">
            <a:extLst>
              <a:ext uri="{FF2B5EF4-FFF2-40B4-BE49-F238E27FC236}">
                <a16:creationId xmlns:a16="http://schemas.microsoft.com/office/drawing/2014/main" id="{124ABF13-3193-9B43-0B0D-124854230FD7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5" name="tx687">
            <a:extLst>
              <a:ext uri="{FF2B5EF4-FFF2-40B4-BE49-F238E27FC236}">
                <a16:creationId xmlns:a16="http://schemas.microsoft.com/office/drawing/2014/main" id="{C89B6ED8-78A2-11C3-F508-E30388B707D1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6" name="tx688">
            <a:extLst>
              <a:ext uri="{FF2B5EF4-FFF2-40B4-BE49-F238E27FC236}">
                <a16:creationId xmlns:a16="http://schemas.microsoft.com/office/drawing/2014/main" id="{711D05B6-0984-1ABF-163A-53CD4CA35001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7" name="tx689">
            <a:extLst>
              <a:ext uri="{FF2B5EF4-FFF2-40B4-BE49-F238E27FC236}">
                <a16:creationId xmlns:a16="http://schemas.microsoft.com/office/drawing/2014/main" id="{6933FC0F-1802-0C09-3F96-73A2DF085E53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8" name="tx690">
            <a:extLst>
              <a:ext uri="{FF2B5EF4-FFF2-40B4-BE49-F238E27FC236}">
                <a16:creationId xmlns:a16="http://schemas.microsoft.com/office/drawing/2014/main" id="{A8B7D232-DA61-6397-8C92-1140E5545049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79" name="tx691">
            <a:extLst>
              <a:ext uri="{FF2B5EF4-FFF2-40B4-BE49-F238E27FC236}">
                <a16:creationId xmlns:a16="http://schemas.microsoft.com/office/drawing/2014/main" id="{EBE329A7-2A07-87C3-61B3-28F61D7B98E4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80" name="tx692">
            <a:extLst>
              <a:ext uri="{FF2B5EF4-FFF2-40B4-BE49-F238E27FC236}">
                <a16:creationId xmlns:a16="http://schemas.microsoft.com/office/drawing/2014/main" id="{58BF6E00-58EC-3637-0C12-BEE4E7409530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81" name="tx693">
            <a:extLst>
              <a:ext uri="{FF2B5EF4-FFF2-40B4-BE49-F238E27FC236}">
                <a16:creationId xmlns:a16="http://schemas.microsoft.com/office/drawing/2014/main" id="{E1C7A6AD-8289-4E40-C548-D84BD7CDFA80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82" name="tx694">
            <a:extLst>
              <a:ext uri="{FF2B5EF4-FFF2-40B4-BE49-F238E27FC236}">
                <a16:creationId xmlns:a16="http://schemas.microsoft.com/office/drawing/2014/main" id="{3A736CBD-0D9D-8DDF-67E6-C26CD69E2864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83" name="tx695">
            <a:extLst>
              <a:ext uri="{FF2B5EF4-FFF2-40B4-BE49-F238E27FC236}">
                <a16:creationId xmlns:a16="http://schemas.microsoft.com/office/drawing/2014/main" id="{1D43D905-60B3-46C5-66A7-401202222078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84" name="tx696">
            <a:extLst>
              <a:ext uri="{FF2B5EF4-FFF2-40B4-BE49-F238E27FC236}">
                <a16:creationId xmlns:a16="http://schemas.microsoft.com/office/drawing/2014/main" id="{84DF2F68-F4C5-E46A-030A-93A08F22FA29}"/>
              </a:ext>
            </a:extLst>
          </p:cNvPr>
          <p:cNvSpPr/>
          <p:nvPr/>
        </p:nvSpPr>
        <p:spPr>
          <a:xfrm>
            <a:off x="9055270" y="18614836"/>
            <a:ext cx="15544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gh</a:t>
            </a:r>
          </a:p>
        </p:txBody>
      </p:sp>
      <p:sp>
        <p:nvSpPr>
          <p:cNvPr id="985" name="tx697">
            <a:extLst>
              <a:ext uri="{FF2B5EF4-FFF2-40B4-BE49-F238E27FC236}">
                <a16:creationId xmlns:a16="http://schemas.microsoft.com/office/drawing/2014/main" id="{CBCB0FFA-BA7A-1B65-A270-11E68AF1B926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86" name="tx698">
            <a:extLst>
              <a:ext uri="{FF2B5EF4-FFF2-40B4-BE49-F238E27FC236}">
                <a16:creationId xmlns:a16="http://schemas.microsoft.com/office/drawing/2014/main" id="{50A1088E-BDB7-49C4-5D1D-C16E8F2AFF1F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87" name="tx699">
            <a:extLst>
              <a:ext uri="{FF2B5EF4-FFF2-40B4-BE49-F238E27FC236}">
                <a16:creationId xmlns:a16="http://schemas.microsoft.com/office/drawing/2014/main" id="{02995219-C1CC-250D-E712-2A1334973FFF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88" name="tx700">
            <a:extLst>
              <a:ext uri="{FF2B5EF4-FFF2-40B4-BE49-F238E27FC236}">
                <a16:creationId xmlns:a16="http://schemas.microsoft.com/office/drawing/2014/main" id="{FFC8E7D5-761E-2AE7-6CEF-4FDADB1679AE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89" name="tx701">
            <a:extLst>
              <a:ext uri="{FF2B5EF4-FFF2-40B4-BE49-F238E27FC236}">
                <a16:creationId xmlns:a16="http://schemas.microsoft.com/office/drawing/2014/main" id="{02BDBDB8-10EF-58CF-D44A-6EF71B99657C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0" name="tx702">
            <a:extLst>
              <a:ext uri="{FF2B5EF4-FFF2-40B4-BE49-F238E27FC236}">
                <a16:creationId xmlns:a16="http://schemas.microsoft.com/office/drawing/2014/main" id="{3C5AEC6A-4CB0-4F6C-6E41-A361472AFF10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1" name="tx703">
            <a:extLst>
              <a:ext uri="{FF2B5EF4-FFF2-40B4-BE49-F238E27FC236}">
                <a16:creationId xmlns:a16="http://schemas.microsoft.com/office/drawing/2014/main" id="{3F9B6F62-C49F-2A11-FEE0-520F1436D494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2" name="tx704">
            <a:extLst>
              <a:ext uri="{FF2B5EF4-FFF2-40B4-BE49-F238E27FC236}">
                <a16:creationId xmlns:a16="http://schemas.microsoft.com/office/drawing/2014/main" id="{47DAF136-95E3-97F1-417B-6B59BB4F7F15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3" name="tx705">
            <a:extLst>
              <a:ext uri="{FF2B5EF4-FFF2-40B4-BE49-F238E27FC236}">
                <a16:creationId xmlns:a16="http://schemas.microsoft.com/office/drawing/2014/main" id="{1711D9AA-E299-0F19-FC2A-A336C9855EF5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4" name="tx706">
            <a:extLst>
              <a:ext uri="{FF2B5EF4-FFF2-40B4-BE49-F238E27FC236}">
                <a16:creationId xmlns:a16="http://schemas.microsoft.com/office/drawing/2014/main" id="{596BE080-4ECE-7EAF-ECE8-9C4B87CEC372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5" name="tx707">
            <a:extLst>
              <a:ext uri="{FF2B5EF4-FFF2-40B4-BE49-F238E27FC236}">
                <a16:creationId xmlns:a16="http://schemas.microsoft.com/office/drawing/2014/main" id="{7B581061-1FE4-8DF6-AC6A-78319AD9FD3B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6" name="tx708">
            <a:extLst>
              <a:ext uri="{FF2B5EF4-FFF2-40B4-BE49-F238E27FC236}">
                <a16:creationId xmlns:a16="http://schemas.microsoft.com/office/drawing/2014/main" id="{D85B89D5-AD56-1AA5-E099-657D281AFB7A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7" name="tx709">
            <a:extLst>
              <a:ext uri="{FF2B5EF4-FFF2-40B4-BE49-F238E27FC236}">
                <a16:creationId xmlns:a16="http://schemas.microsoft.com/office/drawing/2014/main" id="{372F7F17-5126-FB6D-28B7-4A1546905D37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8" name="tx710">
            <a:extLst>
              <a:ext uri="{FF2B5EF4-FFF2-40B4-BE49-F238E27FC236}">
                <a16:creationId xmlns:a16="http://schemas.microsoft.com/office/drawing/2014/main" id="{7F6029E8-109D-B372-EB7E-16EBE0426810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999" name="tx711">
            <a:extLst>
              <a:ext uri="{FF2B5EF4-FFF2-40B4-BE49-F238E27FC236}">
                <a16:creationId xmlns:a16="http://schemas.microsoft.com/office/drawing/2014/main" id="{C0B8ED9F-0596-E62D-9788-7511039907C1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0" name="tx712">
            <a:extLst>
              <a:ext uri="{FF2B5EF4-FFF2-40B4-BE49-F238E27FC236}">
                <a16:creationId xmlns:a16="http://schemas.microsoft.com/office/drawing/2014/main" id="{5A215033-C277-1918-9140-437F48284EEC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1" name="tx713">
            <a:extLst>
              <a:ext uri="{FF2B5EF4-FFF2-40B4-BE49-F238E27FC236}">
                <a16:creationId xmlns:a16="http://schemas.microsoft.com/office/drawing/2014/main" id="{C1962A84-164A-A035-D12E-0E01E0F4D6FE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2" name="tx714">
            <a:extLst>
              <a:ext uri="{FF2B5EF4-FFF2-40B4-BE49-F238E27FC236}">
                <a16:creationId xmlns:a16="http://schemas.microsoft.com/office/drawing/2014/main" id="{554C238A-86CF-7458-C380-87A3A6D40BAF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3" name="tx715">
            <a:extLst>
              <a:ext uri="{FF2B5EF4-FFF2-40B4-BE49-F238E27FC236}">
                <a16:creationId xmlns:a16="http://schemas.microsoft.com/office/drawing/2014/main" id="{F689732A-0C1C-7DFB-FE42-F80980D322BB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4" name="tx716">
            <a:extLst>
              <a:ext uri="{FF2B5EF4-FFF2-40B4-BE49-F238E27FC236}">
                <a16:creationId xmlns:a16="http://schemas.microsoft.com/office/drawing/2014/main" id="{0C31DF53-CE06-F7D8-FC5C-0AEB5DDCAE9B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5" name="tx717">
            <a:extLst>
              <a:ext uri="{FF2B5EF4-FFF2-40B4-BE49-F238E27FC236}">
                <a16:creationId xmlns:a16="http://schemas.microsoft.com/office/drawing/2014/main" id="{89EBF6F7-80F7-86B2-3606-C6B43EF07B33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6" name="tx718">
            <a:extLst>
              <a:ext uri="{FF2B5EF4-FFF2-40B4-BE49-F238E27FC236}">
                <a16:creationId xmlns:a16="http://schemas.microsoft.com/office/drawing/2014/main" id="{46F14DEC-FD2F-0327-12AB-26FA18853B32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7" name="tx719">
            <a:extLst>
              <a:ext uri="{FF2B5EF4-FFF2-40B4-BE49-F238E27FC236}">
                <a16:creationId xmlns:a16="http://schemas.microsoft.com/office/drawing/2014/main" id="{71B908BC-4E19-3418-621F-575636538FE8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8" name="tx720">
            <a:extLst>
              <a:ext uri="{FF2B5EF4-FFF2-40B4-BE49-F238E27FC236}">
                <a16:creationId xmlns:a16="http://schemas.microsoft.com/office/drawing/2014/main" id="{97B7E165-7233-E2CF-6892-9DC42B9F1467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09" name="tx721">
            <a:extLst>
              <a:ext uri="{FF2B5EF4-FFF2-40B4-BE49-F238E27FC236}">
                <a16:creationId xmlns:a16="http://schemas.microsoft.com/office/drawing/2014/main" id="{6865CBBB-F373-795E-C3E2-03673D47BA18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0" name="tx722">
            <a:extLst>
              <a:ext uri="{FF2B5EF4-FFF2-40B4-BE49-F238E27FC236}">
                <a16:creationId xmlns:a16="http://schemas.microsoft.com/office/drawing/2014/main" id="{AAD11A81-06C9-1EF1-044B-B12C2DDEA44D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1" name="tx723">
            <a:extLst>
              <a:ext uri="{FF2B5EF4-FFF2-40B4-BE49-F238E27FC236}">
                <a16:creationId xmlns:a16="http://schemas.microsoft.com/office/drawing/2014/main" id="{EDF8BD32-1E41-9258-D6E1-2E43452DA7D2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2" name="tx724">
            <a:extLst>
              <a:ext uri="{FF2B5EF4-FFF2-40B4-BE49-F238E27FC236}">
                <a16:creationId xmlns:a16="http://schemas.microsoft.com/office/drawing/2014/main" id="{69BB567C-B3F7-4568-21AB-68665E5A44AE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3" name="tx725">
            <a:extLst>
              <a:ext uri="{FF2B5EF4-FFF2-40B4-BE49-F238E27FC236}">
                <a16:creationId xmlns:a16="http://schemas.microsoft.com/office/drawing/2014/main" id="{2F15BD93-9923-7CCC-C702-AF68F88FD67F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4" name="tx726">
            <a:extLst>
              <a:ext uri="{FF2B5EF4-FFF2-40B4-BE49-F238E27FC236}">
                <a16:creationId xmlns:a16="http://schemas.microsoft.com/office/drawing/2014/main" id="{4FBEA400-DC31-EFF4-D6B0-DFE7A3509A1C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5" name="tx727">
            <a:extLst>
              <a:ext uri="{FF2B5EF4-FFF2-40B4-BE49-F238E27FC236}">
                <a16:creationId xmlns:a16="http://schemas.microsoft.com/office/drawing/2014/main" id="{49F1B28F-CCA0-4348-CB43-DB22620A071A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6" name="tx728">
            <a:extLst>
              <a:ext uri="{FF2B5EF4-FFF2-40B4-BE49-F238E27FC236}">
                <a16:creationId xmlns:a16="http://schemas.microsoft.com/office/drawing/2014/main" id="{448DFA92-FFE2-AC4D-53BC-0FFCA4D14849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7" name="tx729">
            <a:extLst>
              <a:ext uri="{FF2B5EF4-FFF2-40B4-BE49-F238E27FC236}">
                <a16:creationId xmlns:a16="http://schemas.microsoft.com/office/drawing/2014/main" id="{5680DF3B-7705-A267-F976-8028F511C2F4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8" name="tx730">
            <a:extLst>
              <a:ext uri="{FF2B5EF4-FFF2-40B4-BE49-F238E27FC236}">
                <a16:creationId xmlns:a16="http://schemas.microsoft.com/office/drawing/2014/main" id="{A3F4F9B6-A286-E4FC-37E5-33E7A7B3BA3B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19" name="tx731">
            <a:extLst>
              <a:ext uri="{FF2B5EF4-FFF2-40B4-BE49-F238E27FC236}">
                <a16:creationId xmlns:a16="http://schemas.microsoft.com/office/drawing/2014/main" id="{C5DF07C2-377A-CC96-B127-E5FC18637906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0" name="tx732">
            <a:extLst>
              <a:ext uri="{FF2B5EF4-FFF2-40B4-BE49-F238E27FC236}">
                <a16:creationId xmlns:a16="http://schemas.microsoft.com/office/drawing/2014/main" id="{178EFE8B-18BF-B00F-0770-6789BD2361A7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1" name="tx733">
            <a:extLst>
              <a:ext uri="{FF2B5EF4-FFF2-40B4-BE49-F238E27FC236}">
                <a16:creationId xmlns:a16="http://schemas.microsoft.com/office/drawing/2014/main" id="{74F9ED5C-E4AF-ECDF-FE22-2B6FC19CE19D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2" name="tx734">
            <a:extLst>
              <a:ext uri="{FF2B5EF4-FFF2-40B4-BE49-F238E27FC236}">
                <a16:creationId xmlns:a16="http://schemas.microsoft.com/office/drawing/2014/main" id="{5EE9A4C3-FE3A-B259-4E73-6A93FA7A44B1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3" name="tx735">
            <a:extLst>
              <a:ext uri="{FF2B5EF4-FFF2-40B4-BE49-F238E27FC236}">
                <a16:creationId xmlns:a16="http://schemas.microsoft.com/office/drawing/2014/main" id="{73D1C3D7-9C4B-96B2-5F75-51DB9E2DFF2D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4" name="tx736">
            <a:extLst>
              <a:ext uri="{FF2B5EF4-FFF2-40B4-BE49-F238E27FC236}">
                <a16:creationId xmlns:a16="http://schemas.microsoft.com/office/drawing/2014/main" id="{83490504-0EBC-46E7-4B41-52CC5287C6F3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5" name="tx737">
            <a:extLst>
              <a:ext uri="{FF2B5EF4-FFF2-40B4-BE49-F238E27FC236}">
                <a16:creationId xmlns:a16="http://schemas.microsoft.com/office/drawing/2014/main" id="{2D86BEC4-7DA5-344C-ACC8-9FA5F0BAD19B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6" name="tx738">
            <a:extLst>
              <a:ext uri="{FF2B5EF4-FFF2-40B4-BE49-F238E27FC236}">
                <a16:creationId xmlns:a16="http://schemas.microsoft.com/office/drawing/2014/main" id="{49192BDC-779E-F324-47EF-DBB7B44DE65B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7" name="tx739">
            <a:extLst>
              <a:ext uri="{FF2B5EF4-FFF2-40B4-BE49-F238E27FC236}">
                <a16:creationId xmlns:a16="http://schemas.microsoft.com/office/drawing/2014/main" id="{4C4B2544-9D2E-691D-F609-C37909494A5A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8" name="tx740">
            <a:extLst>
              <a:ext uri="{FF2B5EF4-FFF2-40B4-BE49-F238E27FC236}">
                <a16:creationId xmlns:a16="http://schemas.microsoft.com/office/drawing/2014/main" id="{1EF27B91-78E6-913E-248B-0BD8CEEE29EB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29" name="tx741">
            <a:extLst>
              <a:ext uri="{FF2B5EF4-FFF2-40B4-BE49-F238E27FC236}">
                <a16:creationId xmlns:a16="http://schemas.microsoft.com/office/drawing/2014/main" id="{80D2559F-DEF1-216D-3E53-B44C38A14E1C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0" name="tx742">
            <a:extLst>
              <a:ext uri="{FF2B5EF4-FFF2-40B4-BE49-F238E27FC236}">
                <a16:creationId xmlns:a16="http://schemas.microsoft.com/office/drawing/2014/main" id="{36E6A2EE-E43A-95C8-DB99-656CBC9D16F5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1" name="tx743">
            <a:extLst>
              <a:ext uri="{FF2B5EF4-FFF2-40B4-BE49-F238E27FC236}">
                <a16:creationId xmlns:a16="http://schemas.microsoft.com/office/drawing/2014/main" id="{0BBF00DF-776F-3406-182E-C9202E2DE71A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2" name="tx744">
            <a:extLst>
              <a:ext uri="{FF2B5EF4-FFF2-40B4-BE49-F238E27FC236}">
                <a16:creationId xmlns:a16="http://schemas.microsoft.com/office/drawing/2014/main" id="{D8436502-FB83-1828-9BEF-AC2954341487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3" name="tx745">
            <a:extLst>
              <a:ext uri="{FF2B5EF4-FFF2-40B4-BE49-F238E27FC236}">
                <a16:creationId xmlns:a16="http://schemas.microsoft.com/office/drawing/2014/main" id="{11EE5236-45AF-FBDB-7CC6-AF235C52D1DC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4" name="tx746">
            <a:extLst>
              <a:ext uri="{FF2B5EF4-FFF2-40B4-BE49-F238E27FC236}">
                <a16:creationId xmlns:a16="http://schemas.microsoft.com/office/drawing/2014/main" id="{C94C9A29-1166-C8B2-E4EE-73B17CB74AD1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5" name="tx747">
            <a:extLst>
              <a:ext uri="{FF2B5EF4-FFF2-40B4-BE49-F238E27FC236}">
                <a16:creationId xmlns:a16="http://schemas.microsoft.com/office/drawing/2014/main" id="{E1DA4F9E-8625-6BD3-7E84-4C85C44D3533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6" name="tx748">
            <a:extLst>
              <a:ext uri="{FF2B5EF4-FFF2-40B4-BE49-F238E27FC236}">
                <a16:creationId xmlns:a16="http://schemas.microsoft.com/office/drawing/2014/main" id="{3252DE47-D017-5C87-CB25-D0FCD9EA0C0B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7" name="tx749">
            <a:extLst>
              <a:ext uri="{FF2B5EF4-FFF2-40B4-BE49-F238E27FC236}">
                <a16:creationId xmlns:a16="http://schemas.microsoft.com/office/drawing/2014/main" id="{E026A705-1A6C-7382-B20E-AED662F2CE88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8" name="tx750">
            <a:extLst>
              <a:ext uri="{FF2B5EF4-FFF2-40B4-BE49-F238E27FC236}">
                <a16:creationId xmlns:a16="http://schemas.microsoft.com/office/drawing/2014/main" id="{1722F358-EFDD-4C2C-C2EB-4D6891708E76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39" name="tx751">
            <a:extLst>
              <a:ext uri="{FF2B5EF4-FFF2-40B4-BE49-F238E27FC236}">
                <a16:creationId xmlns:a16="http://schemas.microsoft.com/office/drawing/2014/main" id="{A79BDFD1-0119-601B-E0DF-D316E481651C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40" name="tx752">
            <a:extLst>
              <a:ext uri="{FF2B5EF4-FFF2-40B4-BE49-F238E27FC236}">
                <a16:creationId xmlns:a16="http://schemas.microsoft.com/office/drawing/2014/main" id="{0CD1F6EC-FA03-97C5-72F3-48D31D03BFBC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41" name="tx753">
            <a:extLst>
              <a:ext uri="{FF2B5EF4-FFF2-40B4-BE49-F238E27FC236}">
                <a16:creationId xmlns:a16="http://schemas.microsoft.com/office/drawing/2014/main" id="{50C1C984-DED2-36A4-358F-F9540010BDEE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42" name="tx754">
            <a:extLst>
              <a:ext uri="{FF2B5EF4-FFF2-40B4-BE49-F238E27FC236}">
                <a16:creationId xmlns:a16="http://schemas.microsoft.com/office/drawing/2014/main" id="{30362FF9-05F7-FF62-57F3-9E4E1E647070}"/>
              </a:ext>
            </a:extLst>
          </p:cNvPr>
          <p:cNvSpPr/>
          <p:nvPr/>
        </p:nvSpPr>
        <p:spPr>
          <a:xfrm>
            <a:off x="9423665" y="18074640"/>
            <a:ext cx="11649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fg</a:t>
            </a:r>
          </a:p>
        </p:txBody>
      </p:sp>
      <p:sp>
        <p:nvSpPr>
          <p:cNvPr id="1043" name="tx755">
            <a:extLst>
              <a:ext uri="{FF2B5EF4-FFF2-40B4-BE49-F238E27FC236}">
                <a16:creationId xmlns:a16="http://schemas.microsoft.com/office/drawing/2014/main" id="{C0D664D7-E0EF-33D5-6547-F722E5DC2E11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44" name="tx756">
            <a:extLst>
              <a:ext uri="{FF2B5EF4-FFF2-40B4-BE49-F238E27FC236}">
                <a16:creationId xmlns:a16="http://schemas.microsoft.com/office/drawing/2014/main" id="{360379FB-D1A2-BF41-10C7-9EC0B6454173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45" name="tx757">
            <a:extLst>
              <a:ext uri="{FF2B5EF4-FFF2-40B4-BE49-F238E27FC236}">
                <a16:creationId xmlns:a16="http://schemas.microsoft.com/office/drawing/2014/main" id="{4B901C31-92BB-7D9B-FC33-F33881E00FE2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46" name="tx758">
            <a:extLst>
              <a:ext uri="{FF2B5EF4-FFF2-40B4-BE49-F238E27FC236}">
                <a16:creationId xmlns:a16="http://schemas.microsoft.com/office/drawing/2014/main" id="{C06A5067-BF90-0E72-79B7-65617E4A1F2F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47" name="tx759">
            <a:extLst>
              <a:ext uri="{FF2B5EF4-FFF2-40B4-BE49-F238E27FC236}">
                <a16:creationId xmlns:a16="http://schemas.microsoft.com/office/drawing/2014/main" id="{421801C8-6728-32C2-FA20-1E262EF12B57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48" name="tx760">
            <a:extLst>
              <a:ext uri="{FF2B5EF4-FFF2-40B4-BE49-F238E27FC236}">
                <a16:creationId xmlns:a16="http://schemas.microsoft.com/office/drawing/2014/main" id="{96F5C67E-F726-6C34-4F11-F5489D3B1A4E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49" name="tx761">
            <a:extLst>
              <a:ext uri="{FF2B5EF4-FFF2-40B4-BE49-F238E27FC236}">
                <a16:creationId xmlns:a16="http://schemas.microsoft.com/office/drawing/2014/main" id="{872027D1-843B-E413-E359-B4EEB73F4D22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0" name="tx762">
            <a:extLst>
              <a:ext uri="{FF2B5EF4-FFF2-40B4-BE49-F238E27FC236}">
                <a16:creationId xmlns:a16="http://schemas.microsoft.com/office/drawing/2014/main" id="{FF2422C0-5C75-B8B8-7AC1-92638A1E43E3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1" name="tx763">
            <a:extLst>
              <a:ext uri="{FF2B5EF4-FFF2-40B4-BE49-F238E27FC236}">
                <a16:creationId xmlns:a16="http://schemas.microsoft.com/office/drawing/2014/main" id="{4A89A8A4-30F7-1DCA-FDDE-F45C93F7AA9F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2" name="tx764">
            <a:extLst>
              <a:ext uri="{FF2B5EF4-FFF2-40B4-BE49-F238E27FC236}">
                <a16:creationId xmlns:a16="http://schemas.microsoft.com/office/drawing/2014/main" id="{500B2065-5129-5EA8-CB66-DB28D500E231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3" name="tx765">
            <a:extLst>
              <a:ext uri="{FF2B5EF4-FFF2-40B4-BE49-F238E27FC236}">
                <a16:creationId xmlns:a16="http://schemas.microsoft.com/office/drawing/2014/main" id="{F3A6BE9B-F906-65C2-9F36-76BD229ABA24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4" name="tx766">
            <a:extLst>
              <a:ext uri="{FF2B5EF4-FFF2-40B4-BE49-F238E27FC236}">
                <a16:creationId xmlns:a16="http://schemas.microsoft.com/office/drawing/2014/main" id="{2A9EA96D-1DFF-AFFD-9329-A10730C89A53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5" name="tx767">
            <a:extLst>
              <a:ext uri="{FF2B5EF4-FFF2-40B4-BE49-F238E27FC236}">
                <a16:creationId xmlns:a16="http://schemas.microsoft.com/office/drawing/2014/main" id="{EB2C156D-EBE8-59A0-8C5E-F7BD4A84643A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6" name="tx768">
            <a:extLst>
              <a:ext uri="{FF2B5EF4-FFF2-40B4-BE49-F238E27FC236}">
                <a16:creationId xmlns:a16="http://schemas.microsoft.com/office/drawing/2014/main" id="{76133FCF-79E3-1EC8-3B16-D0C83B3D3FE0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7" name="tx769">
            <a:extLst>
              <a:ext uri="{FF2B5EF4-FFF2-40B4-BE49-F238E27FC236}">
                <a16:creationId xmlns:a16="http://schemas.microsoft.com/office/drawing/2014/main" id="{767D45A4-A01A-69C0-A0DC-9EA16B9BA611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8" name="tx770">
            <a:extLst>
              <a:ext uri="{FF2B5EF4-FFF2-40B4-BE49-F238E27FC236}">
                <a16:creationId xmlns:a16="http://schemas.microsoft.com/office/drawing/2014/main" id="{F1A35302-2EF2-5104-27FF-B1C8ADB0539D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59" name="tx771">
            <a:extLst>
              <a:ext uri="{FF2B5EF4-FFF2-40B4-BE49-F238E27FC236}">
                <a16:creationId xmlns:a16="http://schemas.microsoft.com/office/drawing/2014/main" id="{0AAD4F9B-FBBA-4D8C-A6C0-1392A1B097DE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0" name="tx772">
            <a:extLst>
              <a:ext uri="{FF2B5EF4-FFF2-40B4-BE49-F238E27FC236}">
                <a16:creationId xmlns:a16="http://schemas.microsoft.com/office/drawing/2014/main" id="{3D2CB228-F03D-5857-1885-DF9642466AAE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1" name="tx773">
            <a:extLst>
              <a:ext uri="{FF2B5EF4-FFF2-40B4-BE49-F238E27FC236}">
                <a16:creationId xmlns:a16="http://schemas.microsoft.com/office/drawing/2014/main" id="{3859F1BD-A2B5-953C-F5CF-870A784676C3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2" name="tx774">
            <a:extLst>
              <a:ext uri="{FF2B5EF4-FFF2-40B4-BE49-F238E27FC236}">
                <a16:creationId xmlns:a16="http://schemas.microsoft.com/office/drawing/2014/main" id="{5A1505A4-60F2-D801-DAF2-DD3D5D663912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3" name="tx775">
            <a:extLst>
              <a:ext uri="{FF2B5EF4-FFF2-40B4-BE49-F238E27FC236}">
                <a16:creationId xmlns:a16="http://schemas.microsoft.com/office/drawing/2014/main" id="{45CCFCD7-DB83-F155-333E-38978D7EA343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4" name="tx776">
            <a:extLst>
              <a:ext uri="{FF2B5EF4-FFF2-40B4-BE49-F238E27FC236}">
                <a16:creationId xmlns:a16="http://schemas.microsoft.com/office/drawing/2014/main" id="{3A015924-B279-35DB-D721-55F30C56235F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5" name="tx777">
            <a:extLst>
              <a:ext uri="{FF2B5EF4-FFF2-40B4-BE49-F238E27FC236}">
                <a16:creationId xmlns:a16="http://schemas.microsoft.com/office/drawing/2014/main" id="{D0ECC71F-1526-629E-7090-0D8C873C701C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6" name="tx778">
            <a:extLst>
              <a:ext uri="{FF2B5EF4-FFF2-40B4-BE49-F238E27FC236}">
                <a16:creationId xmlns:a16="http://schemas.microsoft.com/office/drawing/2014/main" id="{217697C2-3744-6010-A346-A51C32C3DC61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7" name="tx779">
            <a:extLst>
              <a:ext uri="{FF2B5EF4-FFF2-40B4-BE49-F238E27FC236}">
                <a16:creationId xmlns:a16="http://schemas.microsoft.com/office/drawing/2014/main" id="{06164DD6-E0FD-0EAA-695A-F28289813F11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8" name="tx780">
            <a:extLst>
              <a:ext uri="{FF2B5EF4-FFF2-40B4-BE49-F238E27FC236}">
                <a16:creationId xmlns:a16="http://schemas.microsoft.com/office/drawing/2014/main" id="{8CE64142-F48F-0738-B6D7-DAB74A92E90F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69" name="tx781">
            <a:extLst>
              <a:ext uri="{FF2B5EF4-FFF2-40B4-BE49-F238E27FC236}">
                <a16:creationId xmlns:a16="http://schemas.microsoft.com/office/drawing/2014/main" id="{D800A27B-8F03-77D4-6F6F-F457B923BF7B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70" name="tx782">
            <a:extLst>
              <a:ext uri="{FF2B5EF4-FFF2-40B4-BE49-F238E27FC236}">
                <a16:creationId xmlns:a16="http://schemas.microsoft.com/office/drawing/2014/main" id="{4486032D-1D2B-AAF6-C273-AAAD7D7BE0A1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71" name="tx783">
            <a:extLst>
              <a:ext uri="{FF2B5EF4-FFF2-40B4-BE49-F238E27FC236}">
                <a16:creationId xmlns:a16="http://schemas.microsoft.com/office/drawing/2014/main" id="{FD00EE8B-F401-50E6-4A32-AEA6DC06A6A1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72" name="tx784">
            <a:extLst>
              <a:ext uri="{FF2B5EF4-FFF2-40B4-BE49-F238E27FC236}">
                <a16:creationId xmlns:a16="http://schemas.microsoft.com/office/drawing/2014/main" id="{A19089B9-754D-CEB7-37FE-1089B5191AE1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73" name="tx785">
            <a:extLst>
              <a:ext uri="{FF2B5EF4-FFF2-40B4-BE49-F238E27FC236}">
                <a16:creationId xmlns:a16="http://schemas.microsoft.com/office/drawing/2014/main" id="{447C7199-9C00-DFB8-360C-4ABA27F2A03F}"/>
              </a:ext>
            </a:extLst>
          </p:cNvPr>
          <p:cNvSpPr/>
          <p:nvPr/>
        </p:nvSpPr>
        <p:spPr>
          <a:xfrm>
            <a:off x="9815331" y="19095010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074" name="tx786">
            <a:extLst>
              <a:ext uri="{FF2B5EF4-FFF2-40B4-BE49-F238E27FC236}">
                <a16:creationId xmlns:a16="http://schemas.microsoft.com/office/drawing/2014/main" id="{7C851C15-FD1F-C449-60ED-05F19F7C9E94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75" name="tx787">
            <a:extLst>
              <a:ext uri="{FF2B5EF4-FFF2-40B4-BE49-F238E27FC236}">
                <a16:creationId xmlns:a16="http://schemas.microsoft.com/office/drawing/2014/main" id="{484B41BD-4D78-9BBD-F34F-1EF2C6564465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76" name="tx788">
            <a:extLst>
              <a:ext uri="{FF2B5EF4-FFF2-40B4-BE49-F238E27FC236}">
                <a16:creationId xmlns:a16="http://schemas.microsoft.com/office/drawing/2014/main" id="{41E6D8C0-791B-EA7A-8F71-CB85284D3E0E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77" name="tx789">
            <a:extLst>
              <a:ext uri="{FF2B5EF4-FFF2-40B4-BE49-F238E27FC236}">
                <a16:creationId xmlns:a16="http://schemas.microsoft.com/office/drawing/2014/main" id="{6B3E6901-95E1-BAA8-349C-79ACB2E31072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78" name="tx790">
            <a:extLst>
              <a:ext uri="{FF2B5EF4-FFF2-40B4-BE49-F238E27FC236}">
                <a16:creationId xmlns:a16="http://schemas.microsoft.com/office/drawing/2014/main" id="{269594EB-FC48-68C9-4CC4-9CE36ADC2459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79" name="tx791">
            <a:extLst>
              <a:ext uri="{FF2B5EF4-FFF2-40B4-BE49-F238E27FC236}">
                <a16:creationId xmlns:a16="http://schemas.microsoft.com/office/drawing/2014/main" id="{EAEEFFC9-92A4-589A-B38F-B05ABC7DE2EC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0" name="tx792">
            <a:extLst>
              <a:ext uri="{FF2B5EF4-FFF2-40B4-BE49-F238E27FC236}">
                <a16:creationId xmlns:a16="http://schemas.microsoft.com/office/drawing/2014/main" id="{D15A3DDA-DA2D-643A-9102-A8D2AE098072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1" name="tx793">
            <a:extLst>
              <a:ext uri="{FF2B5EF4-FFF2-40B4-BE49-F238E27FC236}">
                <a16:creationId xmlns:a16="http://schemas.microsoft.com/office/drawing/2014/main" id="{1F3EDAB3-A63E-0C03-492B-E09843B5D834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2" name="tx794">
            <a:extLst>
              <a:ext uri="{FF2B5EF4-FFF2-40B4-BE49-F238E27FC236}">
                <a16:creationId xmlns:a16="http://schemas.microsoft.com/office/drawing/2014/main" id="{21359706-DE97-7D69-0576-3A1CAD7FA8DE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3" name="tx795">
            <a:extLst>
              <a:ext uri="{FF2B5EF4-FFF2-40B4-BE49-F238E27FC236}">
                <a16:creationId xmlns:a16="http://schemas.microsoft.com/office/drawing/2014/main" id="{AC166648-856D-09B4-8F35-1D0A0B9188DC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4" name="tx796">
            <a:extLst>
              <a:ext uri="{FF2B5EF4-FFF2-40B4-BE49-F238E27FC236}">
                <a16:creationId xmlns:a16="http://schemas.microsoft.com/office/drawing/2014/main" id="{58F166E0-8F7D-0623-307E-DF61CBB1FD0F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5" name="tx797">
            <a:extLst>
              <a:ext uri="{FF2B5EF4-FFF2-40B4-BE49-F238E27FC236}">
                <a16:creationId xmlns:a16="http://schemas.microsoft.com/office/drawing/2014/main" id="{ED066297-30F8-131F-923E-FD404FA2B4A8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6" name="tx798">
            <a:extLst>
              <a:ext uri="{FF2B5EF4-FFF2-40B4-BE49-F238E27FC236}">
                <a16:creationId xmlns:a16="http://schemas.microsoft.com/office/drawing/2014/main" id="{B43A2675-0F44-FDEE-2F85-1D2B6FD35D79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7" name="tx799">
            <a:extLst>
              <a:ext uri="{FF2B5EF4-FFF2-40B4-BE49-F238E27FC236}">
                <a16:creationId xmlns:a16="http://schemas.microsoft.com/office/drawing/2014/main" id="{71AC6F8A-5DAF-664F-715F-9228364219C6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8" name="tx800">
            <a:extLst>
              <a:ext uri="{FF2B5EF4-FFF2-40B4-BE49-F238E27FC236}">
                <a16:creationId xmlns:a16="http://schemas.microsoft.com/office/drawing/2014/main" id="{C5ECE494-5D34-9721-0D11-BD0089474A98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89" name="tx801">
            <a:extLst>
              <a:ext uri="{FF2B5EF4-FFF2-40B4-BE49-F238E27FC236}">
                <a16:creationId xmlns:a16="http://schemas.microsoft.com/office/drawing/2014/main" id="{410E6D8B-711A-B55D-9F2E-0810003E7DAD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0" name="tx802">
            <a:extLst>
              <a:ext uri="{FF2B5EF4-FFF2-40B4-BE49-F238E27FC236}">
                <a16:creationId xmlns:a16="http://schemas.microsoft.com/office/drawing/2014/main" id="{E6B6CB34-7E95-ABBE-08E6-8C32C1B6FB38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1" name="tx803">
            <a:extLst>
              <a:ext uri="{FF2B5EF4-FFF2-40B4-BE49-F238E27FC236}">
                <a16:creationId xmlns:a16="http://schemas.microsoft.com/office/drawing/2014/main" id="{1C0FE453-F47F-8F08-2E82-23D08FA5E4F8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2" name="tx804">
            <a:extLst>
              <a:ext uri="{FF2B5EF4-FFF2-40B4-BE49-F238E27FC236}">
                <a16:creationId xmlns:a16="http://schemas.microsoft.com/office/drawing/2014/main" id="{2FDEE67A-FE26-9F2E-8F98-C02F7614A919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3" name="tx805">
            <a:extLst>
              <a:ext uri="{FF2B5EF4-FFF2-40B4-BE49-F238E27FC236}">
                <a16:creationId xmlns:a16="http://schemas.microsoft.com/office/drawing/2014/main" id="{BD4BF888-BDAF-ABA7-C864-60AFD08985E0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4" name="tx806">
            <a:extLst>
              <a:ext uri="{FF2B5EF4-FFF2-40B4-BE49-F238E27FC236}">
                <a16:creationId xmlns:a16="http://schemas.microsoft.com/office/drawing/2014/main" id="{0B4E6CE3-12F5-BEE1-4AD0-0C37640BC96F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5" name="tx807">
            <a:extLst>
              <a:ext uri="{FF2B5EF4-FFF2-40B4-BE49-F238E27FC236}">
                <a16:creationId xmlns:a16="http://schemas.microsoft.com/office/drawing/2014/main" id="{0BEB8F40-854C-3054-72C0-BEA55EB8A41C}"/>
              </a:ext>
            </a:extLst>
          </p:cNvPr>
          <p:cNvSpPr/>
          <p:nvPr/>
        </p:nvSpPr>
        <p:spPr>
          <a:xfrm>
            <a:off x="10125387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6" name="tx808">
            <a:extLst>
              <a:ext uri="{FF2B5EF4-FFF2-40B4-BE49-F238E27FC236}">
                <a16:creationId xmlns:a16="http://schemas.microsoft.com/office/drawing/2014/main" id="{A006B43D-6E53-AABE-1948-2CDCD2C48918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7" name="tx809">
            <a:extLst>
              <a:ext uri="{FF2B5EF4-FFF2-40B4-BE49-F238E27FC236}">
                <a16:creationId xmlns:a16="http://schemas.microsoft.com/office/drawing/2014/main" id="{25D6BF3C-6A04-69EF-C218-A34DD0148B42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8" name="tx810">
            <a:extLst>
              <a:ext uri="{FF2B5EF4-FFF2-40B4-BE49-F238E27FC236}">
                <a16:creationId xmlns:a16="http://schemas.microsoft.com/office/drawing/2014/main" id="{99E43112-2756-DCDE-CBE6-0C33320ADBF8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099" name="tx811">
            <a:extLst>
              <a:ext uri="{FF2B5EF4-FFF2-40B4-BE49-F238E27FC236}">
                <a16:creationId xmlns:a16="http://schemas.microsoft.com/office/drawing/2014/main" id="{420A5C60-58B2-8C05-F547-32C314AB4F68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0" name="tx812">
            <a:extLst>
              <a:ext uri="{FF2B5EF4-FFF2-40B4-BE49-F238E27FC236}">
                <a16:creationId xmlns:a16="http://schemas.microsoft.com/office/drawing/2014/main" id="{09A0E593-77E1-766E-02D0-227891CC6547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1" name="tx813">
            <a:extLst>
              <a:ext uri="{FF2B5EF4-FFF2-40B4-BE49-F238E27FC236}">
                <a16:creationId xmlns:a16="http://schemas.microsoft.com/office/drawing/2014/main" id="{19EF39A9-17F7-BE91-8A7A-069282CD075C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2" name="tx814">
            <a:extLst>
              <a:ext uri="{FF2B5EF4-FFF2-40B4-BE49-F238E27FC236}">
                <a16:creationId xmlns:a16="http://schemas.microsoft.com/office/drawing/2014/main" id="{47754DF6-E050-D489-5AF7-6917BACC341F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3" name="tx815">
            <a:extLst>
              <a:ext uri="{FF2B5EF4-FFF2-40B4-BE49-F238E27FC236}">
                <a16:creationId xmlns:a16="http://schemas.microsoft.com/office/drawing/2014/main" id="{452A3AEB-21CE-F6C0-8F17-9C3ED0F85D4F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4" name="tx816">
            <a:extLst>
              <a:ext uri="{FF2B5EF4-FFF2-40B4-BE49-F238E27FC236}">
                <a16:creationId xmlns:a16="http://schemas.microsoft.com/office/drawing/2014/main" id="{0819475F-35E6-75EA-37C7-B3F9614C6C84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5" name="tx817">
            <a:extLst>
              <a:ext uri="{FF2B5EF4-FFF2-40B4-BE49-F238E27FC236}">
                <a16:creationId xmlns:a16="http://schemas.microsoft.com/office/drawing/2014/main" id="{F6C76ECD-2971-6685-07DF-5D5F60A98013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6" name="tx818">
            <a:extLst>
              <a:ext uri="{FF2B5EF4-FFF2-40B4-BE49-F238E27FC236}">
                <a16:creationId xmlns:a16="http://schemas.microsoft.com/office/drawing/2014/main" id="{D00214A7-04B5-BD48-167E-6C9749458611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7" name="tx819">
            <a:extLst>
              <a:ext uri="{FF2B5EF4-FFF2-40B4-BE49-F238E27FC236}">
                <a16:creationId xmlns:a16="http://schemas.microsoft.com/office/drawing/2014/main" id="{0D26DE6C-C423-6203-74BE-BC45BEDE9973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8" name="tx820">
            <a:extLst>
              <a:ext uri="{FF2B5EF4-FFF2-40B4-BE49-F238E27FC236}">
                <a16:creationId xmlns:a16="http://schemas.microsoft.com/office/drawing/2014/main" id="{AEB22052-C7CB-3100-6FB2-F0452B07B261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09" name="tx821">
            <a:extLst>
              <a:ext uri="{FF2B5EF4-FFF2-40B4-BE49-F238E27FC236}">
                <a16:creationId xmlns:a16="http://schemas.microsoft.com/office/drawing/2014/main" id="{0560EDB0-B9E6-E3D6-AF77-FA3C18686DE3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0" name="tx822">
            <a:extLst>
              <a:ext uri="{FF2B5EF4-FFF2-40B4-BE49-F238E27FC236}">
                <a16:creationId xmlns:a16="http://schemas.microsoft.com/office/drawing/2014/main" id="{2ADC2FB8-56B3-22FA-BAD2-64441DF56C80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1" name="tx823">
            <a:extLst>
              <a:ext uri="{FF2B5EF4-FFF2-40B4-BE49-F238E27FC236}">
                <a16:creationId xmlns:a16="http://schemas.microsoft.com/office/drawing/2014/main" id="{C6F1D57B-E51C-4446-17AC-FC75C702C15D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2" name="tx824">
            <a:extLst>
              <a:ext uri="{FF2B5EF4-FFF2-40B4-BE49-F238E27FC236}">
                <a16:creationId xmlns:a16="http://schemas.microsoft.com/office/drawing/2014/main" id="{FF143981-5F8C-6EBB-7B3D-DDF56835B29F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3" name="tx825">
            <a:extLst>
              <a:ext uri="{FF2B5EF4-FFF2-40B4-BE49-F238E27FC236}">
                <a16:creationId xmlns:a16="http://schemas.microsoft.com/office/drawing/2014/main" id="{5E9A6945-958D-744D-6C6A-FD616B2AC966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4" name="tx826">
            <a:extLst>
              <a:ext uri="{FF2B5EF4-FFF2-40B4-BE49-F238E27FC236}">
                <a16:creationId xmlns:a16="http://schemas.microsoft.com/office/drawing/2014/main" id="{7E031831-EE05-63AC-D438-E4890010DA5D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5" name="tx827">
            <a:extLst>
              <a:ext uri="{FF2B5EF4-FFF2-40B4-BE49-F238E27FC236}">
                <a16:creationId xmlns:a16="http://schemas.microsoft.com/office/drawing/2014/main" id="{59B76DB1-D24D-C51C-AF88-EFDF1D5D019C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6" name="tx828">
            <a:extLst>
              <a:ext uri="{FF2B5EF4-FFF2-40B4-BE49-F238E27FC236}">
                <a16:creationId xmlns:a16="http://schemas.microsoft.com/office/drawing/2014/main" id="{1F02B11D-1A7A-40FB-D1A3-BA6838263497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7" name="tx829">
            <a:extLst>
              <a:ext uri="{FF2B5EF4-FFF2-40B4-BE49-F238E27FC236}">
                <a16:creationId xmlns:a16="http://schemas.microsoft.com/office/drawing/2014/main" id="{38BCF9FE-4FA9-392C-B0D6-1077CC1CD4E4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8" name="tx830">
            <a:extLst>
              <a:ext uri="{FF2B5EF4-FFF2-40B4-BE49-F238E27FC236}">
                <a16:creationId xmlns:a16="http://schemas.microsoft.com/office/drawing/2014/main" id="{959730C0-F8B7-7099-B9E2-103D6EE9B243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19" name="tx831">
            <a:extLst>
              <a:ext uri="{FF2B5EF4-FFF2-40B4-BE49-F238E27FC236}">
                <a16:creationId xmlns:a16="http://schemas.microsoft.com/office/drawing/2014/main" id="{5C4A71FD-08DD-3DC0-CA9C-1AF45CCE8180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0" name="tx832">
            <a:extLst>
              <a:ext uri="{FF2B5EF4-FFF2-40B4-BE49-F238E27FC236}">
                <a16:creationId xmlns:a16="http://schemas.microsoft.com/office/drawing/2014/main" id="{72E29278-600B-2514-669C-51B452934F2A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1" name="tx833">
            <a:extLst>
              <a:ext uri="{FF2B5EF4-FFF2-40B4-BE49-F238E27FC236}">
                <a16:creationId xmlns:a16="http://schemas.microsoft.com/office/drawing/2014/main" id="{3EA304D8-A9F7-AB12-C17C-ADE164DB7561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2" name="tx834">
            <a:extLst>
              <a:ext uri="{FF2B5EF4-FFF2-40B4-BE49-F238E27FC236}">
                <a16:creationId xmlns:a16="http://schemas.microsoft.com/office/drawing/2014/main" id="{5C3D61AA-FEC0-B8B2-8C51-D8495F9454E8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3" name="tx835">
            <a:extLst>
              <a:ext uri="{FF2B5EF4-FFF2-40B4-BE49-F238E27FC236}">
                <a16:creationId xmlns:a16="http://schemas.microsoft.com/office/drawing/2014/main" id="{5D938324-243E-776B-F39A-09BB593F9B12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4" name="tx836">
            <a:extLst>
              <a:ext uri="{FF2B5EF4-FFF2-40B4-BE49-F238E27FC236}">
                <a16:creationId xmlns:a16="http://schemas.microsoft.com/office/drawing/2014/main" id="{6E4F04E8-00B4-3C6A-1BC8-93D9CF8F27A9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5" name="tx837">
            <a:extLst>
              <a:ext uri="{FF2B5EF4-FFF2-40B4-BE49-F238E27FC236}">
                <a16:creationId xmlns:a16="http://schemas.microsoft.com/office/drawing/2014/main" id="{7DDE8635-E7CC-A916-CE13-71C636AC5A4B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6" name="tx838">
            <a:extLst>
              <a:ext uri="{FF2B5EF4-FFF2-40B4-BE49-F238E27FC236}">
                <a16:creationId xmlns:a16="http://schemas.microsoft.com/office/drawing/2014/main" id="{F4670FE4-6F39-C2DE-FB00-A3524B6B7CCF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7" name="tx839">
            <a:extLst>
              <a:ext uri="{FF2B5EF4-FFF2-40B4-BE49-F238E27FC236}">
                <a16:creationId xmlns:a16="http://schemas.microsoft.com/office/drawing/2014/main" id="{00C7FD22-8FFF-142D-BC4F-4A188BBAE405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8" name="tx840">
            <a:extLst>
              <a:ext uri="{FF2B5EF4-FFF2-40B4-BE49-F238E27FC236}">
                <a16:creationId xmlns:a16="http://schemas.microsoft.com/office/drawing/2014/main" id="{802360A1-595B-E2F2-408B-29EE32752855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29" name="tx841">
            <a:extLst>
              <a:ext uri="{FF2B5EF4-FFF2-40B4-BE49-F238E27FC236}">
                <a16:creationId xmlns:a16="http://schemas.microsoft.com/office/drawing/2014/main" id="{6CA03DC8-25AA-FB7F-4604-595B7F3D0152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0" name="tx842">
            <a:extLst>
              <a:ext uri="{FF2B5EF4-FFF2-40B4-BE49-F238E27FC236}">
                <a16:creationId xmlns:a16="http://schemas.microsoft.com/office/drawing/2014/main" id="{38A4C121-C6EF-5372-DF4E-08E6E91E3DE7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1" name="tx843">
            <a:extLst>
              <a:ext uri="{FF2B5EF4-FFF2-40B4-BE49-F238E27FC236}">
                <a16:creationId xmlns:a16="http://schemas.microsoft.com/office/drawing/2014/main" id="{555E0992-5804-C3D7-D3F9-AC93090A5B15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2" name="tx844">
            <a:extLst>
              <a:ext uri="{FF2B5EF4-FFF2-40B4-BE49-F238E27FC236}">
                <a16:creationId xmlns:a16="http://schemas.microsoft.com/office/drawing/2014/main" id="{44F2F459-0213-5E03-EDEA-7F80244DB7A0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3" name="tx845">
            <a:extLst>
              <a:ext uri="{FF2B5EF4-FFF2-40B4-BE49-F238E27FC236}">
                <a16:creationId xmlns:a16="http://schemas.microsoft.com/office/drawing/2014/main" id="{9EAE1A67-B227-35D5-A88A-28AB7AA5908A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4" name="tx846">
            <a:extLst>
              <a:ext uri="{FF2B5EF4-FFF2-40B4-BE49-F238E27FC236}">
                <a16:creationId xmlns:a16="http://schemas.microsoft.com/office/drawing/2014/main" id="{F586BB5B-15A5-7220-3C41-BF88086579DC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5" name="tx847">
            <a:extLst>
              <a:ext uri="{FF2B5EF4-FFF2-40B4-BE49-F238E27FC236}">
                <a16:creationId xmlns:a16="http://schemas.microsoft.com/office/drawing/2014/main" id="{95F9E6CA-4DCF-5EC0-E843-7BAF07F9BF4F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6" name="tx848">
            <a:extLst>
              <a:ext uri="{FF2B5EF4-FFF2-40B4-BE49-F238E27FC236}">
                <a16:creationId xmlns:a16="http://schemas.microsoft.com/office/drawing/2014/main" id="{A5F6762C-3C57-5A51-00C5-742959C371C0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7" name="tx849">
            <a:extLst>
              <a:ext uri="{FF2B5EF4-FFF2-40B4-BE49-F238E27FC236}">
                <a16:creationId xmlns:a16="http://schemas.microsoft.com/office/drawing/2014/main" id="{99B8D357-90A3-5D73-12B5-8A16D5445892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8" name="tx850">
            <a:extLst>
              <a:ext uri="{FF2B5EF4-FFF2-40B4-BE49-F238E27FC236}">
                <a16:creationId xmlns:a16="http://schemas.microsoft.com/office/drawing/2014/main" id="{F830FF8B-5D1B-511C-53E9-7C5D642BCDF9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39" name="tx851">
            <a:extLst>
              <a:ext uri="{FF2B5EF4-FFF2-40B4-BE49-F238E27FC236}">
                <a16:creationId xmlns:a16="http://schemas.microsoft.com/office/drawing/2014/main" id="{078E5BC0-B073-75E8-BC4F-F18ADE28F757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0" name="tx852">
            <a:extLst>
              <a:ext uri="{FF2B5EF4-FFF2-40B4-BE49-F238E27FC236}">
                <a16:creationId xmlns:a16="http://schemas.microsoft.com/office/drawing/2014/main" id="{2069F648-4D69-29EA-4E90-E617500513DD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1" name="tx853">
            <a:extLst>
              <a:ext uri="{FF2B5EF4-FFF2-40B4-BE49-F238E27FC236}">
                <a16:creationId xmlns:a16="http://schemas.microsoft.com/office/drawing/2014/main" id="{87DEFFBD-BAA5-CC72-1A70-D025CF143912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2" name="tx854">
            <a:extLst>
              <a:ext uri="{FF2B5EF4-FFF2-40B4-BE49-F238E27FC236}">
                <a16:creationId xmlns:a16="http://schemas.microsoft.com/office/drawing/2014/main" id="{1E0947CC-8137-074D-6148-54595F4B772D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3" name="tx855">
            <a:extLst>
              <a:ext uri="{FF2B5EF4-FFF2-40B4-BE49-F238E27FC236}">
                <a16:creationId xmlns:a16="http://schemas.microsoft.com/office/drawing/2014/main" id="{59FF2F12-75A9-44DB-2DE6-1BB7C97896D4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4" name="tx856">
            <a:extLst>
              <a:ext uri="{FF2B5EF4-FFF2-40B4-BE49-F238E27FC236}">
                <a16:creationId xmlns:a16="http://schemas.microsoft.com/office/drawing/2014/main" id="{83EEEFA5-A59A-BAF1-9048-CCCEF60F2991}"/>
              </a:ext>
            </a:extLst>
          </p:cNvPr>
          <p:cNvSpPr/>
          <p:nvPr/>
        </p:nvSpPr>
        <p:spPr>
          <a:xfrm>
            <a:off x="10474305" y="18674857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5" name="tx857">
            <a:extLst>
              <a:ext uri="{FF2B5EF4-FFF2-40B4-BE49-F238E27FC236}">
                <a16:creationId xmlns:a16="http://schemas.microsoft.com/office/drawing/2014/main" id="{9703F25D-B66D-07B2-2337-4E3FF3C8D3B2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6" name="tx858">
            <a:extLst>
              <a:ext uri="{FF2B5EF4-FFF2-40B4-BE49-F238E27FC236}">
                <a16:creationId xmlns:a16="http://schemas.microsoft.com/office/drawing/2014/main" id="{6828D632-BD76-6487-32DD-F6D6F4165AFC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7" name="tx859">
            <a:extLst>
              <a:ext uri="{FF2B5EF4-FFF2-40B4-BE49-F238E27FC236}">
                <a16:creationId xmlns:a16="http://schemas.microsoft.com/office/drawing/2014/main" id="{3986CADE-E498-E0BA-AE4B-82C3652F0947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8" name="tx860">
            <a:extLst>
              <a:ext uri="{FF2B5EF4-FFF2-40B4-BE49-F238E27FC236}">
                <a16:creationId xmlns:a16="http://schemas.microsoft.com/office/drawing/2014/main" id="{B2D4DC58-526F-64F8-38C7-1554587B0FC7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49" name="tx861">
            <a:extLst>
              <a:ext uri="{FF2B5EF4-FFF2-40B4-BE49-F238E27FC236}">
                <a16:creationId xmlns:a16="http://schemas.microsoft.com/office/drawing/2014/main" id="{B3D2342C-0ACC-52E3-12E9-878586FF655B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0" name="tx862">
            <a:extLst>
              <a:ext uri="{FF2B5EF4-FFF2-40B4-BE49-F238E27FC236}">
                <a16:creationId xmlns:a16="http://schemas.microsoft.com/office/drawing/2014/main" id="{9362E7EF-95B1-F50F-CD80-477500136370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1" name="tx863">
            <a:extLst>
              <a:ext uri="{FF2B5EF4-FFF2-40B4-BE49-F238E27FC236}">
                <a16:creationId xmlns:a16="http://schemas.microsoft.com/office/drawing/2014/main" id="{6DB86170-2F2A-B25A-EA09-FCC19ACA41F9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2" name="tx864">
            <a:extLst>
              <a:ext uri="{FF2B5EF4-FFF2-40B4-BE49-F238E27FC236}">
                <a16:creationId xmlns:a16="http://schemas.microsoft.com/office/drawing/2014/main" id="{EB63CD77-7F07-1CF7-3C40-692F4A7CB1A3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3" name="tx865">
            <a:extLst>
              <a:ext uri="{FF2B5EF4-FFF2-40B4-BE49-F238E27FC236}">
                <a16:creationId xmlns:a16="http://schemas.microsoft.com/office/drawing/2014/main" id="{AD77F0D7-9518-4F76-F34C-B0DB8953BC71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4" name="tx866">
            <a:extLst>
              <a:ext uri="{FF2B5EF4-FFF2-40B4-BE49-F238E27FC236}">
                <a16:creationId xmlns:a16="http://schemas.microsoft.com/office/drawing/2014/main" id="{CE105484-C5E8-257B-BA68-01CD646CCA4D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5" name="tx867">
            <a:extLst>
              <a:ext uri="{FF2B5EF4-FFF2-40B4-BE49-F238E27FC236}">
                <a16:creationId xmlns:a16="http://schemas.microsoft.com/office/drawing/2014/main" id="{2C5F8525-7B93-F871-E32B-A3DBA18C9E7D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6" name="tx868">
            <a:extLst>
              <a:ext uri="{FF2B5EF4-FFF2-40B4-BE49-F238E27FC236}">
                <a16:creationId xmlns:a16="http://schemas.microsoft.com/office/drawing/2014/main" id="{A5631F73-2386-98B9-69ED-03E89E3524EB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7" name="tx869">
            <a:extLst>
              <a:ext uri="{FF2B5EF4-FFF2-40B4-BE49-F238E27FC236}">
                <a16:creationId xmlns:a16="http://schemas.microsoft.com/office/drawing/2014/main" id="{1F6E45C4-DE03-7D33-0CE5-D2635E9D0EDF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8" name="tx870">
            <a:extLst>
              <a:ext uri="{FF2B5EF4-FFF2-40B4-BE49-F238E27FC236}">
                <a16:creationId xmlns:a16="http://schemas.microsoft.com/office/drawing/2014/main" id="{E039752B-DDA5-C485-AEF7-0D4C519A7353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59" name="tx871">
            <a:extLst>
              <a:ext uri="{FF2B5EF4-FFF2-40B4-BE49-F238E27FC236}">
                <a16:creationId xmlns:a16="http://schemas.microsoft.com/office/drawing/2014/main" id="{D5261E05-0B25-D63F-D60B-45D2B387F270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0" name="tx872">
            <a:extLst>
              <a:ext uri="{FF2B5EF4-FFF2-40B4-BE49-F238E27FC236}">
                <a16:creationId xmlns:a16="http://schemas.microsoft.com/office/drawing/2014/main" id="{BD4A73AF-F5DE-E352-E941-FECB83252030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1" name="tx873">
            <a:extLst>
              <a:ext uri="{FF2B5EF4-FFF2-40B4-BE49-F238E27FC236}">
                <a16:creationId xmlns:a16="http://schemas.microsoft.com/office/drawing/2014/main" id="{6AFA443E-9A1E-253D-CB17-16FB5025F1D7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2" name="tx874">
            <a:extLst>
              <a:ext uri="{FF2B5EF4-FFF2-40B4-BE49-F238E27FC236}">
                <a16:creationId xmlns:a16="http://schemas.microsoft.com/office/drawing/2014/main" id="{DEA5F7AE-1BF1-B6A4-F933-3813A3334445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3" name="tx875">
            <a:extLst>
              <a:ext uri="{FF2B5EF4-FFF2-40B4-BE49-F238E27FC236}">
                <a16:creationId xmlns:a16="http://schemas.microsoft.com/office/drawing/2014/main" id="{9F718447-F483-AD28-1145-A5740F62A87B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4" name="tx876">
            <a:extLst>
              <a:ext uri="{FF2B5EF4-FFF2-40B4-BE49-F238E27FC236}">
                <a16:creationId xmlns:a16="http://schemas.microsoft.com/office/drawing/2014/main" id="{8B04F47E-CFD4-D329-A2D2-47422CE1710A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5" name="tx877">
            <a:extLst>
              <a:ext uri="{FF2B5EF4-FFF2-40B4-BE49-F238E27FC236}">
                <a16:creationId xmlns:a16="http://schemas.microsoft.com/office/drawing/2014/main" id="{5426F85E-D2C9-4D76-2976-92D3146C0893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6" name="tx878">
            <a:extLst>
              <a:ext uri="{FF2B5EF4-FFF2-40B4-BE49-F238E27FC236}">
                <a16:creationId xmlns:a16="http://schemas.microsoft.com/office/drawing/2014/main" id="{554C8CE4-8A81-607A-2A35-F08B0466EF1C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7" name="tx879">
            <a:extLst>
              <a:ext uri="{FF2B5EF4-FFF2-40B4-BE49-F238E27FC236}">
                <a16:creationId xmlns:a16="http://schemas.microsoft.com/office/drawing/2014/main" id="{063C04BD-B11C-C892-8A66-10F6266C969E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8" name="tx880">
            <a:extLst>
              <a:ext uri="{FF2B5EF4-FFF2-40B4-BE49-F238E27FC236}">
                <a16:creationId xmlns:a16="http://schemas.microsoft.com/office/drawing/2014/main" id="{BC72FAD2-850E-1217-F1FD-DC94BB296CD3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69" name="tx881">
            <a:extLst>
              <a:ext uri="{FF2B5EF4-FFF2-40B4-BE49-F238E27FC236}">
                <a16:creationId xmlns:a16="http://schemas.microsoft.com/office/drawing/2014/main" id="{A88AA14E-CA13-5BAA-53AC-494EC060EE9B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0" name="tx882">
            <a:extLst>
              <a:ext uri="{FF2B5EF4-FFF2-40B4-BE49-F238E27FC236}">
                <a16:creationId xmlns:a16="http://schemas.microsoft.com/office/drawing/2014/main" id="{F3ED362C-A153-C431-8984-E4E5D6ED122B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1" name="tx883">
            <a:extLst>
              <a:ext uri="{FF2B5EF4-FFF2-40B4-BE49-F238E27FC236}">
                <a16:creationId xmlns:a16="http://schemas.microsoft.com/office/drawing/2014/main" id="{27AA4F7B-0183-047B-243D-0897255151BC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2" name="tx884">
            <a:extLst>
              <a:ext uri="{FF2B5EF4-FFF2-40B4-BE49-F238E27FC236}">
                <a16:creationId xmlns:a16="http://schemas.microsoft.com/office/drawing/2014/main" id="{1DCFCB47-5D4B-C518-D378-339178DBDABE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3" name="tx885">
            <a:extLst>
              <a:ext uri="{FF2B5EF4-FFF2-40B4-BE49-F238E27FC236}">
                <a16:creationId xmlns:a16="http://schemas.microsoft.com/office/drawing/2014/main" id="{0B68ADA3-BBD9-12C7-E74E-B46C4553AB9A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4" name="tx886">
            <a:extLst>
              <a:ext uri="{FF2B5EF4-FFF2-40B4-BE49-F238E27FC236}">
                <a16:creationId xmlns:a16="http://schemas.microsoft.com/office/drawing/2014/main" id="{27FBE73F-944B-65ED-9C51-BE2C75BCB554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5" name="tx887">
            <a:extLst>
              <a:ext uri="{FF2B5EF4-FFF2-40B4-BE49-F238E27FC236}">
                <a16:creationId xmlns:a16="http://schemas.microsoft.com/office/drawing/2014/main" id="{1206A266-7F03-7024-1CD8-D1ABB3867456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6" name="tx888">
            <a:extLst>
              <a:ext uri="{FF2B5EF4-FFF2-40B4-BE49-F238E27FC236}">
                <a16:creationId xmlns:a16="http://schemas.microsoft.com/office/drawing/2014/main" id="{E07600F5-FC31-50DD-59B8-1369F99CF58B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7" name="tx889">
            <a:extLst>
              <a:ext uri="{FF2B5EF4-FFF2-40B4-BE49-F238E27FC236}">
                <a16:creationId xmlns:a16="http://schemas.microsoft.com/office/drawing/2014/main" id="{A7223A05-6857-AEF8-9EDC-45D616733AF1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8" name="tx890">
            <a:extLst>
              <a:ext uri="{FF2B5EF4-FFF2-40B4-BE49-F238E27FC236}">
                <a16:creationId xmlns:a16="http://schemas.microsoft.com/office/drawing/2014/main" id="{4BA2DA5F-68FB-C9EB-9698-C567D753C2AA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79" name="tx891">
            <a:extLst>
              <a:ext uri="{FF2B5EF4-FFF2-40B4-BE49-F238E27FC236}">
                <a16:creationId xmlns:a16="http://schemas.microsoft.com/office/drawing/2014/main" id="{B8B4D79E-6449-99F0-DA35-3FF8B9F1AD39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0" name="tx892">
            <a:extLst>
              <a:ext uri="{FF2B5EF4-FFF2-40B4-BE49-F238E27FC236}">
                <a16:creationId xmlns:a16="http://schemas.microsoft.com/office/drawing/2014/main" id="{C9EE6C1C-F763-5384-D00B-0743AE7F89E2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1" name="tx893">
            <a:extLst>
              <a:ext uri="{FF2B5EF4-FFF2-40B4-BE49-F238E27FC236}">
                <a16:creationId xmlns:a16="http://schemas.microsoft.com/office/drawing/2014/main" id="{BAF1D9EB-3CD1-2754-E30D-CEA1E6F7DC00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2" name="tx894">
            <a:extLst>
              <a:ext uri="{FF2B5EF4-FFF2-40B4-BE49-F238E27FC236}">
                <a16:creationId xmlns:a16="http://schemas.microsoft.com/office/drawing/2014/main" id="{D386AD8C-64D1-2B76-6052-8DD5684EF36E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3" name="tx895">
            <a:extLst>
              <a:ext uri="{FF2B5EF4-FFF2-40B4-BE49-F238E27FC236}">
                <a16:creationId xmlns:a16="http://schemas.microsoft.com/office/drawing/2014/main" id="{830ADA9C-CD72-1994-BB35-A1AC2E2EBE87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4" name="tx896">
            <a:extLst>
              <a:ext uri="{FF2B5EF4-FFF2-40B4-BE49-F238E27FC236}">
                <a16:creationId xmlns:a16="http://schemas.microsoft.com/office/drawing/2014/main" id="{A6B2F9C3-B003-D32A-8B05-6F1F1DFA97E4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5" name="tx897">
            <a:extLst>
              <a:ext uri="{FF2B5EF4-FFF2-40B4-BE49-F238E27FC236}">
                <a16:creationId xmlns:a16="http://schemas.microsoft.com/office/drawing/2014/main" id="{9F959E67-822F-DD20-9298-A7A6C257FAF4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6" name="tx898">
            <a:extLst>
              <a:ext uri="{FF2B5EF4-FFF2-40B4-BE49-F238E27FC236}">
                <a16:creationId xmlns:a16="http://schemas.microsoft.com/office/drawing/2014/main" id="{2FA9CBAB-0339-DB34-BFC6-4C4DB0A1BD12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7" name="tx899">
            <a:extLst>
              <a:ext uri="{FF2B5EF4-FFF2-40B4-BE49-F238E27FC236}">
                <a16:creationId xmlns:a16="http://schemas.microsoft.com/office/drawing/2014/main" id="{54BF1BC4-DF0D-5203-0134-935994170BB3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8" name="tx900">
            <a:extLst>
              <a:ext uri="{FF2B5EF4-FFF2-40B4-BE49-F238E27FC236}">
                <a16:creationId xmlns:a16="http://schemas.microsoft.com/office/drawing/2014/main" id="{B373DE2D-A45D-906D-D77C-AA16F8331FBA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89" name="tx901">
            <a:extLst>
              <a:ext uri="{FF2B5EF4-FFF2-40B4-BE49-F238E27FC236}">
                <a16:creationId xmlns:a16="http://schemas.microsoft.com/office/drawing/2014/main" id="{4687931E-8D6E-0FF1-7F84-E3B33E78D26C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90" name="tx902">
            <a:extLst>
              <a:ext uri="{FF2B5EF4-FFF2-40B4-BE49-F238E27FC236}">
                <a16:creationId xmlns:a16="http://schemas.microsoft.com/office/drawing/2014/main" id="{7434523A-B8A2-6618-D823-CE91277C7802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91" name="tx903">
            <a:extLst>
              <a:ext uri="{FF2B5EF4-FFF2-40B4-BE49-F238E27FC236}">
                <a16:creationId xmlns:a16="http://schemas.microsoft.com/office/drawing/2014/main" id="{660E78D5-D5C7-5471-838F-137BA8255B35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92" name="tx904">
            <a:extLst>
              <a:ext uri="{FF2B5EF4-FFF2-40B4-BE49-F238E27FC236}">
                <a16:creationId xmlns:a16="http://schemas.microsoft.com/office/drawing/2014/main" id="{DE312D87-BD66-8079-2EFC-575875DCD6D6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93" name="tx905">
            <a:extLst>
              <a:ext uri="{FF2B5EF4-FFF2-40B4-BE49-F238E27FC236}">
                <a16:creationId xmlns:a16="http://schemas.microsoft.com/office/drawing/2014/main" id="{0DB16D06-8BC0-5CD7-E0D5-30EFA78EE7DF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94" name="tx906">
            <a:extLst>
              <a:ext uri="{FF2B5EF4-FFF2-40B4-BE49-F238E27FC236}">
                <a16:creationId xmlns:a16="http://schemas.microsoft.com/office/drawing/2014/main" id="{626AFE06-A417-812F-77A9-83C56FCA42C4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95" name="tx907">
            <a:extLst>
              <a:ext uri="{FF2B5EF4-FFF2-40B4-BE49-F238E27FC236}">
                <a16:creationId xmlns:a16="http://schemas.microsoft.com/office/drawing/2014/main" id="{EF0DA207-E6F4-0B81-3E90-4086AC604F90}"/>
              </a:ext>
            </a:extLst>
          </p:cNvPr>
          <p:cNvSpPr/>
          <p:nvPr/>
        </p:nvSpPr>
        <p:spPr>
          <a:xfrm>
            <a:off x="10823223" y="18704868"/>
            <a:ext cx="10872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hi</a:t>
            </a:r>
          </a:p>
        </p:txBody>
      </p:sp>
      <p:sp>
        <p:nvSpPr>
          <p:cNvPr id="1196" name="tx908">
            <a:extLst>
              <a:ext uri="{FF2B5EF4-FFF2-40B4-BE49-F238E27FC236}">
                <a16:creationId xmlns:a16="http://schemas.microsoft.com/office/drawing/2014/main" id="{F58E4EF9-CF42-64D9-3684-4C47D41ED946}"/>
              </a:ext>
            </a:extLst>
          </p:cNvPr>
          <p:cNvSpPr/>
          <p:nvPr/>
        </p:nvSpPr>
        <p:spPr>
          <a:xfrm>
            <a:off x="11211003" y="19185042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197" name="tx909">
            <a:extLst>
              <a:ext uri="{FF2B5EF4-FFF2-40B4-BE49-F238E27FC236}">
                <a16:creationId xmlns:a16="http://schemas.microsoft.com/office/drawing/2014/main" id="{C0B505F9-BC94-9565-F9E8-451FFC1A134B}"/>
              </a:ext>
            </a:extLst>
          </p:cNvPr>
          <p:cNvSpPr/>
          <p:nvPr/>
        </p:nvSpPr>
        <p:spPr>
          <a:xfrm>
            <a:off x="11211003" y="19185042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198" name="tx910">
            <a:extLst>
              <a:ext uri="{FF2B5EF4-FFF2-40B4-BE49-F238E27FC236}">
                <a16:creationId xmlns:a16="http://schemas.microsoft.com/office/drawing/2014/main" id="{92B99D70-D77B-82B1-A9F4-19ADA5282DCD}"/>
              </a:ext>
            </a:extLst>
          </p:cNvPr>
          <p:cNvSpPr/>
          <p:nvPr/>
        </p:nvSpPr>
        <p:spPr>
          <a:xfrm>
            <a:off x="11211003" y="19185042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199" name="tx911">
            <a:extLst>
              <a:ext uri="{FF2B5EF4-FFF2-40B4-BE49-F238E27FC236}">
                <a16:creationId xmlns:a16="http://schemas.microsoft.com/office/drawing/2014/main" id="{6F0D4813-E9FA-9E39-E669-3BE068E246C5}"/>
              </a:ext>
            </a:extLst>
          </p:cNvPr>
          <p:cNvSpPr/>
          <p:nvPr/>
        </p:nvSpPr>
        <p:spPr>
          <a:xfrm>
            <a:off x="11211003" y="19185042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200" name="tx912">
            <a:extLst>
              <a:ext uri="{FF2B5EF4-FFF2-40B4-BE49-F238E27FC236}">
                <a16:creationId xmlns:a16="http://schemas.microsoft.com/office/drawing/2014/main" id="{F35980D1-E17D-960A-8257-0DD27D409285}"/>
              </a:ext>
            </a:extLst>
          </p:cNvPr>
          <p:cNvSpPr/>
          <p:nvPr/>
        </p:nvSpPr>
        <p:spPr>
          <a:xfrm>
            <a:off x="11211003" y="19185042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201" name="tx913">
            <a:extLst>
              <a:ext uri="{FF2B5EF4-FFF2-40B4-BE49-F238E27FC236}">
                <a16:creationId xmlns:a16="http://schemas.microsoft.com/office/drawing/2014/main" id="{148A74F6-DB1E-E80F-02A5-FFF2BAB92989}"/>
              </a:ext>
            </a:extLst>
          </p:cNvPr>
          <p:cNvSpPr/>
          <p:nvPr/>
        </p:nvSpPr>
        <p:spPr>
          <a:xfrm>
            <a:off x="11211003" y="19185042"/>
            <a:ext cx="3099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</a:t>
            </a:r>
          </a:p>
        </p:txBody>
      </p:sp>
      <p:sp>
        <p:nvSpPr>
          <p:cNvPr id="1202" name="tx914">
            <a:extLst>
              <a:ext uri="{FF2B5EF4-FFF2-40B4-BE49-F238E27FC236}">
                <a16:creationId xmlns:a16="http://schemas.microsoft.com/office/drawing/2014/main" id="{69AC226F-740C-6C02-3377-AF9DFB693359}"/>
              </a:ext>
            </a:extLst>
          </p:cNvPr>
          <p:cNvSpPr/>
          <p:nvPr/>
        </p:nvSpPr>
        <p:spPr>
          <a:xfrm>
            <a:off x="11423950" y="19245064"/>
            <a:ext cx="302940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efghi</a:t>
            </a:r>
          </a:p>
        </p:txBody>
      </p:sp>
      <p:sp>
        <p:nvSpPr>
          <p:cNvPr id="1203" name="tx915">
            <a:extLst>
              <a:ext uri="{FF2B5EF4-FFF2-40B4-BE49-F238E27FC236}">
                <a16:creationId xmlns:a16="http://schemas.microsoft.com/office/drawing/2014/main" id="{1A843C64-5A48-E678-3954-769FE4C01C65}"/>
              </a:ext>
            </a:extLst>
          </p:cNvPr>
          <p:cNvSpPr/>
          <p:nvPr/>
        </p:nvSpPr>
        <p:spPr>
          <a:xfrm>
            <a:off x="11423950" y="19245064"/>
            <a:ext cx="302940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efghi</a:t>
            </a:r>
          </a:p>
        </p:txBody>
      </p:sp>
      <p:sp>
        <p:nvSpPr>
          <p:cNvPr id="1204" name="tx916">
            <a:extLst>
              <a:ext uri="{FF2B5EF4-FFF2-40B4-BE49-F238E27FC236}">
                <a16:creationId xmlns:a16="http://schemas.microsoft.com/office/drawing/2014/main" id="{2F9F89D2-F942-A5C9-F4BA-17DEC57C9D83}"/>
              </a:ext>
            </a:extLst>
          </p:cNvPr>
          <p:cNvSpPr/>
          <p:nvPr/>
        </p:nvSpPr>
        <p:spPr>
          <a:xfrm>
            <a:off x="11423950" y="19245064"/>
            <a:ext cx="302940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efghi</a:t>
            </a:r>
          </a:p>
        </p:txBody>
      </p:sp>
      <p:sp>
        <p:nvSpPr>
          <p:cNvPr id="1205" name="tx954">
            <a:extLst>
              <a:ext uri="{FF2B5EF4-FFF2-40B4-BE49-F238E27FC236}">
                <a16:creationId xmlns:a16="http://schemas.microsoft.com/office/drawing/2014/main" id="{18C4BCB7-0615-B6B6-7902-840EA17E6D8F}"/>
              </a:ext>
            </a:extLst>
          </p:cNvPr>
          <p:cNvSpPr/>
          <p:nvPr/>
        </p:nvSpPr>
        <p:spPr>
          <a:xfrm>
            <a:off x="5326887" y="20465744"/>
            <a:ext cx="12435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25</a:t>
            </a:r>
          </a:p>
        </p:txBody>
      </p:sp>
      <p:sp>
        <p:nvSpPr>
          <p:cNvPr id="1206" name="tx955">
            <a:extLst>
              <a:ext uri="{FF2B5EF4-FFF2-40B4-BE49-F238E27FC236}">
                <a16:creationId xmlns:a16="http://schemas.microsoft.com/office/drawing/2014/main" id="{71590B0D-2706-7DCF-3CD4-FDB2A2098CBC}"/>
              </a:ext>
            </a:extLst>
          </p:cNvPr>
          <p:cNvSpPr/>
          <p:nvPr/>
        </p:nvSpPr>
        <p:spPr>
          <a:xfrm>
            <a:off x="5326887" y="19715472"/>
            <a:ext cx="12435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50</a:t>
            </a:r>
          </a:p>
        </p:txBody>
      </p:sp>
      <p:sp>
        <p:nvSpPr>
          <p:cNvPr id="1207" name="tx956">
            <a:extLst>
              <a:ext uri="{FF2B5EF4-FFF2-40B4-BE49-F238E27FC236}">
                <a16:creationId xmlns:a16="http://schemas.microsoft.com/office/drawing/2014/main" id="{1D2620A0-2B5F-D62A-8C0E-7BDE368F3711}"/>
              </a:ext>
            </a:extLst>
          </p:cNvPr>
          <p:cNvSpPr/>
          <p:nvPr/>
        </p:nvSpPr>
        <p:spPr>
          <a:xfrm>
            <a:off x="5326887" y="18965200"/>
            <a:ext cx="12435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75</a:t>
            </a:r>
          </a:p>
        </p:txBody>
      </p:sp>
      <p:sp>
        <p:nvSpPr>
          <p:cNvPr id="1208" name="tx957">
            <a:extLst>
              <a:ext uri="{FF2B5EF4-FFF2-40B4-BE49-F238E27FC236}">
                <a16:creationId xmlns:a16="http://schemas.microsoft.com/office/drawing/2014/main" id="{01F41E2F-F723-8C67-6F50-89E639A1972C}"/>
              </a:ext>
            </a:extLst>
          </p:cNvPr>
          <p:cNvSpPr/>
          <p:nvPr/>
        </p:nvSpPr>
        <p:spPr>
          <a:xfrm>
            <a:off x="5264709" y="18214929"/>
            <a:ext cx="186537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100</a:t>
            </a:r>
          </a:p>
        </p:txBody>
      </p:sp>
      <p:sp>
        <p:nvSpPr>
          <p:cNvPr id="1209" name="tx958">
            <a:extLst>
              <a:ext uri="{FF2B5EF4-FFF2-40B4-BE49-F238E27FC236}">
                <a16:creationId xmlns:a16="http://schemas.microsoft.com/office/drawing/2014/main" id="{08FF5321-8FB8-81FE-412D-F4985FC49421}"/>
              </a:ext>
            </a:extLst>
          </p:cNvPr>
          <p:cNvSpPr/>
          <p:nvPr/>
        </p:nvSpPr>
        <p:spPr>
          <a:xfrm>
            <a:off x="5264709" y="17464657"/>
            <a:ext cx="186537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125</a:t>
            </a:r>
          </a:p>
        </p:txBody>
      </p:sp>
      <p:sp>
        <p:nvSpPr>
          <p:cNvPr id="1210" name="pl959">
            <a:extLst>
              <a:ext uri="{FF2B5EF4-FFF2-40B4-BE49-F238E27FC236}">
                <a16:creationId xmlns:a16="http://schemas.microsoft.com/office/drawing/2014/main" id="{5B1F8DA1-10D8-8643-C366-3BC209960466}"/>
              </a:ext>
            </a:extLst>
          </p:cNvPr>
          <p:cNvSpPr/>
          <p:nvPr/>
        </p:nvSpPr>
        <p:spPr>
          <a:xfrm>
            <a:off x="5508806" y="2050579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1" name="pl960">
            <a:extLst>
              <a:ext uri="{FF2B5EF4-FFF2-40B4-BE49-F238E27FC236}">
                <a16:creationId xmlns:a16="http://schemas.microsoft.com/office/drawing/2014/main" id="{DDBCE522-B8AC-57A2-B37F-13156585A64F}"/>
              </a:ext>
            </a:extLst>
          </p:cNvPr>
          <p:cNvSpPr/>
          <p:nvPr/>
        </p:nvSpPr>
        <p:spPr>
          <a:xfrm>
            <a:off x="5508806" y="1975552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2" name="pl961">
            <a:extLst>
              <a:ext uri="{FF2B5EF4-FFF2-40B4-BE49-F238E27FC236}">
                <a16:creationId xmlns:a16="http://schemas.microsoft.com/office/drawing/2014/main" id="{C0C02201-E1A0-121E-A800-71AE02883F69}"/>
              </a:ext>
            </a:extLst>
          </p:cNvPr>
          <p:cNvSpPr/>
          <p:nvPr/>
        </p:nvSpPr>
        <p:spPr>
          <a:xfrm>
            <a:off x="5508806" y="19005250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3" name="pl962">
            <a:extLst>
              <a:ext uri="{FF2B5EF4-FFF2-40B4-BE49-F238E27FC236}">
                <a16:creationId xmlns:a16="http://schemas.microsoft.com/office/drawing/2014/main" id="{03F25BDD-ADA9-A9D0-01FA-C3713C0D8098}"/>
              </a:ext>
            </a:extLst>
          </p:cNvPr>
          <p:cNvSpPr/>
          <p:nvPr/>
        </p:nvSpPr>
        <p:spPr>
          <a:xfrm>
            <a:off x="5508806" y="18254978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4" name="pl963">
            <a:extLst>
              <a:ext uri="{FF2B5EF4-FFF2-40B4-BE49-F238E27FC236}">
                <a16:creationId xmlns:a16="http://schemas.microsoft.com/office/drawing/2014/main" id="{FA0512A6-AD28-F268-4F55-C133D5782B7F}"/>
              </a:ext>
            </a:extLst>
          </p:cNvPr>
          <p:cNvSpPr/>
          <p:nvPr/>
        </p:nvSpPr>
        <p:spPr>
          <a:xfrm>
            <a:off x="5508806" y="1750470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5" name="pl154">
            <a:extLst>
              <a:ext uri="{FF2B5EF4-FFF2-40B4-BE49-F238E27FC236}">
                <a16:creationId xmlns:a16="http://schemas.microsoft.com/office/drawing/2014/main" id="{3DC94216-3A43-DFD8-E516-4504754CACA1}"/>
              </a:ext>
            </a:extLst>
          </p:cNvPr>
          <p:cNvSpPr/>
          <p:nvPr/>
        </p:nvSpPr>
        <p:spPr>
          <a:xfrm flipH="1">
            <a:off x="8641964" y="17405093"/>
            <a:ext cx="45719" cy="3007930"/>
          </a:xfrm>
          <a:custGeom>
            <a:avLst/>
            <a:gdLst/>
            <a:ahLst/>
            <a:cxnLst/>
            <a:rect l="0" t="0" r="0" b="0"/>
            <a:pathLst>
              <a:path h="3268183">
                <a:moveTo>
                  <a:pt x="0" y="3268183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6" name="pl120">
            <a:extLst>
              <a:ext uri="{FF2B5EF4-FFF2-40B4-BE49-F238E27FC236}">
                <a16:creationId xmlns:a16="http://schemas.microsoft.com/office/drawing/2014/main" id="{6249CB62-2D8F-0BAF-0695-8FA623396D3F}"/>
              </a:ext>
            </a:extLst>
          </p:cNvPr>
          <p:cNvSpPr/>
          <p:nvPr/>
        </p:nvSpPr>
        <p:spPr>
          <a:xfrm flipV="1">
            <a:off x="5544874" y="20518597"/>
            <a:ext cx="3383079" cy="45719"/>
          </a:xfrm>
          <a:custGeom>
            <a:avLst/>
            <a:gdLst/>
            <a:ahLst/>
            <a:cxnLst/>
            <a:rect l="0" t="0" r="0" b="0"/>
            <a:pathLst>
              <a:path w="2845628">
                <a:moveTo>
                  <a:pt x="0" y="0"/>
                </a:moveTo>
                <a:lnTo>
                  <a:pt x="2845628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17" name="tx118">
            <a:extLst>
              <a:ext uri="{FF2B5EF4-FFF2-40B4-BE49-F238E27FC236}">
                <a16:creationId xmlns:a16="http://schemas.microsoft.com/office/drawing/2014/main" id="{7A9621DC-CC4A-DAF8-910C-BE87850E1816}"/>
              </a:ext>
            </a:extLst>
          </p:cNvPr>
          <p:cNvSpPr/>
          <p:nvPr/>
        </p:nvSpPr>
        <p:spPr>
          <a:xfrm>
            <a:off x="6731682" y="21268748"/>
            <a:ext cx="472013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400" dirty="0">
                <a:solidFill>
                  <a:srgbClr val="1A1A1A">
                    <a:alpha val="100000"/>
                  </a:srgbClr>
                </a:solidFill>
                <a:latin typeface="Helvetica"/>
                <a:cs typeface="Helvetica"/>
              </a:rPr>
              <a:t>Lewisetta</a:t>
            </a:r>
          </a:p>
        </p:txBody>
      </p:sp>
      <p:sp>
        <p:nvSpPr>
          <p:cNvPr id="1218" name="tx119">
            <a:extLst>
              <a:ext uri="{FF2B5EF4-FFF2-40B4-BE49-F238E27FC236}">
                <a16:creationId xmlns:a16="http://schemas.microsoft.com/office/drawing/2014/main" id="{A2E968BD-0AB4-0EC0-FBD9-3BE7217DB2B5}"/>
              </a:ext>
            </a:extLst>
          </p:cNvPr>
          <p:cNvSpPr/>
          <p:nvPr/>
        </p:nvSpPr>
        <p:spPr>
          <a:xfrm>
            <a:off x="10116714" y="21268748"/>
            <a:ext cx="490484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400" dirty="0">
                <a:solidFill>
                  <a:srgbClr val="1A1A1A">
                    <a:alpha val="100000"/>
                  </a:srgbClr>
                </a:solidFill>
                <a:latin typeface="Helvetica"/>
                <a:cs typeface="Helvetica"/>
              </a:rPr>
              <a:t>York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Helvetica"/>
                <a:cs typeface="Helvetica"/>
              </a:rPr>
              <a:t> </a:t>
            </a:r>
            <a:r>
              <a:rPr sz="1400" dirty="0">
                <a:solidFill>
                  <a:srgbClr val="1A1A1A">
                    <a:alpha val="100000"/>
                  </a:srgbClr>
                </a:solidFill>
                <a:latin typeface="Helvetica"/>
                <a:cs typeface="Helvetica"/>
              </a:rPr>
              <a:t>River</a:t>
            </a:r>
          </a:p>
        </p:txBody>
      </p:sp>
      <p:sp>
        <p:nvSpPr>
          <p:cNvPr id="1219" name="pl120">
            <a:extLst>
              <a:ext uri="{FF2B5EF4-FFF2-40B4-BE49-F238E27FC236}">
                <a16:creationId xmlns:a16="http://schemas.microsoft.com/office/drawing/2014/main" id="{31CD0D98-9BA9-3295-6C35-6E32F56FFF17}"/>
              </a:ext>
            </a:extLst>
          </p:cNvPr>
          <p:cNvSpPr/>
          <p:nvPr/>
        </p:nvSpPr>
        <p:spPr>
          <a:xfrm flipV="1">
            <a:off x="5544874" y="20518597"/>
            <a:ext cx="3383079" cy="45719"/>
          </a:xfrm>
          <a:custGeom>
            <a:avLst/>
            <a:gdLst/>
            <a:ahLst/>
            <a:cxnLst/>
            <a:rect l="0" t="0" r="0" b="0"/>
            <a:pathLst>
              <a:path w="2845628">
                <a:moveTo>
                  <a:pt x="0" y="0"/>
                </a:moveTo>
                <a:lnTo>
                  <a:pt x="2845628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0" name="pl121">
            <a:extLst>
              <a:ext uri="{FF2B5EF4-FFF2-40B4-BE49-F238E27FC236}">
                <a16:creationId xmlns:a16="http://schemas.microsoft.com/office/drawing/2014/main" id="{5F8D33D3-5D4D-5A4A-9F71-9C40E35BF90B}"/>
              </a:ext>
            </a:extLst>
          </p:cNvPr>
          <p:cNvSpPr/>
          <p:nvPr/>
        </p:nvSpPr>
        <p:spPr>
          <a:xfrm>
            <a:off x="5753091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1" name="pl122">
            <a:extLst>
              <a:ext uri="{FF2B5EF4-FFF2-40B4-BE49-F238E27FC236}">
                <a16:creationId xmlns:a16="http://schemas.microsoft.com/office/drawing/2014/main" id="{3E8B4153-DAE5-9A8A-0B72-CE9ABECAC4F2}"/>
              </a:ext>
            </a:extLst>
          </p:cNvPr>
          <p:cNvSpPr/>
          <p:nvPr/>
        </p:nvSpPr>
        <p:spPr>
          <a:xfrm>
            <a:off x="6100118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2" name="pl123">
            <a:extLst>
              <a:ext uri="{FF2B5EF4-FFF2-40B4-BE49-F238E27FC236}">
                <a16:creationId xmlns:a16="http://schemas.microsoft.com/office/drawing/2014/main" id="{509113F6-4C99-A43C-5DF8-990A6BBC0F9C}"/>
              </a:ext>
            </a:extLst>
          </p:cNvPr>
          <p:cNvSpPr/>
          <p:nvPr/>
        </p:nvSpPr>
        <p:spPr>
          <a:xfrm>
            <a:off x="6447146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3" name="pl124">
            <a:extLst>
              <a:ext uri="{FF2B5EF4-FFF2-40B4-BE49-F238E27FC236}">
                <a16:creationId xmlns:a16="http://schemas.microsoft.com/office/drawing/2014/main" id="{B8DCE1B2-5FB8-132C-3175-43F114363836}"/>
              </a:ext>
            </a:extLst>
          </p:cNvPr>
          <p:cNvSpPr/>
          <p:nvPr/>
        </p:nvSpPr>
        <p:spPr>
          <a:xfrm>
            <a:off x="6794174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4" name="pl125">
            <a:extLst>
              <a:ext uri="{FF2B5EF4-FFF2-40B4-BE49-F238E27FC236}">
                <a16:creationId xmlns:a16="http://schemas.microsoft.com/office/drawing/2014/main" id="{2005E3E1-4745-860F-0B30-D5845F84D451}"/>
              </a:ext>
            </a:extLst>
          </p:cNvPr>
          <p:cNvSpPr/>
          <p:nvPr/>
        </p:nvSpPr>
        <p:spPr>
          <a:xfrm>
            <a:off x="7141202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5" name="pl126">
            <a:extLst>
              <a:ext uri="{FF2B5EF4-FFF2-40B4-BE49-F238E27FC236}">
                <a16:creationId xmlns:a16="http://schemas.microsoft.com/office/drawing/2014/main" id="{74940977-56B0-9D6C-F973-9A92B66EC70C}"/>
              </a:ext>
            </a:extLst>
          </p:cNvPr>
          <p:cNvSpPr/>
          <p:nvPr/>
        </p:nvSpPr>
        <p:spPr>
          <a:xfrm>
            <a:off x="7488230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6" name="pl127">
            <a:extLst>
              <a:ext uri="{FF2B5EF4-FFF2-40B4-BE49-F238E27FC236}">
                <a16:creationId xmlns:a16="http://schemas.microsoft.com/office/drawing/2014/main" id="{B9CCFE62-7C82-C50B-68A6-94359CD01E64}"/>
              </a:ext>
            </a:extLst>
          </p:cNvPr>
          <p:cNvSpPr/>
          <p:nvPr/>
        </p:nvSpPr>
        <p:spPr>
          <a:xfrm>
            <a:off x="7835258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7" name="pl128">
            <a:extLst>
              <a:ext uri="{FF2B5EF4-FFF2-40B4-BE49-F238E27FC236}">
                <a16:creationId xmlns:a16="http://schemas.microsoft.com/office/drawing/2014/main" id="{8F39AEF2-A2DC-DC5F-A000-1856E83FB4CB}"/>
              </a:ext>
            </a:extLst>
          </p:cNvPr>
          <p:cNvSpPr/>
          <p:nvPr/>
        </p:nvSpPr>
        <p:spPr>
          <a:xfrm>
            <a:off x="8182286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28" name="tx129">
            <a:extLst>
              <a:ext uri="{FF2B5EF4-FFF2-40B4-BE49-F238E27FC236}">
                <a16:creationId xmlns:a16="http://schemas.microsoft.com/office/drawing/2014/main" id="{E174B397-720C-6DD2-0E7F-347F91BF4051}"/>
              </a:ext>
            </a:extLst>
          </p:cNvPr>
          <p:cNvSpPr/>
          <p:nvPr/>
        </p:nvSpPr>
        <p:spPr>
          <a:xfrm rot="18900000">
            <a:off x="5389059" y="20888876"/>
            <a:ext cx="45966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S1-LOLA</a:t>
            </a:r>
          </a:p>
        </p:txBody>
      </p:sp>
      <p:sp>
        <p:nvSpPr>
          <p:cNvPr id="1229" name="tx130">
            <a:extLst>
              <a:ext uri="{FF2B5EF4-FFF2-40B4-BE49-F238E27FC236}">
                <a16:creationId xmlns:a16="http://schemas.microsoft.com/office/drawing/2014/main" id="{82AE268B-FB6F-E1B3-3659-7E9BCB516DF3}"/>
              </a:ext>
            </a:extLst>
          </p:cNvPr>
          <p:cNvSpPr/>
          <p:nvPr/>
        </p:nvSpPr>
        <p:spPr>
          <a:xfrm rot="18900000">
            <a:off x="5720322" y="20895406"/>
            <a:ext cx="47813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S2-DEBY</a:t>
            </a:r>
          </a:p>
        </p:txBody>
      </p:sp>
      <p:sp>
        <p:nvSpPr>
          <p:cNvPr id="1230" name="tx131">
            <a:extLst>
              <a:ext uri="{FF2B5EF4-FFF2-40B4-BE49-F238E27FC236}">
                <a16:creationId xmlns:a16="http://schemas.microsoft.com/office/drawing/2014/main" id="{1A212340-FEB4-3C16-A38E-BA8151074507}"/>
              </a:ext>
            </a:extLst>
          </p:cNvPr>
          <p:cNvSpPr/>
          <p:nvPr/>
        </p:nvSpPr>
        <p:spPr>
          <a:xfrm rot="18900000">
            <a:off x="6178804" y="20849241"/>
            <a:ext cx="347563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W1-TX</a:t>
            </a:r>
          </a:p>
        </p:txBody>
      </p:sp>
      <p:sp>
        <p:nvSpPr>
          <p:cNvPr id="1231" name="tx132">
            <a:extLst>
              <a:ext uri="{FF2B5EF4-FFF2-40B4-BE49-F238E27FC236}">
                <a16:creationId xmlns:a16="http://schemas.microsoft.com/office/drawing/2014/main" id="{49101D79-A909-D23D-E12A-E7A0417B9C5F}"/>
              </a:ext>
            </a:extLst>
          </p:cNvPr>
          <p:cNvSpPr/>
          <p:nvPr/>
        </p:nvSpPr>
        <p:spPr>
          <a:xfrm rot="18900000">
            <a:off x="6530982" y="20847107"/>
            <a:ext cx="34152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W2-LA</a:t>
            </a:r>
          </a:p>
        </p:txBody>
      </p:sp>
      <p:sp>
        <p:nvSpPr>
          <p:cNvPr id="1232" name="tx133">
            <a:extLst>
              <a:ext uri="{FF2B5EF4-FFF2-40B4-BE49-F238E27FC236}">
                <a16:creationId xmlns:a16="http://schemas.microsoft.com/office/drawing/2014/main" id="{6BF994D6-6E2B-751D-B4B1-F7ED36A17B80}"/>
              </a:ext>
            </a:extLst>
          </p:cNvPr>
          <p:cNvSpPr/>
          <p:nvPr/>
        </p:nvSpPr>
        <p:spPr>
          <a:xfrm rot="18900000">
            <a:off x="6883396" y="20844876"/>
            <a:ext cx="33521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W3-FL</a:t>
            </a:r>
          </a:p>
        </p:txBody>
      </p:sp>
      <p:sp>
        <p:nvSpPr>
          <p:cNvPr id="1233" name="tx134">
            <a:extLst>
              <a:ext uri="{FF2B5EF4-FFF2-40B4-BE49-F238E27FC236}">
                <a16:creationId xmlns:a16="http://schemas.microsoft.com/office/drawing/2014/main" id="{EFB9B50B-1586-710A-EE90-1AAD0B6014D7}"/>
              </a:ext>
            </a:extLst>
          </p:cNvPr>
          <p:cNvSpPr/>
          <p:nvPr/>
        </p:nvSpPr>
        <p:spPr>
          <a:xfrm rot="18900000">
            <a:off x="7214501" y="20851471"/>
            <a:ext cx="353872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W4-VA</a:t>
            </a:r>
          </a:p>
        </p:txBody>
      </p:sp>
      <p:sp>
        <p:nvSpPr>
          <p:cNvPr id="1234" name="tx135">
            <a:extLst>
              <a:ext uri="{FF2B5EF4-FFF2-40B4-BE49-F238E27FC236}">
                <a16:creationId xmlns:a16="http://schemas.microsoft.com/office/drawing/2014/main" id="{29E2960D-5367-C21C-1731-D5ECCD3F10DA}"/>
              </a:ext>
            </a:extLst>
          </p:cNvPr>
          <p:cNvSpPr/>
          <p:nvPr/>
        </p:nvSpPr>
        <p:spPr>
          <a:xfrm rot="18900000">
            <a:off x="7551071" y="20855803"/>
            <a:ext cx="366125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W5-NH</a:t>
            </a:r>
          </a:p>
        </p:txBody>
      </p:sp>
      <p:sp>
        <p:nvSpPr>
          <p:cNvPr id="1235" name="tx136">
            <a:extLst>
              <a:ext uri="{FF2B5EF4-FFF2-40B4-BE49-F238E27FC236}">
                <a16:creationId xmlns:a16="http://schemas.microsoft.com/office/drawing/2014/main" id="{27CB1C74-D23F-1D44-1FA6-B9919C0BE223}"/>
              </a:ext>
            </a:extLst>
          </p:cNvPr>
          <p:cNvSpPr/>
          <p:nvPr/>
        </p:nvSpPr>
        <p:spPr>
          <a:xfrm rot="18900000">
            <a:off x="7892713" y="20858034"/>
            <a:ext cx="372435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W6-ME</a:t>
            </a:r>
          </a:p>
        </p:txBody>
      </p:sp>
      <p:sp>
        <p:nvSpPr>
          <p:cNvPr id="1236" name="pl137">
            <a:extLst>
              <a:ext uri="{FF2B5EF4-FFF2-40B4-BE49-F238E27FC236}">
                <a16:creationId xmlns:a16="http://schemas.microsoft.com/office/drawing/2014/main" id="{D83B4F4D-73B5-C05D-68B7-90A58A3C4C2D}"/>
              </a:ext>
            </a:extLst>
          </p:cNvPr>
          <p:cNvSpPr/>
          <p:nvPr/>
        </p:nvSpPr>
        <p:spPr>
          <a:xfrm>
            <a:off x="8939142" y="20564315"/>
            <a:ext cx="2845628" cy="0"/>
          </a:xfrm>
          <a:custGeom>
            <a:avLst/>
            <a:gdLst/>
            <a:ahLst/>
            <a:cxnLst/>
            <a:rect l="0" t="0" r="0" b="0"/>
            <a:pathLst>
              <a:path w="2845628">
                <a:moveTo>
                  <a:pt x="0" y="0"/>
                </a:moveTo>
                <a:lnTo>
                  <a:pt x="2845628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37" name="pl138">
            <a:extLst>
              <a:ext uri="{FF2B5EF4-FFF2-40B4-BE49-F238E27FC236}">
                <a16:creationId xmlns:a16="http://schemas.microsoft.com/office/drawing/2014/main" id="{B81DF213-CE29-50E5-4D02-13D595F23F6B}"/>
              </a:ext>
            </a:extLst>
          </p:cNvPr>
          <p:cNvSpPr/>
          <p:nvPr/>
        </p:nvSpPr>
        <p:spPr>
          <a:xfrm>
            <a:off x="9147359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38" name="pl139">
            <a:extLst>
              <a:ext uri="{FF2B5EF4-FFF2-40B4-BE49-F238E27FC236}">
                <a16:creationId xmlns:a16="http://schemas.microsoft.com/office/drawing/2014/main" id="{5670DD36-AB81-F086-647A-F58E74B9A946}"/>
              </a:ext>
            </a:extLst>
          </p:cNvPr>
          <p:cNvSpPr/>
          <p:nvPr/>
        </p:nvSpPr>
        <p:spPr>
          <a:xfrm>
            <a:off x="9494387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39" name="pl140">
            <a:extLst>
              <a:ext uri="{FF2B5EF4-FFF2-40B4-BE49-F238E27FC236}">
                <a16:creationId xmlns:a16="http://schemas.microsoft.com/office/drawing/2014/main" id="{6E94E15A-E1A3-01CE-EE77-044B08C3B2BE}"/>
              </a:ext>
            </a:extLst>
          </p:cNvPr>
          <p:cNvSpPr/>
          <p:nvPr/>
        </p:nvSpPr>
        <p:spPr>
          <a:xfrm>
            <a:off x="9841415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40" name="pl141">
            <a:extLst>
              <a:ext uri="{FF2B5EF4-FFF2-40B4-BE49-F238E27FC236}">
                <a16:creationId xmlns:a16="http://schemas.microsoft.com/office/drawing/2014/main" id="{550D18BD-4011-745F-C4CA-FA37C22AB794}"/>
              </a:ext>
            </a:extLst>
          </p:cNvPr>
          <p:cNvSpPr/>
          <p:nvPr/>
        </p:nvSpPr>
        <p:spPr>
          <a:xfrm>
            <a:off x="10188443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41" name="pl142">
            <a:extLst>
              <a:ext uri="{FF2B5EF4-FFF2-40B4-BE49-F238E27FC236}">
                <a16:creationId xmlns:a16="http://schemas.microsoft.com/office/drawing/2014/main" id="{FC355C37-FBC8-C0BE-7492-63FFD73BA780}"/>
              </a:ext>
            </a:extLst>
          </p:cNvPr>
          <p:cNvSpPr/>
          <p:nvPr/>
        </p:nvSpPr>
        <p:spPr>
          <a:xfrm>
            <a:off x="10535470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42" name="pl143">
            <a:extLst>
              <a:ext uri="{FF2B5EF4-FFF2-40B4-BE49-F238E27FC236}">
                <a16:creationId xmlns:a16="http://schemas.microsoft.com/office/drawing/2014/main" id="{23BDC942-037D-C51C-18E8-5A996C83C76E}"/>
              </a:ext>
            </a:extLst>
          </p:cNvPr>
          <p:cNvSpPr/>
          <p:nvPr/>
        </p:nvSpPr>
        <p:spPr>
          <a:xfrm>
            <a:off x="10882498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43" name="pl144">
            <a:extLst>
              <a:ext uri="{FF2B5EF4-FFF2-40B4-BE49-F238E27FC236}">
                <a16:creationId xmlns:a16="http://schemas.microsoft.com/office/drawing/2014/main" id="{BE3E0874-051C-24B8-A870-35A9A1835C57}"/>
              </a:ext>
            </a:extLst>
          </p:cNvPr>
          <p:cNvSpPr/>
          <p:nvPr/>
        </p:nvSpPr>
        <p:spPr>
          <a:xfrm>
            <a:off x="11229526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44" name="pl145">
            <a:extLst>
              <a:ext uri="{FF2B5EF4-FFF2-40B4-BE49-F238E27FC236}">
                <a16:creationId xmlns:a16="http://schemas.microsoft.com/office/drawing/2014/main" id="{E20416B1-1655-43DB-7280-BCCB895F89E3}"/>
              </a:ext>
            </a:extLst>
          </p:cNvPr>
          <p:cNvSpPr/>
          <p:nvPr/>
        </p:nvSpPr>
        <p:spPr>
          <a:xfrm>
            <a:off x="11576554" y="205643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45" name="tx146">
            <a:extLst>
              <a:ext uri="{FF2B5EF4-FFF2-40B4-BE49-F238E27FC236}">
                <a16:creationId xmlns:a16="http://schemas.microsoft.com/office/drawing/2014/main" id="{607D6B3C-05CE-8A38-8049-FB5B59696EAA}"/>
              </a:ext>
            </a:extLst>
          </p:cNvPr>
          <p:cNvSpPr/>
          <p:nvPr/>
        </p:nvSpPr>
        <p:spPr>
          <a:xfrm rot="18900000">
            <a:off x="8783327" y="20888876"/>
            <a:ext cx="45966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S1-LOLA</a:t>
            </a:r>
          </a:p>
        </p:txBody>
      </p:sp>
      <p:sp>
        <p:nvSpPr>
          <p:cNvPr id="1246" name="tx147">
            <a:extLst>
              <a:ext uri="{FF2B5EF4-FFF2-40B4-BE49-F238E27FC236}">
                <a16:creationId xmlns:a16="http://schemas.microsoft.com/office/drawing/2014/main" id="{B5F98808-B3F9-C36A-97C7-E60C73506BED}"/>
              </a:ext>
            </a:extLst>
          </p:cNvPr>
          <p:cNvSpPr/>
          <p:nvPr/>
        </p:nvSpPr>
        <p:spPr>
          <a:xfrm rot="18900000">
            <a:off x="9114590" y="20895406"/>
            <a:ext cx="47813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S2-DEBY</a:t>
            </a:r>
          </a:p>
        </p:txBody>
      </p:sp>
      <p:sp>
        <p:nvSpPr>
          <p:cNvPr id="1247" name="tx148">
            <a:extLst>
              <a:ext uri="{FF2B5EF4-FFF2-40B4-BE49-F238E27FC236}">
                <a16:creationId xmlns:a16="http://schemas.microsoft.com/office/drawing/2014/main" id="{A5C85906-9BEE-43A4-8BC5-E7760260396C}"/>
              </a:ext>
            </a:extLst>
          </p:cNvPr>
          <p:cNvSpPr/>
          <p:nvPr/>
        </p:nvSpPr>
        <p:spPr>
          <a:xfrm rot="18900000">
            <a:off x="9573072" y="20849241"/>
            <a:ext cx="347563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W1-TX</a:t>
            </a:r>
          </a:p>
        </p:txBody>
      </p:sp>
      <p:sp>
        <p:nvSpPr>
          <p:cNvPr id="1248" name="tx149">
            <a:extLst>
              <a:ext uri="{FF2B5EF4-FFF2-40B4-BE49-F238E27FC236}">
                <a16:creationId xmlns:a16="http://schemas.microsoft.com/office/drawing/2014/main" id="{5F677A86-2EEF-2F6E-1B65-B9122590ED2C}"/>
              </a:ext>
            </a:extLst>
          </p:cNvPr>
          <p:cNvSpPr/>
          <p:nvPr/>
        </p:nvSpPr>
        <p:spPr>
          <a:xfrm rot="18900000">
            <a:off x="9925250" y="20847107"/>
            <a:ext cx="341528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W2-LA</a:t>
            </a:r>
          </a:p>
        </p:txBody>
      </p:sp>
      <p:sp>
        <p:nvSpPr>
          <p:cNvPr id="1249" name="tx150">
            <a:extLst>
              <a:ext uri="{FF2B5EF4-FFF2-40B4-BE49-F238E27FC236}">
                <a16:creationId xmlns:a16="http://schemas.microsoft.com/office/drawing/2014/main" id="{441C7B92-0EF0-EE42-49FE-6D13E4EE3630}"/>
              </a:ext>
            </a:extLst>
          </p:cNvPr>
          <p:cNvSpPr/>
          <p:nvPr/>
        </p:nvSpPr>
        <p:spPr>
          <a:xfrm rot="18900000">
            <a:off x="10277664" y="20844876"/>
            <a:ext cx="335219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W3-FL</a:t>
            </a:r>
          </a:p>
        </p:txBody>
      </p:sp>
      <p:sp>
        <p:nvSpPr>
          <p:cNvPr id="1250" name="tx151">
            <a:extLst>
              <a:ext uri="{FF2B5EF4-FFF2-40B4-BE49-F238E27FC236}">
                <a16:creationId xmlns:a16="http://schemas.microsoft.com/office/drawing/2014/main" id="{6C6EBDED-3F51-AA99-2D4E-CF295AE0AE02}"/>
              </a:ext>
            </a:extLst>
          </p:cNvPr>
          <p:cNvSpPr/>
          <p:nvPr/>
        </p:nvSpPr>
        <p:spPr>
          <a:xfrm rot="18900000">
            <a:off x="10608769" y="20851471"/>
            <a:ext cx="353872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W4-VA</a:t>
            </a:r>
          </a:p>
        </p:txBody>
      </p:sp>
      <p:sp>
        <p:nvSpPr>
          <p:cNvPr id="1251" name="tx152">
            <a:extLst>
              <a:ext uri="{FF2B5EF4-FFF2-40B4-BE49-F238E27FC236}">
                <a16:creationId xmlns:a16="http://schemas.microsoft.com/office/drawing/2014/main" id="{FC7B32B7-B37B-AE05-B67F-34B00A38BD01}"/>
              </a:ext>
            </a:extLst>
          </p:cNvPr>
          <p:cNvSpPr/>
          <p:nvPr/>
        </p:nvSpPr>
        <p:spPr>
          <a:xfrm rot="18900000">
            <a:off x="10945339" y="20855803"/>
            <a:ext cx="366125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W5-NH</a:t>
            </a:r>
          </a:p>
        </p:txBody>
      </p:sp>
      <p:sp>
        <p:nvSpPr>
          <p:cNvPr id="1252" name="tx153">
            <a:extLst>
              <a:ext uri="{FF2B5EF4-FFF2-40B4-BE49-F238E27FC236}">
                <a16:creationId xmlns:a16="http://schemas.microsoft.com/office/drawing/2014/main" id="{181A67B2-AEC6-A8C9-6369-47E742EDA17C}"/>
              </a:ext>
            </a:extLst>
          </p:cNvPr>
          <p:cNvSpPr/>
          <p:nvPr/>
        </p:nvSpPr>
        <p:spPr>
          <a:xfrm rot="18900000">
            <a:off x="11286982" y="20858034"/>
            <a:ext cx="372435" cy="80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W6-ME</a:t>
            </a:r>
          </a:p>
        </p:txBody>
      </p:sp>
      <p:sp>
        <p:nvSpPr>
          <p:cNvPr id="1253" name="tx163">
            <a:extLst>
              <a:ext uri="{FF2B5EF4-FFF2-40B4-BE49-F238E27FC236}">
                <a16:creationId xmlns:a16="http://schemas.microsoft.com/office/drawing/2014/main" id="{C4F77B0D-A6AA-EC78-1D71-BCA529C3841F}"/>
              </a:ext>
            </a:extLst>
          </p:cNvPr>
          <p:cNvSpPr/>
          <p:nvPr/>
        </p:nvSpPr>
        <p:spPr>
          <a:xfrm>
            <a:off x="8117418" y="21536662"/>
            <a:ext cx="1094811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sz="16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Experimental Site</a:t>
            </a:r>
          </a:p>
        </p:txBody>
      </p:sp>
      <p:sp>
        <p:nvSpPr>
          <p:cNvPr id="1254" name="pl154">
            <a:extLst>
              <a:ext uri="{FF2B5EF4-FFF2-40B4-BE49-F238E27FC236}">
                <a16:creationId xmlns:a16="http://schemas.microsoft.com/office/drawing/2014/main" id="{129471A4-D9F8-24EC-6519-4EEE9BAA18D3}"/>
              </a:ext>
            </a:extLst>
          </p:cNvPr>
          <p:cNvSpPr/>
          <p:nvPr/>
        </p:nvSpPr>
        <p:spPr>
          <a:xfrm>
            <a:off x="5544874" y="17296132"/>
            <a:ext cx="0" cy="3268183"/>
          </a:xfrm>
          <a:custGeom>
            <a:avLst/>
            <a:gdLst/>
            <a:ahLst/>
            <a:cxnLst/>
            <a:rect l="0" t="0" r="0" b="0"/>
            <a:pathLst>
              <a:path h="3268183">
                <a:moveTo>
                  <a:pt x="0" y="3268183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55" name="tx231">
            <a:extLst>
              <a:ext uri="{FF2B5EF4-FFF2-40B4-BE49-F238E27FC236}">
                <a16:creationId xmlns:a16="http://schemas.microsoft.com/office/drawing/2014/main" id="{05A8D1F6-0D86-BACF-9EB2-BFD6AE64D72A}"/>
              </a:ext>
            </a:extLst>
          </p:cNvPr>
          <p:cNvSpPr/>
          <p:nvPr/>
        </p:nvSpPr>
        <p:spPr>
          <a:xfrm>
            <a:off x="6979558" y="17028368"/>
            <a:ext cx="3100547" cy="1201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320"/>
              </a:lnSpc>
            </a:pPr>
            <a:r>
              <a:rPr lang="en-US" sz="24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(B) </a:t>
            </a:r>
            <a:r>
              <a:rPr sz="24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Final</a:t>
            </a:r>
            <a:r>
              <a:rPr lang="en-US" sz="24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Length</a:t>
            </a:r>
            <a:r>
              <a:rPr sz="24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at Lewisetta and York River</a:t>
            </a:r>
          </a:p>
        </p:txBody>
      </p:sp>
      <p:sp>
        <p:nvSpPr>
          <p:cNvPr id="1256" name="tx164">
            <a:extLst>
              <a:ext uri="{FF2B5EF4-FFF2-40B4-BE49-F238E27FC236}">
                <a16:creationId xmlns:a16="http://schemas.microsoft.com/office/drawing/2014/main" id="{56987A11-5627-ED01-99E3-E1B4DFA9CAA1}"/>
              </a:ext>
            </a:extLst>
          </p:cNvPr>
          <p:cNvSpPr/>
          <p:nvPr/>
        </p:nvSpPr>
        <p:spPr>
          <a:xfrm rot="16200000">
            <a:off x="4769203" y="18880114"/>
            <a:ext cx="49688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lang="en-US" sz="16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Length</a:t>
            </a:r>
            <a:endParaRPr sz="1600" dirty="0">
              <a:solidFill>
                <a:srgbClr val="000000">
                  <a:alpha val="100000"/>
                </a:srgbClr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8272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206F-7A8E-330B-9EC6-3338CA8B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survival&#10;&#10;AI-generated content may be incorrect.">
            <a:extLst>
              <a:ext uri="{FF2B5EF4-FFF2-40B4-BE49-F238E27FC236}">
                <a16:creationId xmlns:a16="http://schemas.microsoft.com/office/drawing/2014/main" id="{3B1E41F5-6EFC-83C6-6D74-03C87E7A1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78"/>
          <a:stretch>
            <a:fillRect/>
          </a:stretch>
        </p:blipFill>
        <p:spPr>
          <a:xfrm>
            <a:off x="4679505" y="10547648"/>
            <a:ext cx="4104455" cy="2902074"/>
          </a:xfrm>
          <a:prstGeom prst="rect">
            <a:avLst/>
          </a:prstGeom>
        </p:spPr>
      </p:pic>
      <p:pic>
        <p:nvPicPr>
          <p:cNvPr id="7" name="Picture 6" descr="A comparison of different colored boxes&#10;&#10;AI-generated content may be incorrect.">
            <a:extLst>
              <a:ext uri="{FF2B5EF4-FFF2-40B4-BE49-F238E27FC236}">
                <a16:creationId xmlns:a16="http://schemas.microsoft.com/office/drawing/2014/main" id="{427EC7E6-FDEB-36D7-51CA-CFCD068DE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"/>
          <a:stretch>
            <a:fillRect/>
          </a:stretch>
        </p:blipFill>
        <p:spPr>
          <a:xfrm>
            <a:off x="8755171" y="10548065"/>
            <a:ext cx="4925979" cy="29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155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1901</Words>
  <Application>Microsoft Macintosh PowerPoint</Application>
  <PresentationFormat>Custom</PresentationFormat>
  <Paragraphs>1857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6</cp:revision>
  <dcterms:created xsi:type="dcterms:W3CDTF">2017-02-13T16:18:36Z</dcterms:created>
  <dcterms:modified xsi:type="dcterms:W3CDTF">2026-02-09T21:22:12Z</dcterms:modified>
  <cp:category/>
</cp:coreProperties>
</file>