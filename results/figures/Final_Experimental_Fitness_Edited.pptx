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9144000" cy="6858000" type="screen4x3"/>
  <p:notesSz cx="6858000" cy="9144000"/>
  <p:custDataLst>
    <p:tags r:id="rId7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260"/>
    <p:restoredTop sz="94627"/>
  </p:normalViewPr>
  <p:slideViewPr>
    <p:cSldViewPr>
      <p:cViewPr>
        <p:scale>
          <a:sx n="119" d="100"/>
          <a:sy n="119" d="100"/>
        </p:scale>
        <p:origin x="424" y="1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tags" Target="tags/tag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894386B-6008-EB4F-993C-ACE9F430AD25}" type="datetimeFigureOut">
              <a:rPr lang="en-US" smtClean="0"/>
              <a:t>1/15/26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C470124-16B8-BC43-8DB7-CD1EB67AE0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47368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470124-16B8-BC43-8DB7-CD1EB67AE017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28219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15/01/2026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15/01/2026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15/01/2026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15/01/2026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15/01/2026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15/01/2026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15/01/2026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15/01/2026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6"/>
          <p:cNvSpPr/>
          <p:nvPr/>
        </p:nvSpPr>
        <p:spPr>
          <a:xfrm>
            <a:off x="1181091" y="2675385"/>
            <a:ext cx="0" cy="20306"/>
          </a:xfrm>
          <a:custGeom>
            <a:avLst/>
            <a:gdLst/>
            <a:ahLst/>
            <a:cxnLst/>
            <a:rect l="0" t="0" r="0" b="0"/>
            <a:pathLst>
              <a:path h="20306">
                <a:moveTo>
                  <a:pt x="0" y="20306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7" name="pl7"/>
          <p:cNvSpPr/>
          <p:nvPr/>
        </p:nvSpPr>
        <p:spPr>
          <a:xfrm>
            <a:off x="1181091" y="2853975"/>
            <a:ext cx="0" cy="137977"/>
          </a:xfrm>
          <a:custGeom>
            <a:avLst/>
            <a:gdLst/>
            <a:ahLst/>
            <a:cxnLst/>
            <a:rect l="0" t="0" r="0" b="0"/>
            <a:pathLst>
              <a:path h="137977">
                <a:moveTo>
                  <a:pt x="0" y="0"/>
                </a:moveTo>
                <a:lnTo>
                  <a:pt x="0" y="137977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8" name="pg8"/>
          <p:cNvSpPr/>
          <p:nvPr/>
        </p:nvSpPr>
        <p:spPr>
          <a:xfrm>
            <a:off x="1050955" y="2695692"/>
            <a:ext cx="260270" cy="158283"/>
          </a:xfrm>
          <a:custGeom>
            <a:avLst/>
            <a:gdLst/>
            <a:ahLst/>
            <a:cxnLst/>
            <a:rect l="0" t="0" r="0" b="0"/>
            <a:pathLst>
              <a:path w="260270" h="158283">
                <a:moveTo>
                  <a:pt x="0" y="0"/>
                </a:moveTo>
                <a:lnTo>
                  <a:pt x="0" y="158283"/>
                </a:lnTo>
                <a:lnTo>
                  <a:pt x="260270" y="158283"/>
                </a:lnTo>
                <a:lnTo>
                  <a:pt x="260270" y="0"/>
                </a:lnTo>
                <a:close/>
              </a:path>
            </a:pathLst>
          </a:custGeom>
          <a:solidFill>
            <a:srgbClr val="440154">
              <a:alpha val="100000"/>
            </a:srgbClr>
          </a:solidFill>
          <a:ln w="13550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9" name="pl9"/>
          <p:cNvSpPr/>
          <p:nvPr/>
        </p:nvSpPr>
        <p:spPr>
          <a:xfrm>
            <a:off x="1050955" y="2715998"/>
            <a:ext cx="260270" cy="0"/>
          </a:xfrm>
          <a:custGeom>
            <a:avLst/>
            <a:gdLst/>
            <a:ahLst/>
            <a:cxnLst/>
            <a:rect l="0" t="0" r="0" b="0"/>
            <a:pathLst>
              <a:path w="260270">
                <a:moveTo>
                  <a:pt x="0" y="0"/>
                </a:moveTo>
                <a:lnTo>
                  <a:pt x="260270" y="0"/>
                </a:lnTo>
              </a:path>
            </a:pathLst>
          </a:custGeom>
          <a:ln w="27101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10" name="pl10"/>
          <p:cNvSpPr/>
          <p:nvPr/>
        </p:nvSpPr>
        <p:spPr>
          <a:xfrm>
            <a:off x="1528118" y="2832967"/>
            <a:ext cx="0" cy="59337"/>
          </a:xfrm>
          <a:custGeom>
            <a:avLst/>
            <a:gdLst/>
            <a:ahLst/>
            <a:cxnLst/>
            <a:rect l="0" t="0" r="0" b="0"/>
            <a:pathLst>
              <a:path h="59337">
                <a:moveTo>
                  <a:pt x="0" y="59337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1" name="pl11"/>
          <p:cNvSpPr/>
          <p:nvPr/>
        </p:nvSpPr>
        <p:spPr>
          <a:xfrm>
            <a:off x="1528118" y="3010306"/>
            <a:ext cx="0" cy="58663"/>
          </a:xfrm>
          <a:custGeom>
            <a:avLst/>
            <a:gdLst/>
            <a:ahLst/>
            <a:cxnLst/>
            <a:rect l="0" t="0" r="0" b="0"/>
            <a:pathLst>
              <a:path h="58663">
                <a:moveTo>
                  <a:pt x="0" y="0"/>
                </a:moveTo>
                <a:lnTo>
                  <a:pt x="0" y="58663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2" name="pg12"/>
          <p:cNvSpPr/>
          <p:nvPr/>
        </p:nvSpPr>
        <p:spPr>
          <a:xfrm>
            <a:off x="1397983" y="2892305"/>
            <a:ext cx="260270" cy="118001"/>
          </a:xfrm>
          <a:custGeom>
            <a:avLst/>
            <a:gdLst/>
            <a:ahLst/>
            <a:cxnLst/>
            <a:rect l="0" t="0" r="0" b="0"/>
            <a:pathLst>
              <a:path w="260270" h="118001">
                <a:moveTo>
                  <a:pt x="0" y="0"/>
                </a:moveTo>
                <a:lnTo>
                  <a:pt x="0" y="118001"/>
                </a:lnTo>
                <a:lnTo>
                  <a:pt x="260270" y="118001"/>
                </a:lnTo>
                <a:lnTo>
                  <a:pt x="260270" y="0"/>
                </a:lnTo>
                <a:close/>
              </a:path>
            </a:pathLst>
          </a:custGeom>
          <a:solidFill>
            <a:srgbClr val="46337E">
              <a:alpha val="100000"/>
            </a:srgbClr>
          </a:solidFill>
          <a:ln w="13550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13" name="pl13"/>
          <p:cNvSpPr/>
          <p:nvPr/>
        </p:nvSpPr>
        <p:spPr>
          <a:xfrm>
            <a:off x="1397983" y="2951642"/>
            <a:ext cx="260270" cy="0"/>
          </a:xfrm>
          <a:custGeom>
            <a:avLst/>
            <a:gdLst/>
            <a:ahLst/>
            <a:cxnLst/>
            <a:rect l="0" t="0" r="0" b="0"/>
            <a:pathLst>
              <a:path w="260270">
                <a:moveTo>
                  <a:pt x="0" y="0"/>
                </a:moveTo>
                <a:lnTo>
                  <a:pt x="260270" y="0"/>
                </a:lnTo>
              </a:path>
            </a:pathLst>
          </a:custGeom>
          <a:ln w="27101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14" name="pl14"/>
          <p:cNvSpPr/>
          <p:nvPr/>
        </p:nvSpPr>
        <p:spPr>
          <a:xfrm>
            <a:off x="1875146" y="2740004"/>
            <a:ext cx="0" cy="44151"/>
          </a:xfrm>
          <a:custGeom>
            <a:avLst/>
            <a:gdLst/>
            <a:ahLst/>
            <a:cxnLst/>
            <a:rect l="0" t="0" r="0" b="0"/>
            <a:pathLst>
              <a:path h="44151">
                <a:moveTo>
                  <a:pt x="0" y="44151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5" name="pl15"/>
          <p:cNvSpPr/>
          <p:nvPr/>
        </p:nvSpPr>
        <p:spPr>
          <a:xfrm>
            <a:off x="1875146" y="3017512"/>
            <a:ext cx="0" cy="189203"/>
          </a:xfrm>
          <a:custGeom>
            <a:avLst/>
            <a:gdLst/>
            <a:ahLst/>
            <a:cxnLst/>
            <a:rect l="0" t="0" r="0" b="0"/>
            <a:pathLst>
              <a:path h="189203">
                <a:moveTo>
                  <a:pt x="0" y="0"/>
                </a:moveTo>
                <a:lnTo>
                  <a:pt x="0" y="189203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6" name="pg16"/>
          <p:cNvSpPr/>
          <p:nvPr/>
        </p:nvSpPr>
        <p:spPr>
          <a:xfrm>
            <a:off x="1745011" y="2784156"/>
            <a:ext cx="260270" cy="233355"/>
          </a:xfrm>
          <a:custGeom>
            <a:avLst/>
            <a:gdLst/>
            <a:ahLst/>
            <a:cxnLst/>
            <a:rect l="0" t="0" r="0" b="0"/>
            <a:pathLst>
              <a:path w="260270" h="233355">
                <a:moveTo>
                  <a:pt x="0" y="0"/>
                </a:moveTo>
                <a:lnTo>
                  <a:pt x="0" y="233355"/>
                </a:lnTo>
                <a:lnTo>
                  <a:pt x="260270" y="233355"/>
                </a:lnTo>
                <a:lnTo>
                  <a:pt x="260270" y="0"/>
                </a:lnTo>
                <a:close/>
              </a:path>
            </a:pathLst>
          </a:custGeom>
          <a:solidFill>
            <a:srgbClr val="365C8D">
              <a:alpha val="100000"/>
            </a:srgbClr>
          </a:solidFill>
          <a:ln w="13550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17" name="pl17"/>
          <p:cNvSpPr/>
          <p:nvPr/>
        </p:nvSpPr>
        <p:spPr>
          <a:xfrm>
            <a:off x="1745011" y="2828308"/>
            <a:ext cx="260270" cy="0"/>
          </a:xfrm>
          <a:custGeom>
            <a:avLst/>
            <a:gdLst/>
            <a:ahLst/>
            <a:cxnLst/>
            <a:rect l="0" t="0" r="0" b="0"/>
            <a:pathLst>
              <a:path w="260270">
                <a:moveTo>
                  <a:pt x="0" y="0"/>
                </a:moveTo>
                <a:lnTo>
                  <a:pt x="260270" y="0"/>
                </a:lnTo>
              </a:path>
            </a:pathLst>
          </a:custGeom>
          <a:ln w="27101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18" name="pl18"/>
          <p:cNvSpPr/>
          <p:nvPr/>
        </p:nvSpPr>
        <p:spPr>
          <a:xfrm>
            <a:off x="2222174" y="2045117"/>
            <a:ext cx="0" cy="72626"/>
          </a:xfrm>
          <a:custGeom>
            <a:avLst/>
            <a:gdLst/>
            <a:ahLst/>
            <a:cxnLst/>
            <a:rect l="0" t="0" r="0" b="0"/>
            <a:pathLst>
              <a:path h="72626">
                <a:moveTo>
                  <a:pt x="0" y="72626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9" name="pl19"/>
          <p:cNvSpPr/>
          <p:nvPr/>
        </p:nvSpPr>
        <p:spPr>
          <a:xfrm>
            <a:off x="2222174" y="2416095"/>
            <a:ext cx="0" cy="225724"/>
          </a:xfrm>
          <a:custGeom>
            <a:avLst/>
            <a:gdLst/>
            <a:ahLst/>
            <a:cxnLst/>
            <a:rect l="0" t="0" r="0" b="0"/>
            <a:pathLst>
              <a:path h="225724">
                <a:moveTo>
                  <a:pt x="0" y="0"/>
                </a:moveTo>
                <a:lnTo>
                  <a:pt x="0" y="225724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0" name="pg20"/>
          <p:cNvSpPr/>
          <p:nvPr/>
        </p:nvSpPr>
        <p:spPr>
          <a:xfrm>
            <a:off x="2092039" y="2117744"/>
            <a:ext cx="260270" cy="298351"/>
          </a:xfrm>
          <a:custGeom>
            <a:avLst/>
            <a:gdLst/>
            <a:ahLst/>
            <a:cxnLst/>
            <a:rect l="0" t="0" r="0" b="0"/>
            <a:pathLst>
              <a:path w="260270" h="298351">
                <a:moveTo>
                  <a:pt x="0" y="0"/>
                </a:moveTo>
                <a:lnTo>
                  <a:pt x="0" y="298351"/>
                </a:lnTo>
                <a:lnTo>
                  <a:pt x="260270" y="298351"/>
                </a:lnTo>
                <a:lnTo>
                  <a:pt x="260270" y="0"/>
                </a:lnTo>
                <a:close/>
              </a:path>
            </a:pathLst>
          </a:custGeom>
          <a:solidFill>
            <a:srgbClr val="277F8E">
              <a:alpha val="100000"/>
            </a:srgbClr>
          </a:solidFill>
          <a:ln w="13550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21" name="pl21"/>
          <p:cNvSpPr/>
          <p:nvPr/>
        </p:nvSpPr>
        <p:spPr>
          <a:xfrm>
            <a:off x="2092039" y="2190370"/>
            <a:ext cx="260270" cy="0"/>
          </a:xfrm>
          <a:custGeom>
            <a:avLst/>
            <a:gdLst/>
            <a:ahLst/>
            <a:cxnLst/>
            <a:rect l="0" t="0" r="0" b="0"/>
            <a:pathLst>
              <a:path w="260270">
                <a:moveTo>
                  <a:pt x="0" y="0"/>
                </a:moveTo>
                <a:lnTo>
                  <a:pt x="260270" y="0"/>
                </a:lnTo>
              </a:path>
            </a:pathLst>
          </a:custGeom>
          <a:ln w="27101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22" name="pl22"/>
          <p:cNvSpPr/>
          <p:nvPr/>
        </p:nvSpPr>
        <p:spPr>
          <a:xfrm>
            <a:off x="2569202" y="2386232"/>
            <a:ext cx="0" cy="392056"/>
          </a:xfrm>
          <a:custGeom>
            <a:avLst/>
            <a:gdLst/>
            <a:ahLst/>
            <a:cxnLst/>
            <a:rect l="0" t="0" r="0" b="0"/>
            <a:pathLst>
              <a:path h="392056">
                <a:moveTo>
                  <a:pt x="0" y="392056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3" name="pl23"/>
          <p:cNvSpPr/>
          <p:nvPr/>
        </p:nvSpPr>
        <p:spPr>
          <a:xfrm>
            <a:off x="2569202" y="3319841"/>
            <a:ext cx="0" cy="149495"/>
          </a:xfrm>
          <a:custGeom>
            <a:avLst/>
            <a:gdLst/>
            <a:ahLst/>
            <a:cxnLst/>
            <a:rect l="0" t="0" r="0" b="0"/>
            <a:pathLst>
              <a:path h="149495">
                <a:moveTo>
                  <a:pt x="0" y="0"/>
                </a:moveTo>
                <a:lnTo>
                  <a:pt x="0" y="149495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4" name="pg24"/>
          <p:cNvSpPr/>
          <p:nvPr/>
        </p:nvSpPr>
        <p:spPr>
          <a:xfrm>
            <a:off x="2439067" y="2778289"/>
            <a:ext cx="260270" cy="541552"/>
          </a:xfrm>
          <a:custGeom>
            <a:avLst/>
            <a:gdLst/>
            <a:ahLst/>
            <a:cxnLst/>
            <a:rect l="0" t="0" r="0" b="0"/>
            <a:pathLst>
              <a:path w="260270" h="541552">
                <a:moveTo>
                  <a:pt x="0" y="0"/>
                </a:moveTo>
                <a:lnTo>
                  <a:pt x="0" y="541552"/>
                </a:lnTo>
                <a:lnTo>
                  <a:pt x="260270" y="541552"/>
                </a:lnTo>
                <a:lnTo>
                  <a:pt x="260270" y="0"/>
                </a:lnTo>
                <a:close/>
              </a:path>
            </a:pathLst>
          </a:custGeom>
          <a:solidFill>
            <a:srgbClr val="1FA187">
              <a:alpha val="100000"/>
            </a:srgbClr>
          </a:solidFill>
          <a:ln w="13550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25" name="pl25"/>
          <p:cNvSpPr/>
          <p:nvPr/>
        </p:nvSpPr>
        <p:spPr>
          <a:xfrm>
            <a:off x="2439067" y="3170345"/>
            <a:ext cx="260270" cy="0"/>
          </a:xfrm>
          <a:custGeom>
            <a:avLst/>
            <a:gdLst/>
            <a:ahLst/>
            <a:cxnLst/>
            <a:rect l="0" t="0" r="0" b="0"/>
            <a:pathLst>
              <a:path w="260270">
                <a:moveTo>
                  <a:pt x="0" y="0"/>
                </a:moveTo>
                <a:lnTo>
                  <a:pt x="260270" y="0"/>
                </a:lnTo>
              </a:path>
            </a:pathLst>
          </a:custGeom>
          <a:ln w="27101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26" name="pl26"/>
          <p:cNvSpPr/>
          <p:nvPr/>
        </p:nvSpPr>
        <p:spPr>
          <a:xfrm>
            <a:off x="2916230" y="3265364"/>
            <a:ext cx="0" cy="44774"/>
          </a:xfrm>
          <a:custGeom>
            <a:avLst/>
            <a:gdLst/>
            <a:ahLst/>
            <a:cxnLst/>
            <a:rect l="0" t="0" r="0" b="0"/>
            <a:pathLst>
              <a:path h="44774">
                <a:moveTo>
                  <a:pt x="0" y="4477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7" name="pl27"/>
          <p:cNvSpPr/>
          <p:nvPr/>
        </p:nvSpPr>
        <p:spPr>
          <a:xfrm>
            <a:off x="2916230" y="3498776"/>
            <a:ext cx="0" cy="143863"/>
          </a:xfrm>
          <a:custGeom>
            <a:avLst/>
            <a:gdLst/>
            <a:ahLst/>
            <a:cxnLst/>
            <a:rect l="0" t="0" r="0" b="0"/>
            <a:pathLst>
              <a:path h="143863">
                <a:moveTo>
                  <a:pt x="0" y="0"/>
                </a:moveTo>
                <a:lnTo>
                  <a:pt x="0" y="143863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8" name="pg28"/>
          <p:cNvSpPr/>
          <p:nvPr/>
        </p:nvSpPr>
        <p:spPr>
          <a:xfrm>
            <a:off x="2786094" y="3310139"/>
            <a:ext cx="260270" cy="188637"/>
          </a:xfrm>
          <a:custGeom>
            <a:avLst/>
            <a:gdLst/>
            <a:ahLst/>
            <a:cxnLst/>
            <a:rect l="0" t="0" r="0" b="0"/>
            <a:pathLst>
              <a:path w="260270" h="188637">
                <a:moveTo>
                  <a:pt x="0" y="0"/>
                </a:moveTo>
                <a:lnTo>
                  <a:pt x="0" y="188637"/>
                </a:lnTo>
                <a:lnTo>
                  <a:pt x="260270" y="188637"/>
                </a:lnTo>
                <a:lnTo>
                  <a:pt x="260270" y="0"/>
                </a:lnTo>
                <a:close/>
              </a:path>
            </a:pathLst>
          </a:custGeom>
          <a:solidFill>
            <a:srgbClr val="4AC16D">
              <a:alpha val="100000"/>
            </a:srgbClr>
          </a:solidFill>
          <a:ln w="13550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29" name="pl29"/>
          <p:cNvSpPr/>
          <p:nvPr/>
        </p:nvSpPr>
        <p:spPr>
          <a:xfrm>
            <a:off x="2786094" y="3354913"/>
            <a:ext cx="260270" cy="0"/>
          </a:xfrm>
          <a:custGeom>
            <a:avLst/>
            <a:gdLst/>
            <a:ahLst/>
            <a:cxnLst/>
            <a:rect l="0" t="0" r="0" b="0"/>
            <a:pathLst>
              <a:path w="260270">
                <a:moveTo>
                  <a:pt x="0" y="0"/>
                </a:moveTo>
                <a:lnTo>
                  <a:pt x="260270" y="0"/>
                </a:lnTo>
              </a:path>
            </a:pathLst>
          </a:custGeom>
          <a:ln w="27101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0" name="pl30"/>
          <p:cNvSpPr/>
          <p:nvPr/>
        </p:nvSpPr>
        <p:spPr>
          <a:xfrm>
            <a:off x="3263258" y="4728002"/>
            <a:ext cx="0" cy="68550"/>
          </a:xfrm>
          <a:custGeom>
            <a:avLst/>
            <a:gdLst/>
            <a:ahLst/>
            <a:cxnLst/>
            <a:rect l="0" t="0" r="0" b="0"/>
            <a:pathLst>
              <a:path h="68550">
                <a:moveTo>
                  <a:pt x="0" y="68550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1" name="pl31"/>
          <p:cNvSpPr/>
          <p:nvPr/>
        </p:nvSpPr>
        <p:spPr>
          <a:xfrm>
            <a:off x="3263258" y="4901399"/>
            <a:ext cx="0" cy="36294"/>
          </a:xfrm>
          <a:custGeom>
            <a:avLst/>
            <a:gdLst/>
            <a:ahLst/>
            <a:cxnLst/>
            <a:rect l="0" t="0" r="0" b="0"/>
            <a:pathLst>
              <a:path h="36294">
                <a:moveTo>
                  <a:pt x="0" y="0"/>
                </a:moveTo>
                <a:lnTo>
                  <a:pt x="0" y="36294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2" name="pg32"/>
          <p:cNvSpPr/>
          <p:nvPr/>
        </p:nvSpPr>
        <p:spPr>
          <a:xfrm>
            <a:off x="3133122" y="4796553"/>
            <a:ext cx="260270" cy="104845"/>
          </a:xfrm>
          <a:custGeom>
            <a:avLst/>
            <a:gdLst/>
            <a:ahLst/>
            <a:cxnLst/>
            <a:rect l="0" t="0" r="0" b="0"/>
            <a:pathLst>
              <a:path w="260270" h="104845">
                <a:moveTo>
                  <a:pt x="0" y="0"/>
                </a:moveTo>
                <a:lnTo>
                  <a:pt x="0" y="104845"/>
                </a:lnTo>
                <a:lnTo>
                  <a:pt x="260270" y="104845"/>
                </a:lnTo>
                <a:lnTo>
                  <a:pt x="260270" y="0"/>
                </a:lnTo>
                <a:close/>
              </a:path>
            </a:pathLst>
          </a:custGeom>
          <a:solidFill>
            <a:srgbClr val="9FDA3A">
              <a:alpha val="100000"/>
            </a:srgbClr>
          </a:solidFill>
          <a:ln w="13550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3" name="pl33"/>
          <p:cNvSpPr/>
          <p:nvPr/>
        </p:nvSpPr>
        <p:spPr>
          <a:xfrm>
            <a:off x="3133122" y="4865104"/>
            <a:ext cx="260270" cy="0"/>
          </a:xfrm>
          <a:custGeom>
            <a:avLst/>
            <a:gdLst/>
            <a:ahLst/>
            <a:cxnLst/>
            <a:rect l="0" t="0" r="0" b="0"/>
            <a:pathLst>
              <a:path w="260270">
                <a:moveTo>
                  <a:pt x="0" y="0"/>
                </a:moveTo>
                <a:lnTo>
                  <a:pt x="260270" y="0"/>
                </a:lnTo>
              </a:path>
            </a:pathLst>
          </a:custGeom>
          <a:ln w="27101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4" name="pl34"/>
          <p:cNvSpPr/>
          <p:nvPr/>
        </p:nvSpPr>
        <p:spPr>
          <a:xfrm>
            <a:off x="3610286" y="4403304"/>
            <a:ext cx="0" cy="124102"/>
          </a:xfrm>
          <a:custGeom>
            <a:avLst/>
            <a:gdLst/>
            <a:ahLst/>
            <a:cxnLst/>
            <a:rect l="0" t="0" r="0" b="0"/>
            <a:pathLst>
              <a:path h="124102">
                <a:moveTo>
                  <a:pt x="0" y="124102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5" name="pl35"/>
          <p:cNvSpPr/>
          <p:nvPr/>
        </p:nvSpPr>
        <p:spPr>
          <a:xfrm>
            <a:off x="3610286" y="4702330"/>
            <a:ext cx="0" cy="50819"/>
          </a:xfrm>
          <a:custGeom>
            <a:avLst/>
            <a:gdLst/>
            <a:ahLst/>
            <a:cxnLst/>
            <a:rect l="0" t="0" r="0" b="0"/>
            <a:pathLst>
              <a:path h="50819">
                <a:moveTo>
                  <a:pt x="0" y="0"/>
                </a:moveTo>
                <a:lnTo>
                  <a:pt x="0" y="50819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6" name="pg36"/>
          <p:cNvSpPr/>
          <p:nvPr/>
        </p:nvSpPr>
        <p:spPr>
          <a:xfrm>
            <a:off x="3480150" y="4527407"/>
            <a:ext cx="260270" cy="174922"/>
          </a:xfrm>
          <a:custGeom>
            <a:avLst/>
            <a:gdLst/>
            <a:ahLst/>
            <a:cxnLst/>
            <a:rect l="0" t="0" r="0" b="0"/>
            <a:pathLst>
              <a:path w="260270" h="174922">
                <a:moveTo>
                  <a:pt x="0" y="0"/>
                </a:moveTo>
                <a:lnTo>
                  <a:pt x="0" y="174922"/>
                </a:lnTo>
                <a:lnTo>
                  <a:pt x="260270" y="174922"/>
                </a:lnTo>
                <a:lnTo>
                  <a:pt x="260270" y="0"/>
                </a:lnTo>
                <a:close/>
              </a:path>
            </a:pathLst>
          </a:custGeom>
          <a:solidFill>
            <a:srgbClr val="FDE725">
              <a:alpha val="100000"/>
            </a:srgbClr>
          </a:solidFill>
          <a:ln w="13550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7" name="pl37"/>
          <p:cNvSpPr/>
          <p:nvPr/>
        </p:nvSpPr>
        <p:spPr>
          <a:xfrm>
            <a:off x="3480150" y="4651510"/>
            <a:ext cx="260270" cy="0"/>
          </a:xfrm>
          <a:custGeom>
            <a:avLst/>
            <a:gdLst/>
            <a:ahLst/>
            <a:cxnLst/>
            <a:rect l="0" t="0" r="0" b="0"/>
            <a:pathLst>
              <a:path w="260270">
                <a:moveTo>
                  <a:pt x="0" y="0"/>
                </a:moveTo>
                <a:lnTo>
                  <a:pt x="260270" y="0"/>
                </a:lnTo>
              </a:path>
            </a:pathLst>
          </a:custGeom>
          <a:ln w="27101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8" name="tx38"/>
          <p:cNvSpPr/>
          <p:nvPr/>
        </p:nvSpPr>
        <p:spPr>
          <a:xfrm>
            <a:off x="1450394" y="2682640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ab</a:t>
            </a:r>
          </a:p>
        </p:txBody>
      </p:sp>
      <p:sp>
        <p:nvSpPr>
          <p:cNvPr id="39" name="tx39"/>
          <p:cNvSpPr/>
          <p:nvPr/>
        </p:nvSpPr>
        <p:spPr>
          <a:xfrm>
            <a:off x="1450394" y="2682640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ab</a:t>
            </a:r>
          </a:p>
        </p:txBody>
      </p:sp>
      <p:sp>
        <p:nvSpPr>
          <p:cNvPr id="41" name="tx41"/>
          <p:cNvSpPr/>
          <p:nvPr/>
        </p:nvSpPr>
        <p:spPr>
          <a:xfrm>
            <a:off x="2495410" y="2235905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bc</a:t>
            </a:r>
          </a:p>
        </p:txBody>
      </p:sp>
      <p:sp>
        <p:nvSpPr>
          <p:cNvPr id="42" name="tx42"/>
          <p:cNvSpPr/>
          <p:nvPr/>
        </p:nvSpPr>
        <p:spPr>
          <a:xfrm>
            <a:off x="2495410" y="2235905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bc</a:t>
            </a:r>
          </a:p>
        </p:txBody>
      </p:sp>
      <p:sp>
        <p:nvSpPr>
          <p:cNvPr id="44" name="tx44"/>
          <p:cNvSpPr/>
          <p:nvPr/>
        </p:nvSpPr>
        <p:spPr>
          <a:xfrm>
            <a:off x="2183312" y="1894789"/>
            <a:ext cx="7772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</a:t>
            </a:r>
          </a:p>
        </p:txBody>
      </p:sp>
      <p:sp>
        <p:nvSpPr>
          <p:cNvPr id="45" name="tx45"/>
          <p:cNvSpPr/>
          <p:nvPr/>
        </p:nvSpPr>
        <p:spPr>
          <a:xfrm>
            <a:off x="2183312" y="1894789"/>
            <a:ext cx="7772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</a:t>
            </a:r>
          </a:p>
        </p:txBody>
      </p:sp>
      <p:sp>
        <p:nvSpPr>
          <p:cNvPr id="47" name="tx47"/>
          <p:cNvSpPr/>
          <p:nvPr/>
        </p:nvSpPr>
        <p:spPr>
          <a:xfrm>
            <a:off x="1103367" y="2525058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ab</a:t>
            </a:r>
          </a:p>
        </p:txBody>
      </p:sp>
      <p:sp>
        <p:nvSpPr>
          <p:cNvPr id="48" name="tx48"/>
          <p:cNvSpPr/>
          <p:nvPr/>
        </p:nvSpPr>
        <p:spPr>
          <a:xfrm>
            <a:off x="1103367" y="2525058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ab</a:t>
            </a:r>
          </a:p>
        </p:txBody>
      </p:sp>
      <p:sp>
        <p:nvSpPr>
          <p:cNvPr id="50" name="tx50"/>
          <p:cNvSpPr/>
          <p:nvPr/>
        </p:nvSpPr>
        <p:spPr>
          <a:xfrm>
            <a:off x="3532562" y="4252977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gh</a:t>
            </a:r>
          </a:p>
        </p:txBody>
      </p:sp>
      <p:sp>
        <p:nvSpPr>
          <p:cNvPr id="51" name="tx51"/>
          <p:cNvSpPr/>
          <p:nvPr/>
        </p:nvSpPr>
        <p:spPr>
          <a:xfrm>
            <a:off x="3532562" y="4252977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gh</a:t>
            </a:r>
          </a:p>
        </p:txBody>
      </p:sp>
      <p:sp>
        <p:nvSpPr>
          <p:cNvPr id="52" name="tx52"/>
          <p:cNvSpPr/>
          <p:nvPr/>
        </p:nvSpPr>
        <p:spPr>
          <a:xfrm>
            <a:off x="3532562" y="4252977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gh</a:t>
            </a:r>
          </a:p>
        </p:txBody>
      </p:sp>
      <p:sp>
        <p:nvSpPr>
          <p:cNvPr id="53" name="tx53"/>
          <p:cNvSpPr/>
          <p:nvPr/>
        </p:nvSpPr>
        <p:spPr>
          <a:xfrm>
            <a:off x="3185534" y="4577675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gh</a:t>
            </a:r>
          </a:p>
        </p:txBody>
      </p:sp>
      <p:sp>
        <p:nvSpPr>
          <p:cNvPr id="54" name="tx54"/>
          <p:cNvSpPr/>
          <p:nvPr/>
        </p:nvSpPr>
        <p:spPr>
          <a:xfrm>
            <a:off x="3185534" y="4577675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gh</a:t>
            </a:r>
          </a:p>
        </p:txBody>
      </p:sp>
      <p:sp>
        <p:nvSpPr>
          <p:cNvPr id="55" name="tx55"/>
          <p:cNvSpPr/>
          <p:nvPr/>
        </p:nvSpPr>
        <p:spPr>
          <a:xfrm>
            <a:off x="3185534" y="4577675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gh</a:t>
            </a:r>
          </a:p>
        </p:txBody>
      </p:sp>
      <p:sp>
        <p:nvSpPr>
          <p:cNvPr id="56" name="tx56"/>
          <p:cNvSpPr/>
          <p:nvPr/>
        </p:nvSpPr>
        <p:spPr>
          <a:xfrm>
            <a:off x="1797422" y="2589676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ab</a:t>
            </a:r>
          </a:p>
        </p:txBody>
      </p:sp>
      <p:sp>
        <p:nvSpPr>
          <p:cNvPr id="57" name="tx57"/>
          <p:cNvSpPr/>
          <p:nvPr/>
        </p:nvSpPr>
        <p:spPr>
          <a:xfrm>
            <a:off x="1797422" y="2589676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ab</a:t>
            </a:r>
          </a:p>
        </p:txBody>
      </p:sp>
      <p:sp>
        <p:nvSpPr>
          <p:cNvPr id="58" name="tx58"/>
          <p:cNvSpPr/>
          <p:nvPr/>
        </p:nvSpPr>
        <p:spPr>
          <a:xfrm>
            <a:off x="1797422" y="2589676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ab</a:t>
            </a:r>
          </a:p>
        </p:txBody>
      </p:sp>
      <p:sp>
        <p:nvSpPr>
          <p:cNvPr id="59" name="tx59"/>
          <p:cNvSpPr/>
          <p:nvPr/>
        </p:nvSpPr>
        <p:spPr>
          <a:xfrm>
            <a:off x="2803576" y="3115037"/>
            <a:ext cx="22530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bcd</a:t>
            </a:r>
          </a:p>
        </p:txBody>
      </p:sp>
      <p:sp>
        <p:nvSpPr>
          <p:cNvPr id="60" name="tx60"/>
          <p:cNvSpPr/>
          <p:nvPr/>
        </p:nvSpPr>
        <p:spPr>
          <a:xfrm>
            <a:off x="2803576" y="3115037"/>
            <a:ext cx="22530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bcd</a:t>
            </a:r>
          </a:p>
        </p:txBody>
      </p:sp>
      <p:sp>
        <p:nvSpPr>
          <p:cNvPr id="63" name="pl63"/>
          <p:cNvSpPr/>
          <p:nvPr/>
        </p:nvSpPr>
        <p:spPr>
          <a:xfrm>
            <a:off x="4575359" y="4133435"/>
            <a:ext cx="0" cy="55379"/>
          </a:xfrm>
          <a:custGeom>
            <a:avLst/>
            <a:gdLst/>
            <a:ahLst/>
            <a:cxnLst/>
            <a:rect l="0" t="0" r="0" b="0"/>
            <a:pathLst>
              <a:path h="55379">
                <a:moveTo>
                  <a:pt x="0" y="55379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64" name="pl64"/>
          <p:cNvSpPr/>
          <p:nvPr/>
        </p:nvSpPr>
        <p:spPr>
          <a:xfrm>
            <a:off x="4575359" y="4281258"/>
            <a:ext cx="0" cy="37064"/>
          </a:xfrm>
          <a:custGeom>
            <a:avLst/>
            <a:gdLst/>
            <a:ahLst/>
            <a:cxnLst/>
            <a:rect l="0" t="0" r="0" b="0"/>
            <a:pathLst>
              <a:path h="37064">
                <a:moveTo>
                  <a:pt x="0" y="0"/>
                </a:moveTo>
                <a:lnTo>
                  <a:pt x="0" y="37064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65" name="pg65"/>
          <p:cNvSpPr/>
          <p:nvPr/>
        </p:nvSpPr>
        <p:spPr>
          <a:xfrm>
            <a:off x="4445224" y="4188814"/>
            <a:ext cx="260270" cy="92443"/>
          </a:xfrm>
          <a:custGeom>
            <a:avLst/>
            <a:gdLst/>
            <a:ahLst/>
            <a:cxnLst/>
            <a:rect l="0" t="0" r="0" b="0"/>
            <a:pathLst>
              <a:path w="260270" h="92443">
                <a:moveTo>
                  <a:pt x="0" y="0"/>
                </a:moveTo>
                <a:lnTo>
                  <a:pt x="0" y="92443"/>
                </a:lnTo>
                <a:lnTo>
                  <a:pt x="260270" y="92443"/>
                </a:lnTo>
                <a:lnTo>
                  <a:pt x="260270" y="0"/>
                </a:lnTo>
                <a:close/>
              </a:path>
            </a:pathLst>
          </a:custGeom>
          <a:solidFill>
            <a:srgbClr val="440154">
              <a:alpha val="100000"/>
            </a:srgbClr>
          </a:solidFill>
          <a:ln w="13550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66" name="pl66"/>
          <p:cNvSpPr/>
          <p:nvPr/>
        </p:nvSpPr>
        <p:spPr>
          <a:xfrm>
            <a:off x="4445224" y="4244194"/>
            <a:ext cx="260270" cy="0"/>
          </a:xfrm>
          <a:custGeom>
            <a:avLst/>
            <a:gdLst/>
            <a:ahLst/>
            <a:cxnLst/>
            <a:rect l="0" t="0" r="0" b="0"/>
            <a:pathLst>
              <a:path w="260270">
                <a:moveTo>
                  <a:pt x="0" y="0"/>
                </a:moveTo>
                <a:lnTo>
                  <a:pt x="260270" y="0"/>
                </a:lnTo>
              </a:path>
            </a:pathLst>
          </a:custGeom>
          <a:ln w="27101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67" name="pl67"/>
          <p:cNvSpPr/>
          <p:nvPr/>
        </p:nvSpPr>
        <p:spPr>
          <a:xfrm>
            <a:off x="4922387" y="3661241"/>
            <a:ext cx="0" cy="44221"/>
          </a:xfrm>
          <a:custGeom>
            <a:avLst/>
            <a:gdLst/>
            <a:ahLst/>
            <a:cxnLst/>
            <a:rect l="0" t="0" r="0" b="0"/>
            <a:pathLst>
              <a:path h="44221">
                <a:moveTo>
                  <a:pt x="0" y="44221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68" name="pl68"/>
          <p:cNvSpPr/>
          <p:nvPr/>
        </p:nvSpPr>
        <p:spPr>
          <a:xfrm>
            <a:off x="4922387" y="3878364"/>
            <a:ext cx="0" cy="128680"/>
          </a:xfrm>
          <a:custGeom>
            <a:avLst/>
            <a:gdLst/>
            <a:ahLst/>
            <a:cxnLst/>
            <a:rect l="0" t="0" r="0" b="0"/>
            <a:pathLst>
              <a:path h="128680">
                <a:moveTo>
                  <a:pt x="0" y="0"/>
                </a:moveTo>
                <a:lnTo>
                  <a:pt x="0" y="128680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69" name="pg69"/>
          <p:cNvSpPr/>
          <p:nvPr/>
        </p:nvSpPr>
        <p:spPr>
          <a:xfrm>
            <a:off x="4792251" y="3705462"/>
            <a:ext cx="260270" cy="172902"/>
          </a:xfrm>
          <a:custGeom>
            <a:avLst/>
            <a:gdLst/>
            <a:ahLst/>
            <a:cxnLst/>
            <a:rect l="0" t="0" r="0" b="0"/>
            <a:pathLst>
              <a:path w="260270" h="172902">
                <a:moveTo>
                  <a:pt x="0" y="0"/>
                </a:moveTo>
                <a:lnTo>
                  <a:pt x="0" y="172902"/>
                </a:lnTo>
                <a:lnTo>
                  <a:pt x="260270" y="172902"/>
                </a:lnTo>
                <a:lnTo>
                  <a:pt x="260270" y="0"/>
                </a:lnTo>
                <a:close/>
              </a:path>
            </a:pathLst>
          </a:custGeom>
          <a:solidFill>
            <a:srgbClr val="46337E">
              <a:alpha val="100000"/>
            </a:srgbClr>
          </a:solidFill>
          <a:ln w="13550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70" name="pl70"/>
          <p:cNvSpPr/>
          <p:nvPr/>
        </p:nvSpPr>
        <p:spPr>
          <a:xfrm>
            <a:off x="4792251" y="3749683"/>
            <a:ext cx="260270" cy="0"/>
          </a:xfrm>
          <a:custGeom>
            <a:avLst/>
            <a:gdLst/>
            <a:ahLst/>
            <a:cxnLst/>
            <a:rect l="0" t="0" r="0" b="0"/>
            <a:pathLst>
              <a:path w="260270">
                <a:moveTo>
                  <a:pt x="0" y="0"/>
                </a:moveTo>
                <a:lnTo>
                  <a:pt x="260270" y="0"/>
                </a:lnTo>
              </a:path>
            </a:pathLst>
          </a:custGeom>
          <a:ln w="27101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71" name="pl71"/>
          <p:cNvSpPr/>
          <p:nvPr/>
        </p:nvSpPr>
        <p:spPr>
          <a:xfrm>
            <a:off x="5269415" y="3565701"/>
            <a:ext cx="0" cy="152153"/>
          </a:xfrm>
          <a:custGeom>
            <a:avLst/>
            <a:gdLst/>
            <a:ahLst/>
            <a:cxnLst/>
            <a:rect l="0" t="0" r="0" b="0"/>
            <a:pathLst>
              <a:path h="152153">
                <a:moveTo>
                  <a:pt x="0" y="152153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72" name="pl72"/>
          <p:cNvSpPr/>
          <p:nvPr/>
        </p:nvSpPr>
        <p:spPr>
          <a:xfrm>
            <a:off x="5269415" y="3893885"/>
            <a:ext cx="0" cy="23877"/>
          </a:xfrm>
          <a:custGeom>
            <a:avLst/>
            <a:gdLst/>
            <a:ahLst/>
            <a:cxnLst/>
            <a:rect l="0" t="0" r="0" b="0"/>
            <a:pathLst>
              <a:path h="23877">
                <a:moveTo>
                  <a:pt x="0" y="0"/>
                </a:moveTo>
                <a:lnTo>
                  <a:pt x="0" y="23877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73" name="pg73"/>
          <p:cNvSpPr/>
          <p:nvPr/>
        </p:nvSpPr>
        <p:spPr>
          <a:xfrm>
            <a:off x="5139279" y="3717854"/>
            <a:ext cx="260270" cy="176030"/>
          </a:xfrm>
          <a:custGeom>
            <a:avLst/>
            <a:gdLst/>
            <a:ahLst/>
            <a:cxnLst/>
            <a:rect l="0" t="0" r="0" b="0"/>
            <a:pathLst>
              <a:path w="260270" h="176030">
                <a:moveTo>
                  <a:pt x="0" y="0"/>
                </a:moveTo>
                <a:lnTo>
                  <a:pt x="0" y="176030"/>
                </a:lnTo>
                <a:lnTo>
                  <a:pt x="260270" y="176030"/>
                </a:lnTo>
                <a:lnTo>
                  <a:pt x="260270" y="0"/>
                </a:lnTo>
                <a:close/>
              </a:path>
            </a:pathLst>
          </a:custGeom>
          <a:solidFill>
            <a:srgbClr val="365C8D">
              <a:alpha val="100000"/>
            </a:srgbClr>
          </a:solidFill>
          <a:ln w="13550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74" name="pl74"/>
          <p:cNvSpPr/>
          <p:nvPr/>
        </p:nvSpPr>
        <p:spPr>
          <a:xfrm>
            <a:off x="5139279" y="3870007"/>
            <a:ext cx="260270" cy="0"/>
          </a:xfrm>
          <a:custGeom>
            <a:avLst/>
            <a:gdLst/>
            <a:ahLst/>
            <a:cxnLst/>
            <a:rect l="0" t="0" r="0" b="0"/>
            <a:pathLst>
              <a:path w="260270">
                <a:moveTo>
                  <a:pt x="0" y="0"/>
                </a:moveTo>
                <a:lnTo>
                  <a:pt x="260270" y="0"/>
                </a:lnTo>
              </a:path>
            </a:pathLst>
          </a:custGeom>
          <a:ln w="27101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75" name="pl75"/>
          <p:cNvSpPr/>
          <p:nvPr/>
        </p:nvSpPr>
        <p:spPr>
          <a:xfrm>
            <a:off x="5616443" y="4144805"/>
            <a:ext cx="0" cy="151506"/>
          </a:xfrm>
          <a:custGeom>
            <a:avLst/>
            <a:gdLst/>
            <a:ahLst/>
            <a:cxnLst/>
            <a:rect l="0" t="0" r="0" b="0"/>
            <a:pathLst>
              <a:path h="151506">
                <a:moveTo>
                  <a:pt x="0" y="151506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76" name="pl76"/>
          <p:cNvSpPr/>
          <p:nvPr/>
        </p:nvSpPr>
        <p:spPr>
          <a:xfrm>
            <a:off x="5616443" y="4463880"/>
            <a:ext cx="0" cy="16061"/>
          </a:xfrm>
          <a:custGeom>
            <a:avLst/>
            <a:gdLst/>
            <a:ahLst/>
            <a:cxnLst/>
            <a:rect l="0" t="0" r="0" b="0"/>
            <a:pathLst>
              <a:path h="16061">
                <a:moveTo>
                  <a:pt x="0" y="0"/>
                </a:moveTo>
                <a:lnTo>
                  <a:pt x="0" y="16061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77" name="pg77"/>
          <p:cNvSpPr/>
          <p:nvPr/>
        </p:nvSpPr>
        <p:spPr>
          <a:xfrm>
            <a:off x="5486307" y="4296312"/>
            <a:ext cx="260270" cy="167567"/>
          </a:xfrm>
          <a:custGeom>
            <a:avLst/>
            <a:gdLst/>
            <a:ahLst/>
            <a:cxnLst/>
            <a:rect l="0" t="0" r="0" b="0"/>
            <a:pathLst>
              <a:path w="260270" h="167567">
                <a:moveTo>
                  <a:pt x="0" y="0"/>
                </a:moveTo>
                <a:lnTo>
                  <a:pt x="0" y="167567"/>
                </a:lnTo>
                <a:lnTo>
                  <a:pt x="260270" y="167567"/>
                </a:lnTo>
                <a:lnTo>
                  <a:pt x="260270" y="0"/>
                </a:lnTo>
                <a:close/>
              </a:path>
            </a:pathLst>
          </a:custGeom>
          <a:solidFill>
            <a:srgbClr val="277F8E">
              <a:alpha val="100000"/>
            </a:srgbClr>
          </a:solidFill>
          <a:ln w="13550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78" name="pl78"/>
          <p:cNvSpPr/>
          <p:nvPr/>
        </p:nvSpPr>
        <p:spPr>
          <a:xfrm>
            <a:off x="5486307" y="4447819"/>
            <a:ext cx="260270" cy="0"/>
          </a:xfrm>
          <a:custGeom>
            <a:avLst/>
            <a:gdLst/>
            <a:ahLst/>
            <a:cxnLst/>
            <a:rect l="0" t="0" r="0" b="0"/>
            <a:pathLst>
              <a:path w="260270">
                <a:moveTo>
                  <a:pt x="0" y="0"/>
                </a:moveTo>
                <a:lnTo>
                  <a:pt x="260270" y="0"/>
                </a:lnTo>
              </a:path>
            </a:pathLst>
          </a:custGeom>
          <a:ln w="27101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79" name="pl79"/>
          <p:cNvSpPr/>
          <p:nvPr/>
        </p:nvSpPr>
        <p:spPr>
          <a:xfrm>
            <a:off x="5963470" y="3463268"/>
            <a:ext cx="0" cy="92445"/>
          </a:xfrm>
          <a:custGeom>
            <a:avLst/>
            <a:gdLst/>
            <a:ahLst/>
            <a:cxnLst/>
            <a:rect l="0" t="0" r="0" b="0"/>
            <a:pathLst>
              <a:path h="92445">
                <a:moveTo>
                  <a:pt x="0" y="92445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80" name="pl80"/>
          <p:cNvSpPr/>
          <p:nvPr/>
        </p:nvSpPr>
        <p:spPr>
          <a:xfrm>
            <a:off x="5963470" y="3718904"/>
            <a:ext cx="0" cy="70745"/>
          </a:xfrm>
          <a:custGeom>
            <a:avLst/>
            <a:gdLst/>
            <a:ahLst/>
            <a:cxnLst/>
            <a:rect l="0" t="0" r="0" b="0"/>
            <a:pathLst>
              <a:path h="70745">
                <a:moveTo>
                  <a:pt x="0" y="0"/>
                </a:moveTo>
                <a:lnTo>
                  <a:pt x="0" y="70745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81" name="pg81"/>
          <p:cNvSpPr/>
          <p:nvPr/>
        </p:nvSpPr>
        <p:spPr>
          <a:xfrm>
            <a:off x="5833335" y="3555713"/>
            <a:ext cx="260270" cy="163191"/>
          </a:xfrm>
          <a:custGeom>
            <a:avLst/>
            <a:gdLst/>
            <a:ahLst/>
            <a:cxnLst/>
            <a:rect l="0" t="0" r="0" b="0"/>
            <a:pathLst>
              <a:path w="260270" h="163191">
                <a:moveTo>
                  <a:pt x="0" y="0"/>
                </a:moveTo>
                <a:lnTo>
                  <a:pt x="0" y="163191"/>
                </a:lnTo>
                <a:lnTo>
                  <a:pt x="260270" y="163191"/>
                </a:lnTo>
                <a:lnTo>
                  <a:pt x="260270" y="0"/>
                </a:lnTo>
                <a:close/>
              </a:path>
            </a:pathLst>
          </a:custGeom>
          <a:solidFill>
            <a:srgbClr val="1FA187">
              <a:alpha val="100000"/>
            </a:srgbClr>
          </a:solidFill>
          <a:ln w="13550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82" name="pl82"/>
          <p:cNvSpPr/>
          <p:nvPr/>
        </p:nvSpPr>
        <p:spPr>
          <a:xfrm>
            <a:off x="5833335" y="3648159"/>
            <a:ext cx="260270" cy="0"/>
          </a:xfrm>
          <a:custGeom>
            <a:avLst/>
            <a:gdLst/>
            <a:ahLst/>
            <a:cxnLst/>
            <a:rect l="0" t="0" r="0" b="0"/>
            <a:pathLst>
              <a:path w="260270">
                <a:moveTo>
                  <a:pt x="0" y="0"/>
                </a:moveTo>
                <a:lnTo>
                  <a:pt x="260270" y="0"/>
                </a:lnTo>
              </a:path>
            </a:pathLst>
          </a:custGeom>
          <a:ln w="27101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83" name="pl83"/>
          <p:cNvSpPr/>
          <p:nvPr/>
        </p:nvSpPr>
        <p:spPr>
          <a:xfrm>
            <a:off x="6310498" y="3524810"/>
            <a:ext cx="0" cy="108269"/>
          </a:xfrm>
          <a:custGeom>
            <a:avLst/>
            <a:gdLst/>
            <a:ahLst/>
            <a:cxnLst/>
            <a:rect l="0" t="0" r="0" b="0"/>
            <a:pathLst>
              <a:path h="108269">
                <a:moveTo>
                  <a:pt x="0" y="108269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84" name="pl84"/>
          <p:cNvSpPr/>
          <p:nvPr/>
        </p:nvSpPr>
        <p:spPr>
          <a:xfrm>
            <a:off x="6310498" y="3743911"/>
            <a:ext cx="0" cy="2562"/>
          </a:xfrm>
          <a:custGeom>
            <a:avLst/>
            <a:gdLst/>
            <a:ahLst/>
            <a:cxnLst/>
            <a:rect l="0" t="0" r="0" b="0"/>
            <a:pathLst>
              <a:path h="2562">
                <a:moveTo>
                  <a:pt x="0" y="0"/>
                </a:moveTo>
                <a:lnTo>
                  <a:pt x="0" y="2562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85" name="pg85"/>
          <p:cNvSpPr/>
          <p:nvPr/>
        </p:nvSpPr>
        <p:spPr>
          <a:xfrm>
            <a:off x="6180363" y="3633079"/>
            <a:ext cx="260270" cy="110831"/>
          </a:xfrm>
          <a:custGeom>
            <a:avLst/>
            <a:gdLst/>
            <a:ahLst/>
            <a:cxnLst/>
            <a:rect l="0" t="0" r="0" b="0"/>
            <a:pathLst>
              <a:path w="260270" h="110831">
                <a:moveTo>
                  <a:pt x="0" y="0"/>
                </a:moveTo>
                <a:lnTo>
                  <a:pt x="0" y="110831"/>
                </a:lnTo>
                <a:lnTo>
                  <a:pt x="260270" y="110831"/>
                </a:lnTo>
                <a:lnTo>
                  <a:pt x="260270" y="0"/>
                </a:lnTo>
                <a:close/>
              </a:path>
            </a:pathLst>
          </a:custGeom>
          <a:solidFill>
            <a:srgbClr val="4AC16D">
              <a:alpha val="100000"/>
            </a:srgbClr>
          </a:solidFill>
          <a:ln w="13550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86" name="pl86"/>
          <p:cNvSpPr/>
          <p:nvPr/>
        </p:nvSpPr>
        <p:spPr>
          <a:xfrm>
            <a:off x="6180363" y="3741348"/>
            <a:ext cx="260270" cy="0"/>
          </a:xfrm>
          <a:custGeom>
            <a:avLst/>
            <a:gdLst/>
            <a:ahLst/>
            <a:cxnLst/>
            <a:rect l="0" t="0" r="0" b="0"/>
            <a:pathLst>
              <a:path w="260270">
                <a:moveTo>
                  <a:pt x="0" y="0"/>
                </a:moveTo>
                <a:lnTo>
                  <a:pt x="260270" y="0"/>
                </a:lnTo>
              </a:path>
            </a:pathLst>
          </a:custGeom>
          <a:ln w="27101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87" name="pl87"/>
          <p:cNvSpPr/>
          <p:nvPr/>
        </p:nvSpPr>
        <p:spPr>
          <a:xfrm>
            <a:off x="6657526" y="4919836"/>
            <a:ext cx="0" cy="7720"/>
          </a:xfrm>
          <a:custGeom>
            <a:avLst/>
            <a:gdLst/>
            <a:ahLst/>
            <a:cxnLst/>
            <a:rect l="0" t="0" r="0" b="0"/>
            <a:pathLst>
              <a:path h="7720">
                <a:moveTo>
                  <a:pt x="0" y="7720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88" name="pl88"/>
          <p:cNvSpPr/>
          <p:nvPr/>
        </p:nvSpPr>
        <p:spPr>
          <a:xfrm>
            <a:off x="6657526" y="4942998"/>
            <a:ext cx="0" cy="7720"/>
          </a:xfrm>
          <a:custGeom>
            <a:avLst/>
            <a:gdLst/>
            <a:ahLst/>
            <a:cxnLst/>
            <a:rect l="0" t="0" r="0" b="0"/>
            <a:pathLst>
              <a:path h="7720">
                <a:moveTo>
                  <a:pt x="0" y="0"/>
                </a:moveTo>
                <a:lnTo>
                  <a:pt x="0" y="7720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89" name="pg89"/>
          <p:cNvSpPr/>
          <p:nvPr/>
        </p:nvSpPr>
        <p:spPr>
          <a:xfrm>
            <a:off x="6527391" y="4927557"/>
            <a:ext cx="260270" cy="15441"/>
          </a:xfrm>
          <a:custGeom>
            <a:avLst/>
            <a:gdLst/>
            <a:ahLst/>
            <a:cxnLst/>
            <a:rect l="0" t="0" r="0" b="0"/>
            <a:pathLst>
              <a:path w="260270" h="15441">
                <a:moveTo>
                  <a:pt x="0" y="0"/>
                </a:moveTo>
                <a:lnTo>
                  <a:pt x="0" y="15441"/>
                </a:lnTo>
                <a:lnTo>
                  <a:pt x="260270" y="15441"/>
                </a:lnTo>
                <a:lnTo>
                  <a:pt x="260270" y="0"/>
                </a:lnTo>
                <a:close/>
              </a:path>
            </a:pathLst>
          </a:custGeom>
          <a:solidFill>
            <a:srgbClr val="9FDA3A">
              <a:alpha val="100000"/>
            </a:srgbClr>
          </a:solidFill>
          <a:ln w="13550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90" name="pl90"/>
          <p:cNvSpPr/>
          <p:nvPr/>
        </p:nvSpPr>
        <p:spPr>
          <a:xfrm>
            <a:off x="6527391" y="4935278"/>
            <a:ext cx="260270" cy="0"/>
          </a:xfrm>
          <a:custGeom>
            <a:avLst/>
            <a:gdLst/>
            <a:ahLst/>
            <a:cxnLst/>
            <a:rect l="0" t="0" r="0" b="0"/>
            <a:pathLst>
              <a:path w="260270">
                <a:moveTo>
                  <a:pt x="0" y="0"/>
                </a:moveTo>
                <a:lnTo>
                  <a:pt x="260270" y="0"/>
                </a:lnTo>
              </a:path>
            </a:pathLst>
          </a:custGeom>
          <a:ln w="27101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91" name="pl91"/>
          <p:cNvSpPr/>
          <p:nvPr/>
        </p:nvSpPr>
        <p:spPr>
          <a:xfrm>
            <a:off x="7004554" y="4916548"/>
            <a:ext cx="0" cy="30544"/>
          </a:xfrm>
          <a:custGeom>
            <a:avLst/>
            <a:gdLst/>
            <a:ahLst/>
            <a:cxnLst/>
            <a:rect l="0" t="0" r="0" b="0"/>
            <a:pathLst>
              <a:path h="30544">
                <a:moveTo>
                  <a:pt x="0" y="3054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92" name="pl92"/>
          <p:cNvSpPr/>
          <p:nvPr/>
        </p:nvSpPr>
        <p:spPr>
          <a:xfrm>
            <a:off x="7004554" y="4996915"/>
            <a:ext cx="0" cy="19278"/>
          </a:xfrm>
          <a:custGeom>
            <a:avLst/>
            <a:gdLst/>
            <a:ahLst/>
            <a:cxnLst/>
            <a:rect l="0" t="0" r="0" b="0"/>
            <a:pathLst>
              <a:path h="19278">
                <a:moveTo>
                  <a:pt x="0" y="0"/>
                </a:moveTo>
                <a:lnTo>
                  <a:pt x="0" y="19278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93" name="pg93"/>
          <p:cNvSpPr/>
          <p:nvPr/>
        </p:nvSpPr>
        <p:spPr>
          <a:xfrm>
            <a:off x="6874419" y="4947093"/>
            <a:ext cx="260270" cy="49822"/>
          </a:xfrm>
          <a:custGeom>
            <a:avLst/>
            <a:gdLst/>
            <a:ahLst/>
            <a:cxnLst/>
            <a:rect l="0" t="0" r="0" b="0"/>
            <a:pathLst>
              <a:path w="260270" h="49822">
                <a:moveTo>
                  <a:pt x="0" y="0"/>
                </a:moveTo>
                <a:lnTo>
                  <a:pt x="0" y="49822"/>
                </a:lnTo>
                <a:lnTo>
                  <a:pt x="260270" y="49822"/>
                </a:lnTo>
                <a:lnTo>
                  <a:pt x="260270" y="0"/>
                </a:lnTo>
                <a:close/>
              </a:path>
            </a:pathLst>
          </a:custGeom>
          <a:solidFill>
            <a:srgbClr val="FDE725">
              <a:alpha val="100000"/>
            </a:srgbClr>
          </a:solidFill>
          <a:ln w="13550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94" name="pl94"/>
          <p:cNvSpPr/>
          <p:nvPr/>
        </p:nvSpPr>
        <p:spPr>
          <a:xfrm>
            <a:off x="6874419" y="4977637"/>
            <a:ext cx="260270" cy="0"/>
          </a:xfrm>
          <a:custGeom>
            <a:avLst/>
            <a:gdLst/>
            <a:ahLst/>
            <a:cxnLst/>
            <a:rect l="0" t="0" r="0" b="0"/>
            <a:pathLst>
              <a:path w="260270">
                <a:moveTo>
                  <a:pt x="0" y="0"/>
                </a:moveTo>
                <a:lnTo>
                  <a:pt x="260270" y="0"/>
                </a:lnTo>
              </a:path>
            </a:pathLst>
          </a:custGeom>
          <a:ln w="27101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95" name="tx95"/>
          <p:cNvSpPr/>
          <p:nvPr/>
        </p:nvSpPr>
        <p:spPr>
          <a:xfrm>
            <a:off x="4825278" y="3510913"/>
            <a:ext cx="19421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def</a:t>
            </a:r>
          </a:p>
        </p:txBody>
      </p:sp>
      <p:sp>
        <p:nvSpPr>
          <p:cNvPr id="96" name="tx96"/>
          <p:cNvSpPr/>
          <p:nvPr/>
        </p:nvSpPr>
        <p:spPr>
          <a:xfrm>
            <a:off x="4825278" y="3510913"/>
            <a:ext cx="19421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def</a:t>
            </a:r>
          </a:p>
        </p:txBody>
      </p:sp>
      <p:sp>
        <p:nvSpPr>
          <p:cNvPr id="97" name="tx97"/>
          <p:cNvSpPr/>
          <p:nvPr/>
        </p:nvSpPr>
        <p:spPr>
          <a:xfrm>
            <a:off x="4825278" y="3510913"/>
            <a:ext cx="19421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def</a:t>
            </a:r>
          </a:p>
        </p:txBody>
      </p:sp>
      <p:sp>
        <p:nvSpPr>
          <p:cNvPr id="98" name="tx98"/>
          <p:cNvSpPr/>
          <p:nvPr/>
        </p:nvSpPr>
        <p:spPr>
          <a:xfrm>
            <a:off x="5850816" y="3312941"/>
            <a:ext cx="22530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cde</a:t>
            </a:r>
          </a:p>
        </p:txBody>
      </p:sp>
      <p:sp>
        <p:nvSpPr>
          <p:cNvPr id="99" name="tx99"/>
          <p:cNvSpPr/>
          <p:nvPr/>
        </p:nvSpPr>
        <p:spPr>
          <a:xfrm>
            <a:off x="5850816" y="3312941"/>
            <a:ext cx="22530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cde</a:t>
            </a:r>
          </a:p>
        </p:txBody>
      </p:sp>
      <p:sp>
        <p:nvSpPr>
          <p:cNvPr id="100" name="tx100"/>
          <p:cNvSpPr/>
          <p:nvPr/>
        </p:nvSpPr>
        <p:spPr>
          <a:xfrm>
            <a:off x="5850816" y="3312941"/>
            <a:ext cx="22530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cde</a:t>
            </a:r>
          </a:p>
        </p:txBody>
      </p:sp>
      <p:sp>
        <p:nvSpPr>
          <p:cNvPr id="101" name="tx101"/>
          <p:cNvSpPr/>
          <p:nvPr/>
        </p:nvSpPr>
        <p:spPr>
          <a:xfrm>
            <a:off x="5519333" y="3994478"/>
            <a:ext cx="19421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fgh</a:t>
            </a:r>
          </a:p>
        </p:txBody>
      </p:sp>
      <p:sp>
        <p:nvSpPr>
          <p:cNvPr id="102" name="tx102"/>
          <p:cNvSpPr/>
          <p:nvPr/>
        </p:nvSpPr>
        <p:spPr>
          <a:xfrm>
            <a:off x="5519333" y="3994478"/>
            <a:ext cx="19421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fgh</a:t>
            </a:r>
          </a:p>
        </p:txBody>
      </p:sp>
      <p:sp>
        <p:nvSpPr>
          <p:cNvPr id="103" name="tx103"/>
          <p:cNvSpPr/>
          <p:nvPr/>
        </p:nvSpPr>
        <p:spPr>
          <a:xfrm>
            <a:off x="5519333" y="3994478"/>
            <a:ext cx="19421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fgh</a:t>
            </a:r>
          </a:p>
        </p:txBody>
      </p:sp>
      <p:sp>
        <p:nvSpPr>
          <p:cNvPr id="104" name="tx104"/>
          <p:cNvSpPr/>
          <p:nvPr/>
        </p:nvSpPr>
        <p:spPr>
          <a:xfrm>
            <a:off x="4478250" y="3983108"/>
            <a:ext cx="19421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efg</a:t>
            </a:r>
          </a:p>
        </p:txBody>
      </p:sp>
      <p:sp>
        <p:nvSpPr>
          <p:cNvPr id="105" name="tx105"/>
          <p:cNvSpPr/>
          <p:nvPr/>
        </p:nvSpPr>
        <p:spPr>
          <a:xfrm>
            <a:off x="4478250" y="3983108"/>
            <a:ext cx="19421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efg</a:t>
            </a:r>
          </a:p>
        </p:txBody>
      </p:sp>
      <p:sp>
        <p:nvSpPr>
          <p:cNvPr id="106" name="tx106"/>
          <p:cNvSpPr/>
          <p:nvPr/>
        </p:nvSpPr>
        <p:spPr>
          <a:xfrm>
            <a:off x="4478250" y="3983108"/>
            <a:ext cx="19421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efg</a:t>
            </a:r>
          </a:p>
        </p:txBody>
      </p:sp>
      <p:sp>
        <p:nvSpPr>
          <p:cNvPr id="107" name="tx107"/>
          <p:cNvSpPr/>
          <p:nvPr/>
        </p:nvSpPr>
        <p:spPr>
          <a:xfrm>
            <a:off x="6965692" y="4766221"/>
            <a:ext cx="7772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h</a:t>
            </a:r>
          </a:p>
        </p:txBody>
      </p:sp>
      <p:sp>
        <p:nvSpPr>
          <p:cNvPr id="108" name="tx108"/>
          <p:cNvSpPr/>
          <p:nvPr/>
        </p:nvSpPr>
        <p:spPr>
          <a:xfrm>
            <a:off x="6965692" y="4766221"/>
            <a:ext cx="7772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h</a:t>
            </a:r>
          </a:p>
        </p:txBody>
      </p:sp>
      <p:sp>
        <p:nvSpPr>
          <p:cNvPr id="109" name="tx109"/>
          <p:cNvSpPr/>
          <p:nvPr/>
        </p:nvSpPr>
        <p:spPr>
          <a:xfrm>
            <a:off x="6965692" y="4766221"/>
            <a:ext cx="7772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h</a:t>
            </a:r>
          </a:p>
        </p:txBody>
      </p:sp>
      <p:sp>
        <p:nvSpPr>
          <p:cNvPr id="110" name="tx110"/>
          <p:cNvSpPr/>
          <p:nvPr/>
        </p:nvSpPr>
        <p:spPr>
          <a:xfrm>
            <a:off x="6579802" y="4769509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gh</a:t>
            </a:r>
          </a:p>
        </p:txBody>
      </p:sp>
      <p:sp>
        <p:nvSpPr>
          <p:cNvPr id="111" name="tx111"/>
          <p:cNvSpPr/>
          <p:nvPr/>
        </p:nvSpPr>
        <p:spPr>
          <a:xfrm>
            <a:off x="6579802" y="4769509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gh</a:t>
            </a:r>
          </a:p>
        </p:txBody>
      </p:sp>
      <p:sp>
        <p:nvSpPr>
          <p:cNvPr id="112" name="tx112"/>
          <p:cNvSpPr/>
          <p:nvPr/>
        </p:nvSpPr>
        <p:spPr>
          <a:xfrm>
            <a:off x="5172305" y="3415373"/>
            <a:ext cx="19421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def</a:t>
            </a:r>
          </a:p>
        </p:txBody>
      </p:sp>
      <p:sp>
        <p:nvSpPr>
          <p:cNvPr id="113" name="tx113"/>
          <p:cNvSpPr/>
          <p:nvPr/>
        </p:nvSpPr>
        <p:spPr>
          <a:xfrm>
            <a:off x="5172305" y="3415373"/>
            <a:ext cx="19421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def</a:t>
            </a:r>
          </a:p>
        </p:txBody>
      </p:sp>
      <p:sp>
        <p:nvSpPr>
          <p:cNvPr id="114" name="tx114"/>
          <p:cNvSpPr/>
          <p:nvPr/>
        </p:nvSpPr>
        <p:spPr>
          <a:xfrm>
            <a:off x="5172305" y="3415373"/>
            <a:ext cx="19421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def</a:t>
            </a:r>
          </a:p>
        </p:txBody>
      </p:sp>
      <p:sp>
        <p:nvSpPr>
          <p:cNvPr id="115" name="tx115"/>
          <p:cNvSpPr/>
          <p:nvPr/>
        </p:nvSpPr>
        <p:spPr>
          <a:xfrm>
            <a:off x="6197844" y="3374483"/>
            <a:ext cx="22530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cde</a:t>
            </a:r>
          </a:p>
        </p:txBody>
      </p:sp>
      <p:sp>
        <p:nvSpPr>
          <p:cNvPr id="116" name="tx116"/>
          <p:cNvSpPr/>
          <p:nvPr/>
        </p:nvSpPr>
        <p:spPr>
          <a:xfrm>
            <a:off x="6197844" y="3374483"/>
            <a:ext cx="22530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cde</a:t>
            </a:r>
          </a:p>
        </p:txBody>
      </p:sp>
      <p:sp>
        <p:nvSpPr>
          <p:cNvPr id="117" name="tx117"/>
          <p:cNvSpPr/>
          <p:nvPr/>
        </p:nvSpPr>
        <p:spPr>
          <a:xfrm>
            <a:off x="6197844" y="3374483"/>
            <a:ext cx="22530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cde</a:t>
            </a:r>
          </a:p>
        </p:txBody>
      </p:sp>
      <p:sp>
        <p:nvSpPr>
          <p:cNvPr id="118" name="tx118"/>
          <p:cNvSpPr/>
          <p:nvPr/>
        </p:nvSpPr>
        <p:spPr>
          <a:xfrm>
            <a:off x="2159681" y="5869179"/>
            <a:ext cx="472013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400" dirty="0">
                <a:solidFill>
                  <a:srgbClr val="1A1A1A">
                    <a:alpha val="100000"/>
                  </a:srgbClr>
                </a:solidFill>
                <a:latin typeface="Helvetica"/>
                <a:cs typeface="Helvetica"/>
              </a:rPr>
              <a:t>Lewisetta</a:t>
            </a:r>
          </a:p>
        </p:txBody>
      </p:sp>
      <p:sp>
        <p:nvSpPr>
          <p:cNvPr id="119" name="tx119"/>
          <p:cNvSpPr/>
          <p:nvPr/>
        </p:nvSpPr>
        <p:spPr>
          <a:xfrm>
            <a:off x="5544714" y="5869179"/>
            <a:ext cx="490484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400" dirty="0">
                <a:solidFill>
                  <a:srgbClr val="1A1A1A">
                    <a:alpha val="100000"/>
                  </a:srgbClr>
                </a:solidFill>
                <a:latin typeface="Helvetica"/>
                <a:cs typeface="Helvetica"/>
              </a:rPr>
              <a:t>York</a:t>
            </a:r>
            <a:r>
              <a:rPr lang="en-US" sz="1400" dirty="0">
                <a:solidFill>
                  <a:srgbClr val="1A1A1A">
                    <a:alpha val="100000"/>
                  </a:srgbClr>
                </a:solidFill>
                <a:latin typeface="Helvetica"/>
                <a:cs typeface="Helvetica"/>
              </a:rPr>
              <a:t> </a:t>
            </a:r>
            <a:r>
              <a:rPr sz="1400" dirty="0">
                <a:solidFill>
                  <a:srgbClr val="1A1A1A">
                    <a:alpha val="100000"/>
                  </a:srgbClr>
                </a:solidFill>
                <a:latin typeface="Helvetica"/>
                <a:cs typeface="Helvetica"/>
              </a:rPr>
              <a:t>River</a:t>
            </a:r>
          </a:p>
        </p:txBody>
      </p:sp>
      <p:sp>
        <p:nvSpPr>
          <p:cNvPr id="120" name="pl120"/>
          <p:cNvSpPr/>
          <p:nvPr/>
        </p:nvSpPr>
        <p:spPr>
          <a:xfrm flipV="1">
            <a:off x="972873" y="5119028"/>
            <a:ext cx="3383079" cy="45719"/>
          </a:xfrm>
          <a:custGeom>
            <a:avLst/>
            <a:gdLst/>
            <a:ahLst/>
            <a:cxnLst/>
            <a:rect l="0" t="0" r="0" b="0"/>
            <a:pathLst>
              <a:path w="2845628">
                <a:moveTo>
                  <a:pt x="0" y="0"/>
                </a:moveTo>
                <a:lnTo>
                  <a:pt x="2845628" y="0"/>
                </a:lnTo>
              </a:path>
            </a:pathLst>
          </a:custGeom>
          <a:ln w="13550" cap="sq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200"/>
          </a:p>
        </p:txBody>
      </p:sp>
      <p:sp>
        <p:nvSpPr>
          <p:cNvPr id="121" name="pl121"/>
          <p:cNvSpPr/>
          <p:nvPr/>
        </p:nvSpPr>
        <p:spPr>
          <a:xfrm>
            <a:off x="1181091" y="5164747"/>
            <a:ext cx="0" cy="34794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200"/>
          </a:p>
        </p:txBody>
      </p:sp>
      <p:sp>
        <p:nvSpPr>
          <p:cNvPr id="122" name="pl122"/>
          <p:cNvSpPr/>
          <p:nvPr/>
        </p:nvSpPr>
        <p:spPr>
          <a:xfrm>
            <a:off x="1528118" y="5164747"/>
            <a:ext cx="0" cy="34794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200"/>
          </a:p>
        </p:txBody>
      </p:sp>
      <p:sp>
        <p:nvSpPr>
          <p:cNvPr id="123" name="pl123"/>
          <p:cNvSpPr/>
          <p:nvPr/>
        </p:nvSpPr>
        <p:spPr>
          <a:xfrm>
            <a:off x="1875146" y="5164747"/>
            <a:ext cx="0" cy="34794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200"/>
          </a:p>
        </p:txBody>
      </p:sp>
      <p:sp>
        <p:nvSpPr>
          <p:cNvPr id="124" name="pl124"/>
          <p:cNvSpPr/>
          <p:nvPr/>
        </p:nvSpPr>
        <p:spPr>
          <a:xfrm>
            <a:off x="2222174" y="5164747"/>
            <a:ext cx="0" cy="34794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200"/>
          </a:p>
        </p:txBody>
      </p:sp>
      <p:sp>
        <p:nvSpPr>
          <p:cNvPr id="125" name="pl125"/>
          <p:cNvSpPr/>
          <p:nvPr/>
        </p:nvSpPr>
        <p:spPr>
          <a:xfrm>
            <a:off x="2569202" y="5164747"/>
            <a:ext cx="0" cy="34794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200"/>
          </a:p>
        </p:txBody>
      </p:sp>
      <p:sp>
        <p:nvSpPr>
          <p:cNvPr id="126" name="pl126"/>
          <p:cNvSpPr/>
          <p:nvPr/>
        </p:nvSpPr>
        <p:spPr>
          <a:xfrm>
            <a:off x="2916230" y="5164747"/>
            <a:ext cx="0" cy="34794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200"/>
          </a:p>
        </p:txBody>
      </p:sp>
      <p:sp>
        <p:nvSpPr>
          <p:cNvPr id="127" name="pl127"/>
          <p:cNvSpPr/>
          <p:nvPr/>
        </p:nvSpPr>
        <p:spPr>
          <a:xfrm>
            <a:off x="3263258" y="5164747"/>
            <a:ext cx="0" cy="34794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200"/>
          </a:p>
        </p:txBody>
      </p:sp>
      <p:sp>
        <p:nvSpPr>
          <p:cNvPr id="128" name="pl128"/>
          <p:cNvSpPr/>
          <p:nvPr/>
        </p:nvSpPr>
        <p:spPr>
          <a:xfrm>
            <a:off x="3610286" y="5164747"/>
            <a:ext cx="0" cy="34794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200"/>
          </a:p>
        </p:txBody>
      </p:sp>
      <p:sp>
        <p:nvSpPr>
          <p:cNvPr id="129" name="tx129"/>
          <p:cNvSpPr/>
          <p:nvPr/>
        </p:nvSpPr>
        <p:spPr>
          <a:xfrm rot="18900000">
            <a:off x="817059" y="5489307"/>
            <a:ext cx="459668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S1-LOLA</a:t>
            </a:r>
          </a:p>
        </p:txBody>
      </p:sp>
      <p:sp>
        <p:nvSpPr>
          <p:cNvPr id="130" name="tx130"/>
          <p:cNvSpPr/>
          <p:nvPr/>
        </p:nvSpPr>
        <p:spPr>
          <a:xfrm rot="18900000">
            <a:off x="1148321" y="5495837"/>
            <a:ext cx="478139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S2-DEBY</a:t>
            </a:r>
          </a:p>
        </p:txBody>
      </p:sp>
      <p:sp>
        <p:nvSpPr>
          <p:cNvPr id="131" name="tx131"/>
          <p:cNvSpPr/>
          <p:nvPr/>
        </p:nvSpPr>
        <p:spPr>
          <a:xfrm rot="18900000">
            <a:off x="1606803" y="5449672"/>
            <a:ext cx="347563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W1-TX</a:t>
            </a:r>
          </a:p>
        </p:txBody>
      </p:sp>
      <p:sp>
        <p:nvSpPr>
          <p:cNvPr id="132" name="tx132"/>
          <p:cNvSpPr/>
          <p:nvPr/>
        </p:nvSpPr>
        <p:spPr>
          <a:xfrm rot="18900000">
            <a:off x="1958982" y="5447538"/>
            <a:ext cx="341528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W2-LA</a:t>
            </a:r>
          </a:p>
        </p:txBody>
      </p:sp>
      <p:sp>
        <p:nvSpPr>
          <p:cNvPr id="133" name="tx133"/>
          <p:cNvSpPr/>
          <p:nvPr/>
        </p:nvSpPr>
        <p:spPr>
          <a:xfrm rot="18900000">
            <a:off x="2311395" y="5445307"/>
            <a:ext cx="335219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W3-FL</a:t>
            </a:r>
          </a:p>
        </p:txBody>
      </p:sp>
      <p:sp>
        <p:nvSpPr>
          <p:cNvPr id="134" name="tx134"/>
          <p:cNvSpPr/>
          <p:nvPr/>
        </p:nvSpPr>
        <p:spPr>
          <a:xfrm rot="18900000">
            <a:off x="2642501" y="5451902"/>
            <a:ext cx="353872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W4-VA</a:t>
            </a:r>
          </a:p>
        </p:txBody>
      </p:sp>
      <p:sp>
        <p:nvSpPr>
          <p:cNvPr id="135" name="tx135"/>
          <p:cNvSpPr/>
          <p:nvPr/>
        </p:nvSpPr>
        <p:spPr>
          <a:xfrm rot="18900000">
            <a:off x="2979070" y="5456234"/>
            <a:ext cx="366125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W5-NH</a:t>
            </a:r>
          </a:p>
        </p:txBody>
      </p:sp>
      <p:sp>
        <p:nvSpPr>
          <p:cNvPr id="136" name="tx136"/>
          <p:cNvSpPr/>
          <p:nvPr/>
        </p:nvSpPr>
        <p:spPr>
          <a:xfrm rot="18900000">
            <a:off x="3320712" y="5458465"/>
            <a:ext cx="372435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W6-ME</a:t>
            </a:r>
          </a:p>
        </p:txBody>
      </p:sp>
      <p:sp>
        <p:nvSpPr>
          <p:cNvPr id="137" name="pl137"/>
          <p:cNvSpPr/>
          <p:nvPr/>
        </p:nvSpPr>
        <p:spPr>
          <a:xfrm>
            <a:off x="4367142" y="5164747"/>
            <a:ext cx="2845628" cy="0"/>
          </a:xfrm>
          <a:custGeom>
            <a:avLst/>
            <a:gdLst/>
            <a:ahLst/>
            <a:cxnLst/>
            <a:rect l="0" t="0" r="0" b="0"/>
            <a:pathLst>
              <a:path w="2845628">
                <a:moveTo>
                  <a:pt x="0" y="0"/>
                </a:moveTo>
                <a:lnTo>
                  <a:pt x="2845628" y="0"/>
                </a:lnTo>
              </a:path>
            </a:pathLst>
          </a:custGeom>
          <a:ln w="13550" cap="sq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200"/>
          </a:p>
        </p:txBody>
      </p:sp>
      <p:sp>
        <p:nvSpPr>
          <p:cNvPr id="138" name="pl138"/>
          <p:cNvSpPr/>
          <p:nvPr/>
        </p:nvSpPr>
        <p:spPr>
          <a:xfrm>
            <a:off x="4575359" y="5164747"/>
            <a:ext cx="0" cy="34794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200"/>
          </a:p>
        </p:txBody>
      </p:sp>
      <p:sp>
        <p:nvSpPr>
          <p:cNvPr id="139" name="pl139"/>
          <p:cNvSpPr/>
          <p:nvPr/>
        </p:nvSpPr>
        <p:spPr>
          <a:xfrm>
            <a:off x="4922387" y="5164747"/>
            <a:ext cx="0" cy="34794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200"/>
          </a:p>
        </p:txBody>
      </p:sp>
      <p:sp>
        <p:nvSpPr>
          <p:cNvPr id="140" name="pl140"/>
          <p:cNvSpPr/>
          <p:nvPr/>
        </p:nvSpPr>
        <p:spPr>
          <a:xfrm>
            <a:off x="5269415" y="5164747"/>
            <a:ext cx="0" cy="34794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200"/>
          </a:p>
        </p:txBody>
      </p:sp>
      <p:sp>
        <p:nvSpPr>
          <p:cNvPr id="141" name="pl141"/>
          <p:cNvSpPr/>
          <p:nvPr/>
        </p:nvSpPr>
        <p:spPr>
          <a:xfrm>
            <a:off x="5616443" y="5164747"/>
            <a:ext cx="0" cy="34794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200"/>
          </a:p>
        </p:txBody>
      </p:sp>
      <p:sp>
        <p:nvSpPr>
          <p:cNvPr id="142" name="pl142"/>
          <p:cNvSpPr/>
          <p:nvPr/>
        </p:nvSpPr>
        <p:spPr>
          <a:xfrm>
            <a:off x="5963470" y="5164747"/>
            <a:ext cx="0" cy="34794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200"/>
          </a:p>
        </p:txBody>
      </p:sp>
      <p:sp>
        <p:nvSpPr>
          <p:cNvPr id="143" name="pl143"/>
          <p:cNvSpPr/>
          <p:nvPr/>
        </p:nvSpPr>
        <p:spPr>
          <a:xfrm>
            <a:off x="6310498" y="5164747"/>
            <a:ext cx="0" cy="34794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200"/>
          </a:p>
        </p:txBody>
      </p:sp>
      <p:sp>
        <p:nvSpPr>
          <p:cNvPr id="144" name="pl144"/>
          <p:cNvSpPr/>
          <p:nvPr/>
        </p:nvSpPr>
        <p:spPr>
          <a:xfrm>
            <a:off x="6657526" y="5164747"/>
            <a:ext cx="0" cy="34794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200"/>
          </a:p>
        </p:txBody>
      </p:sp>
      <p:sp>
        <p:nvSpPr>
          <p:cNvPr id="145" name="pl145"/>
          <p:cNvSpPr/>
          <p:nvPr/>
        </p:nvSpPr>
        <p:spPr>
          <a:xfrm>
            <a:off x="7004554" y="5164747"/>
            <a:ext cx="0" cy="34794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200"/>
          </a:p>
        </p:txBody>
      </p:sp>
      <p:sp>
        <p:nvSpPr>
          <p:cNvPr id="146" name="tx146"/>
          <p:cNvSpPr/>
          <p:nvPr/>
        </p:nvSpPr>
        <p:spPr>
          <a:xfrm rot="18900000">
            <a:off x="4211327" y="5489307"/>
            <a:ext cx="459668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S1-LOLA</a:t>
            </a:r>
          </a:p>
        </p:txBody>
      </p:sp>
      <p:sp>
        <p:nvSpPr>
          <p:cNvPr id="147" name="tx147"/>
          <p:cNvSpPr/>
          <p:nvPr/>
        </p:nvSpPr>
        <p:spPr>
          <a:xfrm rot="18900000">
            <a:off x="4542589" y="5495837"/>
            <a:ext cx="478139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S2-DEBY</a:t>
            </a:r>
          </a:p>
        </p:txBody>
      </p:sp>
      <p:sp>
        <p:nvSpPr>
          <p:cNvPr id="148" name="tx148"/>
          <p:cNvSpPr/>
          <p:nvPr/>
        </p:nvSpPr>
        <p:spPr>
          <a:xfrm rot="18900000">
            <a:off x="5001071" y="5449672"/>
            <a:ext cx="347563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W1-TX</a:t>
            </a:r>
          </a:p>
        </p:txBody>
      </p:sp>
      <p:sp>
        <p:nvSpPr>
          <p:cNvPr id="149" name="tx149"/>
          <p:cNvSpPr/>
          <p:nvPr/>
        </p:nvSpPr>
        <p:spPr>
          <a:xfrm rot="18900000">
            <a:off x="5353250" y="5447538"/>
            <a:ext cx="341528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W2-LA</a:t>
            </a:r>
          </a:p>
        </p:txBody>
      </p:sp>
      <p:sp>
        <p:nvSpPr>
          <p:cNvPr id="150" name="tx150"/>
          <p:cNvSpPr/>
          <p:nvPr/>
        </p:nvSpPr>
        <p:spPr>
          <a:xfrm rot="18900000">
            <a:off x="5705663" y="5445307"/>
            <a:ext cx="335219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W3-FL</a:t>
            </a:r>
          </a:p>
        </p:txBody>
      </p:sp>
      <p:sp>
        <p:nvSpPr>
          <p:cNvPr id="151" name="tx151"/>
          <p:cNvSpPr/>
          <p:nvPr/>
        </p:nvSpPr>
        <p:spPr>
          <a:xfrm rot="18900000">
            <a:off x="6036769" y="5451902"/>
            <a:ext cx="353872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W4-VA</a:t>
            </a:r>
          </a:p>
        </p:txBody>
      </p:sp>
      <p:sp>
        <p:nvSpPr>
          <p:cNvPr id="152" name="tx152"/>
          <p:cNvSpPr/>
          <p:nvPr/>
        </p:nvSpPr>
        <p:spPr>
          <a:xfrm rot="18900000">
            <a:off x="6373338" y="5456234"/>
            <a:ext cx="366125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W5-NH</a:t>
            </a:r>
          </a:p>
        </p:txBody>
      </p:sp>
      <p:sp>
        <p:nvSpPr>
          <p:cNvPr id="153" name="tx153"/>
          <p:cNvSpPr/>
          <p:nvPr/>
        </p:nvSpPr>
        <p:spPr>
          <a:xfrm rot="18900000">
            <a:off x="6714981" y="5458465"/>
            <a:ext cx="372435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W6-ME</a:t>
            </a:r>
          </a:p>
        </p:txBody>
      </p:sp>
      <p:sp>
        <p:nvSpPr>
          <p:cNvPr id="154" name="pl154"/>
          <p:cNvSpPr/>
          <p:nvPr/>
        </p:nvSpPr>
        <p:spPr>
          <a:xfrm>
            <a:off x="972874" y="1896563"/>
            <a:ext cx="0" cy="3268183"/>
          </a:xfrm>
          <a:custGeom>
            <a:avLst/>
            <a:gdLst/>
            <a:ahLst/>
            <a:cxnLst/>
            <a:rect l="0" t="0" r="0" b="0"/>
            <a:pathLst>
              <a:path h="3268183">
                <a:moveTo>
                  <a:pt x="0" y="3268183"/>
                </a:moveTo>
                <a:lnTo>
                  <a:pt x="0" y="0"/>
                </a:lnTo>
              </a:path>
            </a:pathLst>
          </a:custGeom>
          <a:ln w="13550" cap="sq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55" name="tx155"/>
          <p:cNvSpPr/>
          <p:nvPr/>
        </p:nvSpPr>
        <p:spPr>
          <a:xfrm>
            <a:off x="611560" y="5004236"/>
            <a:ext cx="217535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0.00</a:t>
            </a:r>
          </a:p>
        </p:txBody>
      </p:sp>
      <p:sp>
        <p:nvSpPr>
          <p:cNvPr id="156" name="tx156"/>
          <p:cNvSpPr/>
          <p:nvPr/>
        </p:nvSpPr>
        <p:spPr>
          <a:xfrm>
            <a:off x="611560" y="4209497"/>
            <a:ext cx="217535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0.25</a:t>
            </a:r>
          </a:p>
        </p:txBody>
      </p:sp>
      <p:sp>
        <p:nvSpPr>
          <p:cNvPr id="157" name="tx157"/>
          <p:cNvSpPr/>
          <p:nvPr/>
        </p:nvSpPr>
        <p:spPr>
          <a:xfrm>
            <a:off x="611560" y="3414759"/>
            <a:ext cx="217535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0.50</a:t>
            </a:r>
          </a:p>
        </p:txBody>
      </p:sp>
      <p:sp>
        <p:nvSpPr>
          <p:cNvPr id="158" name="tx158"/>
          <p:cNvSpPr/>
          <p:nvPr/>
        </p:nvSpPr>
        <p:spPr>
          <a:xfrm>
            <a:off x="611560" y="2620021"/>
            <a:ext cx="217535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0.75</a:t>
            </a:r>
          </a:p>
        </p:txBody>
      </p:sp>
      <p:sp>
        <p:nvSpPr>
          <p:cNvPr id="159" name="pl159"/>
          <p:cNvSpPr/>
          <p:nvPr/>
        </p:nvSpPr>
        <p:spPr>
          <a:xfrm>
            <a:off x="938079" y="5044286"/>
            <a:ext cx="34794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60" name="pl160"/>
          <p:cNvSpPr/>
          <p:nvPr/>
        </p:nvSpPr>
        <p:spPr>
          <a:xfrm>
            <a:off x="938079" y="4249548"/>
            <a:ext cx="34794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61" name="pl161"/>
          <p:cNvSpPr/>
          <p:nvPr/>
        </p:nvSpPr>
        <p:spPr>
          <a:xfrm>
            <a:off x="938079" y="3454810"/>
            <a:ext cx="34794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62" name="pl162"/>
          <p:cNvSpPr/>
          <p:nvPr/>
        </p:nvSpPr>
        <p:spPr>
          <a:xfrm>
            <a:off x="938079" y="2660072"/>
            <a:ext cx="34794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63" name="tx163"/>
          <p:cNvSpPr/>
          <p:nvPr/>
        </p:nvSpPr>
        <p:spPr>
          <a:xfrm>
            <a:off x="3545417" y="6137094"/>
            <a:ext cx="1094811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Experimental Site</a:t>
            </a:r>
          </a:p>
        </p:txBody>
      </p:sp>
      <p:sp>
        <p:nvSpPr>
          <p:cNvPr id="164" name="tx164"/>
          <p:cNvSpPr/>
          <p:nvPr/>
        </p:nvSpPr>
        <p:spPr>
          <a:xfrm rot="16200000">
            <a:off x="197203" y="3480546"/>
            <a:ext cx="4968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Survival</a:t>
            </a:r>
          </a:p>
        </p:txBody>
      </p:sp>
      <p:sp>
        <p:nvSpPr>
          <p:cNvPr id="167" name="rc167"/>
          <p:cNvSpPr/>
          <p:nvPr/>
        </p:nvSpPr>
        <p:spPr>
          <a:xfrm>
            <a:off x="7421538" y="2753188"/>
            <a:ext cx="219455" cy="219456"/>
          </a:xfrm>
          <a:prstGeom prst="rect">
            <a:avLst/>
          </a:prstGeom>
          <a:solidFill>
            <a:srgbClr val="FFFFFF">
              <a:alpha val="100000"/>
            </a:srgbClr>
          </a:solidFill>
        </p:spPr>
        <p:txBody>
          <a:bodyPr/>
          <a:lstStyle/>
          <a:p>
            <a:endParaRPr/>
          </a:p>
        </p:txBody>
      </p:sp>
      <p:sp>
        <p:nvSpPr>
          <p:cNvPr id="168" name="pl168"/>
          <p:cNvSpPr/>
          <p:nvPr/>
        </p:nvSpPr>
        <p:spPr>
          <a:xfrm>
            <a:off x="7531266" y="2917780"/>
            <a:ext cx="0" cy="32918"/>
          </a:xfrm>
          <a:custGeom>
            <a:avLst/>
            <a:gdLst/>
            <a:ahLst/>
            <a:cxnLst/>
            <a:rect l="0" t="0" r="0" b="0"/>
            <a:pathLst>
              <a:path h="32918">
                <a:moveTo>
                  <a:pt x="0" y="32918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169" name="pl169"/>
          <p:cNvSpPr/>
          <p:nvPr/>
        </p:nvSpPr>
        <p:spPr>
          <a:xfrm>
            <a:off x="7531266" y="2775133"/>
            <a:ext cx="0" cy="32918"/>
          </a:xfrm>
          <a:custGeom>
            <a:avLst/>
            <a:gdLst/>
            <a:ahLst/>
            <a:cxnLst/>
            <a:rect l="0" t="0" r="0" b="0"/>
            <a:pathLst>
              <a:path h="32918">
                <a:moveTo>
                  <a:pt x="0" y="32918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170" name="rc170"/>
          <p:cNvSpPr/>
          <p:nvPr/>
        </p:nvSpPr>
        <p:spPr>
          <a:xfrm>
            <a:off x="7448970" y="2808052"/>
            <a:ext cx="164592" cy="109727"/>
          </a:xfrm>
          <a:prstGeom prst="rect">
            <a:avLst/>
          </a:prstGeom>
          <a:solidFill>
            <a:srgbClr val="365C8D">
              <a:alpha val="100000"/>
            </a:srgbClr>
          </a:solidFill>
          <a:ln w="13550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171" name="pl171"/>
          <p:cNvSpPr/>
          <p:nvPr/>
        </p:nvSpPr>
        <p:spPr>
          <a:xfrm>
            <a:off x="7448970" y="2862916"/>
            <a:ext cx="164592" cy="0"/>
          </a:xfrm>
          <a:custGeom>
            <a:avLst/>
            <a:gdLst/>
            <a:ahLst/>
            <a:cxnLst/>
            <a:rect l="0" t="0" r="0" b="0"/>
            <a:pathLst>
              <a:path w="164592">
                <a:moveTo>
                  <a:pt x="0" y="0"/>
                </a:moveTo>
                <a:lnTo>
                  <a:pt x="164592" y="0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172" name="pl172"/>
          <p:cNvSpPr/>
          <p:nvPr/>
        </p:nvSpPr>
        <p:spPr>
          <a:xfrm>
            <a:off x="7531266" y="2950698"/>
            <a:ext cx="0" cy="0"/>
          </a:xfrm>
          <a:custGeom>
            <a:avLst/>
            <a:gdLst/>
            <a:ahLst/>
            <a:cxnLst/>
            <a:rect l="0" t="0" r="0" b="0"/>
            <a:pathLst>
              <a:path>
                <a:moveTo>
                  <a:pt x="0" y="0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173" name="pl173"/>
          <p:cNvSpPr/>
          <p:nvPr/>
        </p:nvSpPr>
        <p:spPr>
          <a:xfrm>
            <a:off x="7531266" y="2775133"/>
            <a:ext cx="0" cy="0"/>
          </a:xfrm>
          <a:custGeom>
            <a:avLst/>
            <a:gdLst/>
            <a:ahLst/>
            <a:cxnLst/>
            <a:rect l="0" t="0" r="0" b="0"/>
            <a:pathLst>
              <a:path>
                <a:moveTo>
                  <a:pt x="0" y="0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174" name="rc174"/>
          <p:cNvSpPr/>
          <p:nvPr/>
        </p:nvSpPr>
        <p:spPr>
          <a:xfrm>
            <a:off x="7421538" y="2972644"/>
            <a:ext cx="219455" cy="219456"/>
          </a:xfrm>
          <a:prstGeom prst="rect">
            <a:avLst/>
          </a:prstGeom>
          <a:solidFill>
            <a:srgbClr val="FFFFFF">
              <a:alpha val="100000"/>
            </a:srgbClr>
          </a:solidFill>
        </p:spPr>
        <p:txBody>
          <a:bodyPr/>
          <a:lstStyle/>
          <a:p>
            <a:endParaRPr/>
          </a:p>
        </p:txBody>
      </p:sp>
      <p:sp>
        <p:nvSpPr>
          <p:cNvPr id="175" name="pl175"/>
          <p:cNvSpPr/>
          <p:nvPr/>
        </p:nvSpPr>
        <p:spPr>
          <a:xfrm>
            <a:off x="7531266" y="3137236"/>
            <a:ext cx="0" cy="32918"/>
          </a:xfrm>
          <a:custGeom>
            <a:avLst/>
            <a:gdLst/>
            <a:ahLst/>
            <a:cxnLst/>
            <a:rect l="0" t="0" r="0" b="0"/>
            <a:pathLst>
              <a:path h="32918">
                <a:moveTo>
                  <a:pt x="0" y="32918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176" name="pl176"/>
          <p:cNvSpPr/>
          <p:nvPr/>
        </p:nvSpPr>
        <p:spPr>
          <a:xfrm>
            <a:off x="7531266" y="2994589"/>
            <a:ext cx="0" cy="32918"/>
          </a:xfrm>
          <a:custGeom>
            <a:avLst/>
            <a:gdLst/>
            <a:ahLst/>
            <a:cxnLst/>
            <a:rect l="0" t="0" r="0" b="0"/>
            <a:pathLst>
              <a:path h="32918">
                <a:moveTo>
                  <a:pt x="0" y="32918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177" name="rc177"/>
          <p:cNvSpPr/>
          <p:nvPr/>
        </p:nvSpPr>
        <p:spPr>
          <a:xfrm>
            <a:off x="7448970" y="3027508"/>
            <a:ext cx="164592" cy="109727"/>
          </a:xfrm>
          <a:prstGeom prst="rect">
            <a:avLst/>
          </a:prstGeom>
          <a:solidFill>
            <a:srgbClr val="277F8E">
              <a:alpha val="100000"/>
            </a:srgbClr>
          </a:solidFill>
          <a:ln w="13550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178" name="pl178"/>
          <p:cNvSpPr/>
          <p:nvPr/>
        </p:nvSpPr>
        <p:spPr>
          <a:xfrm>
            <a:off x="7448970" y="3082372"/>
            <a:ext cx="164592" cy="0"/>
          </a:xfrm>
          <a:custGeom>
            <a:avLst/>
            <a:gdLst/>
            <a:ahLst/>
            <a:cxnLst/>
            <a:rect l="0" t="0" r="0" b="0"/>
            <a:pathLst>
              <a:path w="164592">
                <a:moveTo>
                  <a:pt x="0" y="0"/>
                </a:moveTo>
                <a:lnTo>
                  <a:pt x="164592" y="0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179" name="pl179"/>
          <p:cNvSpPr/>
          <p:nvPr/>
        </p:nvSpPr>
        <p:spPr>
          <a:xfrm>
            <a:off x="7531266" y="3170154"/>
            <a:ext cx="0" cy="0"/>
          </a:xfrm>
          <a:custGeom>
            <a:avLst/>
            <a:gdLst/>
            <a:ahLst/>
            <a:cxnLst/>
            <a:rect l="0" t="0" r="0" b="0"/>
            <a:pathLst>
              <a:path>
                <a:moveTo>
                  <a:pt x="0" y="0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180" name="pl180"/>
          <p:cNvSpPr/>
          <p:nvPr/>
        </p:nvSpPr>
        <p:spPr>
          <a:xfrm>
            <a:off x="7531266" y="2994589"/>
            <a:ext cx="0" cy="0"/>
          </a:xfrm>
          <a:custGeom>
            <a:avLst/>
            <a:gdLst/>
            <a:ahLst/>
            <a:cxnLst/>
            <a:rect l="0" t="0" r="0" b="0"/>
            <a:pathLst>
              <a:path>
                <a:moveTo>
                  <a:pt x="0" y="0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181" name="rc181"/>
          <p:cNvSpPr/>
          <p:nvPr/>
        </p:nvSpPr>
        <p:spPr>
          <a:xfrm>
            <a:off x="7421538" y="3192100"/>
            <a:ext cx="219455" cy="219456"/>
          </a:xfrm>
          <a:prstGeom prst="rect">
            <a:avLst/>
          </a:prstGeom>
          <a:solidFill>
            <a:srgbClr val="FFFFFF">
              <a:alpha val="100000"/>
            </a:srgbClr>
          </a:solidFill>
        </p:spPr>
        <p:txBody>
          <a:bodyPr/>
          <a:lstStyle/>
          <a:p>
            <a:endParaRPr/>
          </a:p>
        </p:txBody>
      </p:sp>
      <p:sp>
        <p:nvSpPr>
          <p:cNvPr id="182" name="pl182"/>
          <p:cNvSpPr/>
          <p:nvPr/>
        </p:nvSpPr>
        <p:spPr>
          <a:xfrm>
            <a:off x="7531266" y="3356692"/>
            <a:ext cx="0" cy="32918"/>
          </a:xfrm>
          <a:custGeom>
            <a:avLst/>
            <a:gdLst/>
            <a:ahLst/>
            <a:cxnLst/>
            <a:rect l="0" t="0" r="0" b="0"/>
            <a:pathLst>
              <a:path h="32918">
                <a:moveTo>
                  <a:pt x="0" y="32918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183" name="pl183"/>
          <p:cNvSpPr/>
          <p:nvPr/>
        </p:nvSpPr>
        <p:spPr>
          <a:xfrm>
            <a:off x="7531266" y="3214045"/>
            <a:ext cx="0" cy="32918"/>
          </a:xfrm>
          <a:custGeom>
            <a:avLst/>
            <a:gdLst/>
            <a:ahLst/>
            <a:cxnLst/>
            <a:rect l="0" t="0" r="0" b="0"/>
            <a:pathLst>
              <a:path h="32918">
                <a:moveTo>
                  <a:pt x="0" y="32918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184" name="rc184"/>
          <p:cNvSpPr/>
          <p:nvPr/>
        </p:nvSpPr>
        <p:spPr>
          <a:xfrm>
            <a:off x="7448970" y="3246964"/>
            <a:ext cx="164592" cy="109727"/>
          </a:xfrm>
          <a:prstGeom prst="rect">
            <a:avLst/>
          </a:prstGeom>
          <a:solidFill>
            <a:srgbClr val="1FA187">
              <a:alpha val="100000"/>
            </a:srgbClr>
          </a:solidFill>
          <a:ln w="13550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185" name="pl185"/>
          <p:cNvSpPr/>
          <p:nvPr/>
        </p:nvSpPr>
        <p:spPr>
          <a:xfrm>
            <a:off x="7448970" y="3301828"/>
            <a:ext cx="164592" cy="0"/>
          </a:xfrm>
          <a:custGeom>
            <a:avLst/>
            <a:gdLst/>
            <a:ahLst/>
            <a:cxnLst/>
            <a:rect l="0" t="0" r="0" b="0"/>
            <a:pathLst>
              <a:path w="164592">
                <a:moveTo>
                  <a:pt x="0" y="0"/>
                </a:moveTo>
                <a:lnTo>
                  <a:pt x="164592" y="0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186" name="pl186"/>
          <p:cNvSpPr/>
          <p:nvPr/>
        </p:nvSpPr>
        <p:spPr>
          <a:xfrm>
            <a:off x="7531266" y="3389610"/>
            <a:ext cx="0" cy="0"/>
          </a:xfrm>
          <a:custGeom>
            <a:avLst/>
            <a:gdLst/>
            <a:ahLst/>
            <a:cxnLst/>
            <a:rect l="0" t="0" r="0" b="0"/>
            <a:pathLst>
              <a:path>
                <a:moveTo>
                  <a:pt x="0" y="0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187" name="pl187"/>
          <p:cNvSpPr/>
          <p:nvPr/>
        </p:nvSpPr>
        <p:spPr>
          <a:xfrm>
            <a:off x="7531266" y="3214045"/>
            <a:ext cx="0" cy="0"/>
          </a:xfrm>
          <a:custGeom>
            <a:avLst/>
            <a:gdLst/>
            <a:ahLst/>
            <a:cxnLst/>
            <a:rect l="0" t="0" r="0" b="0"/>
            <a:pathLst>
              <a:path>
                <a:moveTo>
                  <a:pt x="0" y="0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188" name="rc188"/>
          <p:cNvSpPr/>
          <p:nvPr/>
        </p:nvSpPr>
        <p:spPr>
          <a:xfrm>
            <a:off x="7421538" y="3411556"/>
            <a:ext cx="219455" cy="219455"/>
          </a:xfrm>
          <a:prstGeom prst="rect">
            <a:avLst/>
          </a:prstGeom>
          <a:solidFill>
            <a:srgbClr val="FFFFFF">
              <a:alpha val="100000"/>
            </a:srgbClr>
          </a:solidFill>
        </p:spPr>
        <p:txBody>
          <a:bodyPr/>
          <a:lstStyle/>
          <a:p>
            <a:endParaRPr/>
          </a:p>
        </p:txBody>
      </p:sp>
      <p:sp>
        <p:nvSpPr>
          <p:cNvPr id="189" name="pl189"/>
          <p:cNvSpPr/>
          <p:nvPr/>
        </p:nvSpPr>
        <p:spPr>
          <a:xfrm>
            <a:off x="7531266" y="3576148"/>
            <a:ext cx="0" cy="32918"/>
          </a:xfrm>
          <a:custGeom>
            <a:avLst/>
            <a:gdLst/>
            <a:ahLst/>
            <a:cxnLst/>
            <a:rect l="0" t="0" r="0" b="0"/>
            <a:pathLst>
              <a:path h="32918">
                <a:moveTo>
                  <a:pt x="0" y="32918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190" name="pl190"/>
          <p:cNvSpPr/>
          <p:nvPr/>
        </p:nvSpPr>
        <p:spPr>
          <a:xfrm>
            <a:off x="7531266" y="3433501"/>
            <a:ext cx="0" cy="32918"/>
          </a:xfrm>
          <a:custGeom>
            <a:avLst/>
            <a:gdLst/>
            <a:ahLst/>
            <a:cxnLst/>
            <a:rect l="0" t="0" r="0" b="0"/>
            <a:pathLst>
              <a:path h="32918">
                <a:moveTo>
                  <a:pt x="0" y="32918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191" name="rc191"/>
          <p:cNvSpPr/>
          <p:nvPr/>
        </p:nvSpPr>
        <p:spPr>
          <a:xfrm>
            <a:off x="7448970" y="3466420"/>
            <a:ext cx="164592" cy="109727"/>
          </a:xfrm>
          <a:prstGeom prst="rect">
            <a:avLst/>
          </a:prstGeom>
          <a:solidFill>
            <a:srgbClr val="4AC16D">
              <a:alpha val="100000"/>
            </a:srgbClr>
          </a:solidFill>
          <a:ln w="13550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192" name="pl192"/>
          <p:cNvSpPr/>
          <p:nvPr/>
        </p:nvSpPr>
        <p:spPr>
          <a:xfrm>
            <a:off x="7448970" y="3521284"/>
            <a:ext cx="164592" cy="0"/>
          </a:xfrm>
          <a:custGeom>
            <a:avLst/>
            <a:gdLst/>
            <a:ahLst/>
            <a:cxnLst/>
            <a:rect l="0" t="0" r="0" b="0"/>
            <a:pathLst>
              <a:path w="164592">
                <a:moveTo>
                  <a:pt x="0" y="0"/>
                </a:moveTo>
                <a:lnTo>
                  <a:pt x="164592" y="0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193" name="pl193"/>
          <p:cNvSpPr/>
          <p:nvPr/>
        </p:nvSpPr>
        <p:spPr>
          <a:xfrm>
            <a:off x="7531266" y="3609066"/>
            <a:ext cx="0" cy="0"/>
          </a:xfrm>
          <a:custGeom>
            <a:avLst/>
            <a:gdLst/>
            <a:ahLst/>
            <a:cxnLst/>
            <a:rect l="0" t="0" r="0" b="0"/>
            <a:pathLst>
              <a:path>
                <a:moveTo>
                  <a:pt x="0" y="0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194" name="pl194"/>
          <p:cNvSpPr/>
          <p:nvPr/>
        </p:nvSpPr>
        <p:spPr>
          <a:xfrm>
            <a:off x="7531266" y="3433501"/>
            <a:ext cx="0" cy="0"/>
          </a:xfrm>
          <a:custGeom>
            <a:avLst/>
            <a:gdLst/>
            <a:ahLst/>
            <a:cxnLst/>
            <a:rect l="0" t="0" r="0" b="0"/>
            <a:pathLst>
              <a:path>
                <a:moveTo>
                  <a:pt x="0" y="0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195" name="rc195"/>
          <p:cNvSpPr/>
          <p:nvPr/>
        </p:nvSpPr>
        <p:spPr>
          <a:xfrm>
            <a:off x="7421538" y="3631012"/>
            <a:ext cx="219455" cy="219456"/>
          </a:xfrm>
          <a:prstGeom prst="rect">
            <a:avLst/>
          </a:prstGeom>
          <a:solidFill>
            <a:srgbClr val="FFFFFF">
              <a:alpha val="100000"/>
            </a:srgbClr>
          </a:solidFill>
        </p:spPr>
        <p:txBody>
          <a:bodyPr/>
          <a:lstStyle/>
          <a:p>
            <a:endParaRPr/>
          </a:p>
        </p:txBody>
      </p:sp>
      <p:sp>
        <p:nvSpPr>
          <p:cNvPr id="196" name="pl196"/>
          <p:cNvSpPr/>
          <p:nvPr/>
        </p:nvSpPr>
        <p:spPr>
          <a:xfrm>
            <a:off x="7531266" y="3795604"/>
            <a:ext cx="0" cy="32918"/>
          </a:xfrm>
          <a:custGeom>
            <a:avLst/>
            <a:gdLst/>
            <a:ahLst/>
            <a:cxnLst/>
            <a:rect l="0" t="0" r="0" b="0"/>
            <a:pathLst>
              <a:path h="32918">
                <a:moveTo>
                  <a:pt x="0" y="32918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197" name="pl197"/>
          <p:cNvSpPr/>
          <p:nvPr/>
        </p:nvSpPr>
        <p:spPr>
          <a:xfrm>
            <a:off x="7531266" y="3652957"/>
            <a:ext cx="0" cy="32918"/>
          </a:xfrm>
          <a:custGeom>
            <a:avLst/>
            <a:gdLst/>
            <a:ahLst/>
            <a:cxnLst/>
            <a:rect l="0" t="0" r="0" b="0"/>
            <a:pathLst>
              <a:path h="32918">
                <a:moveTo>
                  <a:pt x="0" y="32918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198" name="rc198"/>
          <p:cNvSpPr/>
          <p:nvPr/>
        </p:nvSpPr>
        <p:spPr>
          <a:xfrm>
            <a:off x="7448970" y="3685876"/>
            <a:ext cx="164592" cy="109727"/>
          </a:xfrm>
          <a:prstGeom prst="rect">
            <a:avLst/>
          </a:prstGeom>
          <a:solidFill>
            <a:srgbClr val="440154">
              <a:alpha val="100000"/>
            </a:srgbClr>
          </a:solidFill>
          <a:ln w="13550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199" name="pl199"/>
          <p:cNvSpPr/>
          <p:nvPr/>
        </p:nvSpPr>
        <p:spPr>
          <a:xfrm>
            <a:off x="7448970" y="3740740"/>
            <a:ext cx="164592" cy="0"/>
          </a:xfrm>
          <a:custGeom>
            <a:avLst/>
            <a:gdLst/>
            <a:ahLst/>
            <a:cxnLst/>
            <a:rect l="0" t="0" r="0" b="0"/>
            <a:pathLst>
              <a:path w="164592">
                <a:moveTo>
                  <a:pt x="0" y="0"/>
                </a:moveTo>
                <a:lnTo>
                  <a:pt x="164592" y="0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200" name="pl200"/>
          <p:cNvSpPr/>
          <p:nvPr/>
        </p:nvSpPr>
        <p:spPr>
          <a:xfrm>
            <a:off x="7531266" y="3828522"/>
            <a:ext cx="0" cy="0"/>
          </a:xfrm>
          <a:custGeom>
            <a:avLst/>
            <a:gdLst/>
            <a:ahLst/>
            <a:cxnLst/>
            <a:rect l="0" t="0" r="0" b="0"/>
            <a:pathLst>
              <a:path>
                <a:moveTo>
                  <a:pt x="0" y="0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201" name="pl201"/>
          <p:cNvSpPr/>
          <p:nvPr/>
        </p:nvSpPr>
        <p:spPr>
          <a:xfrm>
            <a:off x="7531266" y="3652957"/>
            <a:ext cx="0" cy="0"/>
          </a:xfrm>
          <a:custGeom>
            <a:avLst/>
            <a:gdLst/>
            <a:ahLst/>
            <a:cxnLst/>
            <a:rect l="0" t="0" r="0" b="0"/>
            <a:pathLst>
              <a:path>
                <a:moveTo>
                  <a:pt x="0" y="0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202" name="rc202"/>
          <p:cNvSpPr/>
          <p:nvPr/>
        </p:nvSpPr>
        <p:spPr>
          <a:xfrm>
            <a:off x="7421538" y="3850468"/>
            <a:ext cx="219455" cy="219456"/>
          </a:xfrm>
          <a:prstGeom prst="rect">
            <a:avLst/>
          </a:prstGeom>
          <a:solidFill>
            <a:srgbClr val="FFFFFF">
              <a:alpha val="100000"/>
            </a:srgbClr>
          </a:solidFill>
        </p:spPr>
        <p:txBody>
          <a:bodyPr/>
          <a:lstStyle/>
          <a:p>
            <a:endParaRPr/>
          </a:p>
        </p:txBody>
      </p:sp>
      <p:sp>
        <p:nvSpPr>
          <p:cNvPr id="203" name="pl203"/>
          <p:cNvSpPr/>
          <p:nvPr/>
        </p:nvSpPr>
        <p:spPr>
          <a:xfrm>
            <a:off x="7531266" y="4015060"/>
            <a:ext cx="0" cy="32918"/>
          </a:xfrm>
          <a:custGeom>
            <a:avLst/>
            <a:gdLst/>
            <a:ahLst/>
            <a:cxnLst/>
            <a:rect l="0" t="0" r="0" b="0"/>
            <a:pathLst>
              <a:path h="32918">
                <a:moveTo>
                  <a:pt x="0" y="32918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204" name="pl204"/>
          <p:cNvSpPr/>
          <p:nvPr/>
        </p:nvSpPr>
        <p:spPr>
          <a:xfrm>
            <a:off x="7531266" y="3872413"/>
            <a:ext cx="0" cy="32918"/>
          </a:xfrm>
          <a:custGeom>
            <a:avLst/>
            <a:gdLst/>
            <a:ahLst/>
            <a:cxnLst/>
            <a:rect l="0" t="0" r="0" b="0"/>
            <a:pathLst>
              <a:path h="32918">
                <a:moveTo>
                  <a:pt x="0" y="32918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205" name="rc205"/>
          <p:cNvSpPr/>
          <p:nvPr/>
        </p:nvSpPr>
        <p:spPr>
          <a:xfrm>
            <a:off x="7448970" y="3905332"/>
            <a:ext cx="164592" cy="109727"/>
          </a:xfrm>
          <a:prstGeom prst="rect">
            <a:avLst/>
          </a:prstGeom>
          <a:solidFill>
            <a:srgbClr val="46337E">
              <a:alpha val="100000"/>
            </a:srgbClr>
          </a:solidFill>
          <a:ln w="13550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206" name="pl206"/>
          <p:cNvSpPr/>
          <p:nvPr/>
        </p:nvSpPr>
        <p:spPr>
          <a:xfrm>
            <a:off x="7448970" y="3960196"/>
            <a:ext cx="164592" cy="0"/>
          </a:xfrm>
          <a:custGeom>
            <a:avLst/>
            <a:gdLst/>
            <a:ahLst/>
            <a:cxnLst/>
            <a:rect l="0" t="0" r="0" b="0"/>
            <a:pathLst>
              <a:path w="164592">
                <a:moveTo>
                  <a:pt x="0" y="0"/>
                </a:moveTo>
                <a:lnTo>
                  <a:pt x="164592" y="0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207" name="pl207"/>
          <p:cNvSpPr/>
          <p:nvPr/>
        </p:nvSpPr>
        <p:spPr>
          <a:xfrm>
            <a:off x="7531266" y="4047978"/>
            <a:ext cx="0" cy="0"/>
          </a:xfrm>
          <a:custGeom>
            <a:avLst/>
            <a:gdLst/>
            <a:ahLst/>
            <a:cxnLst/>
            <a:rect l="0" t="0" r="0" b="0"/>
            <a:pathLst>
              <a:path>
                <a:moveTo>
                  <a:pt x="0" y="0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208" name="pl208"/>
          <p:cNvSpPr/>
          <p:nvPr/>
        </p:nvSpPr>
        <p:spPr>
          <a:xfrm>
            <a:off x="7531266" y="3872413"/>
            <a:ext cx="0" cy="0"/>
          </a:xfrm>
          <a:custGeom>
            <a:avLst/>
            <a:gdLst/>
            <a:ahLst/>
            <a:cxnLst/>
            <a:rect l="0" t="0" r="0" b="0"/>
            <a:pathLst>
              <a:path>
                <a:moveTo>
                  <a:pt x="0" y="0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209" name="rc209"/>
          <p:cNvSpPr/>
          <p:nvPr/>
        </p:nvSpPr>
        <p:spPr>
          <a:xfrm>
            <a:off x="7421538" y="4069924"/>
            <a:ext cx="219455" cy="219455"/>
          </a:xfrm>
          <a:prstGeom prst="rect">
            <a:avLst/>
          </a:prstGeom>
          <a:solidFill>
            <a:srgbClr val="FFFFFF">
              <a:alpha val="100000"/>
            </a:srgbClr>
          </a:solidFill>
        </p:spPr>
        <p:txBody>
          <a:bodyPr/>
          <a:lstStyle/>
          <a:p>
            <a:endParaRPr/>
          </a:p>
        </p:txBody>
      </p:sp>
      <p:sp>
        <p:nvSpPr>
          <p:cNvPr id="210" name="pl210"/>
          <p:cNvSpPr/>
          <p:nvPr/>
        </p:nvSpPr>
        <p:spPr>
          <a:xfrm>
            <a:off x="7531266" y="4234516"/>
            <a:ext cx="0" cy="32918"/>
          </a:xfrm>
          <a:custGeom>
            <a:avLst/>
            <a:gdLst/>
            <a:ahLst/>
            <a:cxnLst/>
            <a:rect l="0" t="0" r="0" b="0"/>
            <a:pathLst>
              <a:path h="32918">
                <a:moveTo>
                  <a:pt x="0" y="32918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211" name="pl211"/>
          <p:cNvSpPr/>
          <p:nvPr/>
        </p:nvSpPr>
        <p:spPr>
          <a:xfrm>
            <a:off x="7531266" y="4091869"/>
            <a:ext cx="0" cy="32918"/>
          </a:xfrm>
          <a:custGeom>
            <a:avLst/>
            <a:gdLst/>
            <a:ahLst/>
            <a:cxnLst/>
            <a:rect l="0" t="0" r="0" b="0"/>
            <a:pathLst>
              <a:path h="32918">
                <a:moveTo>
                  <a:pt x="0" y="32918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212" name="rc212"/>
          <p:cNvSpPr/>
          <p:nvPr/>
        </p:nvSpPr>
        <p:spPr>
          <a:xfrm>
            <a:off x="7448970" y="4124788"/>
            <a:ext cx="164592" cy="109727"/>
          </a:xfrm>
          <a:prstGeom prst="rect">
            <a:avLst/>
          </a:prstGeom>
          <a:solidFill>
            <a:srgbClr val="9FDA3A">
              <a:alpha val="100000"/>
            </a:srgbClr>
          </a:solidFill>
          <a:ln w="13550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213" name="pl213"/>
          <p:cNvSpPr/>
          <p:nvPr/>
        </p:nvSpPr>
        <p:spPr>
          <a:xfrm>
            <a:off x="7448970" y="4179652"/>
            <a:ext cx="164592" cy="0"/>
          </a:xfrm>
          <a:custGeom>
            <a:avLst/>
            <a:gdLst/>
            <a:ahLst/>
            <a:cxnLst/>
            <a:rect l="0" t="0" r="0" b="0"/>
            <a:pathLst>
              <a:path w="164592">
                <a:moveTo>
                  <a:pt x="0" y="0"/>
                </a:moveTo>
                <a:lnTo>
                  <a:pt x="164592" y="0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214" name="pl214"/>
          <p:cNvSpPr/>
          <p:nvPr/>
        </p:nvSpPr>
        <p:spPr>
          <a:xfrm>
            <a:off x="7531266" y="4267434"/>
            <a:ext cx="0" cy="0"/>
          </a:xfrm>
          <a:custGeom>
            <a:avLst/>
            <a:gdLst/>
            <a:ahLst/>
            <a:cxnLst/>
            <a:rect l="0" t="0" r="0" b="0"/>
            <a:pathLst>
              <a:path>
                <a:moveTo>
                  <a:pt x="0" y="0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215" name="pl215"/>
          <p:cNvSpPr/>
          <p:nvPr/>
        </p:nvSpPr>
        <p:spPr>
          <a:xfrm>
            <a:off x="7531266" y="4091869"/>
            <a:ext cx="0" cy="0"/>
          </a:xfrm>
          <a:custGeom>
            <a:avLst/>
            <a:gdLst/>
            <a:ahLst/>
            <a:cxnLst/>
            <a:rect l="0" t="0" r="0" b="0"/>
            <a:pathLst>
              <a:path>
                <a:moveTo>
                  <a:pt x="0" y="0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216" name="rc216"/>
          <p:cNvSpPr/>
          <p:nvPr/>
        </p:nvSpPr>
        <p:spPr>
          <a:xfrm>
            <a:off x="7421538" y="4289380"/>
            <a:ext cx="219455" cy="219455"/>
          </a:xfrm>
          <a:prstGeom prst="rect">
            <a:avLst/>
          </a:prstGeom>
          <a:solidFill>
            <a:srgbClr val="FFFFFF">
              <a:alpha val="100000"/>
            </a:srgbClr>
          </a:solidFill>
        </p:spPr>
        <p:txBody>
          <a:bodyPr/>
          <a:lstStyle/>
          <a:p>
            <a:endParaRPr/>
          </a:p>
        </p:txBody>
      </p:sp>
      <p:sp>
        <p:nvSpPr>
          <p:cNvPr id="217" name="pl217"/>
          <p:cNvSpPr/>
          <p:nvPr/>
        </p:nvSpPr>
        <p:spPr>
          <a:xfrm>
            <a:off x="7531266" y="4453972"/>
            <a:ext cx="0" cy="32918"/>
          </a:xfrm>
          <a:custGeom>
            <a:avLst/>
            <a:gdLst/>
            <a:ahLst/>
            <a:cxnLst/>
            <a:rect l="0" t="0" r="0" b="0"/>
            <a:pathLst>
              <a:path h="32918">
                <a:moveTo>
                  <a:pt x="0" y="32918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218" name="pl218"/>
          <p:cNvSpPr/>
          <p:nvPr/>
        </p:nvSpPr>
        <p:spPr>
          <a:xfrm>
            <a:off x="7531266" y="4311325"/>
            <a:ext cx="0" cy="32918"/>
          </a:xfrm>
          <a:custGeom>
            <a:avLst/>
            <a:gdLst/>
            <a:ahLst/>
            <a:cxnLst/>
            <a:rect l="0" t="0" r="0" b="0"/>
            <a:pathLst>
              <a:path h="32918">
                <a:moveTo>
                  <a:pt x="0" y="32918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219" name="rc219"/>
          <p:cNvSpPr/>
          <p:nvPr/>
        </p:nvSpPr>
        <p:spPr>
          <a:xfrm>
            <a:off x="7448970" y="4344244"/>
            <a:ext cx="164592" cy="109727"/>
          </a:xfrm>
          <a:prstGeom prst="rect">
            <a:avLst/>
          </a:prstGeom>
          <a:solidFill>
            <a:srgbClr val="FDE725">
              <a:alpha val="100000"/>
            </a:srgbClr>
          </a:solidFill>
          <a:ln w="13550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220" name="pl220"/>
          <p:cNvSpPr/>
          <p:nvPr/>
        </p:nvSpPr>
        <p:spPr>
          <a:xfrm>
            <a:off x="7448970" y="4399108"/>
            <a:ext cx="164592" cy="0"/>
          </a:xfrm>
          <a:custGeom>
            <a:avLst/>
            <a:gdLst/>
            <a:ahLst/>
            <a:cxnLst/>
            <a:rect l="0" t="0" r="0" b="0"/>
            <a:pathLst>
              <a:path w="164592">
                <a:moveTo>
                  <a:pt x="0" y="0"/>
                </a:moveTo>
                <a:lnTo>
                  <a:pt x="164592" y="0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221" name="pl221"/>
          <p:cNvSpPr/>
          <p:nvPr/>
        </p:nvSpPr>
        <p:spPr>
          <a:xfrm>
            <a:off x="7531266" y="4486890"/>
            <a:ext cx="0" cy="0"/>
          </a:xfrm>
          <a:custGeom>
            <a:avLst/>
            <a:gdLst/>
            <a:ahLst/>
            <a:cxnLst/>
            <a:rect l="0" t="0" r="0" b="0"/>
            <a:pathLst>
              <a:path>
                <a:moveTo>
                  <a:pt x="0" y="0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222" name="pl222"/>
          <p:cNvSpPr/>
          <p:nvPr/>
        </p:nvSpPr>
        <p:spPr>
          <a:xfrm>
            <a:off x="7531266" y="4311325"/>
            <a:ext cx="0" cy="0"/>
          </a:xfrm>
          <a:custGeom>
            <a:avLst/>
            <a:gdLst/>
            <a:ahLst/>
            <a:cxnLst/>
            <a:rect l="0" t="0" r="0" b="0"/>
            <a:pathLst>
              <a:path>
                <a:moveTo>
                  <a:pt x="0" y="0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223" name="tx223"/>
          <p:cNvSpPr/>
          <p:nvPr/>
        </p:nvSpPr>
        <p:spPr>
          <a:xfrm>
            <a:off x="7766269" y="2852936"/>
            <a:ext cx="347563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W1-TX</a:t>
            </a:r>
          </a:p>
        </p:txBody>
      </p:sp>
      <p:sp>
        <p:nvSpPr>
          <p:cNvPr id="224" name="tx224"/>
          <p:cNvSpPr/>
          <p:nvPr/>
        </p:nvSpPr>
        <p:spPr>
          <a:xfrm>
            <a:off x="7766269" y="3072392"/>
            <a:ext cx="341528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W2-LA</a:t>
            </a:r>
          </a:p>
        </p:txBody>
      </p:sp>
      <p:sp>
        <p:nvSpPr>
          <p:cNvPr id="225" name="tx225"/>
          <p:cNvSpPr/>
          <p:nvPr/>
        </p:nvSpPr>
        <p:spPr>
          <a:xfrm>
            <a:off x="7766269" y="3291848"/>
            <a:ext cx="335219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W3-FL</a:t>
            </a:r>
          </a:p>
        </p:txBody>
      </p:sp>
      <p:sp>
        <p:nvSpPr>
          <p:cNvPr id="226" name="tx226"/>
          <p:cNvSpPr/>
          <p:nvPr/>
        </p:nvSpPr>
        <p:spPr>
          <a:xfrm>
            <a:off x="7766269" y="3511304"/>
            <a:ext cx="353872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W4-VA</a:t>
            </a:r>
          </a:p>
        </p:txBody>
      </p:sp>
      <p:sp>
        <p:nvSpPr>
          <p:cNvPr id="227" name="tx227"/>
          <p:cNvSpPr/>
          <p:nvPr/>
        </p:nvSpPr>
        <p:spPr>
          <a:xfrm>
            <a:off x="7766269" y="3730760"/>
            <a:ext cx="459668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S1-LOLA</a:t>
            </a:r>
          </a:p>
        </p:txBody>
      </p:sp>
      <p:sp>
        <p:nvSpPr>
          <p:cNvPr id="228" name="tx228"/>
          <p:cNvSpPr/>
          <p:nvPr/>
        </p:nvSpPr>
        <p:spPr>
          <a:xfrm>
            <a:off x="7766269" y="3950216"/>
            <a:ext cx="478139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S2-DEBY</a:t>
            </a:r>
          </a:p>
        </p:txBody>
      </p:sp>
      <p:sp>
        <p:nvSpPr>
          <p:cNvPr id="229" name="tx229"/>
          <p:cNvSpPr/>
          <p:nvPr/>
        </p:nvSpPr>
        <p:spPr>
          <a:xfrm>
            <a:off x="7766269" y="4169672"/>
            <a:ext cx="366125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W5-NH</a:t>
            </a:r>
          </a:p>
        </p:txBody>
      </p:sp>
      <p:sp>
        <p:nvSpPr>
          <p:cNvPr id="230" name="tx230"/>
          <p:cNvSpPr/>
          <p:nvPr/>
        </p:nvSpPr>
        <p:spPr>
          <a:xfrm>
            <a:off x="7766269" y="4389128"/>
            <a:ext cx="372435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W6-ME</a:t>
            </a:r>
          </a:p>
        </p:txBody>
      </p:sp>
      <p:sp>
        <p:nvSpPr>
          <p:cNvPr id="231" name="tx231"/>
          <p:cNvSpPr/>
          <p:nvPr/>
        </p:nvSpPr>
        <p:spPr>
          <a:xfrm>
            <a:off x="2479565" y="1628800"/>
            <a:ext cx="3100547" cy="120152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4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(A) </a:t>
            </a:r>
            <a:r>
              <a:rPr sz="24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Final Survival at Lewisetta and York River</a:t>
            </a:r>
          </a:p>
        </p:txBody>
      </p:sp>
      <p:sp>
        <p:nvSpPr>
          <p:cNvPr id="233" name="tx77">
            <a:extLst>
              <a:ext uri="{FF2B5EF4-FFF2-40B4-BE49-F238E27FC236}">
                <a16:creationId xmlns:a16="http://schemas.microsoft.com/office/drawing/2014/main" id="{A6177AF7-837B-BB9D-F4A2-9B65182CCB86}"/>
              </a:ext>
            </a:extLst>
          </p:cNvPr>
          <p:cNvSpPr/>
          <p:nvPr/>
        </p:nvSpPr>
        <p:spPr>
          <a:xfrm>
            <a:off x="7620603" y="2497718"/>
            <a:ext cx="840059" cy="12755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Broodstock</a:t>
            </a:r>
          </a:p>
          <a:p>
            <a:pPr marL="0" marR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Group</a:t>
            </a:r>
            <a:endParaRPr dirty="0">
              <a:solidFill>
                <a:srgbClr val="000000">
                  <a:alpha val="100000"/>
                </a:srgbClr>
              </a:solidFill>
              <a:latin typeface="Helvetica"/>
              <a:cs typeface="Helvetica"/>
            </a:endParaRPr>
          </a:p>
        </p:txBody>
      </p:sp>
      <p:sp>
        <p:nvSpPr>
          <p:cNvPr id="234" name="pl154">
            <a:extLst>
              <a:ext uri="{FF2B5EF4-FFF2-40B4-BE49-F238E27FC236}">
                <a16:creationId xmlns:a16="http://schemas.microsoft.com/office/drawing/2014/main" id="{569EC163-9169-55B0-B207-4EC54DA6FBF6}"/>
              </a:ext>
            </a:extLst>
          </p:cNvPr>
          <p:cNvSpPr/>
          <p:nvPr/>
        </p:nvSpPr>
        <p:spPr>
          <a:xfrm flipH="1">
            <a:off x="4069963" y="2005525"/>
            <a:ext cx="45719" cy="3007930"/>
          </a:xfrm>
          <a:custGeom>
            <a:avLst/>
            <a:gdLst/>
            <a:ahLst/>
            <a:cxnLst/>
            <a:rect l="0" t="0" r="0" b="0"/>
            <a:pathLst>
              <a:path h="3268183">
                <a:moveTo>
                  <a:pt x="0" y="3268183"/>
                </a:moveTo>
                <a:lnTo>
                  <a:pt x="0" y="0"/>
                </a:lnTo>
              </a:path>
            </a:pathLst>
          </a:custGeom>
          <a:ln w="13550" cap="sq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6"/>
          <p:cNvSpPr/>
          <p:nvPr/>
        </p:nvSpPr>
        <p:spPr>
          <a:xfrm>
            <a:off x="1151227" y="2105138"/>
            <a:ext cx="0" cy="630228"/>
          </a:xfrm>
          <a:custGeom>
            <a:avLst/>
            <a:gdLst/>
            <a:ahLst/>
            <a:cxnLst/>
            <a:rect l="0" t="0" r="0" b="0"/>
            <a:pathLst>
              <a:path h="630228">
                <a:moveTo>
                  <a:pt x="0" y="630228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7" name="pl7"/>
          <p:cNvSpPr/>
          <p:nvPr/>
        </p:nvSpPr>
        <p:spPr>
          <a:xfrm>
            <a:off x="1151227" y="3395606"/>
            <a:ext cx="0" cy="390141"/>
          </a:xfrm>
          <a:custGeom>
            <a:avLst/>
            <a:gdLst/>
            <a:ahLst/>
            <a:cxnLst/>
            <a:rect l="0" t="0" r="0" b="0"/>
            <a:pathLst>
              <a:path h="390141">
                <a:moveTo>
                  <a:pt x="0" y="0"/>
                </a:moveTo>
                <a:lnTo>
                  <a:pt x="0" y="390141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8" name="pg8"/>
          <p:cNvSpPr/>
          <p:nvPr/>
        </p:nvSpPr>
        <p:spPr>
          <a:xfrm>
            <a:off x="1020382" y="2735367"/>
            <a:ext cx="261688" cy="660239"/>
          </a:xfrm>
          <a:custGeom>
            <a:avLst/>
            <a:gdLst/>
            <a:ahLst/>
            <a:cxnLst/>
            <a:rect l="0" t="0" r="0" b="0"/>
            <a:pathLst>
              <a:path w="261688" h="660239">
                <a:moveTo>
                  <a:pt x="0" y="0"/>
                </a:moveTo>
                <a:lnTo>
                  <a:pt x="0" y="660239"/>
                </a:lnTo>
                <a:lnTo>
                  <a:pt x="261688" y="660239"/>
                </a:lnTo>
                <a:lnTo>
                  <a:pt x="261688" y="0"/>
                </a:lnTo>
                <a:close/>
              </a:path>
            </a:pathLst>
          </a:custGeom>
          <a:solidFill>
            <a:srgbClr val="440154">
              <a:alpha val="100000"/>
            </a:srgbClr>
          </a:solidFill>
          <a:ln w="13550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9" name="pl9"/>
          <p:cNvSpPr/>
          <p:nvPr/>
        </p:nvSpPr>
        <p:spPr>
          <a:xfrm>
            <a:off x="1020382" y="3065486"/>
            <a:ext cx="261688" cy="0"/>
          </a:xfrm>
          <a:custGeom>
            <a:avLst/>
            <a:gdLst/>
            <a:ahLst/>
            <a:cxnLst/>
            <a:rect l="0" t="0" r="0" b="0"/>
            <a:pathLst>
              <a:path w="261688">
                <a:moveTo>
                  <a:pt x="0" y="0"/>
                </a:moveTo>
                <a:lnTo>
                  <a:pt x="261688" y="0"/>
                </a:lnTo>
              </a:path>
            </a:pathLst>
          </a:custGeom>
          <a:ln w="27101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10" name="pt10"/>
          <p:cNvSpPr/>
          <p:nvPr/>
        </p:nvSpPr>
        <p:spPr>
          <a:xfrm>
            <a:off x="1475319" y="4361139"/>
            <a:ext cx="49651" cy="49651"/>
          </a:xfrm>
          <a:prstGeom prst="ellipse">
            <a:avLst/>
          </a:prstGeom>
          <a:solidFill>
            <a:srgbClr val="333333">
              <a:alpha val="100000"/>
            </a:srgbClr>
          </a:solidFill>
          <a:ln w="9000" cap="rnd">
            <a:solidFill>
              <a:srgbClr val="333333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1" name="pt11"/>
          <p:cNvSpPr/>
          <p:nvPr/>
        </p:nvSpPr>
        <p:spPr>
          <a:xfrm>
            <a:off x="1475319" y="4151063"/>
            <a:ext cx="49651" cy="49651"/>
          </a:xfrm>
          <a:prstGeom prst="ellipse">
            <a:avLst/>
          </a:prstGeom>
          <a:solidFill>
            <a:srgbClr val="333333">
              <a:alpha val="100000"/>
            </a:srgbClr>
          </a:solidFill>
          <a:ln w="9000" cap="rnd">
            <a:solidFill>
              <a:srgbClr val="333333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2" name="pt12"/>
          <p:cNvSpPr/>
          <p:nvPr/>
        </p:nvSpPr>
        <p:spPr>
          <a:xfrm>
            <a:off x="1475319" y="4301117"/>
            <a:ext cx="49651" cy="49651"/>
          </a:xfrm>
          <a:prstGeom prst="ellipse">
            <a:avLst/>
          </a:prstGeom>
          <a:solidFill>
            <a:srgbClr val="333333">
              <a:alpha val="100000"/>
            </a:srgbClr>
          </a:solidFill>
          <a:ln w="9000" cap="rnd">
            <a:solidFill>
              <a:srgbClr val="333333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3" name="pt13"/>
          <p:cNvSpPr/>
          <p:nvPr/>
        </p:nvSpPr>
        <p:spPr>
          <a:xfrm>
            <a:off x="1475319" y="4691258"/>
            <a:ext cx="49651" cy="49651"/>
          </a:xfrm>
          <a:prstGeom prst="ellipse">
            <a:avLst/>
          </a:prstGeom>
          <a:solidFill>
            <a:srgbClr val="333333">
              <a:alpha val="100000"/>
            </a:srgbClr>
          </a:solidFill>
          <a:ln w="9000" cap="rnd">
            <a:solidFill>
              <a:srgbClr val="333333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4" name="pl14"/>
          <p:cNvSpPr/>
          <p:nvPr/>
        </p:nvSpPr>
        <p:spPr>
          <a:xfrm>
            <a:off x="1500145" y="2405247"/>
            <a:ext cx="0" cy="622725"/>
          </a:xfrm>
          <a:custGeom>
            <a:avLst/>
            <a:gdLst/>
            <a:ahLst/>
            <a:cxnLst/>
            <a:rect l="0" t="0" r="0" b="0"/>
            <a:pathLst>
              <a:path h="622725">
                <a:moveTo>
                  <a:pt x="0" y="622725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5" name="pl15"/>
          <p:cNvSpPr/>
          <p:nvPr/>
        </p:nvSpPr>
        <p:spPr>
          <a:xfrm>
            <a:off x="1500145" y="3463130"/>
            <a:ext cx="0" cy="652736"/>
          </a:xfrm>
          <a:custGeom>
            <a:avLst/>
            <a:gdLst/>
            <a:ahLst/>
            <a:cxnLst/>
            <a:rect l="0" t="0" r="0" b="0"/>
            <a:pathLst>
              <a:path h="652736">
                <a:moveTo>
                  <a:pt x="0" y="0"/>
                </a:moveTo>
                <a:lnTo>
                  <a:pt x="0" y="652736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6" name="pg16"/>
          <p:cNvSpPr/>
          <p:nvPr/>
        </p:nvSpPr>
        <p:spPr>
          <a:xfrm>
            <a:off x="1369300" y="3027973"/>
            <a:ext cx="261688" cy="435157"/>
          </a:xfrm>
          <a:custGeom>
            <a:avLst/>
            <a:gdLst/>
            <a:ahLst/>
            <a:cxnLst/>
            <a:rect l="0" t="0" r="0" b="0"/>
            <a:pathLst>
              <a:path w="261688" h="435157">
                <a:moveTo>
                  <a:pt x="0" y="0"/>
                </a:moveTo>
                <a:lnTo>
                  <a:pt x="0" y="435157"/>
                </a:lnTo>
                <a:lnTo>
                  <a:pt x="261688" y="435157"/>
                </a:lnTo>
                <a:lnTo>
                  <a:pt x="261688" y="0"/>
                </a:lnTo>
                <a:close/>
              </a:path>
            </a:pathLst>
          </a:custGeom>
          <a:solidFill>
            <a:srgbClr val="46337E">
              <a:alpha val="100000"/>
            </a:srgbClr>
          </a:solidFill>
          <a:ln w="13550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17" name="pl17"/>
          <p:cNvSpPr/>
          <p:nvPr/>
        </p:nvSpPr>
        <p:spPr>
          <a:xfrm>
            <a:off x="1369300" y="3245552"/>
            <a:ext cx="261688" cy="0"/>
          </a:xfrm>
          <a:custGeom>
            <a:avLst/>
            <a:gdLst/>
            <a:ahLst/>
            <a:cxnLst/>
            <a:rect l="0" t="0" r="0" b="0"/>
            <a:pathLst>
              <a:path w="261688">
                <a:moveTo>
                  <a:pt x="0" y="0"/>
                </a:moveTo>
                <a:lnTo>
                  <a:pt x="261688" y="0"/>
                </a:lnTo>
              </a:path>
            </a:pathLst>
          </a:custGeom>
          <a:ln w="27101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18" name="pt18"/>
          <p:cNvSpPr/>
          <p:nvPr/>
        </p:nvSpPr>
        <p:spPr>
          <a:xfrm>
            <a:off x="1824237" y="4481182"/>
            <a:ext cx="49651" cy="49651"/>
          </a:xfrm>
          <a:prstGeom prst="ellipse">
            <a:avLst/>
          </a:prstGeom>
          <a:solidFill>
            <a:srgbClr val="333333">
              <a:alpha val="100000"/>
            </a:srgbClr>
          </a:solidFill>
          <a:ln w="9000" cap="rnd">
            <a:solidFill>
              <a:srgbClr val="333333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9" name="pt19"/>
          <p:cNvSpPr/>
          <p:nvPr/>
        </p:nvSpPr>
        <p:spPr>
          <a:xfrm>
            <a:off x="1824237" y="2110323"/>
            <a:ext cx="49651" cy="49651"/>
          </a:xfrm>
          <a:prstGeom prst="ellipse">
            <a:avLst/>
          </a:prstGeom>
          <a:solidFill>
            <a:srgbClr val="333333">
              <a:alpha val="100000"/>
            </a:srgbClr>
          </a:solidFill>
          <a:ln w="9000" cap="rnd">
            <a:solidFill>
              <a:srgbClr val="333333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0" name="pt20"/>
          <p:cNvSpPr/>
          <p:nvPr/>
        </p:nvSpPr>
        <p:spPr>
          <a:xfrm>
            <a:off x="1824237" y="4931345"/>
            <a:ext cx="49651" cy="49651"/>
          </a:xfrm>
          <a:prstGeom prst="ellipse">
            <a:avLst/>
          </a:prstGeom>
          <a:solidFill>
            <a:srgbClr val="333333">
              <a:alpha val="100000"/>
            </a:srgbClr>
          </a:solidFill>
          <a:ln w="9000" cap="rnd">
            <a:solidFill>
              <a:srgbClr val="333333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1" name="pl21"/>
          <p:cNvSpPr/>
          <p:nvPr/>
        </p:nvSpPr>
        <p:spPr>
          <a:xfrm>
            <a:off x="1849063" y="2345225"/>
            <a:ext cx="0" cy="780282"/>
          </a:xfrm>
          <a:custGeom>
            <a:avLst/>
            <a:gdLst/>
            <a:ahLst/>
            <a:cxnLst/>
            <a:rect l="0" t="0" r="0" b="0"/>
            <a:pathLst>
              <a:path h="780282">
                <a:moveTo>
                  <a:pt x="0" y="780282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2" name="pl22"/>
          <p:cNvSpPr/>
          <p:nvPr/>
        </p:nvSpPr>
        <p:spPr>
          <a:xfrm>
            <a:off x="1849063" y="3665704"/>
            <a:ext cx="0" cy="660239"/>
          </a:xfrm>
          <a:custGeom>
            <a:avLst/>
            <a:gdLst/>
            <a:ahLst/>
            <a:cxnLst/>
            <a:rect l="0" t="0" r="0" b="0"/>
            <a:pathLst>
              <a:path h="660239">
                <a:moveTo>
                  <a:pt x="0" y="0"/>
                </a:moveTo>
                <a:lnTo>
                  <a:pt x="0" y="660239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3" name="pg23"/>
          <p:cNvSpPr/>
          <p:nvPr/>
        </p:nvSpPr>
        <p:spPr>
          <a:xfrm>
            <a:off x="1718218" y="3125508"/>
            <a:ext cx="261688" cy="540195"/>
          </a:xfrm>
          <a:custGeom>
            <a:avLst/>
            <a:gdLst/>
            <a:ahLst/>
            <a:cxnLst/>
            <a:rect l="0" t="0" r="0" b="0"/>
            <a:pathLst>
              <a:path w="261688" h="540195">
                <a:moveTo>
                  <a:pt x="0" y="0"/>
                </a:moveTo>
                <a:lnTo>
                  <a:pt x="0" y="540195"/>
                </a:lnTo>
                <a:lnTo>
                  <a:pt x="261688" y="540195"/>
                </a:lnTo>
                <a:lnTo>
                  <a:pt x="261688" y="0"/>
                </a:lnTo>
                <a:close/>
              </a:path>
            </a:pathLst>
          </a:custGeom>
          <a:solidFill>
            <a:srgbClr val="365C8D">
              <a:alpha val="100000"/>
            </a:srgbClr>
          </a:solidFill>
          <a:ln w="13550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24" name="pl24"/>
          <p:cNvSpPr/>
          <p:nvPr/>
        </p:nvSpPr>
        <p:spPr>
          <a:xfrm>
            <a:off x="1718218" y="3395606"/>
            <a:ext cx="261688" cy="0"/>
          </a:xfrm>
          <a:custGeom>
            <a:avLst/>
            <a:gdLst/>
            <a:ahLst/>
            <a:cxnLst/>
            <a:rect l="0" t="0" r="0" b="0"/>
            <a:pathLst>
              <a:path w="261688">
                <a:moveTo>
                  <a:pt x="0" y="0"/>
                </a:moveTo>
                <a:lnTo>
                  <a:pt x="261688" y="0"/>
                </a:lnTo>
              </a:path>
            </a:pathLst>
          </a:custGeom>
          <a:ln w="27101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25" name="pt25"/>
          <p:cNvSpPr/>
          <p:nvPr/>
        </p:nvSpPr>
        <p:spPr>
          <a:xfrm>
            <a:off x="2173155" y="4541204"/>
            <a:ext cx="49651" cy="49651"/>
          </a:xfrm>
          <a:prstGeom prst="ellipse">
            <a:avLst/>
          </a:prstGeom>
          <a:solidFill>
            <a:srgbClr val="333333">
              <a:alpha val="100000"/>
            </a:srgbClr>
          </a:solidFill>
          <a:ln w="9000" cap="rnd">
            <a:solidFill>
              <a:srgbClr val="333333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6" name="pl26"/>
          <p:cNvSpPr/>
          <p:nvPr/>
        </p:nvSpPr>
        <p:spPr>
          <a:xfrm>
            <a:off x="2197981" y="2195171"/>
            <a:ext cx="0" cy="660239"/>
          </a:xfrm>
          <a:custGeom>
            <a:avLst/>
            <a:gdLst/>
            <a:ahLst/>
            <a:cxnLst/>
            <a:rect l="0" t="0" r="0" b="0"/>
            <a:pathLst>
              <a:path h="660239">
                <a:moveTo>
                  <a:pt x="0" y="660239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7" name="pl27"/>
          <p:cNvSpPr/>
          <p:nvPr/>
        </p:nvSpPr>
        <p:spPr>
          <a:xfrm>
            <a:off x="2197981" y="3515649"/>
            <a:ext cx="0" cy="660239"/>
          </a:xfrm>
          <a:custGeom>
            <a:avLst/>
            <a:gdLst/>
            <a:ahLst/>
            <a:cxnLst/>
            <a:rect l="0" t="0" r="0" b="0"/>
            <a:pathLst>
              <a:path h="660239">
                <a:moveTo>
                  <a:pt x="0" y="0"/>
                </a:moveTo>
                <a:lnTo>
                  <a:pt x="0" y="660239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8" name="pg28"/>
          <p:cNvSpPr/>
          <p:nvPr/>
        </p:nvSpPr>
        <p:spPr>
          <a:xfrm>
            <a:off x="2067136" y="2855410"/>
            <a:ext cx="261688" cy="660239"/>
          </a:xfrm>
          <a:custGeom>
            <a:avLst/>
            <a:gdLst/>
            <a:ahLst/>
            <a:cxnLst/>
            <a:rect l="0" t="0" r="0" b="0"/>
            <a:pathLst>
              <a:path w="261688" h="660239">
                <a:moveTo>
                  <a:pt x="0" y="0"/>
                </a:moveTo>
                <a:lnTo>
                  <a:pt x="0" y="660239"/>
                </a:lnTo>
                <a:lnTo>
                  <a:pt x="261688" y="660239"/>
                </a:lnTo>
                <a:lnTo>
                  <a:pt x="261688" y="0"/>
                </a:lnTo>
                <a:close/>
              </a:path>
            </a:pathLst>
          </a:custGeom>
          <a:solidFill>
            <a:srgbClr val="277F8E">
              <a:alpha val="100000"/>
            </a:srgbClr>
          </a:solidFill>
          <a:ln w="13550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29" name="pl29"/>
          <p:cNvSpPr/>
          <p:nvPr/>
        </p:nvSpPr>
        <p:spPr>
          <a:xfrm>
            <a:off x="2067136" y="3245552"/>
            <a:ext cx="261688" cy="0"/>
          </a:xfrm>
          <a:custGeom>
            <a:avLst/>
            <a:gdLst/>
            <a:ahLst/>
            <a:cxnLst/>
            <a:rect l="0" t="0" r="0" b="0"/>
            <a:pathLst>
              <a:path w="261688">
                <a:moveTo>
                  <a:pt x="0" y="0"/>
                </a:moveTo>
                <a:lnTo>
                  <a:pt x="261688" y="0"/>
                </a:lnTo>
              </a:path>
            </a:pathLst>
          </a:custGeom>
          <a:ln w="27101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0" name="pt30"/>
          <p:cNvSpPr/>
          <p:nvPr/>
        </p:nvSpPr>
        <p:spPr>
          <a:xfrm>
            <a:off x="2522073" y="2590497"/>
            <a:ext cx="49651" cy="49651"/>
          </a:xfrm>
          <a:prstGeom prst="ellipse">
            <a:avLst/>
          </a:prstGeom>
          <a:solidFill>
            <a:srgbClr val="333333">
              <a:alpha val="100000"/>
            </a:srgbClr>
          </a:solidFill>
          <a:ln w="9000" cap="rnd">
            <a:solidFill>
              <a:srgbClr val="333333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1" name="pt31"/>
          <p:cNvSpPr/>
          <p:nvPr/>
        </p:nvSpPr>
        <p:spPr>
          <a:xfrm>
            <a:off x="2522073" y="4361139"/>
            <a:ext cx="49651" cy="49651"/>
          </a:xfrm>
          <a:prstGeom prst="ellipse">
            <a:avLst/>
          </a:prstGeom>
          <a:solidFill>
            <a:srgbClr val="333333">
              <a:alpha val="100000"/>
            </a:srgbClr>
          </a:solidFill>
          <a:ln w="9000" cap="rnd">
            <a:solidFill>
              <a:srgbClr val="333333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2" name="pt32"/>
          <p:cNvSpPr/>
          <p:nvPr/>
        </p:nvSpPr>
        <p:spPr>
          <a:xfrm>
            <a:off x="2522073" y="4571215"/>
            <a:ext cx="49651" cy="49651"/>
          </a:xfrm>
          <a:prstGeom prst="ellipse">
            <a:avLst/>
          </a:prstGeom>
          <a:solidFill>
            <a:srgbClr val="333333">
              <a:alpha val="100000"/>
            </a:srgbClr>
          </a:solidFill>
          <a:ln w="9000" cap="rnd">
            <a:solidFill>
              <a:srgbClr val="333333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3" name="pt33"/>
          <p:cNvSpPr/>
          <p:nvPr/>
        </p:nvSpPr>
        <p:spPr>
          <a:xfrm>
            <a:off x="2522073" y="4601226"/>
            <a:ext cx="49651" cy="49651"/>
          </a:xfrm>
          <a:prstGeom prst="ellipse">
            <a:avLst/>
          </a:prstGeom>
          <a:solidFill>
            <a:srgbClr val="333333">
              <a:alpha val="100000"/>
            </a:srgbClr>
          </a:solidFill>
          <a:ln w="9000" cap="rnd">
            <a:solidFill>
              <a:srgbClr val="333333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4" name="pl34"/>
          <p:cNvSpPr/>
          <p:nvPr/>
        </p:nvSpPr>
        <p:spPr>
          <a:xfrm>
            <a:off x="2546898" y="3005465"/>
            <a:ext cx="0" cy="307611"/>
          </a:xfrm>
          <a:custGeom>
            <a:avLst/>
            <a:gdLst/>
            <a:ahLst/>
            <a:cxnLst/>
            <a:rect l="0" t="0" r="0" b="0"/>
            <a:pathLst>
              <a:path h="307611">
                <a:moveTo>
                  <a:pt x="0" y="307611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5" name="pl35"/>
          <p:cNvSpPr/>
          <p:nvPr/>
        </p:nvSpPr>
        <p:spPr>
          <a:xfrm>
            <a:off x="2546898" y="3725726"/>
            <a:ext cx="0" cy="510184"/>
          </a:xfrm>
          <a:custGeom>
            <a:avLst/>
            <a:gdLst/>
            <a:ahLst/>
            <a:cxnLst/>
            <a:rect l="0" t="0" r="0" b="0"/>
            <a:pathLst>
              <a:path h="510184">
                <a:moveTo>
                  <a:pt x="0" y="0"/>
                </a:moveTo>
                <a:lnTo>
                  <a:pt x="0" y="510184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6" name="pg36"/>
          <p:cNvSpPr/>
          <p:nvPr/>
        </p:nvSpPr>
        <p:spPr>
          <a:xfrm>
            <a:off x="2416054" y="3313076"/>
            <a:ext cx="261688" cy="412649"/>
          </a:xfrm>
          <a:custGeom>
            <a:avLst/>
            <a:gdLst/>
            <a:ahLst/>
            <a:cxnLst/>
            <a:rect l="0" t="0" r="0" b="0"/>
            <a:pathLst>
              <a:path w="261688" h="412649">
                <a:moveTo>
                  <a:pt x="0" y="0"/>
                </a:moveTo>
                <a:lnTo>
                  <a:pt x="0" y="412649"/>
                </a:lnTo>
                <a:lnTo>
                  <a:pt x="261688" y="412649"/>
                </a:lnTo>
                <a:lnTo>
                  <a:pt x="261688" y="0"/>
                </a:lnTo>
                <a:close/>
              </a:path>
            </a:pathLst>
          </a:custGeom>
          <a:solidFill>
            <a:srgbClr val="1FA187">
              <a:alpha val="100000"/>
            </a:srgbClr>
          </a:solidFill>
          <a:ln w="13550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7" name="pl37"/>
          <p:cNvSpPr/>
          <p:nvPr/>
        </p:nvSpPr>
        <p:spPr>
          <a:xfrm>
            <a:off x="2416054" y="3485639"/>
            <a:ext cx="261688" cy="0"/>
          </a:xfrm>
          <a:custGeom>
            <a:avLst/>
            <a:gdLst/>
            <a:ahLst/>
            <a:cxnLst/>
            <a:rect l="0" t="0" r="0" b="0"/>
            <a:pathLst>
              <a:path w="261688">
                <a:moveTo>
                  <a:pt x="0" y="0"/>
                </a:moveTo>
                <a:lnTo>
                  <a:pt x="261688" y="0"/>
                </a:lnTo>
              </a:path>
            </a:pathLst>
          </a:custGeom>
          <a:ln w="27101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8" name="pt38"/>
          <p:cNvSpPr/>
          <p:nvPr/>
        </p:nvSpPr>
        <p:spPr>
          <a:xfrm>
            <a:off x="2870991" y="4511193"/>
            <a:ext cx="49651" cy="49651"/>
          </a:xfrm>
          <a:prstGeom prst="ellipse">
            <a:avLst/>
          </a:prstGeom>
          <a:solidFill>
            <a:srgbClr val="333333">
              <a:alpha val="100000"/>
            </a:srgbClr>
          </a:solidFill>
          <a:ln w="9000" cap="rnd">
            <a:solidFill>
              <a:srgbClr val="333333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9" name="pt39"/>
          <p:cNvSpPr/>
          <p:nvPr/>
        </p:nvSpPr>
        <p:spPr>
          <a:xfrm>
            <a:off x="2870991" y="2260378"/>
            <a:ext cx="49651" cy="49651"/>
          </a:xfrm>
          <a:prstGeom prst="ellipse">
            <a:avLst/>
          </a:prstGeom>
          <a:solidFill>
            <a:srgbClr val="333333">
              <a:alpha val="100000"/>
            </a:srgbClr>
          </a:solidFill>
          <a:ln w="9000" cap="rnd">
            <a:solidFill>
              <a:srgbClr val="333333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0" name="pt40"/>
          <p:cNvSpPr/>
          <p:nvPr/>
        </p:nvSpPr>
        <p:spPr>
          <a:xfrm>
            <a:off x="2870991" y="2290389"/>
            <a:ext cx="49651" cy="49651"/>
          </a:xfrm>
          <a:prstGeom prst="ellipse">
            <a:avLst/>
          </a:prstGeom>
          <a:solidFill>
            <a:srgbClr val="333333">
              <a:alpha val="100000"/>
            </a:srgbClr>
          </a:solidFill>
          <a:ln w="9000" cap="rnd">
            <a:solidFill>
              <a:srgbClr val="333333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1" name="pt41"/>
          <p:cNvSpPr/>
          <p:nvPr/>
        </p:nvSpPr>
        <p:spPr>
          <a:xfrm>
            <a:off x="2870991" y="2620508"/>
            <a:ext cx="49651" cy="49651"/>
          </a:xfrm>
          <a:prstGeom prst="ellipse">
            <a:avLst/>
          </a:prstGeom>
          <a:solidFill>
            <a:srgbClr val="333333">
              <a:alpha val="100000"/>
            </a:srgbClr>
          </a:solidFill>
          <a:ln w="9000" cap="rnd">
            <a:solidFill>
              <a:srgbClr val="333333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2" name="pt42"/>
          <p:cNvSpPr/>
          <p:nvPr/>
        </p:nvSpPr>
        <p:spPr>
          <a:xfrm>
            <a:off x="2870991" y="4241095"/>
            <a:ext cx="49651" cy="49651"/>
          </a:xfrm>
          <a:prstGeom prst="ellipse">
            <a:avLst/>
          </a:prstGeom>
          <a:solidFill>
            <a:srgbClr val="333333">
              <a:alpha val="100000"/>
            </a:srgbClr>
          </a:solidFill>
          <a:ln w="9000" cap="rnd">
            <a:solidFill>
              <a:srgbClr val="333333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3" name="pl43"/>
          <p:cNvSpPr/>
          <p:nvPr/>
        </p:nvSpPr>
        <p:spPr>
          <a:xfrm>
            <a:off x="2895816" y="2765378"/>
            <a:ext cx="0" cy="480173"/>
          </a:xfrm>
          <a:custGeom>
            <a:avLst/>
            <a:gdLst/>
            <a:ahLst/>
            <a:cxnLst/>
            <a:rect l="0" t="0" r="0" b="0"/>
            <a:pathLst>
              <a:path h="480173">
                <a:moveTo>
                  <a:pt x="0" y="480173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4" name="pl44"/>
          <p:cNvSpPr/>
          <p:nvPr/>
        </p:nvSpPr>
        <p:spPr>
          <a:xfrm>
            <a:off x="2895816" y="3635693"/>
            <a:ext cx="0" cy="270097"/>
          </a:xfrm>
          <a:custGeom>
            <a:avLst/>
            <a:gdLst/>
            <a:ahLst/>
            <a:cxnLst/>
            <a:rect l="0" t="0" r="0" b="0"/>
            <a:pathLst>
              <a:path h="270097">
                <a:moveTo>
                  <a:pt x="0" y="0"/>
                </a:moveTo>
                <a:lnTo>
                  <a:pt x="0" y="270097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5" name="pg45"/>
          <p:cNvSpPr/>
          <p:nvPr/>
        </p:nvSpPr>
        <p:spPr>
          <a:xfrm>
            <a:off x="2764972" y="3245552"/>
            <a:ext cx="261688" cy="390141"/>
          </a:xfrm>
          <a:custGeom>
            <a:avLst/>
            <a:gdLst/>
            <a:ahLst/>
            <a:cxnLst/>
            <a:rect l="0" t="0" r="0" b="0"/>
            <a:pathLst>
              <a:path w="261688" h="390141">
                <a:moveTo>
                  <a:pt x="0" y="0"/>
                </a:moveTo>
                <a:lnTo>
                  <a:pt x="0" y="390141"/>
                </a:lnTo>
                <a:lnTo>
                  <a:pt x="261688" y="390141"/>
                </a:lnTo>
                <a:lnTo>
                  <a:pt x="261688" y="0"/>
                </a:lnTo>
                <a:close/>
              </a:path>
            </a:pathLst>
          </a:custGeom>
          <a:solidFill>
            <a:srgbClr val="4AC16D">
              <a:alpha val="100000"/>
            </a:srgbClr>
          </a:solidFill>
          <a:ln w="13550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6" name="pl46"/>
          <p:cNvSpPr/>
          <p:nvPr/>
        </p:nvSpPr>
        <p:spPr>
          <a:xfrm>
            <a:off x="2764972" y="3425617"/>
            <a:ext cx="261688" cy="0"/>
          </a:xfrm>
          <a:custGeom>
            <a:avLst/>
            <a:gdLst/>
            <a:ahLst/>
            <a:cxnLst/>
            <a:rect l="0" t="0" r="0" b="0"/>
            <a:pathLst>
              <a:path w="261688">
                <a:moveTo>
                  <a:pt x="0" y="0"/>
                </a:moveTo>
                <a:lnTo>
                  <a:pt x="261688" y="0"/>
                </a:lnTo>
              </a:path>
            </a:pathLst>
          </a:custGeom>
          <a:ln w="27101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7" name="pl47"/>
          <p:cNvSpPr/>
          <p:nvPr/>
        </p:nvSpPr>
        <p:spPr>
          <a:xfrm>
            <a:off x="3244734" y="3605682"/>
            <a:ext cx="0" cy="360130"/>
          </a:xfrm>
          <a:custGeom>
            <a:avLst/>
            <a:gdLst/>
            <a:ahLst/>
            <a:cxnLst/>
            <a:rect l="0" t="0" r="0" b="0"/>
            <a:pathLst>
              <a:path h="360130">
                <a:moveTo>
                  <a:pt x="0" y="360130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8" name="pl48"/>
          <p:cNvSpPr/>
          <p:nvPr/>
        </p:nvSpPr>
        <p:spPr>
          <a:xfrm>
            <a:off x="3244734" y="4641057"/>
            <a:ext cx="0" cy="375135"/>
          </a:xfrm>
          <a:custGeom>
            <a:avLst/>
            <a:gdLst/>
            <a:ahLst/>
            <a:cxnLst/>
            <a:rect l="0" t="0" r="0" b="0"/>
            <a:pathLst>
              <a:path h="375135">
                <a:moveTo>
                  <a:pt x="0" y="0"/>
                </a:moveTo>
                <a:lnTo>
                  <a:pt x="0" y="375135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9" name="pg49"/>
          <p:cNvSpPr/>
          <p:nvPr/>
        </p:nvSpPr>
        <p:spPr>
          <a:xfrm>
            <a:off x="3113890" y="3965812"/>
            <a:ext cx="261688" cy="675244"/>
          </a:xfrm>
          <a:custGeom>
            <a:avLst/>
            <a:gdLst/>
            <a:ahLst/>
            <a:cxnLst/>
            <a:rect l="0" t="0" r="0" b="0"/>
            <a:pathLst>
              <a:path w="261688" h="675244">
                <a:moveTo>
                  <a:pt x="0" y="0"/>
                </a:moveTo>
                <a:lnTo>
                  <a:pt x="0" y="675244"/>
                </a:lnTo>
                <a:lnTo>
                  <a:pt x="261688" y="675244"/>
                </a:lnTo>
                <a:lnTo>
                  <a:pt x="261688" y="0"/>
                </a:lnTo>
                <a:close/>
              </a:path>
            </a:pathLst>
          </a:custGeom>
          <a:solidFill>
            <a:srgbClr val="9FDA3A">
              <a:alpha val="100000"/>
            </a:srgbClr>
          </a:solidFill>
          <a:ln w="13550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50" name="pl50"/>
          <p:cNvSpPr/>
          <p:nvPr/>
        </p:nvSpPr>
        <p:spPr>
          <a:xfrm>
            <a:off x="3113890" y="4130872"/>
            <a:ext cx="261688" cy="0"/>
          </a:xfrm>
          <a:custGeom>
            <a:avLst/>
            <a:gdLst/>
            <a:ahLst/>
            <a:cxnLst/>
            <a:rect l="0" t="0" r="0" b="0"/>
            <a:pathLst>
              <a:path w="261688">
                <a:moveTo>
                  <a:pt x="0" y="0"/>
                </a:moveTo>
                <a:lnTo>
                  <a:pt x="261688" y="0"/>
                </a:lnTo>
              </a:path>
            </a:pathLst>
          </a:custGeom>
          <a:ln w="27101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51" name="pt51"/>
          <p:cNvSpPr/>
          <p:nvPr/>
        </p:nvSpPr>
        <p:spPr>
          <a:xfrm>
            <a:off x="3568826" y="4661247"/>
            <a:ext cx="49651" cy="49651"/>
          </a:xfrm>
          <a:prstGeom prst="ellipse">
            <a:avLst/>
          </a:prstGeom>
          <a:solidFill>
            <a:srgbClr val="333333">
              <a:alpha val="100000"/>
            </a:srgbClr>
          </a:solidFill>
          <a:ln w="9000" cap="rnd">
            <a:solidFill>
              <a:srgbClr val="333333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2" name="pt52"/>
          <p:cNvSpPr/>
          <p:nvPr/>
        </p:nvSpPr>
        <p:spPr>
          <a:xfrm>
            <a:off x="3568826" y="4571215"/>
            <a:ext cx="49651" cy="49651"/>
          </a:xfrm>
          <a:prstGeom prst="ellipse">
            <a:avLst/>
          </a:prstGeom>
          <a:solidFill>
            <a:srgbClr val="333333">
              <a:alpha val="100000"/>
            </a:srgbClr>
          </a:solidFill>
          <a:ln w="9000" cap="rnd">
            <a:solidFill>
              <a:srgbClr val="333333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3" name="pt53"/>
          <p:cNvSpPr/>
          <p:nvPr/>
        </p:nvSpPr>
        <p:spPr>
          <a:xfrm>
            <a:off x="3568826" y="4511193"/>
            <a:ext cx="49651" cy="49651"/>
          </a:xfrm>
          <a:prstGeom prst="ellipse">
            <a:avLst/>
          </a:prstGeom>
          <a:solidFill>
            <a:srgbClr val="333333">
              <a:alpha val="100000"/>
            </a:srgbClr>
          </a:solidFill>
          <a:ln w="9000" cap="rnd">
            <a:solidFill>
              <a:srgbClr val="333333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4" name="pl54"/>
          <p:cNvSpPr/>
          <p:nvPr/>
        </p:nvSpPr>
        <p:spPr>
          <a:xfrm>
            <a:off x="3593652" y="2975454"/>
            <a:ext cx="0" cy="345125"/>
          </a:xfrm>
          <a:custGeom>
            <a:avLst/>
            <a:gdLst/>
            <a:ahLst/>
            <a:cxnLst/>
            <a:rect l="0" t="0" r="0" b="0"/>
            <a:pathLst>
              <a:path h="345125">
                <a:moveTo>
                  <a:pt x="0" y="345125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5" name="pl55"/>
          <p:cNvSpPr/>
          <p:nvPr/>
        </p:nvSpPr>
        <p:spPr>
          <a:xfrm>
            <a:off x="3593652" y="3785747"/>
            <a:ext cx="0" cy="480173"/>
          </a:xfrm>
          <a:custGeom>
            <a:avLst/>
            <a:gdLst/>
            <a:ahLst/>
            <a:cxnLst/>
            <a:rect l="0" t="0" r="0" b="0"/>
            <a:pathLst>
              <a:path h="480173">
                <a:moveTo>
                  <a:pt x="0" y="0"/>
                </a:moveTo>
                <a:lnTo>
                  <a:pt x="0" y="480173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6" name="pg56"/>
          <p:cNvSpPr/>
          <p:nvPr/>
        </p:nvSpPr>
        <p:spPr>
          <a:xfrm>
            <a:off x="3462808" y="3320579"/>
            <a:ext cx="261688" cy="465168"/>
          </a:xfrm>
          <a:custGeom>
            <a:avLst/>
            <a:gdLst/>
            <a:ahLst/>
            <a:cxnLst/>
            <a:rect l="0" t="0" r="0" b="0"/>
            <a:pathLst>
              <a:path w="261688" h="465168">
                <a:moveTo>
                  <a:pt x="0" y="0"/>
                </a:moveTo>
                <a:lnTo>
                  <a:pt x="0" y="465168"/>
                </a:lnTo>
                <a:lnTo>
                  <a:pt x="261688" y="465168"/>
                </a:lnTo>
                <a:lnTo>
                  <a:pt x="261688" y="0"/>
                </a:lnTo>
                <a:close/>
              </a:path>
            </a:pathLst>
          </a:custGeom>
          <a:solidFill>
            <a:srgbClr val="FDE725">
              <a:alpha val="100000"/>
            </a:srgbClr>
          </a:solidFill>
          <a:ln w="13550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57" name="pl57"/>
          <p:cNvSpPr/>
          <p:nvPr/>
        </p:nvSpPr>
        <p:spPr>
          <a:xfrm>
            <a:off x="3462808" y="3635693"/>
            <a:ext cx="261688" cy="0"/>
          </a:xfrm>
          <a:custGeom>
            <a:avLst/>
            <a:gdLst/>
            <a:ahLst/>
            <a:cxnLst/>
            <a:rect l="0" t="0" r="0" b="0"/>
            <a:pathLst>
              <a:path w="261688">
                <a:moveTo>
                  <a:pt x="0" y="0"/>
                </a:moveTo>
                <a:lnTo>
                  <a:pt x="261688" y="0"/>
                </a:lnTo>
              </a:path>
            </a:pathLst>
          </a:custGeom>
          <a:ln w="27101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58" name="tx58"/>
          <p:cNvSpPr/>
          <p:nvPr/>
        </p:nvSpPr>
        <p:spPr>
          <a:xfrm>
            <a:off x="1112365" y="1894789"/>
            <a:ext cx="7772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</a:t>
            </a:r>
          </a:p>
        </p:txBody>
      </p:sp>
      <p:sp>
        <p:nvSpPr>
          <p:cNvPr id="59" name="tx59"/>
          <p:cNvSpPr/>
          <p:nvPr/>
        </p:nvSpPr>
        <p:spPr>
          <a:xfrm>
            <a:off x="1112365" y="1894789"/>
            <a:ext cx="7772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</a:t>
            </a:r>
          </a:p>
        </p:txBody>
      </p:sp>
      <p:sp>
        <p:nvSpPr>
          <p:cNvPr id="60" name="tx60"/>
          <p:cNvSpPr/>
          <p:nvPr/>
        </p:nvSpPr>
        <p:spPr>
          <a:xfrm>
            <a:off x="1112365" y="1894789"/>
            <a:ext cx="7772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</a:t>
            </a:r>
          </a:p>
        </p:txBody>
      </p:sp>
      <p:sp>
        <p:nvSpPr>
          <p:cNvPr id="61" name="tx61"/>
          <p:cNvSpPr/>
          <p:nvPr/>
        </p:nvSpPr>
        <p:spPr>
          <a:xfrm>
            <a:off x="1112365" y="1894789"/>
            <a:ext cx="7772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</a:t>
            </a:r>
          </a:p>
        </p:txBody>
      </p:sp>
      <p:sp>
        <p:nvSpPr>
          <p:cNvPr id="62" name="tx62"/>
          <p:cNvSpPr/>
          <p:nvPr/>
        </p:nvSpPr>
        <p:spPr>
          <a:xfrm>
            <a:off x="1112365" y="1894789"/>
            <a:ext cx="7772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</a:t>
            </a:r>
          </a:p>
        </p:txBody>
      </p:sp>
      <p:sp>
        <p:nvSpPr>
          <p:cNvPr id="63" name="tx63"/>
          <p:cNvSpPr/>
          <p:nvPr/>
        </p:nvSpPr>
        <p:spPr>
          <a:xfrm>
            <a:off x="1112365" y="1894789"/>
            <a:ext cx="7772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</a:t>
            </a:r>
          </a:p>
        </p:txBody>
      </p:sp>
      <p:sp>
        <p:nvSpPr>
          <p:cNvPr id="64" name="tx64"/>
          <p:cNvSpPr/>
          <p:nvPr/>
        </p:nvSpPr>
        <p:spPr>
          <a:xfrm>
            <a:off x="1112365" y="1894789"/>
            <a:ext cx="7772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</a:t>
            </a:r>
          </a:p>
        </p:txBody>
      </p:sp>
      <p:sp>
        <p:nvSpPr>
          <p:cNvPr id="65" name="tx65"/>
          <p:cNvSpPr/>
          <p:nvPr/>
        </p:nvSpPr>
        <p:spPr>
          <a:xfrm>
            <a:off x="1112365" y="1894789"/>
            <a:ext cx="7772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</a:t>
            </a:r>
          </a:p>
        </p:txBody>
      </p:sp>
      <p:sp>
        <p:nvSpPr>
          <p:cNvPr id="66" name="tx66"/>
          <p:cNvSpPr/>
          <p:nvPr/>
        </p:nvSpPr>
        <p:spPr>
          <a:xfrm>
            <a:off x="1112365" y="1894789"/>
            <a:ext cx="7772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</a:t>
            </a:r>
          </a:p>
        </p:txBody>
      </p:sp>
      <p:sp>
        <p:nvSpPr>
          <p:cNvPr id="67" name="tx67"/>
          <p:cNvSpPr/>
          <p:nvPr/>
        </p:nvSpPr>
        <p:spPr>
          <a:xfrm>
            <a:off x="1112365" y="1894789"/>
            <a:ext cx="7772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</a:t>
            </a:r>
          </a:p>
        </p:txBody>
      </p:sp>
      <p:sp>
        <p:nvSpPr>
          <p:cNvPr id="68" name="tx68"/>
          <p:cNvSpPr/>
          <p:nvPr/>
        </p:nvSpPr>
        <p:spPr>
          <a:xfrm>
            <a:off x="1112365" y="1894789"/>
            <a:ext cx="7772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</a:t>
            </a:r>
          </a:p>
        </p:txBody>
      </p:sp>
      <p:sp>
        <p:nvSpPr>
          <p:cNvPr id="69" name="tx69"/>
          <p:cNvSpPr/>
          <p:nvPr/>
        </p:nvSpPr>
        <p:spPr>
          <a:xfrm>
            <a:off x="1112365" y="1894789"/>
            <a:ext cx="7772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</a:t>
            </a:r>
          </a:p>
        </p:txBody>
      </p:sp>
      <p:sp>
        <p:nvSpPr>
          <p:cNvPr id="70" name="tx70"/>
          <p:cNvSpPr/>
          <p:nvPr/>
        </p:nvSpPr>
        <p:spPr>
          <a:xfrm>
            <a:off x="1112365" y="1894789"/>
            <a:ext cx="7772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</a:t>
            </a:r>
          </a:p>
        </p:txBody>
      </p:sp>
      <p:sp>
        <p:nvSpPr>
          <p:cNvPr id="71" name="tx71"/>
          <p:cNvSpPr/>
          <p:nvPr/>
        </p:nvSpPr>
        <p:spPr>
          <a:xfrm>
            <a:off x="1112365" y="1894789"/>
            <a:ext cx="7772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</a:t>
            </a:r>
          </a:p>
        </p:txBody>
      </p:sp>
      <p:sp>
        <p:nvSpPr>
          <p:cNvPr id="72" name="tx72"/>
          <p:cNvSpPr/>
          <p:nvPr/>
        </p:nvSpPr>
        <p:spPr>
          <a:xfrm>
            <a:off x="1112365" y="1894789"/>
            <a:ext cx="7772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</a:t>
            </a:r>
          </a:p>
        </p:txBody>
      </p:sp>
      <p:sp>
        <p:nvSpPr>
          <p:cNvPr id="73" name="tx73"/>
          <p:cNvSpPr/>
          <p:nvPr/>
        </p:nvSpPr>
        <p:spPr>
          <a:xfrm>
            <a:off x="1112365" y="1894789"/>
            <a:ext cx="7772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</a:t>
            </a:r>
          </a:p>
        </p:txBody>
      </p:sp>
      <p:sp>
        <p:nvSpPr>
          <p:cNvPr id="74" name="tx74"/>
          <p:cNvSpPr/>
          <p:nvPr/>
        </p:nvSpPr>
        <p:spPr>
          <a:xfrm>
            <a:off x="1112365" y="1894789"/>
            <a:ext cx="7772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</a:t>
            </a:r>
          </a:p>
        </p:txBody>
      </p:sp>
      <p:sp>
        <p:nvSpPr>
          <p:cNvPr id="75" name="tx75"/>
          <p:cNvSpPr/>
          <p:nvPr/>
        </p:nvSpPr>
        <p:spPr>
          <a:xfrm>
            <a:off x="1112365" y="1894789"/>
            <a:ext cx="7772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</a:t>
            </a:r>
          </a:p>
        </p:txBody>
      </p:sp>
      <p:sp>
        <p:nvSpPr>
          <p:cNvPr id="76" name="tx76"/>
          <p:cNvSpPr/>
          <p:nvPr/>
        </p:nvSpPr>
        <p:spPr>
          <a:xfrm>
            <a:off x="1112365" y="1894789"/>
            <a:ext cx="7772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</a:t>
            </a:r>
          </a:p>
        </p:txBody>
      </p:sp>
      <p:sp>
        <p:nvSpPr>
          <p:cNvPr id="77" name="tx77"/>
          <p:cNvSpPr/>
          <p:nvPr/>
        </p:nvSpPr>
        <p:spPr>
          <a:xfrm>
            <a:off x="1112365" y="1894789"/>
            <a:ext cx="7772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</a:t>
            </a:r>
          </a:p>
        </p:txBody>
      </p:sp>
      <p:sp>
        <p:nvSpPr>
          <p:cNvPr id="78" name="tx78"/>
          <p:cNvSpPr/>
          <p:nvPr/>
        </p:nvSpPr>
        <p:spPr>
          <a:xfrm>
            <a:off x="1112365" y="1894789"/>
            <a:ext cx="7772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</a:t>
            </a:r>
          </a:p>
        </p:txBody>
      </p:sp>
      <p:sp>
        <p:nvSpPr>
          <p:cNvPr id="79" name="tx79"/>
          <p:cNvSpPr/>
          <p:nvPr/>
        </p:nvSpPr>
        <p:spPr>
          <a:xfrm>
            <a:off x="1112365" y="1894789"/>
            <a:ext cx="7772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</a:t>
            </a:r>
          </a:p>
        </p:txBody>
      </p:sp>
      <p:sp>
        <p:nvSpPr>
          <p:cNvPr id="80" name="tx80"/>
          <p:cNvSpPr/>
          <p:nvPr/>
        </p:nvSpPr>
        <p:spPr>
          <a:xfrm>
            <a:off x="1112365" y="1894789"/>
            <a:ext cx="7772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</a:t>
            </a:r>
          </a:p>
        </p:txBody>
      </p:sp>
      <p:sp>
        <p:nvSpPr>
          <p:cNvPr id="81" name="tx81"/>
          <p:cNvSpPr/>
          <p:nvPr/>
        </p:nvSpPr>
        <p:spPr>
          <a:xfrm>
            <a:off x="1112365" y="1894789"/>
            <a:ext cx="7772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</a:t>
            </a:r>
          </a:p>
        </p:txBody>
      </p:sp>
      <p:sp>
        <p:nvSpPr>
          <p:cNvPr id="82" name="tx82"/>
          <p:cNvSpPr/>
          <p:nvPr/>
        </p:nvSpPr>
        <p:spPr>
          <a:xfrm>
            <a:off x="1112365" y="1894789"/>
            <a:ext cx="7772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</a:t>
            </a:r>
          </a:p>
        </p:txBody>
      </p:sp>
      <p:sp>
        <p:nvSpPr>
          <p:cNvPr id="83" name="tx83"/>
          <p:cNvSpPr/>
          <p:nvPr/>
        </p:nvSpPr>
        <p:spPr>
          <a:xfrm>
            <a:off x="1112365" y="1894789"/>
            <a:ext cx="7772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</a:t>
            </a:r>
          </a:p>
        </p:txBody>
      </p:sp>
      <p:sp>
        <p:nvSpPr>
          <p:cNvPr id="84" name="tx84"/>
          <p:cNvSpPr/>
          <p:nvPr/>
        </p:nvSpPr>
        <p:spPr>
          <a:xfrm>
            <a:off x="1112365" y="1894789"/>
            <a:ext cx="7772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</a:t>
            </a:r>
          </a:p>
        </p:txBody>
      </p:sp>
      <p:sp>
        <p:nvSpPr>
          <p:cNvPr id="85" name="tx85"/>
          <p:cNvSpPr/>
          <p:nvPr/>
        </p:nvSpPr>
        <p:spPr>
          <a:xfrm>
            <a:off x="1112365" y="1894789"/>
            <a:ext cx="7772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</a:t>
            </a:r>
          </a:p>
        </p:txBody>
      </p:sp>
      <p:sp>
        <p:nvSpPr>
          <p:cNvPr id="86" name="tx86"/>
          <p:cNvSpPr/>
          <p:nvPr/>
        </p:nvSpPr>
        <p:spPr>
          <a:xfrm>
            <a:off x="1112365" y="1894789"/>
            <a:ext cx="7772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</a:t>
            </a:r>
          </a:p>
        </p:txBody>
      </p:sp>
      <p:sp>
        <p:nvSpPr>
          <p:cNvPr id="87" name="tx87"/>
          <p:cNvSpPr/>
          <p:nvPr/>
        </p:nvSpPr>
        <p:spPr>
          <a:xfrm>
            <a:off x="1112365" y="1894789"/>
            <a:ext cx="7772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</a:t>
            </a:r>
          </a:p>
        </p:txBody>
      </p:sp>
      <p:sp>
        <p:nvSpPr>
          <p:cNvPr id="88" name="tx88"/>
          <p:cNvSpPr/>
          <p:nvPr/>
        </p:nvSpPr>
        <p:spPr>
          <a:xfrm>
            <a:off x="1112365" y="1894789"/>
            <a:ext cx="7772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</a:t>
            </a:r>
          </a:p>
        </p:txBody>
      </p:sp>
      <p:sp>
        <p:nvSpPr>
          <p:cNvPr id="89" name="tx89"/>
          <p:cNvSpPr/>
          <p:nvPr/>
        </p:nvSpPr>
        <p:spPr>
          <a:xfrm>
            <a:off x="1112365" y="1894789"/>
            <a:ext cx="7772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</a:t>
            </a:r>
          </a:p>
        </p:txBody>
      </p:sp>
      <p:sp>
        <p:nvSpPr>
          <p:cNvPr id="90" name="tx90"/>
          <p:cNvSpPr/>
          <p:nvPr/>
        </p:nvSpPr>
        <p:spPr>
          <a:xfrm>
            <a:off x="1112365" y="1894789"/>
            <a:ext cx="7772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</a:t>
            </a:r>
          </a:p>
        </p:txBody>
      </p:sp>
      <p:sp>
        <p:nvSpPr>
          <p:cNvPr id="91" name="tx91"/>
          <p:cNvSpPr/>
          <p:nvPr/>
        </p:nvSpPr>
        <p:spPr>
          <a:xfrm>
            <a:off x="1112365" y="1894789"/>
            <a:ext cx="7772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</a:t>
            </a:r>
          </a:p>
        </p:txBody>
      </p:sp>
      <p:sp>
        <p:nvSpPr>
          <p:cNvPr id="92" name="tx92"/>
          <p:cNvSpPr/>
          <p:nvPr/>
        </p:nvSpPr>
        <p:spPr>
          <a:xfrm>
            <a:off x="1112365" y="1894789"/>
            <a:ext cx="7772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</a:t>
            </a:r>
          </a:p>
        </p:txBody>
      </p:sp>
      <p:sp>
        <p:nvSpPr>
          <p:cNvPr id="93" name="tx93"/>
          <p:cNvSpPr/>
          <p:nvPr/>
        </p:nvSpPr>
        <p:spPr>
          <a:xfrm>
            <a:off x="1112365" y="1894789"/>
            <a:ext cx="7772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</a:t>
            </a:r>
          </a:p>
        </p:txBody>
      </p:sp>
      <p:sp>
        <p:nvSpPr>
          <p:cNvPr id="94" name="tx94"/>
          <p:cNvSpPr/>
          <p:nvPr/>
        </p:nvSpPr>
        <p:spPr>
          <a:xfrm>
            <a:off x="1112365" y="1894789"/>
            <a:ext cx="7772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</a:t>
            </a:r>
          </a:p>
        </p:txBody>
      </p:sp>
      <p:sp>
        <p:nvSpPr>
          <p:cNvPr id="95" name="tx95"/>
          <p:cNvSpPr/>
          <p:nvPr/>
        </p:nvSpPr>
        <p:spPr>
          <a:xfrm>
            <a:off x="1112365" y="1894789"/>
            <a:ext cx="7772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</a:t>
            </a:r>
          </a:p>
        </p:txBody>
      </p:sp>
      <p:sp>
        <p:nvSpPr>
          <p:cNvPr id="96" name="tx96"/>
          <p:cNvSpPr/>
          <p:nvPr/>
        </p:nvSpPr>
        <p:spPr>
          <a:xfrm>
            <a:off x="1112365" y="1894789"/>
            <a:ext cx="7772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</a:t>
            </a:r>
          </a:p>
        </p:txBody>
      </p:sp>
      <p:sp>
        <p:nvSpPr>
          <p:cNvPr id="97" name="tx97"/>
          <p:cNvSpPr/>
          <p:nvPr/>
        </p:nvSpPr>
        <p:spPr>
          <a:xfrm>
            <a:off x="1112365" y="1894789"/>
            <a:ext cx="7772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</a:t>
            </a:r>
          </a:p>
        </p:txBody>
      </p:sp>
      <p:sp>
        <p:nvSpPr>
          <p:cNvPr id="98" name="tx98"/>
          <p:cNvSpPr/>
          <p:nvPr/>
        </p:nvSpPr>
        <p:spPr>
          <a:xfrm>
            <a:off x="1112365" y="1894789"/>
            <a:ext cx="7772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</a:t>
            </a:r>
          </a:p>
        </p:txBody>
      </p:sp>
      <p:sp>
        <p:nvSpPr>
          <p:cNvPr id="99" name="tx99"/>
          <p:cNvSpPr/>
          <p:nvPr/>
        </p:nvSpPr>
        <p:spPr>
          <a:xfrm>
            <a:off x="1112365" y="1894789"/>
            <a:ext cx="7772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</a:t>
            </a:r>
          </a:p>
        </p:txBody>
      </p:sp>
      <p:sp>
        <p:nvSpPr>
          <p:cNvPr id="100" name="tx100"/>
          <p:cNvSpPr/>
          <p:nvPr/>
        </p:nvSpPr>
        <p:spPr>
          <a:xfrm>
            <a:off x="1112365" y="1894789"/>
            <a:ext cx="7772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</a:t>
            </a:r>
          </a:p>
        </p:txBody>
      </p:sp>
      <p:sp>
        <p:nvSpPr>
          <p:cNvPr id="101" name="tx101"/>
          <p:cNvSpPr/>
          <p:nvPr/>
        </p:nvSpPr>
        <p:spPr>
          <a:xfrm>
            <a:off x="1112365" y="1894789"/>
            <a:ext cx="7772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</a:t>
            </a:r>
          </a:p>
        </p:txBody>
      </p:sp>
      <p:sp>
        <p:nvSpPr>
          <p:cNvPr id="102" name="tx102"/>
          <p:cNvSpPr/>
          <p:nvPr/>
        </p:nvSpPr>
        <p:spPr>
          <a:xfrm>
            <a:off x="1112365" y="1894789"/>
            <a:ext cx="7772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</a:t>
            </a:r>
          </a:p>
        </p:txBody>
      </p:sp>
      <p:sp>
        <p:nvSpPr>
          <p:cNvPr id="103" name="tx103"/>
          <p:cNvSpPr/>
          <p:nvPr/>
        </p:nvSpPr>
        <p:spPr>
          <a:xfrm>
            <a:off x="1112365" y="1894789"/>
            <a:ext cx="7772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</a:t>
            </a:r>
          </a:p>
        </p:txBody>
      </p:sp>
      <p:sp>
        <p:nvSpPr>
          <p:cNvPr id="104" name="tx104"/>
          <p:cNvSpPr/>
          <p:nvPr/>
        </p:nvSpPr>
        <p:spPr>
          <a:xfrm>
            <a:off x="1112365" y="1894789"/>
            <a:ext cx="7772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</a:t>
            </a:r>
          </a:p>
        </p:txBody>
      </p:sp>
      <p:sp>
        <p:nvSpPr>
          <p:cNvPr id="105" name="tx105"/>
          <p:cNvSpPr/>
          <p:nvPr/>
        </p:nvSpPr>
        <p:spPr>
          <a:xfrm>
            <a:off x="1112365" y="1894789"/>
            <a:ext cx="7772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</a:t>
            </a:r>
          </a:p>
        </p:txBody>
      </p:sp>
      <p:sp>
        <p:nvSpPr>
          <p:cNvPr id="106" name="tx106"/>
          <p:cNvSpPr/>
          <p:nvPr/>
        </p:nvSpPr>
        <p:spPr>
          <a:xfrm>
            <a:off x="1112365" y="1894789"/>
            <a:ext cx="7772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</a:t>
            </a:r>
          </a:p>
        </p:txBody>
      </p:sp>
      <p:sp>
        <p:nvSpPr>
          <p:cNvPr id="107" name="tx107"/>
          <p:cNvSpPr/>
          <p:nvPr/>
        </p:nvSpPr>
        <p:spPr>
          <a:xfrm>
            <a:off x="1112365" y="1894789"/>
            <a:ext cx="7772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</a:t>
            </a:r>
          </a:p>
        </p:txBody>
      </p:sp>
      <p:sp>
        <p:nvSpPr>
          <p:cNvPr id="108" name="tx108"/>
          <p:cNvSpPr/>
          <p:nvPr/>
        </p:nvSpPr>
        <p:spPr>
          <a:xfrm>
            <a:off x="1112365" y="1894789"/>
            <a:ext cx="7772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</a:t>
            </a:r>
          </a:p>
        </p:txBody>
      </p:sp>
      <p:sp>
        <p:nvSpPr>
          <p:cNvPr id="109" name="tx109"/>
          <p:cNvSpPr/>
          <p:nvPr/>
        </p:nvSpPr>
        <p:spPr>
          <a:xfrm>
            <a:off x="1112365" y="1894789"/>
            <a:ext cx="7772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</a:t>
            </a:r>
          </a:p>
        </p:txBody>
      </p:sp>
      <p:sp>
        <p:nvSpPr>
          <p:cNvPr id="110" name="tx110"/>
          <p:cNvSpPr/>
          <p:nvPr/>
        </p:nvSpPr>
        <p:spPr>
          <a:xfrm>
            <a:off x="1112365" y="1894789"/>
            <a:ext cx="7772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</a:t>
            </a:r>
          </a:p>
        </p:txBody>
      </p:sp>
      <p:sp>
        <p:nvSpPr>
          <p:cNvPr id="111" name="tx111"/>
          <p:cNvSpPr/>
          <p:nvPr/>
        </p:nvSpPr>
        <p:spPr>
          <a:xfrm>
            <a:off x="1112365" y="1894789"/>
            <a:ext cx="7772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</a:t>
            </a:r>
          </a:p>
        </p:txBody>
      </p:sp>
      <p:sp>
        <p:nvSpPr>
          <p:cNvPr id="112" name="tx112"/>
          <p:cNvSpPr/>
          <p:nvPr/>
        </p:nvSpPr>
        <p:spPr>
          <a:xfrm>
            <a:off x="1112365" y="1894789"/>
            <a:ext cx="7772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</a:t>
            </a:r>
          </a:p>
        </p:txBody>
      </p:sp>
      <p:sp>
        <p:nvSpPr>
          <p:cNvPr id="113" name="tx113"/>
          <p:cNvSpPr/>
          <p:nvPr/>
        </p:nvSpPr>
        <p:spPr>
          <a:xfrm>
            <a:off x="1112365" y="1894789"/>
            <a:ext cx="7772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</a:t>
            </a:r>
          </a:p>
        </p:txBody>
      </p:sp>
      <p:sp>
        <p:nvSpPr>
          <p:cNvPr id="114" name="tx114"/>
          <p:cNvSpPr/>
          <p:nvPr/>
        </p:nvSpPr>
        <p:spPr>
          <a:xfrm>
            <a:off x="1112365" y="1894789"/>
            <a:ext cx="7772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</a:t>
            </a:r>
          </a:p>
        </p:txBody>
      </p:sp>
      <p:sp>
        <p:nvSpPr>
          <p:cNvPr id="115" name="tx115"/>
          <p:cNvSpPr/>
          <p:nvPr/>
        </p:nvSpPr>
        <p:spPr>
          <a:xfrm>
            <a:off x="1112365" y="1894789"/>
            <a:ext cx="7772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</a:t>
            </a:r>
          </a:p>
        </p:txBody>
      </p:sp>
      <p:sp>
        <p:nvSpPr>
          <p:cNvPr id="116" name="tx116"/>
          <p:cNvSpPr/>
          <p:nvPr/>
        </p:nvSpPr>
        <p:spPr>
          <a:xfrm>
            <a:off x="1112365" y="1894789"/>
            <a:ext cx="7772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</a:t>
            </a:r>
          </a:p>
        </p:txBody>
      </p:sp>
      <p:sp>
        <p:nvSpPr>
          <p:cNvPr id="117" name="tx117"/>
          <p:cNvSpPr/>
          <p:nvPr/>
        </p:nvSpPr>
        <p:spPr>
          <a:xfrm>
            <a:off x="1112365" y="1894789"/>
            <a:ext cx="7772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</a:t>
            </a:r>
          </a:p>
        </p:txBody>
      </p:sp>
      <p:sp>
        <p:nvSpPr>
          <p:cNvPr id="118" name="tx118"/>
          <p:cNvSpPr/>
          <p:nvPr/>
        </p:nvSpPr>
        <p:spPr>
          <a:xfrm>
            <a:off x="1112365" y="1894789"/>
            <a:ext cx="7772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</a:t>
            </a:r>
          </a:p>
        </p:txBody>
      </p:sp>
      <p:sp>
        <p:nvSpPr>
          <p:cNvPr id="119" name="tx119"/>
          <p:cNvSpPr/>
          <p:nvPr/>
        </p:nvSpPr>
        <p:spPr>
          <a:xfrm>
            <a:off x="1112365" y="1894789"/>
            <a:ext cx="7772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</a:t>
            </a:r>
          </a:p>
        </p:txBody>
      </p:sp>
      <p:sp>
        <p:nvSpPr>
          <p:cNvPr id="120" name="tx120"/>
          <p:cNvSpPr/>
          <p:nvPr/>
        </p:nvSpPr>
        <p:spPr>
          <a:xfrm>
            <a:off x="1112365" y="1894789"/>
            <a:ext cx="7772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</a:t>
            </a:r>
          </a:p>
        </p:txBody>
      </p:sp>
      <p:sp>
        <p:nvSpPr>
          <p:cNvPr id="121" name="tx121"/>
          <p:cNvSpPr/>
          <p:nvPr/>
        </p:nvSpPr>
        <p:spPr>
          <a:xfrm>
            <a:off x="1112365" y="1894789"/>
            <a:ext cx="7772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</a:t>
            </a:r>
          </a:p>
        </p:txBody>
      </p:sp>
      <p:sp>
        <p:nvSpPr>
          <p:cNvPr id="122" name="tx122"/>
          <p:cNvSpPr/>
          <p:nvPr/>
        </p:nvSpPr>
        <p:spPr>
          <a:xfrm>
            <a:off x="1112365" y="1894789"/>
            <a:ext cx="7772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</a:t>
            </a:r>
          </a:p>
        </p:txBody>
      </p:sp>
      <p:sp>
        <p:nvSpPr>
          <p:cNvPr id="123" name="tx123"/>
          <p:cNvSpPr/>
          <p:nvPr/>
        </p:nvSpPr>
        <p:spPr>
          <a:xfrm>
            <a:off x="1112365" y="1894789"/>
            <a:ext cx="7772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</a:t>
            </a:r>
          </a:p>
        </p:txBody>
      </p:sp>
      <p:sp>
        <p:nvSpPr>
          <p:cNvPr id="124" name="tx124"/>
          <p:cNvSpPr/>
          <p:nvPr/>
        </p:nvSpPr>
        <p:spPr>
          <a:xfrm>
            <a:off x="1112365" y="1894789"/>
            <a:ext cx="7772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</a:t>
            </a:r>
          </a:p>
        </p:txBody>
      </p:sp>
      <p:sp>
        <p:nvSpPr>
          <p:cNvPr id="125" name="tx125"/>
          <p:cNvSpPr/>
          <p:nvPr/>
        </p:nvSpPr>
        <p:spPr>
          <a:xfrm>
            <a:off x="1112365" y="1894789"/>
            <a:ext cx="7772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</a:t>
            </a:r>
          </a:p>
        </p:txBody>
      </p:sp>
      <p:sp>
        <p:nvSpPr>
          <p:cNvPr id="126" name="tx126"/>
          <p:cNvSpPr/>
          <p:nvPr/>
        </p:nvSpPr>
        <p:spPr>
          <a:xfrm>
            <a:off x="1112365" y="1894789"/>
            <a:ext cx="7772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</a:t>
            </a:r>
          </a:p>
        </p:txBody>
      </p:sp>
      <p:sp>
        <p:nvSpPr>
          <p:cNvPr id="127" name="tx127"/>
          <p:cNvSpPr/>
          <p:nvPr/>
        </p:nvSpPr>
        <p:spPr>
          <a:xfrm>
            <a:off x="1112365" y="1894789"/>
            <a:ext cx="7772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</a:t>
            </a:r>
          </a:p>
        </p:txBody>
      </p:sp>
      <p:sp>
        <p:nvSpPr>
          <p:cNvPr id="128" name="tx128"/>
          <p:cNvSpPr/>
          <p:nvPr/>
        </p:nvSpPr>
        <p:spPr>
          <a:xfrm>
            <a:off x="1112365" y="1894789"/>
            <a:ext cx="7772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</a:t>
            </a:r>
          </a:p>
        </p:txBody>
      </p:sp>
      <p:sp>
        <p:nvSpPr>
          <p:cNvPr id="129" name="tx129"/>
          <p:cNvSpPr/>
          <p:nvPr/>
        </p:nvSpPr>
        <p:spPr>
          <a:xfrm>
            <a:off x="1112365" y="1894789"/>
            <a:ext cx="7772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</a:t>
            </a:r>
          </a:p>
        </p:txBody>
      </p:sp>
      <p:sp>
        <p:nvSpPr>
          <p:cNvPr id="130" name="tx130"/>
          <p:cNvSpPr/>
          <p:nvPr/>
        </p:nvSpPr>
        <p:spPr>
          <a:xfrm>
            <a:off x="1112365" y="1894789"/>
            <a:ext cx="7772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</a:t>
            </a:r>
          </a:p>
        </p:txBody>
      </p:sp>
      <p:sp>
        <p:nvSpPr>
          <p:cNvPr id="131" name="tx131"/>
          <p:cNvSpPr/>
          <p:nvPr/>
        </p:nvSpPr>
        <p:spPr>
          <a:xfrm>
            <a:off x="1112365" y="1894789"/>
            <a:ext cx="7772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</a:t>
            </a:r>
          </a:p>
        </p:txBody>
      </p:sp>
      <p:sp>
        <p:nvSpPr>
          <p:cNvPr id="132" name="tx132"/>
          <p:cNvSpPr/>
          <p:nvPr/>
        </p:nvSpPr>
        <p:spPr>
          <a:xfrm>
            <a:off x="1112365" y="1894789"/>
            <a:ext cx="7772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</a:t>
            </a:r>
          </a:p>
        </p:txBody>
      </p:sp>
      <p:sp>
        <p:nvSpPr>
          <p:cNvPr id="133" name="tx133"/>
          <p:cNvSpPr/>
          <p:nvPr/>
        </p:nvSpPr>
        <p:spPr>
          <a:xfrm>
            <a:off x="1112365" y="1894789"/>
            <a:ext cx="7772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</a:t>
            </a:r>
          </a:p>
        </p:txBody>
      </p:sp>
      <p:sp>
        <p:nvSpPr>
          <p:cNvPr id="134" name="tx134"/>
          <p:cNvSpPr/>
          <p:nvPr/>
        </p:nvSpPr>
        <p:spPr>
          <a:xfrm>
            <a:off x="1112365" y="1894789"/>
            <a:ext cx="7772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</a:t>
            </a:r>
          </a:p>
        </p:txBody>
      </p:sp>
      <p:sp>
        <p:nvSpPr>
          <p:cNvPr id="135" name="tx135"/>
          <p:cNvSpPr/>
          <p:nvPr/>
        </p:nvSpPr>
        <p:spPr>
          <a:xfrm>
            <a:off x="1112365" y="1894789"/>
            <a:ext cx="7772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</a:t>
            </a:r>
          </a:p>
        </p:txBody>
      </p:sp>
      <p:sp>
        <p:nvSpPr>
          <p:cNvPr id="136" name="tx136"/>
          <p:cNvSpPr/>
          <p:nvPr/>
        </p:nvSpPr>
        <p:spPr>
          <a:xfrm>
            <a:off x="1112365" y="1894789"/>
            <a:ext cx="7772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</a:t>
            </a:r>
          </a:p>
        </p:txBody>
      </p:sp>
      <p:sp>
        <p:nvSpPr>
          <p:cNvPr id="137" name="tx137"/>
          <p:cNvSpPr/>
          <p:nvPr/>
        </p:nvSpPr>
        <p:spPr>
          <a:xfrm>
            <a:off x="1112365" y="1894789"/>
            <a:ext cx="7772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</a:t>
            </a:r>
          </a:p>
        </p:txBody>
      </p:sp>
      <p:sp>
        <p:nvSpPr>
          <p:cNvPr id="138" name="tx138"/>
          <p:cNvSpPr/>
          <p:nvPr/>
        </p:nvSpPr>
        <p:spPr>
          <a:xfrm>
            <a:off x="1112365" y="1894789"/>
            <a:ext cx="7772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</a:t>
            </a:r>
          </a:p>
        </p:txBody>
      </p:sp>
      <p:sp>
        <p:nvSpPr>
          <p:cNvPr id="139" name="tx139"/>
          <p:cNvSpPr/>
          <p:nvPr/>
        </p:nvSpPr>
        <p:spPr>
          <a:xfrm>
            <a:off x="1112365" y="1894789"/>
            <a:ext cx="7772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</a:t>
            </a:r>
          </a:p>
        </p:txBody>
      </p:sp>
      <p:sp>
        <p:nvSpPr>
          <p:cNvPr id="140" name="tx140"/>
          <p:cNvSpPr/>
          <p:nvPr/>
        </p:nvSpPr>
        <p:spPr>
          <a:xfrm>
            <a:off x="1112365" y="1894789"/>
            <a:ext cx="7772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</a:t>
            </a:r>
          </a:p>
        </p:txBody>
      </p:sp>
      <p:sp>
        <p:nvSpPr>
          <p:cNvPr id="141" name="tx141"/>
          <p:cNvSpPr/>
          <p:nvPr/>
        </p:nvSpPr>
        <p:spPr>
          <a:xfrm>
            <a:off x="1112365" y="1894789"/>
            <a:ext cx="7772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</a:t>
            </a:r>
          </a:p>
        </p:txBody>
      </p:sp>
      <p:sp>
        <p:nvSpPr>
          <p:cNvPr id="142" name="tx142"/>
          <p:cNvSpPr/>
          <p:nvPr/>
        </p:nvSpPr>
        <p:spPr>
          <a:xfrm>
            <a:off x="1426352" y="2194898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bc</a:t>
            </a:r>
          </a:p>
        </p:txBody>
      </p:sp>
      <p:sp>
        <p:nvSpPr>
          <p:cNvPr id="143" name="tx143"/>
          <p:cNvSpPr/>
          <p:nvPr/>
        </p:nvSpPr>
        <p:spPr>
          <a:xfrm>
            <a:off x="1426352" y="2194898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bc</a:t>
            </a:r>
          </a:p>
        </p:txBody>
      </p:sp>
      <p:sp>
        <p:nvSpPr>
          <p:cNvPr id="144" name="tx144"/>
          <p:cNvSpPr/>
          <p:nvPr/>
        </p:nvSpPr>
        <p:spPr>
          <a:xfrm>
            <a:off x="1426352" y="2194898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bc</a:t>
            </a:r>
          </a:p>
        </p:txBody>
      </p:sp>
      <p:sp>
        <p:nvSpPr>
          <p:cNvPr id="145" name="tx145"/>
          <p:cNvSpPr/>
          <p:nvPr/>
        </p:nvSpPr>
        <p:spPr>
          <a:xfrm>
            <a:off x="1426352" y="2194898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bc</a:t>
            </a:r>
          </a:p>
        </p:txBody>
      </p:sp>
      <p:sp>
        <p:nvSpPr>
          <p:cNvPr id="146" name="tx146"/>
          <p:cNvSpPr/>
          <p:nvPr/>
        </p:nvSpPr>
        <p:spPr>
          <a:xfrm>
            <a:off x="1426352" y="2194898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bc</a:t>
            </a:r>
          </a:p>
        </p:txBody>
      </p:sp>
      <p:sp>
        <p:nvSpPr>
          <p:cNvPr id="147" name="tx147"/>
          <p:cNvSpPr/>
          <p:nvPr/>
        </p:nvSpPr>
        <p:spPr>
          <a:xfrm>
            <a:off x="1426352" y="2194898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bc</a:t>
            </a:r>
          </a:p>
        </p:txBody>
      </p:sp>
      <p:sp>
        <p:nvSpPr>
          <p:cNvPr id="148" name="tx148"/>
          <p:cNvSpPr/>
          <p:nvPr/>
        </p:nvSpPr>
        <p:spPr>
          <a:xfrm>
            <a:off x="1426352" y="2194898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bc</a:t>
            </a:r>
          </a:p>
        </p:txBody>
      </p:sp>
      <p:sp>
        <p:nvSpPr>
          <p:cNvPr id="149" name="tx149"/>
          <p:cNvSpPr/>
          <p:nvPr/>
        </p:nvSpPr>
        <p:spPr>
          <a:xfrm>
            <a:off x="1426352" y="2194898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bc</a:t>
            </a:r>
          </a:p>
        </p:txBody>
      </p:sp>
      <p:sp>
        <p:nvSpPr>
          <p:cNvPr id="150" name="tx150"/>
          <p:cNvSpPr/>
          <p:nvPr/>
        </p:nvSpPr>
        <p:spPr>
          <a:xfrm>
            <a:off x="1426352" y="2194898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bc</a:t>
            </a:r>
          </a:p>
        </p:txBody>
      </p:sp>
      <p:sp>
        <p:nvSpPr>
          <p:cNvPr id="151" name="tx151"/>
          <p:cNvSpPr/>
          <p:nvPr/>
        </p:nvSpPr>
        <p:spPr>
          <a:xfrm>
            <a:off x="1426352" y="2194898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bc</a:t>
            </a:r>
          </a:p>
        </p:txBody>
      </p:sp>
      <p:sp>
        <p:nvSpPr>
          <p:cNvPr id="152" name="tx152"/>
          <p:cNvSpPr/>
          <p:nvPr/>
        </p:nvSpPr>
        <p:spPr>
          <a:xfrm>
            <a:off x="1426352" y="2194898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bc</a:t>
            </a:r>
          </a:p>
        </p:txBody>
      </p:sp>
      <p:sp>
        <p:nvSpPr>
          <p:cNvPr id="153" name="tx153"/>
          <p:cNvSpPr/>
          <p:nvPr/>
        </p:nvSpPr>
        <p:spPr>
          <a:xfrm>
            <a:off x="1426352" y="2194898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bc</a:t>
            </a:r>
          </a:p>
        </p:txBody>
      </p:sp>
      <p:sp>
        <p:nvSpPr>
          <p:cNvPr id="154" name="tx154"/>
          <p:cNvSpPr/>
          <p:nvPr/>
        </p:nvSpPr>
        <p:spPr>
          <a:xfrm>
            <a:off x="1426352" y="2194898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bc</a:t>
            </a:r>
          </a:p>
        </p:txBody>
      </p:sp>
      <p:sp>
        <p:nvSpPr>
          <p:cNvPr id="155" name="tx155"/>
          <p:cNvSpPr/>
          <p:nvPr/>
        </p:nvSpPr>
        <p:spPr>
          <a:xfrm>
            <a:off x="1426352" y="2194898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bc</a:t>
            </a:r>
          </a:p>
        </p:txBody>
      </p:sp>
      <p:sp>
        <p:nvSpPr>
          <p:cNvPr id="156" name="tx156"/>
          <p:cNvSpPr/>
          <p:nvPr/>
        </p:nvSpPr>
        <p:spPr>
          <a:xfrm>
            <a:off x="1426352" y="2194898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bc</a:t>
            </a:r>
          </a:p>
        </p:txBody>
      </p:sp>
      <p:sp>
        <p:nvSpPr>
          <p:cNvPr id="157" name="tx157"/>
          <p:cNvSpPr/>
          <p:nvPr/>
        </p:nvSpPr>
        <p:spPr>
          <a:xfrm>
            <a:off x="1426352" y="2194898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bc</a:t>
            </a:r>
          </a:p>
        </p:txBody>
      </p:sp>
      <p:sp>
        <p:nvSpPr>
          <p:cNvPr id="158" name="tx158"/>
          <p:cNvSpPr/>
          <p:nvPr/>
        </p:nvSpPr>
        <p:spPr>
          <a:xfrm>
            <a:off x="1426352" y="2194898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bc</a:t>
            </a:r>
          </a:p>
        </p:txBody>
      </p:sp>
      <p:sp>
        <p:nvSpPr>
          <p:cNvPr id="159" name="tx159"/>
          <p:cNvSpPr/>
          <p:nvPr/>
        </p:nvSpPr>
        <p:spPr>
          <a:xfrm>
            <a:off x="1426352" y="2194898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bc</a:t>
            </a:r>
          </a:p>
        </p:txBody>
      </p:sp>
      <p:sp>
        <p:nvSpPr>
          <p:cNvPr id="160" name="tx160"/>
          <p:cNvSpPr/>
          <p:nvPr/>
        </p:nvSpPr>
        <p:spPr>
          <a:xfrm>
            <a:off x="1426352" y="2194898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bc</a:t>
            </a:r>
          </a:p>
        </p:txBody>
      </p:sp>
      <p:sp>
        <p:nvSpPr>
          <p:cNvPr id="161" name="tx161"/>
          <p:cNvSpPr/>
          <p:nvPr/>
        </p:nvSpPr>
        <p:spPr>
          <a:xfrm>
            <a:off x="1426352" y="2194898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bc</a:t>
            </a:r>
          </a:p>
        </p:txBody>
      </p:sp>
      <p:sp>
        <p:nvSpPr>
          <p:cNvPr id="162" name="tx162"/>
          <p:cNvSpPr/>
          <p:nvPr/>
        </p:nvSpPr>
        <p:spPr>
          <a:xfrm>
            <a:off x="1426352" y="2194898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bc</a:t>
            </a:r>
          </a:p>
        </p:txBody>
      </p:sp>
      <p:sp>
        <p:nvSpPr>
          <p:cNvPr id="163" name="tx163"/>
          <p:cNvSpPr/>
          <p:nvPr/>
        </p:nvSpPr>
        <p:spPr>
          <a:xfrm>
            <a:off x="1426352" y="2194898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bc</a:t>
            </a:r>
          </a:p>
        </p:txBody>
      </p:sp>
      <p:sp>
        <p:nvSpPr>
          <p:cNvPr id="164" name="tx164"/>
          <p:cNvSpPr/>
          <p:nvPr/>
        </p:nvSpPr>
        <p:spPr>
          <a:xfrm>
            <a:off x="1426352" y="2194898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bc</a:t>
            </a:r>
          </a:p>
        </p:txBody>
      </p:sp>
      <p:sp>
        <p:nvSpPr>
          <p:cNvPr id="165" name="tx165"/>
          <p:cNvSpPr/>
          <p:nvPr/>
        </p:nvSpPr>
        <p:spPr>
          <a:xfrm>
            <a:off x="1426352" y="2194898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bc</a:t>
            </a:r>
          </a:p>
        </p:txBody>
      </p:sp>
      <p:sp>
        <p:nvSpPr>
          <p:cNvPr id="166" name="tx166"/>
          <p:cNvSpPr/>
          <p:nvPr/>
        </p:nvSpPr>
        <p:spPr>
          <a:xfrm>
            <a:off x="1426352" y="2194898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bc</a:t>
            </a:r>
          </a:p>
        </p:txBody>
      </p:sp>
      <p:sp>
        <p:nvSpPr>
          <p:cNvPr id="167" name="tx167"/>
          <p:cNvSpPr/>
          <p:nvPr/>
        </p:nvSpPr>
        <p:spPr>
          <a:xfrm>
            <a:off x="1426352" y="2194898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bc</a:t>
            </a:r>
          </a:p>
        </p:txBody>
      </p:sp>
      <p:sp>
        <p:nvSpPr>
          <p:cNvPr id="168" name="tx168"/>
          <p:cNvSpPr/>
          <p:nvPr/>
        </p:nvSpPr>
        <p:spPr>
          <a:xfrm>
            <a:off x="1426352" y="2194898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bc</a:t>
            </a:r>
          </a:p>
        </p:txBody>
      </p:sp>
      <p:sp>
        <p:nvSpPr>
          <p:cNvPr id="169" name="tx169"/>
          <p:cNvSpPr/>
          <p:nvPr/>
        </p:nvSpPr>
        <p:spPr>
          <a:xfrm>
            <a:off x="1426352" y="2194898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bc</a:t>
            </a:r>
          </a:p>
        </p:txBody>
      </p:sp>
      <p:sp>
        <p:nvSpPr>
          <p:cNvPr id="170" name="tx170"/>
          <p:cNvSpPr/>
          <p:nvPr/>
        </p:nvSpPr>
        <p:spPr>
          <a:xfrm>
            <a:off x="1426352" y="2194898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bc</a:t>
            </a:r>
          </a:p>
        </p:txBody>
      </p:sp>
      <p:sp>
        <p:nvSpPr>
          <p:cNvPr id="171" name="tx171"/>
          <p:cNvSpPr/>
          <p:nvPr/>
        </p:nvSpPr>
        <p:spPr>
          <a:xfrm>
            <a:off x="1426352" y="2194898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bc</a:t>
            </a:r>
          </a:p>
        </p:txBody>
      </p:sp>
      <p:sp>
        <p:nvSpPr>
          <p:cNvPr id="172" name="tx172"/>
          <p:cNvSpPr/>
          <p:nvPr/>
        </p:nvSpPr>
        <p:spPr>
          <a:xfrm>
            <a:off x="1426352" y="2194898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bc</a:t>
            </a:r>
          </a:p>
        </p:txBody>
      </p:sp>
      <p:sp>
        <p:nvSpPr>
          <p:cNvPr id="173" name="tx173"/>
          <p:cNvSpPr/>
          <p:nvPr/>
        </p:nvSpPr>
        <p:spPr>
          <a:xfrm>
            <a:off x="1426352" y="2194898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bc</a:t>
            </a:r>
          </a:p>
        </p:txBody>
      </p:sp>
      <p:sp>
        <p:nvSpPr>
          <p:cNvPr id="174" name="tx174"/>
          <p:cNvSpPr/>
          <p:nvPr/>
        </p:nvSpPr>
        <p:spPr>
          <a:xfrm>
            <a:off x="1426352" y="2194898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bc</a:t>
            </a:r>
          </a:p>
        </p:txBody>
      </p:sp>
      <p:sp>
        <p:nvSpPr>
          <p:cNvPr id="175" name="tx175"/>
          <p:cNvSpPr/>
          <p:nvPr/>
        </p:nvSpPr>
        <p:spPr>
          <a:xfrm>
            <a:off x="1426352" y="2194898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bc</a:t>
            </a:r>
          </a:p>
        </p:txBody>
      </p:sp>
      <p:sp>
        <p:nvSpPr>
          <p:cNvPr id="176" name="tx176"/>
          <p:cNvSpPr/>
          <p:nvPr/>
        </p:nvSpPr>
        <p:spPr>
          <a:xfrm>
            <a:off x="1426352" y="2194898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bc</a:t>
            </a:r>
          </a:p>
        </p:txBody>
      </p:sp>
      <p:sp>
        <p:nvSpPr>
          <p:cNvPr id="177" name="tx177"/>
          <p:cNvSpPr/>
          <p:nvPr/>
        </p:nvSpPr>
        <p:spPr>
          <a:xfrm>
            <a:off x="1426352" y="2194898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bc</a:t>
            </a:r>
          </a:p>
        </p:txBody>
      </p:sp>
      <p:sp>
        <p:nvSpPr>
          <p:cNvPr id="178" name="tx178"/>
          <p:cNvSpPr/>
          <p:nvPr/>
        </p:nvSpPr>
        <p:spPr>
          <a:xfrm>
            <a:off x="1426352" y="2194898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bc</a:t>
            </a:r>
          </a:p>
        </p:txBody>
      </p:sp>
      <p:sp>
        <p:nvSpPr>
          <p:cNvPr id="179" name="tx179"/>
          <p:cNvSpPr/>
          <p:nvPr/>
        </p:nvSpPr>
        <p:spPr>
          <a:xfrm>
            <a:off x="1426352" y="2194898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bc</a:t>
            </a:r>
          </a:p>
        </p:txBody>
      </p:sp>
      <p:sp>
        <p:nvSpPr>
          <p:cNvPr id="180" name="tx180"/>
          <p:cNvSpPr/>
          <p:nvPr/>
        </p:nvSpPr>
        <p:spPr>
          <a:xfrm>
            <a:off x="1426352" y="2194898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bc</a:t>
            </a:r>
          </a:p>
        </p:txBody>
      </p:sp>
      <p:sp>
        <p:nvSpPr>
          <p:cNvPr id="181" name="tx181"/>
          <p:cNvSpPr/>
          <p:nvPr/>
        </p:nvSpPr>
        <p:spPr>
          <a:xfrm>
            <a:off x="1426352" y="2194898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bc</a:t>
            </a:r>
          </a:p>
        </p:txBody>
      </p:sp>
      <p:sp>
        <p:nvSpPr>
          <p:cNvPr id="182" name="tx182"/>
          <p:cNvSpPr/>
          <p:nvPr/>
        </p:nvSpPr>
        <p:spPr>
          <a:xfrm>
            <a:off x="1426352" y="2194898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bc</a:t>
            </a:r>
          </a:p>
        </p:txBody>
      </p:sp>
      <p:sp>
        <p:nvSpPr>
          <p:cNvPr id="183" name="tx183"/>
          <p:cNvSpPr/>
          <p:nvPr/>
        </p:nvSpPr>
        <p:spPr>
          <a:xfrm>
            <a:off x="1426352" y="2194898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bc</a:t>
            </a:r>
          </a:p>
        </p:txBody>
      </p:sp>
      <p:sp>
        <p:nvSpPr>
          <p:cNvPr id="184" name="tx184"/>
          <p:cNvSpPr/>
          <p:nvPr/>
        </p:nvSpPr>
        <p:spPr>
          <a:xfrm>
            <a:off x="1426352" y="2194898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bc</a:t>
            </a:r>
          </a:p>
        </p:txBody>
      </p:sp>
      <p:sp>
        <p:nvSpPr>
          <p:cNvPr id="185" name="tx185"/>
          <p:cNvSpPr/>
          <p:nvPr/>
        </p:nvSpPr>
        <p:spPr>
          <a:xfrm>
            <a:off x="1426352" y="2194898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bc</a:t>
            </a:r>
          </a:p>
        </p:txBody>
      </p:sp>
      <p:sp>
        <p:nvSpPr>
          <p:cNvPr id="186" name="tx186"/>
          <p:cNvSpPr/>
          <p:nvPr/>
        </p:nvSpPr>
        <p:spPr>
          <a:xfrm>
            <a:off x="1426352" y="2194898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bc</a:t>
            </a:r>
          </a:p>
        </p:txBody>
      </p:sp>
      <p:sp>
        <p:nvSpPr>
          <p:cNvPr id="187" name="tx187"/>
          <p:cNvSpPr/>
          <p:nvPr/>
        </p:nvSpPr>
        <p:spPr>
          <a:xfrm>
            <a:off x="1426352" y="2194898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bc</a:t>
            </a:r>
          </a:p>
        </p:txBody>
      </p:sp>
      <p:sp>
        <p:nvSpPr>
          <p:cNvPr id="188" name="tx188"/>
          <p:cNvSpPr/>
          <p:nvPr/>
        </p:nvSpPr>
        <p:spPr>
          <a:xfrm>
            <a:off x="1426352" y="2194898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bc</a:t>
            </a:r>
          </a:p>
        </p:txBody>
      </p:sp>
      <p:sp>
        <p:nvSpPr>
          <p:cNvPr id="189" name="tx189"/>
          <p:cNvSpPr/>
          <p:nvPr/>
        </p:nvSpPr>
        <p:spPr>
          <a:xfrm>
            <a:off x="1426352" y="2194898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bc</a:t>
            </a:r>
          </a:p>
        </p:txBody>
      </p:sp>
      <p:sp>
        <p:nvSpPr>
          <p:cNvPr id="190" name="tx190"/>
          <p:cNvSpPr/>
          <p:nvPr/>
        </p:nvSpPr>
        <p:spPr>
          <a:xfrm>
            <a:off x="1426352" y="2194898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bc</a:t>
            </a:r>
          </a:p>
        </p:txBody>
      </p:sp>
      <p:sp>
        <p:nvSpPr>
          <p:cNvPr id="191" name="tx191"/>
          <p:cNvSpPr/>
          <p:nvPr/>
        </p:nvSpPr>
        <p:spPr>
          <a:xfrm>
            <a:off x="1426352" y="2194898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bc</a:t>
            </a:r>
          </a:p>
        </p:txBody>
      </p:sp>
      <p:sp>
        <p:nvSpPr>
          <p:cNvPr id="192" name="tx192"/>
          <p:cNvSpPr/>
          <p:nvPr/>
        </p:nvSpPr>
        <p:spPr>
          <a:xfrm>
            <a:off x="1426352" y="2194898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bc</a:t>
            </a:r>
          </a:p>
        </p:txBody>
      </p:sp>
      <p:sp>
        <p:nvSpPr>
          <p:cNvPr id="193" name="tx193"/>
          <p:cNvSpPr/>
          <p:nvPr/>
        </p:nvSpPr>
        <p:spPr>
          <a:xfrm>
            <a:off x="1426352" y="2194898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bc</a:t>
            </a:r>
          </a:p>
        </p:txBody>
      </p:sp>
      <p:sp>
        <p:nvSpPr>
          <p:cNvPr id="194" name="tx194"/>
          <p:cNvSpPr/>
          <p:nvPr/>
        </p:nvSpPr>
        <p:spPr>
          <a:xfrm>
            <a:off x="1426352" y="2194898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bc</a:t>
            </a:r>
          </a:p>
        </p:txBody>
      </p:sp>
      <p:sp>
        <p:nvSpPr>
          <p:cNvPr id="195" name="tx195"/>
          <p:cNvSpPr/>
          <p:nvPr/>
        </p:nvSpPr>
        <p:spPr>
          <a:xfrm>
            <a:off x="1426352" y="2194898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bc</a:t>
            </a:r>
          </a:p>
        </p:txBody>
      </p:sp>
      <p:sp>
        <p:nvSpPr>
          <p:cNvPr id="196" name="tx196"/>
          <p:cNvSpPr/>
          <p:nvPr/>
        </p:nvSpPr>
        <p:spPr>
          <a:xfrm>
            <a:off x="1426352" y="2194898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bc</a:t>
            </a:r>
          </a:p>
        </p:txBody>
      </p:sp>
      <p:sp>
        <p:nvSpPr>
          <p:cNvPr id="197" name="tx197"/>
          <p:cNvSpPr/>
          <p:nvPr/>
        </p:nvSpPr>
        <p:spPr>
          <a:xfrm>
            <a:off x="1426352" y="2194898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bc</a:t>
            </a:r>
          </a:p>
        </p:txBody>
      </p:sp>
      <p:sp>
        <p:nvSpPr>
          <p:cNvPr id="198" name="tx198"/>
          <p:cNvSpPr/>
          <p:nvPr/>
        </p:nvSpPr>
        <p:spPr>
          <a:xfrm>
            <a:off x="1426352" y="2194898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bc</a:t>
            </a:r>
          </a:p>
        </p:txBody>
      </p:sp>
      <p:sp>
        <p:nvSpPr>
          <p:cNvPr id="199" name="tx199"/>
          <p:cNvSpPr/>
          <p:nvPr/>
        </p:nvSpPr>
        <p:spPr>
          <a:xfrm>
            <a:off x="1426352" y="2194898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bc</a:t>
            </a:r>
          </a:p>
        </p:txBody>
      </p:sp>
      <p:sp>
        <p:nvSpPr>
          <p:cNvPr id="200" name="tx200"/>
          <p:cNvSpPr/>
          <p:nvPr/>
        </p:nvSpPr>
        <p:spPr>
          <a:xfrm>
            <a:off x="1426352" y="2194898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bc</a:t>
            </a:r>
          </a:p>
        </p:txBody>
      </p:sp>
      <p:sp>
        <p:nvSpPr>
          <p:cNvPr id="201" name="tx201"/>
          <p:cNvSpPr/>
          <p:nvPr/>
        </p:nvSpPr>
        <p:spPr>
          <a:xfrm>
            <a:off x="1426352" y="2194898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bc</a:t>
            </a:r>
          </a:p>
        </p:txBody>
      </p:sp>
      <p:sp>
        <p:nvSpPr>
          <p:cNvPr id="202" name="tx202"/>
          <p:cNvSpPr/>
          <p:nvPr/>
        </p:nvSpPr>
        <p:spPr>
          <a:xfrm>
            <a:off x="1426352" y="2194898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bc</a:t>
            </a:r>
          </a:p>
        </p:txBody>
      </p:sp>
      <p:sp>
        <p:nvSpPr>
          <p:cNvPr id="203" name="tx203"/>
          <p:cNvSpPr/>
          <p:nvPr/>
        </p:nvSpPr>
        <p:spPr>
          <a:xfrm>
            <a:off x="1426352" y="2194898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bc</a:t>
            </a:r>
          </a:p>
        </p:txBody>
      </p:sp>
      <p:sp>
        <p:nvSpPr>
          <p:cNvPr id="204" name="tx204"/>
          <p:cNvSpPr/>
          <p:nvPr/>
        </p:nvSpPr>
        <p:spPr>
          <a:xfrm>
            <a:off x="1426352" y="2194898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bc</a:t>
            </a:r>
          </a:p>
        </p:txBody>
      </p:sp>
      <p:sp>
        <p:nvSpPr>
          <p:cNvPr id="205" name="tx205"/>
          <p:cNvSpPr/>
          <p:nvPr/>
        </p:nvSpPr>
        <p:spPr>
          <a:xfrm>
            <a:off x="1426352" y="2194898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bc</a:t>
            </a:r>
          </a:p>
        </p:txBody>
      </p:sp>
      <p:sp>
        <p:nvSpPr>
          <p:cNvPr id="206" name="tx206"/>
          <p:cNvSpPr/>
          <p:nvPr/>
        </p:nvSpPr>
        <p:spPr>
          <a:xfrm>
            <a:off x="1426352" y="2194898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bc</a:t>
            </a:r>
          </a:p>
        </p:txBody>
      </p:sp>
      <p:sp>
        <p:nvSpPr>
          <p:cNvPr id="207" name="tx207"/>
          <p:cNvSpPr/>
          <p:nvPr/>
        </p:nvSpPr>
        <p:spPr>
          <a:xfrm>
            <a:off x="1426352" y="2194898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bc</a:t>
            </a:r>
          </a:p>
        </p:txBody>
      </p:sp>
      <p:sp>
        <p:nvSpPr>
          <p:cNvPr id="208" name="tx208"/>
          <p:cNvSpPr/>
          <p:nvPr/>
        </p:nvSpPr>
        <p:spPr>
          <a:xfrm>
            <a:off x="1426352" y="2194898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bc</a:t>
            </a:r>
          </a:p>
        </p:txBody>
      </p:sp>
      <p:sp>
        <p:nvSpPr>
          <p:cNvPr id="209" name="tx209"/>
          <p:cNvSpPr/>
          <p:nvPr/>
        </p:nvSpPr>
        <p:spPr>
          <a:xfrm>
            <a:off x="1426352" y="2194898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bc</a:t>
            </a:r>
          </a:p>
        </p:txBody>
      </p:sp>
      <p:sp>
        <p:nvSpPr>
          <p:cNvPr id="210" name="tx210"/>
          <p:cNvSpPr/>
          <p:nvPr/>
        </p:nvSpPr>
        <p:spPr>
          <a:xfrm>
            <a:off x="1426352" y="2194898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bc</a:t>
            </a:r>
          </a:p>
        </p:txBody>
      </p:sp>
      <p:sp>
        <p:nvSpPr>
          <p:cNvPr id="211" name="tx211"/>
          <p:cNvSpPr/>
          <p:nvPr/>
        </p:nvSpPr>
        <p:spPr>
          <a:xfrm>
            <a:off x="1426352" y="2194898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bc</a:t>
            </a:r>
          </a:p>
        </p:txBody>
      </p:sp>
      <p:sp>
        <p:nvSpPr>
          <p:cNvPr id="212" name="tx212"/>
          <p:cNvSpPr/>
          <p:nvPr/>
        </p:nvSpPr>
        <p:spPr>
          <a:xfrm>
            <a:off x="1426352" y="2194898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bc</a:t>
            </a:r>
          </a:p>
        </p:txBody>
      </p:sp>
      <p:sp>
        <p:nvSpPr>
          <p:cNvPr id="213" name="tx213"/>
          <p:cNvSpPr/>
          <p:nvPr/>
        </p:nvSpPr>
        <p:spPr>
          <a:xfrm>
            <a:off x="1426352" y="2194898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bc</a:t>
            </a:r>
          </a:p>
        </p:txBody>
      </p:sp>
      <p:sp>
        <p:nvSpPr>
          <p:cNvPr id="214" name="tx214"/>
          <p:cNvSpPr/>
          <p:nvPr/>
        </p:nvSpPr>
        <p:spPr>
          <a:xfrm>
            <a:off x="1426352" y="2194898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bc</a:t>
            </a:r>
          </a:p>
        </p:txBody>
      </p:sp>
      <p:sp>
        <p:nvSpPr>
          <p:cNvPr id="215" name="tx215"/>
          <p:cNvSpPr/>
          <p:nvPr/>
        </p:nvSpPr>
        <p:spPr>
          <a:xfrm>
            <a:off x="1426352" y="2194898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bc</a:t>
            </a:r>
          </a:p>
        </p:txBody>
      </p:sp>
      <p:sp>
        <p:nvSpPr>
          <p:cNvPr id="216" name="tx216"/>
          <p:cNvSpPr/>
          <p:nvPr/>
        </p:nvSpPr>
        <p:spPr>
          <a:xfrm>
            <a:off x="1426352" y="2194898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bc</a:t>
            </a:r>
          </a:p>
        </p:txBody>
      </p:sp>
      <p:sp>
        <p:nvSpPr>
          <p:cNvPr id="217" name="tx217"/>
          <p:cNvSpPr/>
          <p:nvPr/>
        </p:nvSpPr>
        <p:spPr>
          <a:xfrm>
            <a:off x="1426352" y="2194898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bc</a:t>
            </a:r>
          </a:p>
        </p:txBody>
      </p:sp>
      <p:sp>
        <p:nvSpPr>
          <p:cNvPr id="218" name="tx218"/>
          <p:cNvSpPr/>
          <p:nvPr/>
        </p:nvSpPr>
        <p:spPr>
          <a:xfrm>
            <a:off x="1426352" y="2194898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bc</a:t>
            </a:r>
          </a:p>
        </p:txBody>
      </p:sp>
      <p:sp>
        <p:nvSpPr>
          <p:cNvPr id="219" name="tx219"/>
          <p:cNvSpPr/>
          <p:nvPr/>
        </p:nvSpPr>
        <p:spPr>
          <a:xfrm>
            <a:off x="1426352" y="2194898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bc</a:t>
            </a:r>
          </a:p>
        </p:txBody>
      </p:sp>
      <p:sp>
        <p:nvSpPr>
          <p:cNvPr id="220" name="tx220"/>
          <p:cNvSpPr/>
          <p:nvPr/>
        </p:nvSpPr>
        <p:spPr>
          <a:xfrm>
            <a:off x="1426352" y="2194898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bc</a:t>
            </a:r>
          </a:p>
        </p:txBody>
      </p:sp>
      <p:sp>
        <p:nvSpPr>
          <p:cNvPr id="221" name="tx221"/>
          <p:cNvSpPr/>
          <p:nvPr/>
        </p:nvSpPr>
        <p:spPr>
          <a:xfrm>
            <a:off x="1426352" y="2194898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bc</a:t>
            </a:r>
          </a:p>
        </p:txBody>
      </p:sp>
      <p:sp>
        <p:nvSpPr>
          <p:cNvPr id="222" name="tx222"/>
          <p:cNvSpPr/>
          <p:nvPr/>
        </p:nvSpPr>
        <p:spPr>
          <a:xfrm>
            <a:off x="1426352" y="2194898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bc</a:t>
            </a:r>
          </a:p>
        </p:txBody>
      </p:sp>
      <p:sp>
        <p:nvSpPr>
          <p:cNvPr id="223" name="tx223"/>
          <p:cNvSpPr/>
          <p:nvPr/>
        </p:nvSpPr>
        <p:spPr>
          <a:xfrm>
            <a:off x="1426352" y="2194898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bc</a:t>
            </a:r>
          </a:p>
        </p:txBody>
      </p:sp>
      <p:sp>
        <p:nvSpPr>
          <p:cNvPr id="224" name="tx224"/>
          <p:cNvSpPr/>
          <p:nvPr/>
        </p:nvSpPr>
        <p:spPr>
          <a:xfrm>
            <a:off x="1426352" y="2194898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bc</a:t>
            </a:r>
          </a:p>
        </p:txBody>
      </p:sp>
      <p:sp>
        <p:nvSpPr>
          <p:cNvPr id="225" name="tx225"/>
          <p:cNvSpPr/>
          <p:nvPr/>
        </p:nvSpPr>
        <p:spPr>
          <a:xfrm>
            <a:off x="1426352" y="2194898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bc</a:t>
            </a:r>
          </a:p>
        </p:txBody>
      </p:sp>
      <p:sp>
        <p:nvSpPr>
          <p:cNvPr id="226" name="tx226"/>
          <p:cNvSpPr/>
          <p:nvPr/>
        </p:nvSpPr>
        <p:spPr>
          <a:xfrm>
            <a:off x="1775270" y="1924800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</a:t>
            </a:r>
          </a:p>
        </p:txBody>
      </p:sp>
      <p:sp>
        <p:nvSpPr>
          <p:cNvPr id="227" name="tx227"/>
          <p:cNvSpPr/>
          <p:nvPr/>
        </p:nvSpPr>
        <p:spPr>
          <a:xfrm>
            <a:off x="1775270" y="1924800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</a:t>
            </a:r>
          </a:p>
        </p:txBody>
      </p:sp>
      <p:sp>
        <p:nvSpPr>
          <p:cNvPr id="228" name="tx228"/>
          <p:cNvSpPr/>
          <p:nvPr/>
        </p:nvSpPr>
        <p:spPr>
          <a:xfrm>
            <a:off x="1775270" y="1924800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</a:t>
            </a:r>
          </a:p>
        </p:txBody>
      </p:sp>
      <p:sp>
        <p:nvSpPr>
          <p:cNvPr id="229" name="tx229"/>
          <p:cNvSpPr/>
          <p:nvPr/>
        </p:nvSpPr>
        <p:spPr>
          <a:xfrm>
            <a:off x="1775270" y="1924800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</a:t>
            </a:r>
          </a:p>
        </p:txBody>
      </p:sp>
      <p:sp>
        <p:nvSpPr>
          <p:cNvPr id="230" name="tx230"/>
          <p:cNvSpPr/>
          <p:nvPr/>
        </p:nvSpPr>
        <p:spPr>
          <a:xfrm>
            <a:off x="1775270" y="1924800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</a:t>
            </a:r>
          </a:p>
        </p:txBody>
      </p:sp>
      <p:sp>
        <p:nvSpPr>
          <p:cNvPr id="231" name="tx231"/>
          <p:cNvSpPr/>
          <p:nvPr/>
        </p:nvSpPr>
        <p:spPr>
          <a:xfrm>
            <a:off x="1775270" y="1924800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</a:t>
            </a:r>
          </a:p>
        </p:txBody>
      </p:sp>
      <p:sp>
        <p:nvSpPr>
          <p:cNvPr id="232" name="tx232"/>
          <p:cNvSpPr/>
          <p:nvPr/>
        </p:nvSpPr>
        <p:spPr>
          <a:xfrm>
            <a:off x="1775270" y="1924800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</a:t>
            </a:r>
          </a:p>
        </p:txBody>
      </p:sp>
      <p:sp>
        <p:nvSpPr>
          <p:cNvPr id="233" name="tx233"/>
          <p:cNvSpPr/>
          <p:nvPr/>
        </p:nvSpPr>
        <p:spPr>
          <a:xfrm>
            <a:off x="1775270" y="1924800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</a:t>
            </a:r>
          </a:p>
        </p:txBody>
      </p:sp>
      <p:sp>
        <p:nvSpPr>
          <p:cNvPr id="234" name="tx234"/>
          <p:cNvSpPr/>
          <p:nvPr/>
        </p:nvSpPr>
        <p:spPr>
          <a:xfrm>
            <a:off x="1775270" y="1924800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</a:t>
            </a:r>
          </a:p>
        </p:txBody>
      </p:sp>
      <p:sp>
        <p:nvSpPr>
          <p:cNvPr id="235" name="tx235"/>
          <p:cNvSpPr/>
          <p:nvPr/>
        </p:nvSpPr>
        <p:spPr>
          <a:xfrm>
            <a:off x="1775270" y="1924800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</a:t>
            </a:r>
          </a:p>
        </p:txBody>
      </p:sp>
      <p:sp>
        <p:nvSpPr>
          <p:cNvPr id="236" name="tx236"/>
          <p:cNvSpPr/>
          <p:nvPr/>
        </p:nvSpPr>
        <p:spPr>
          <a:xfrm>
            <a:off x="1775270" y="1924800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</a:t>
            </a:r>
          </a:p>
        </p:txBody>
      </p:sp>
      <p:sp>
        <p:nvSpPr>
          <p:cNvPr id="237" name="tx237"/>
          <p:cNvSpPr/>
          <p:nvPr/>
        </p:nvSpPr>
        <p:spPr>
          <a:xfrm>
            <a:off x="1775270" y="1924800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</a:t>
            </a:r>
          </a:p>
        </p:txBody>
      </p:sp>
      <p:sp>
        <p:nvSpPr>
          <p:cNvPr id="238" name="tx238"/>
          <p:cNvSpPr/>
          <p:nvPr/>
        </p:nvSpPr>
        <p:spPr>
          <a:xfrm>
            <a:off x="1775270" y="1924800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</a:t>
            </a:r>
          </a:p>
        </p:txBody>
      </p:sp>
      <p:sp>
        <p:nvSpPr>
          <p:cNvPr id="239" name="tx239"/>
          <p:cNvSpPr/>
          <p:nvPr/>
        </p:nvSpPr>
        <p:spPr>
          <a:xfrm>
            <a:off x="1775270" y="1924800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</a:t>
            </a:r>
          </a:p>
        </p:txBody>
      </p:sp>
      <p:sp>
        <p:nvSpPr>
          <p:cNvPr id="240" name="tx240"/>
          <p:cNvSpPr/>
          <p:nvPr/>
        </p:nvSpPr>
        <p:spPr>
          <a:xfrm>
            <a:off x="1775270" y="1924800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</a:t>
            </a:r>
          </a:p>
        </p:txBody>
      </p:sp>
      <p:sp>
        <p:nvSpPr>
          <p:cNvPr id="241" name="tx241"/>
          <p:cNvSpPr/>
          <p:nvPr/>
        </p:nvSpPr>
        <p:spPr>
          <a:xfrm>
            <a:off x="1775270" y="1924800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</a:t>
            </a:r>
          </a:p>
        </p:txBody>
      </p:sp>
      <p:sp>
        <p:nvSpPr>
          <p:cNvPr id="242" name="tx242"/>
          <p:cNvSpPr/>
          <p:nvPr/>
        </p:nvSpPr>
        <p:spPr>
          <a:xfrm>
            <a:off x="1775270" y="1924800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</a:t>
            </a:r>
          </a:p>
        </p:txBody>
      </p:sp>
      <p:sp>
        <p:nvSpPr>
          <p:cNvPr id="243" name="tx243"/>
          <p:cNvSpPr/>
          <p:nvPr/>
        </p:nvSpPr>
        <p:spPr>
          <a:xfrm>
            <a:off x="1775270" y="1924800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</a:t>
            </a:r>
          </a:p>
        </p:txBody>
      </p:sp>
      <p:sp>
        <p:nvSpPr>
          <p:cNvPr id="244" name="tx244"/>
          <p:cNvSpPr/>
          <p:nvPr/>
        </p:nvSpPr>
        <p:spPr>
          <a:xfrm>
            <a:off x="1775270" y="1924800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</a:t>
            </a:r>
          </a:p>
        </p:txBody>
      </p:sp>
      <p:sp>
        <p:nvSpPr>
          <p:cNvPr id="245" name="tx245"/>
          <p:cNvSpPr/>
          <p:nvPr/>
        </p:nvSpPr>
        <p:spPr>
          <a:xfrm>
            <a:off x="1775270" y="1924800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</a:t>
            </a:r>
          </a:p>
        </p:txBody>
      </p:sp>
      <p:sp>
        <p:nvSpPr>
          <p:cNvPr id="246" name="tx246"/>
          <p:cNvSpPr/>
          <p:nvPr/>
        </p:nvSpPr>
        <p:spPr>
          <a:xfrm>
            <a:off x="1775270" y="1924800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</a:t>
            </a:r>
          </a:p>
        </p:txBody>
      </p:sp>
      <p:sp>
        <p:nvSpPr>
          <p:cNvPr id="247" name="tx247"/>
          <p:cNvSpPr/>
          <p:nvPr/>
        </p:nvSpPr>
        <p:spPr>
          <a:xfrm>
            <a:off x="1775270" y="1924800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</a:t>
            </a:r>
          </a:p>
        </p:txBody>
      </p:sp>
      <p:sp>
        <p:nvSpPr>
          <p:cNvPr id="248" name="tx248"/>
          <p:cNvSpPr/>
          <p:nvPr/>
        </p:nvSpPr>
        <p:spPr>
          <a:xfrm>
            <a:off x="1775270" y="1924800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</a:t>
            </a:r>
          </a:p>
        </p:txBody>
      </p:sp>
      <p:sp>
        <p:nvSpPr>
          <p:cNvPr id="249" name="tx249"/>
          <p:cNvSpPr/>
          <p:nvPr/>
        </p:nvSpPr>
        <p:spPr>
          <a:xfrm>
            <a:off x="1775270" y="1924800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</a:t>
            </a:r>
          </a:p>
        </p:txBody>
      </p:sp>
      <p:sp>
        <p:nvSpPr>
          <p:cNvPr id="250" name="tx250"/>
          <p:cNvSpPr/>
          <p:nvPr/>
        </p:nvSpPr>
        <p:spPr>
          <a:xfrm>
            <a:off x="1775270" y="1924800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</a:t>
            </a:r>
          </a:p>
        </p:txBody>
      </p:sp>
      <p:sp>
        <p:nvSpPr>
          <p:cNvPr id="251" name="tx251"/>
          <p:cNvSpPr/>
          <p:nvPr/>
        </p:nvSpPr>
        <p:spPr>
          <a:xfrm>
            <a:off x="1775270" y="1924800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</a:t>
            </a:r>
          </a:p>
        </p:txBody>
      </p:sp>
      <p:sp>
        <p:nvSpPr>
          <p:cNvPr id="252" name="tx252"/>
          <p:cNvSpPr/>
          <p:nvPr/>
        </p:nvSpPr>
        <p:spPr>
          <a:xfrm>
            <a:off x="1775270" y="1924800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</a:t>
            </a:r>
          </a:p>
        </p:txBody>
      </p:sp>
      <p:sp>
        <p:nvSpPr>
          <p:cNvPr id="253" name="tx253"/>
          <p:cNvSpPr/>
          <p:nvPr/>
        </p:nvSpPr>
        <p:spPr>
          <a:xfrm>
            <a:off x="1775270" y="1924800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</a:t>
            </a:r>
          </a:p>
        </p:txBody>
      </p:sp>
      <p:sp>
        <p:nvSpPr>
          <p:cNvPr id="254" name="tx254"/>
          <p:cNvSpPr/>
          <p:nvPr/>
        </p:nvSpPr>
        <p:spPr>
          <a:xfrm>
            <a:off x="1775270" y="1924800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</a:t>
            </a:r>
          </a:p>
        </p:txBody>
      </p:sp>
      <p:sp>
        <p:nvSpPr>
          <p:cNvPr id="255" name="tx255"/>
          <p:cNvSpPr/>
          <p:nvPr/>
        </p:nvSpPr>
        <p:spPr>
          <a:xfrm>
            <a:off x="1775270" y="1924800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</a:t>
            </a:r>
          </a:p>
        </p:txBody>
      </p:sp>
      <p:sp>
        <p:nvSpPr>
          <p:cNvPr id="256" name="tx256"/>
          <p:cNvSpPr/>
          <p:nvPr/>
        </p:nvSpPr>
        <p:spPr>
          <a:xfrm>
            <a:off x="1775270" y="1924800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</a:t>
            </a:r>
          </a:p>
        </p:txBody>
      </p:sp>
      <p:sp>
        <p:nvSpPr>
          <p:cNvPr id="257" name="tx257"/>
          <p:cNvSpPr/>
          <p:nvPr/>
        </p:nvSpPr>
        <p:spPr>
          <a:xfrm>
            <a:off x="1775270" y="1924800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</a:t>
            </a:r>
          </a:p>
        </p:txBody>
      </p:sp>
      <p:sp>
        <p:nvSpPr>
          <p:cNvPr id="258" name="tx258"/>
          <p:cNvSpPr/>
          <p:nvPr/>
        </p:nvSpPr>
        <p:spPr>
          <a:xfrm>
            <a:off x="1775270" y="1924800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</a:t>
            </a:r>
          </a:p>
        </p:txBody>
      </p:sp>
      <p:sp>
        <p:nvSpPr>
          <p:cNvPr id="259" name="tx259"/>
          <p:cNvSpPr/>
          <p:nvPr/>
        </p:nvSpPr>
        <p:spPr>
          <a:xfrm>
            <a:off x="1775270" y="1924800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</a:t>
            </a:r>
          </a:p>
        </p:txBody>
      </p:sp>
      <p:sp>
        <p:nvSpPr>
          <p:cNvPr id="260" name="tx260"/>
          <p:cNvSpPr/>
          <p:nvPr/>
        </p:nvSpPr>
        <p:spPr>
          <a:xfrm>
            <a:off x="1775270" y="1924800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</a:t>
            </a:r>
          </a:p>
        </p:txBody>
      </p:sp>
      <p:sp>
        <p:nvSpPr>
          <p:cNvPr id="261" name="tx261"/>
          <p:cNvSpPr/>
          <p:nvPr/>
        </p:nvSpPr>
        <p:spPr>
          <a:xfrm>
            <a:off x="1775270" y="1924800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</a:t>
            </a:r>
          </a:p>
        </p:txBody>
      </p:sp>
      <p:sp>
        <p:nvSpPr>
          <p:cNvPr id="262" name="tx262"/>
          <p:cNvSpPr/>
          <p:nvPr/>
        </p:nvSpPr>
        <p:spPr>
          <a:xfrm>
            <a:off x="1775270" y="1924800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</a:t>
            </a:r>
          </a:p>
        </p:txBody>
      </p:sp>
      <p:sp>
        <p:nvSpPr>
          <p:cNvPr id="263" name="tx263"/>
          <p:cNvSpPr/>
          <p:nvPr/>
        </p:nvSpPr>
        <p:spPr>
          <a:xfrm>
            <a:off x="1775270" y="1924800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</a:t>
            </a:r>
          </a:p>
        </p:txBody>
      </p:sp>
      <p:sp>
        <p:nvSpPr>
          <p:cNvPr id="264" name="tx264"/>
          <p:cNvSpPr/>
          <p:nvPr/>
        </p:nvSpPr>
        <p:spPr>
          <a:xfrm>
            <a:off x="1775270" y="1924800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</a:t>
            </a:r>
          </a:p>
        </p:txBody>
      </p:sp>
      <p:sp>
        <p:nvSpPr>
          <p:cNvPr id="265" name="tx265"/>
          <p:cNvSpPr/>
          <p:nvPr/>
        </p:nvSpPr>
        <p:spPr>
          <a:xfrm>
            <a:off x="1775270" y="1924800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</a:t>
            </a:r>
          </a:p>
        </p:txBody>
      </p:sp>
      <p:sp>
        <p:nvSpPr>
          <p:cNvPr id="266" name="tx266"/>
          <p:cNvSpPr/>
          <p:nvPr/>
        </p:nvSpPr>
        <p:spPr>
          <a:xfrm>
            <a:off x="1775270" y="1924800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</a:t>
            </a:r>
          </a:p>
        </p:txBody>
      </p:sp>
      <p:sp>
        <p:nvSpPr>
          <p:cNvPr id="267" name="tx267"/>
          <p:cNvSpPr/>
          <p:nvPr/>
        </p:nvSpPr>
        <p:spPr>
          <a:xfrm>
            <a:off x="1775270" y="1924800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</a:t>
            </a:r>
          </a:p>
        </p:txBody>
      </p:sp>
      <p:sp>
        <p:nvSpPr>
          <p:cNvPr id="268" name="tx268"/>
          <p:cNvSpPr/>
          <p:nvPr/>
        </p:nvSpPr>
        <p:spPr>
          <a:xfrm>
            <a:off x="1775270" y="1924800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</a:t>
            </a:r>
          </a:p>
        </p:txBody>
      </p:sp>
      <p:sp>
        <p:nvSpPr>
          <p:cNvPr id="269" name="tx269"/>
          <p:cNvSpPr/>
          <p:nvPr/>
        </p:nvSpPr>
        <p:spPr>
          <a:xfrm>
            <a:off x="1775270" y="1924800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</a:t>
            </a:r>
          </a:p>
        </p:txBody>
      </p:sp>
      <p:sp>
        <p:nvSpPr>
          <p:cNvPr id="270" name="tx270"/>
          <p:cNvSpPr/>
          <p:nvPr/>
        </p:nvSpPr>
        <p:spPr>
          <a:xfrm>
            <a:off x="1775270" y="1924800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</a:t>
            </a:r>
          </a:p>
        </p:txBody>
      </p:sp>
      <p:sp>
        <p:nvSpPr>
          <p:cNvPr id="271" name="tx271"/>
          <p:cNvSpPr/>
          <p:nvPr/>
        </p:nvSpPr>
        <p:spPr>
          <a:xfrm>
            <a:off x="1775270" y="1924800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</a:t>
            </a:r>
          </a:p>
        </p:txBody>
      </p:sp>
      <p:sp>
        <p:nvSpPr>
          <p:cNvPr id="272" name="tx272"/>
          <p:cNvSpPr/>
          <p:nvPr/>
        </p:nvSpPr>
        <p:spPr>
          <a:xfrm>
            <a:off x="1775270" y="1924800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</a:t>
            </a:r>
          </a:p>
        </p:txBody>
      </p:sp>
      <p:sp>
        <p:nvSpPr>
          <p:cNvPr id="273" name="tx273"/>
          <p:cNvSpPr/>
          <p:nvPr/>
        </p:nvSpPr>
        <p:spPr>
          <a:xfrm>
            <a:off x="1775270" y="1924800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</a:t>
            </a:r>
          </a:p>
        </p:txBody>
      </p:sp>
      <p:sp>
        <p:nvSpPr>
          <p:cNvPr id="274" name="tx274"/>
          <p:cNvSpPr/>
          <p:nvPr/>
        </p:nvSpPr>
        <p:spPr>
          <a:xfrm>
            <a:off x="1775270" y="1924800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</a:t>
            </a:r>
          </a:p>
        </p:txBody>
      </p:sp>
      <p:sp>
        <p:nvSpPr>
          <p:cNvPr id="275" name="tx275"/>
          <p:cNvSpPr/>
          <p:nvPr/>
        </p:nvSpPr>
        <p:spPr>
          <a:xfrm>
            <a:off x="1775270" y="1924800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</a:t>
            </a:r>
          </a:p>
        </p:txBody>
      </p:sp>
      <p:sp>
        <p:nvSpPr>
          <p:cNvPr id="276" name="tx276"/>
          <p:cNvSpPr/>
          <p:nvPr/>
        </p:nvSpPr>
        <p:spPr>
          <a:xfrm>
            <a:off x="1775270" y="1924800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</a:t>
            </a:r>
          </a:p>
        </p:txBody>
      </p:sp>
      <p:sp>
        <p:nvSpPr>
          <p:cNvPr id="277" name="tx277"/>
          <p:cNvSpPr/>
          <p:nvPr/>
        </p:nvSpPr>
        <p:spPr>
          <a:xfrm>
            <a:off x="1775270" y="1924800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</a:t>
            </a:r>
          </a:p>
        </p:txBody>
      </p:sp>
      <p:sp>
        <p:nvSpPr>
          <p:cNvPr id="278" name="tx278"/>
          <p:cNvSpPr/>
          <p:nvPr/>
        </p:nvSpPr>
        <p:spPr>
          <a:xfrm>
            <a:off x="1775270" y="1924800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</a:t>
            </a:r>
          </a:p>
        </p:txBody>
      </p:sp>
      <p:sp>
        <p:nvSpPr>
          <p:cNvPr id="279" name="tx279"/>
          <p:cNvSpPr/>
          <p:nvPr/>
        </p:nvSpPr>
        <p:spPr>
          <a:xfrm>
            <a:off x="1775270" y="1924800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</a:t>
            </a:r>
          </a:p>
        </p:txBody>
      </p:sp>
      <p:sp>
        <p:nvSpPr>
          <p:cNvPr id="280" name="tx280"/>
          <p:cNvSpPr/>
          <p:nvPr/>
        </p:nvSpPr>
        <p:spPr>
          <a:xfrm>
            <a:off x="1775270" y="1924800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</a:t>
            </a:r>
          </a:p>
        </p:txBody>
      </p:sp>
      <p:sp>
        <p:nvSpPr>
          <p:cNvPr id="281" name="tx281"/>
          <p:cNvSpPr/>
          <p:nvPr/>
        </p:nvSpPr>
        <p:spPr>
          <a:xfrm>
            <a:off x="1775270" y="1924800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</a:t>
            </a:r>
          </a:p>
        </p:txBody>
      </p:sp>
      <p:sp>
        <p:nvSpPr>
          <p:cNvPr id="282" name="tx282"/>
          <p:cNvSpPr/>
          <p:nvPr/>
        </p:nvSpPr>
        <p:spPr>
          <a:xfrm>
            <a:off x="1775270" y="1924800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</a:t>
            </a:r>
          </a:p>
        </p:txBody>
      </p:sp>
      <p:sp>
        <p:nvSpPr>
          <p:cNvPr id="283" name="tx283"/>
          <p:cNvSpPr/>
          <p:nvPr/>
        </p:nvSpPr>
        <p:spPr>
          <a:xfrm>
            <a:off x="1775270" y="1924800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</a:t>
            </a:r>
          </a:p>
        </p:txBody>
      </p:sp>
      <p:sp>
        <p:nvSpPr>
          <p:cNvPr id="284" name="tx284"/>
          <p:cNvSpPr/>
          <p:nvPr/>
        </p:nvSpPr>
        <p:spPr>
          <a:xfrm>
            <a:off x="1775270" y="1924800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</a:t>
            </a:r>
          </a:p>
        </p:txBody>
      </p:sp>
      <p:sp>
        <p:nvSpPr>
          <p:cNvPr id="285" name="tx285"/>
          <p:cNvSpPr/>
          <p:nvPr/>
        </p:nvSpPr>
        <p:spPr>
          <a:xfrm>
            <a:off x="1775270" y="1924800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</a:t>
            </a:r>
          </a:p>
        </p:txBody>
      </p:sp>
      <p:sp>
        <p:nvSpPr>
          <p:cNvPr id="286" name="tx286"/>
          <p:cNvSpPr/>
          <p:nvPr/>
        </p:nvSpPr>
        <p:spPr>
          <a:xfrm>
            <a:off x="1775270" y="1924800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</a:t>
            </a:r>
          </a:p>
        </p:txBody>
      </p:sp>
      <p:sp>
        <p:nvSpPr>
          <p:cNvPr id="287" name="tx287"/>
          <p:cNvSpPr/>
          <p:nvPr/>
        </p:nvSpPr>
        <p:spPr>
          <a:xfrm>
            <a:off x="1775270" y="1924800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</a:t>
            </a:r>
          </a:p>
        </p:txBody>
      </p:sp>
      <p:sp>
        <p:nvSpPr>
          <p:cNvPr id="288" name="tx288"/>
          <p:cNvSpPr/>
          <p:nvPr/>
        </p:nvSpPr>
        <p:spPr>
          <a:xfrm>
            <a:off x="1775270" y="1924800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</a:t>
            </a:r>
          </a:p>
        </p:txBody>
      </p:sp>
      <p:sp>
        <p:nvSpPr>
          <p:cNvPr id="289" name="tx289"/>
          <p:cNvSpPr/>
          <p:nvPr/>
        </p:nvSpPr>
        <p:spPr>
          <a:xfrm>
            <a:off x="1775270" y="1924800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</a:t>
            </a:r>
          </a:p>
        </p:txBody>
      </p:sp>
      <p:sp>
        <p:nvSpPr>
          <p:cNvPr id="290" name="tx290"/>
          <p:cNvSpPr/>
          <p:nvPr/>
        </p:nvSpPr>
        <p:spPr>
          <a:xfrm>
            <a:off x="1775270" y="1924800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</a:t>
            </a:r>
          </a:p>
        </p:txBody>
      </p:sp>
      <p:sp>
        <p:nvSpPr>
          <p:cNvPr id="291" name="tx291"/>
          <p:cNvSpPr/>
          <p:nvPr/>
        </p:nvSpPr>
        <p:spPr>
          <a:xfrm>
            <a:off x="1775270" y="1924800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</a:t>
            </a:r>
          </a:p>
        </p:txBody>
      </p:sp>
      <p:sp>
        <p:nvSpPr>
          <p:cNvPr id="292" name="tx292"/>
          <p:cNvSpPr/>
          <p:nvPr/>
        </p:nvSpPr>
        <p:spPr>
          <a:xfrm>
            <a:off x="1775270" y="1924800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</a:t>
            </a:r>
          </a:p>
        </p:txBody>
      </p:sp>
      <p:sp>
        <p:nvSpPr>
          <p:cNvPr id="293" name="tx293"/>
          <p:cNvSpPr/>
          <p:nvPr/>
        </p:nvSpPr>
        <p:spPr>
          <a:xfrm>
            <a:off x="1775270" y="1924800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</a:t>
            </a:r>
          </a:p>
        </p:txBody>
      </p:sp>
      <p:sp>
        <p:nvSpPr>
          <p:cNvPr id="294" name="tx294"/>
          <p:cNvSpPr/>
          <p:nvPr/>
        </p:nvSpPr>
        <p:spPr>
          <a:xfrm>
            <a:off x="1775270" y="1924800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</a:t>
            </a:r>
          </a:p>
        </p:txBody>
      </p:sp>
      <p:sp>
        <p:nvSpPr>
          <p:cNvPr id="295" name="tx295"/>
          <p:cNvSpPr/>
          <p:nvPr/>
        </p:nvSpPr>
        <p:spPr>
          <a:xfrm>
            <a:off x="1775270" y="1924800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</a:t>
            </a:r>
          </a:p>
        </p:txBody>
      </p:sp>
      <p:sp>
        <p:nvSpPr>
          <p:cNvPr id="296" name="tx296"/>
          <p:cNvSpPr/>
          <p:nvPr/>
        </p:nvSpPr>
        <p:spPr>
          <a:xfrm>
            <a:off x="1775270" y="1924800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</a:t>
            </a:r>
          </a:p>
        </p:txBody>
      </p:sp>
      <p:sp>
        <p:nvSpPr>
          <p:cNvPr id="297" name="tx297"/>
          <p:cNvSpPr/>
          <p:nvPr/>
        </p:nvSpPr>
        <p:spPr>
          <a:xfrm>
            <a:off x="1775270" y="1924800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</a:t>
            </a:r>
          </a:p>
        </p:txBody>
      </p:sp>
      <p:sp>
        <p:nvSpPr>
          <p:cNvPr id="298" name="tx298"/>
          <p:cNvSpPr/>
          <p:nvPr/>
        </p:nvSpPr>
        <p:spPr>
          <a:xfrm>
            <a:off x="1775270" y="1924800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</a:t>
            </a:r>
          </a:p>
        </p:txBody>
      </p:sp>
      <p:sp>
        <p:nvSpPr>
          <p:cNvPr id="299" name="tx299"/>
          <p:cNvSpPr/>
          <p:nvPr/>
        </p:nvSpPr>
        <p:spPr>
          <a:xfrm>
            <a:off x="1775270" y="1924800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</a:t>
            </a:r>
          </a:p>
        </p:txBody>
      </p:sp>
      <p:sp>
        <p:nvSpPr>
          <p:cNvPr id="300" name="tx300"/>
          <p:cNvSpPr/>
          <p:nvPr/>
        </p:nvSpPr>
        <p:spPr>
          <a:xfrm>
            <a:off x="1775270" y="1924800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</a:t>
            </a:r>
          </a:p>
        </p:txBody>
      </p:sp>
      <p:sp>
        <p:nvSpPr>
          <p:cNvPr id="301" name="tx301"/>
          <p:cNvSpPr/>
          <p:nvPr/>
        </p:nvSpPr>
        <p:spPr>
          <a:xfrm>
            <a:off x="1775270" y="1924800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</a:t>
            </a:r>
          </a:p>
        </p:txBody>
      </p:sp>
      <p:sp>
        <p:nvSpPr>
          <p:cNvPr id="302" name="tx302"/>
          <p:cNvSpPr/>
          <p:nvPr/>
        </p:nvSpPr>
        <p:spPr>
          <a:xfrm>
            <a:off x="1775270" y="1924800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</a:t>
            </a:r>
          </a:p>
        </p:txBody>
      </p:sp>
      <p:sp>
        <p:nvSpPr>
          <p:cNvPr id="303" name="tx303"/>
          <p:cNvSpPr/>
          <p:nvPr/>
        </p:nvSpPr>
        <p:spPr>
          <a:xfrm>
            <a:off x="1775270" y="1924800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</a:t>
            </a:r>
          </a:p>
        </p:txBody>
      </p:sp>
      <p:sp>
        <p:nvSpPr>
          <p:cNvPr id="304" name="tx304"/>
          <p:cNvSpPr/>
          <p:nvPr/>
        </p:nvSpPr>
        <p:spPr>
          <a:xfrm>
            <a:off x="1775270" y="1924800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</a:t>
            </a:r>
          </a:p>
        </p:txBody>
      </p:sp>
      <p:sp>
        <p:nvSpPr>
          <p:cNvPr id="305" name="tx305"/>
          <p:cNvSpPr/>
          <p:nvPr/>
        </p:nvSpPr>
        <p:spPr>
          <a:xfrm>
            <a:off x="1775270" y="1924800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</a:t>
            </a:r>
          </a:p>
        </p:txBody>
      </p:sp>
      <p:sp>
        <p:nvSpPr>
          <p:cNvPr id="306" name="tx306"/>
          <p:cNvSpPr/>
          <p:nvPr/>
        </p:nvSpPr>
        <p:spPr>
          <a:xfrm>
            <a:off x="1775270" y="1924800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</a:t>
            </a:r>
          </a:p>
        </p:txBody>
      </p:sp>
      <p:sp>
        <p:nvSpPr>
          <p:cNvPr id="307" name="tx307"/>
          <p:cNvSpPr/>
          <p:nvPr/>
        </p:nvSpPr>
        <p:spPr>
          <a:xfrm>
            <a:off x="1775270" y="1924800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</a:t>
            </a:r>
          </a:p>
        </p:txBody>
      </p:sp>
      <p:sp>
        <p:nvSpPr>
          <p:cNvPr id="308" name="tx308"/>
          <p:cNvSpPr/>
          <p:nvPr/>
        </p:nvSpPr>
        <p:spPr>
          <a:xfrm>
            <a:off x="1775270" y="1924800"/>
            <a:ext cx="1475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</a:t>
            </a:r>
          </a:p>
        </p:txBody>
      </p:sp>
      <p:sp>
        <p:nvSpPr>
          <p:cNvPr id="309" name="tx309"/>
          <p:cNvSpPr/>
          <p:nvPr/>
        </p:nvSpPr>
        <p:spPr>
          <a:xfrm>
            <a:off x="2120257" y="1984822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ab</a:t>
            </a:r>
          </a:p>
        </p:txBody>
      </p:sp>
      <p:sp>
        <p:nvSpPr>
          <p:cNvPr id="310" name="tx310"/>
          <p:cNvSpPr/>
          <p:nvPr/>
        </p:nvSpPr>
        <p:spPr>
          <a:xfrm>
            <a:off x="2120257" y="1984822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ab</a:t>
            </a:r>
          </a:p>
        </p:txBody>
      </p:sp>
      <p:sp>
        <p:nvSpPr>
          <p:cNvPr id="311" name="tx311"/>
          <p:cNvSpPr/>
          <p:nvPr/>
        </p:nvSpPr>
        <p:spPr>
          <a:xfrm>
            <a:off x="2120257" y="1984822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ab</a:t>
            </a:r>
          </a:p>
        </p:txBody>
      </p:sp>
      <p:sp>
        <p:nvSpPr>
          <p:cNvPr id="312" name="tx312"/>
          <p:cNvSpPr/>
          <p:nvPr/>
        </p:nvSpPr>
        <p:spPr>
          <a:xfrm>
            <a:off x="2120257" y="1984822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ab</a:t>
            </a:r>
          </a:p>
        </p:txBody>
      </p:sp>
      <p:sp>
        <p:nvSpPr>
          <p:cNvPr id="313" name="tx313"/>
          <p:cNvSpPr/>
          <p:nvPr/>
        </p:nvSpPr>
        <p:spPr>
          <a:xfrm>
            <a:off x="2120257" y="1984822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ab</a:t>
            </a:r>
          </a:p>
        </p:txBody>
      </p:sp>
      <p:sp>
        <p:nvSpPr>
          <p:cNvPr id="314" name="tx314"/>
          <p:cNvSpPr/>
          <p:nvPr/>
        </p:nvSpPr>
        <p:spPr>
          <a:xfrm>
            <a:off x="2120257" y="1984822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ab</a:t>
            </a:r>
          </a:p>
        </p:txBody>
      </p:sp>
      <p:sp>
        <p:nvSpPr>
          <p:cNvPr id="315" name="tx315"/>
          <p:cNvSpPr/>
          <p:nvPr/>
        </p:nvSpPr>
        <p:spPr>
          <a:xfrm>
            <a:off x="2120257" y="1984822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ab</a:t>
            </a:r>
          </a:p>
        </p:txBody>
      </p:sp>
      <p:sp>
        <p:nvSpPr>
          <p:cNvPr id="316" name="tx316"/>
          <p:cNvSpPr/>
          <p:nvPr/>
        </p:nvSpPr>
        <p:spPr>
          <a:xfrm>
            <a:off x="2120257" y="1984822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ab</a:t>
            </a:r>
          </a:p>
        </p:txBody>
      </p:sp>
      <p:sp>
        <p:nvSpPr>
          <p:cNvPr id="317" name="tx317"/>
          <p:cNvSpPr/>
          <p:nvPr/>
        </p:nvSpPr>
        <p:spPr>
          <a:xfrm>
            <a:off x="2120257" y="1984822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ab</a:t>
            </a:r>
          </a:p>
        </p:txBody>
      </p:sp>
      <p:sp>
        <p:nvSpPr>
          <p:cNvPr id="318" name="tx318"/>
          <p:cNvSpPr/>
          <p:nvPr/>
        </p:nvSpPr>
        <p:spPr>
          <a:xfrm>
            <a:off x="2120257" y="1984822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ab</a:t>
            </a:r>
          </a:p>
        </p:txBody>
      </p:sp>
      <p:sp>
        <p:nvSpPr>
          <p:cNvPr id="319" name="tx319"/>
          <p:cNvSpPr/>
          <p:nvPr/>
        </p:nvSpPr>
        <p:spPr>
          <a:xfrm>
            <a:off x="2120257" y="1984822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ab</a:t>
            </a:r>
          </a:p>
        </p:txBody>
      </p:sp>
      <p:sp>
        <p:nvSpPr>
          <p:cNvPr id="320" name="tx320"/>
          <p:cNvSpPr/>
          <p:nvPr/>
        </p:nvSpPr>
        <p:spPr>
          <a:xfrm>
            <a:off x="2120257" y="1984822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ab</a:t>
            </a:r>
          </a:p>
        </p:txBody>
      </p:sp>
      <p:sp>
        <p:nvSpPr>
          <p:cNvPr id="321" name="tx321"/>
          <p:cNvSpPr/>
          <p:nvPr/>
        </p:nvSpPr>
        <p:spPr>
          <a:xfrm>
            <a:off x="2120257" y="1984822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ab</a:t>
            </a:r>
          </a:p>
        </p:txBody>
      </p:sp>
      <p:sp>
        <p:nvSpPr>
          <p:cNvPr id="322" name="tx322"/>
          <p:cNvSpPr/>
          <p:nvPr/>
        </p:nvSpPr>
        <p:spPr>
          <a:xfrm>
            <a:off x="2120257" y="1984822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ab</a:t>
            </a:r>
          </a:p>
        </p:txBody>
      </p:sp>
      <p:sp>
        <p:nvSpPr>
          <p:cNvPr id="323" name="tx323"/>
          <p:cNvSpPr/>
          <p:nvPr/>
        </p:nvSpPr>
        <p:spPr>
          <a:xfrm>
            <a:off x="2120257" y="1984822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ab</a:t>
            </a:r>
          </a:p>
        </p:txBody>
      </p:sp>
      <p:sp>
        <p:nvSpPr>
          <p:cNvPr id="324" name="tx324"/>
          <p:cNvSpPr/>
          <p:nvPr/>
        </p:nvSpPr>
        <p:spPr>
          <a:xfrm>
            <a:off x="2120257" y="1984822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ab</a:t>
            </a:r>
          </a:p>
        </p:txBody>
      </p:sp>
      <p:sp>
        <p:nvSpPr>
          <p:cNvPr id="325" name="tx325"/>
          <p:cNvSpPr/>
          <p:nvPr/>
        </p:nvSpPr>
        <p:spPr>
          <a:xfrm>
            <a:off x="2120257" y="1984822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ab</a:t>
            </a:r>
          </a:p>
        </p:txBody>
      </p:sp>
      <p:sp>
        <p:nvSpPr>
          <p:cNvPr id="326" name="tx326"/>
          <p:cNvSpPr/>
          <p:nvPr/>
        </p:nvSpPr>
        <p:spPr>
          <a:xfrm>
            <a:off x="2120257" y="1984822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ab</a:t>
            </a:r>
          </a:p>
        </p:txBody>
      </p:sp>
      <p:sp>
        <p:nvSpPr>
          <p:cNvPr id="327" name="tx327"/>
          <p:cNvSpPr/>
          <p:nvPr/>
        </p:nvSpPr>
        <p:spPr>
          <a:xfrm>
            <a:off x="2120257" y="1984822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ab</a:t>
            </a:r>
          </a:p>
        </p:txBody>
      </p:sp>
      <p:sp>
        <p:nvSpPr>
          <p:cNvPr id="328" name="tx328"/>
          <p:cNvSpPr/>
          <p:nvPr/>
        </p:nvSpPr>
        <p:spPr>
          <a:xfrm>
            <a:off x="2120257" y="1984822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ab</a:t>
            </a:r>
          </a:p>
        </p:txBody>
      </p:sp>
      <p:sp>
        <p:nvSpPr>
          <p:cNvPr id="329" name="tx329"/>
          <p:cNvSpPr/>
          <p:nvPr/>
        </p:nvSpPr>
        <p:spPr>
          <a:xfrm>
            <a:off x="2120257" y="1984822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ab</a:t>
            </a:r>
          </a:p>
        </p:txBody>
      </p:sp>
      <p:sp>
        <p:nvSpPr>
          <p:cNvPr id="330" name="tx330"/>
          <p:cNvSpPr/>
          <p:nvPr/>
        </p:nvSpPr>
        <p:spPr>
          <a:xfrm>
            <a:off x="2120257" y="1984822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ab</a:t>
            </a:r>
          </a:p>
        </p:txBody>
      </p:sp>
      <p:sp>
        <p:nvSpPr>
          <p:cNvPr id="331" name="tx331"/>
          <p:cNvSpPr/>
          <p:nvPr/>
        </p:nvSpPr>
        <p:spPr>
          <a:xfrm>
            <a:off x="2120257" y="1984822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ab</a:t>
            </a:r>
          </a:p>
        </p:txBody>
      </p:sp>
      <p:sp>
        <p:nvSpPr>
          <p:cNvPr id="332" name="tx332"/>
          <p:cNvSpPr/>
          <p:nvPr/>
        </p:nvSpPr>
        <p:spPr>
          <a:xfrm>
            <a:off x="2120257" y="1984822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ab</a:t>
            </a:r>
          </a:p>
        </p:txBody>
      </p:sp>
      <p:sp>
        <p:nvSpPr>
          <p:cNvPr id="333" name="tx333"/>
          <p:cNvSpPr/>
          <p:nvPr/>
        </p:nvSpPr>
        <p:spPr>
          <a:xfrm>
            <a:off x="2120257" y="1984822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ab</a:t>
            </a:r>
          </a:p>
        </p:txBody>
      </p:sp>
      <p:sp>
        <p:nvSpPr>
          <p:cNvPr id="334" name="tx334"/>
          <p:cNvSpPr/>
          <p:nvPr/>
        </p:nvSpPr>
        <p:spPr>
          <a:xfrm>
            <a:off x="2120257" y="1984822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ab</a:t>
            </a:r>
          </a:p>
        </p:txBody>
      </p:sp>
      <p:sp>
        <p:nvSpPr>
          <p:cNvPr id="335" name="tx335"/>
          <p:cNvSpPr/>
          <p:nvPr/>
        </p:nvSpPr>
        <p:spPr>
          <a:xfrm>
            <a:off x="2120257" y="1984822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ab</a:t>
            </a:r>
          </a:p>
        </p:txBody>
      </p:sp>
      <p:sp>
        <p:nvSpPr>
          <p:cNvPr id="336" name="tx336"/>
          <p:cNvSpPr/>
          <p:nvPr/>
        </p:nvSpPr>
        <p:spPr>
          <a:xfrm>
            <a:off x="2120257" y="1984822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ab</a:t>
            </a:r>
          </a:p>
        </p:txBody>
      </p:sp>
      <p:sp>
        <p:nvSpPr>
          <p:cNvPr id="337" name="tx337"/>
          <p:cNvSpPr/>
          <p:nvPr/>
        </p:nvSpPr>
        <p:spPr>
          <a:xfrm>
            <a:off x="2120257" y="1984822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ab</a:t>
            </a:r>
          </a:p>
        </p:txBody>
      </p:sp>
      <p:sp>
        <p:nvSpPr>
          <p:cNvPr id="338" name="tx338"/>
          <p:cNvSpPr/>
          <p:nvPr/>
        </p:nvSpPr>
        <p:spPr>
          <a:xfrm>
            <a:off x="2120257" y="1984822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ab</a:t>
            </a:r>
          </a:p>
        </p:txBody>
      </p:sp>
      <p:sp>
        <p:nvSpPr>
          <p:cNvPr id="339" name="tx339"/>
          <p:cNvSpPr/>
          <p:nvPr/>
        </p:nvSpPr>
        <p:spPr>
          <a:xfrm>
            <a:off x="2120257" y="1984822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ab</a:t>
            </a:r>
          </a:p>
        </p:txBody>
      </p:sp>
      <p:sp>
        <p:nvSpPr>
          <p:cNvPr id="340" name="tx340"/>
          <p:cNvSpPr/>
          <p:nvPr/>
        </p:nvSpPr>
        <p:spPr>
          <a:xfrm>
            <a:off x="2120257" y="1984822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ab</a:t>
            </a:r>
          </a:p>
        </p:txBody>
      </p:sp>
      <p:sp>
        <p:nvSpPr>
          <p:cNvPr id="341" name="tx341"/>
          <p:cNvSpPr/>
          <p:nvPr/>
        </p:nvSpPr>
        <p:spPr>
          <a:xfrm>
            <a:off x="2120257" y="1984822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ab</a:t>
            </a:r>
          </a:p>
        </p:txBody>
      </p:sp>
      <p:sp>
        <p:nvSpPr>
          <p:cNvPr id="342" name="tx342"/>
          <p:cNvSpPr/>
          <p:nvPr/>
        </p:nvSpPr>
        <p:spPr>
          <a:xfrm>
            <a:off x="2120257" y="1984822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ab</a:t>
            </a:r>
          </a:p>
        </p:txBody>
      </p:sp>
      <p:sp>
        <p:nvSpPr>
          <p:cNvPr id="343" name="tx343"/>
          <p:cNvSpPr/>
          <p:nvPr/>
        </p:nvSpPr>
        <p:spPr>
          <a:xfrm>
            <a:off x="2120257" y="1984822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ab</a:t>
            </a:r>
          </a:p>
        </p:txBody>
      </p:sp>
      <p:sp>
        <p:nvSpPr>
          <p:cNvPr id="344" name="tx344"/>
          <p:cNvSpPr/>
          <p:nvPr/>
        </p:nvSpPr>
        <p:spPr>
          <a:xfrm>
            <a:off x="2120257" y="1984822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ab</a:t>
            </a:r>
          </a:p>
        </p:txBody>
      </p:sp>
      <p:sp>
        <p:nvSpPr>
          <p:cNvPr id="345" name="tx345"/>
          <p:cNvSpPr/>
          <p:nvPr/>
        </p:nvSpPr>
        <p:spPr>
          <a:xfrm>
            <a:off x="2120257" y="1984822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ab</a:t>
            </a:r>
          </a:p>
        </p:txBody>
      </p:sp>
      <p:sp>
        <p:nvSpPr>
          <p:cNvPr id="346" name="tx346"/>
          <p:cNvSpPr/>
          <p:nvPr/>
        </p:nvSpPr>
        <p:spPr>
          <a:xfrm>
            <a:off x="2120257" y="1984822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ab</a:t>
            </a:r>
          </a:p>
        </p:txBody>
      </p:sp>
      <p:sp>
        <p:nvSpPr>
          <p:cNvPr id="347" name="tx347"/>
          <p:cNvSpPr/>
          <p:nvPr/>
        </p:nvSpPr>
        <p:spPr>
          <a:xfrm>
            <a:off x="2120257" y="1984822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ab</a:t>
            </a:r>
          </a:p>
        </p:txBody>
      </p:sp>
      <p:sp>
        <p:nvSpPr>
          <p:cNvPr id="348" name="tx348"/>
          <p:cNvSpPr/>
          <p:nvPr/>
        </p:nvSpPr>
        <p:spPr>
          <a:xfrm>
            <a:off x="2120257" y="1984822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ab</a:t>
            </a:r>
          </a:p>
        </p:txBody>
      </p:sp>
      <p:sp>
        <p:nvSpPr>
          <p:cNvPr id="349" name="tx349"/>
          <p:cNvSpPr/>
          <p:nvPr/>
        </p:nvSpPr>
        <p:spPr>
          <a:xfrm>
            <a:off x="2120257" y="1984822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ab</a:t>
            </a:r>
          </a:p>
        </p:txBody>
      </p:sp>
      <p:sp>
        <p:nvSpPr>
          <p:cNvPr id="350" name="tx350"/>
          <p:cNvSpPr/>
          <p:nvPr/>
        </p:nvSpPr>
        <p:spPr>
          <a:xfrm>
            <a:off x="2120257" y="1984822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ab</a:t>
            </a:r>
          </a:p>
        </p:txBody>
      </p:sp>
      <p:sp>
        <p:nvSpPr>
          <p:cNvPr id="351" name="tx351"/>
          <p:cNvSpPr/>
          <p:nvPr/>
        </p:nvSpPr>
        <p:spPr>
          <a:xfrm>
            <a:off x="2120257" y="1984822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ab</a:t>
            </a:r>
          </a:p>
        </p:txBody>
      </p:sp>
      <p:sp>
        <p:nvSpPr>
          <p:cNvPr id="352" name="tx352"/>
          <p:cNvSpPr/>
          <p:nvPr/>
        </p:nvSpPr>
        <p:spPr>
          <a:xfrm>
            <a:off x="2120257" y="1984822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ab</a:t>
            </a:r>
          </a:p>
        </p:txBody>
      </p:sp>
      <p:sp>
        <p:nvSpPr>
          <p:cNvPr id="353" name="tx353"/>
          <p:cNvSpPr/>
          <p:nvPr/>
        </p:nvSpPr>
        <p:spPr>
          <a:xfrm>
            <a:off x="2120257" y="1984822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ab</a:t>
            </a:r>
          </a:p>
        </p:txBody>
      </p:sp>
      <p:sp>
        <p:nvSpPr>
          <p:cNvPr id="354" name="tx354"/>
          <p:cNvSpPr/>
          <p:nvPr/>
        </p:nvSpPr>
        <p:spPr>
          <a:xfrm>
            <a:off x="2120257" y="1984822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ab</a:t>
            </a:r>
          </a:p>
        </p:txBody>
      </p:sp>
      <p:sp>
        <p:nvSpPr>
          <p:cNvPr id="355" name="tx355"/>
          <p:cNvSpPr/>
          <p:nvPr/>
        </p:nvSpPr>
        <p:spPr>
          <a:xfrm>
            <a:off x="2120257" y="1984822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ab</a:t>
            </a:r>
          </a:p>
        </p:txBody>
      </p:sp>
      <p:sp>
        <p:nvSpPr>
          <p:cNvPr id="356" name="tx356"/>
          <p:cNvSpPr/>
          <p:nvPr/>
        </p:nvSpPr>
        <p:spPr>
          <a:xfrm>
            <a:off x="2120257" y="1984822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ab</a:t>
            </a:r>
          </a:p>
        </p:txBody>
      </p:sp>
      <p:sp>
        <p:nvSpPr>
          <p:cNvPr id="357" name="tx357"/>
          <p:cNvSpPr/>
          <p:nvPr/>
        </p:nvSpPr>
        <p:spPr>
          <a:xfrm>
            <a:off x="2120257" y="1984822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ab</a:t>
            </a:r>
          </a:p>
        </p:txBody>
      </p:sp>
      <p:sp>
        <p:nvSpPr>
          <p:cNvPr id="358" name="tx358"/>
          <p:cNvSpPr/>
          <p:nvPr/>
        </p:nvSpPr>
        <p:spPr>
          <a:xfrm>
            <a:off x="2120257" y="1984822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ab</a:t>
            </a:r>
          </a:p>
        </p:txBody>
      </p:sp>
      <p:sp>
        <p:nvSpPr>
          <p:cNvPr id="359" name="tx359"/>
          <p:cNvSpPr/>
          <p:nvPr/>
        </p:nvSpPr>
        <p:spPr>
          <a:xfrm>
            <a:off x="2120257" y="1984822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ab</a:t>
            </a:r>
          </a:p>
        </p:txBody>
      </p:sp>
      <p:sp>
        <p:nvSpPr>
          <p:cNvPr id="360" name="tx360"/>
          <p:cNvSpPr/>
          <p:nvPr/>
        </p:nvSpPr>
        <p:spPr>
          <a:xfrm>
            <a:off x="2120257" y="1984822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ab</a:t>
            </a:r>
          </a:p>
        </p:txBody>
      </p:sp>
      <p:sp>
        <p:nvSpPr>
          <p:cNvPr id="361" name="tx361"/>
          <p:cNvSpPr/>
          <p:nvPr/>
        </p:nvSpPr>
        <p:spPr>
          <a:xfrm>
            <a:off x="2120257" y="1984822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ab</a:t>
            </a:r>
          </a:p>
        </p:txBody>
      </p:sp>
      <p:sp>
        <p:nvSpPr>
          <p:cNvPr id="362" name="tx362"/>
          <p:cNvSpPr/>
          <p:nvPr/>
        </p:nvSpPr>
        <p:spPr>
          <a:xfrm>
            <a:off x="2120257" y="1984822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ab</a:t>
            </a:r>
          </a:p>
        </p:txBody>
      </p:sp>
      <p:sp>
        <p:nvSpPr>
          <p:cNvPr id="363" name="tx363"/>
          <p:cNvSpPr/>
          <p:nvPr/>
        </p:nvSpPr>
        <p:spPr>
          <a:xfrm>
            <a:off x="2120257" y="1984822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ab</a:t>
            </a:r>
          </a:p>
        </p:txBody>
      </p:sp>
      <p:sp>
        <p:nvSpPr>
          <p:cNvPr id="364" name="tx364"/>
          <p:cNvSpPr/>
          <p:nvPr/>
        </p:nvSpPr>
        <p:spPr>
          <a:xfrm>
            <a:off x="2120257" y="1984822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ab</a:t>
            </a:r>
          </a:p>
        </p:txBody>
      </p:sp>
      <p:sp>
        <p:nvSpPr>
          <p:cNvPr id="365" name="tx365"/>
          <p:cNvSpPr/>
          <p:nvPr/>
        </p:nvSpPr>
        <p:spPr>
          <a:xfrm>
            <a:off x="2120257" y="1984822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ab</a:t>
            </a:r>
          </a:p>
        </p:txBody>
      </p:sp>
      <p:sp>
        <p:nvSpPr>
          <p:cNvPr id="366" name="tx366"/>
          <p:cNvSpPr/>
          <p:nvPr/>
        </p:nvSpPr>
        <p:spPr>
          <a:xfrm>
            <a:off x="2120257" y="1984822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ab</a:t>
            </a:r>
          </a:p>
        </p:txBody>
      </p:sp>
      <p:sp>
        <p:nvSpPr>
          <p:cNvPr id="367" name="tx367"/>
          <p:cNvSpPr/>
          <p:nvPr/>
        </p:nvSpPr>
        <p:spPr>
          <a:xfrm>
            <a:off x="2120257" y="1984822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ab</a:t>
            </a:r>
          </a:p>
        </p:txBody>
      </p:sp>
      <p:sp>
        <p:nvSpPr>
          <p:cNvPr id="368" name="tx368"/>
          <p:cNvSpPr/>
          <p:nvPr/>
        </p:nvSpPr>
        <p:spPr>
          <a:xfrm>
            <a:off x="2120257" y="1984822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ab</a:t>
            </a:r>
          </a:p>
        </p:txBody>
      </p:sp>
      <p:sp>
        <p:nvSpPr>
          <p:cNvPr id="369" name="tx369"/>
          <p:cNvSpPr/>
          <p:nvPr/>
        </p:nvSpPr>
        <p:spPr>
          <a:xfrm>
            <a:off x="2120257" y="1984822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ab</a:t>
            </a:r>
          </a:p>
        </p:txBody>
      </p:sp>
      <p:sp>
        <p:nvSpPr>
          <p:cNvPr id="370" name="tx370"/>
          <p:cNvSpPr/>
          <p:nvPr/>
        </p:nvSpPr>
        <p:spPr>
          <a:xfrm>
            <a:off x="2120257" y="1984822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ab</a:t>
            </a:r>
          </a:p>
        </p:txBody>
      </p:sp>
      <p:sp>
        <p:nvSpPr>
          <p:cNvPr id="371" name="tx371"/>
          <p:cNvSpPr/>
          <p:nvPr/>
        </p:nvSpPr>
        <p:spPr>
          <a:xfrm>
            <a:off x="2120257" y="1984822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ab</a:t>
            </a:r>
          </a:p>
        </p:txBody>
      </p:sp>
      <p:sp>
        <p:nvSpPr>
          <p:cNvPr id="372" name="tx372"/>
          <p:cNvSpPr/>
          <p:nvPr/>
        </p:nvSpPr>
        <p:spPr>
          <a:xfrm>
            <a:off x="2120257" y="1984822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ab</a:t>
            </a:r>
          </a:p>
        </p:txBody>
      </p:sp>
      <p:sp>
        <p:nvSpPr>
          <p:cNvPr id="373" name="tx373"/>
          <p:cNvSpPr/>
          <p:nvPr/>
        </p:nvSpPr>
        <p:spPr>
          <a:xfrm>
            <a:off x="2120257" y="1984822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ab</a:t>
            </a:r>
          </a:p>
        </p:txBody>
      </p:sp>
      <p:sp>
        <p:nvSpPr>
          <p:cNvPr id="374" name="tx374"/>
          <p:cNvSpPr/>
          <p:nvPr/>
        </p:nvSpPr>
        <p:spPr>
          <a:xfrm>
            <a:off x="2120257" y="1984822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ab</a:t>
            </a:r>
          </a:p>
        </p:txBody>
      </p:sp>
      <p:sp>
        <p:nvSpPr>
          <p:cNvPr id="375" name="tx375"/>
          <p:cNvSpPr/>
          <p:nvPr/>
        </p:nvSpPr>
        <p:spPr>
          <a:xfrm>
            <a:off x="2120257" y="1984822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ab</a:t>
            </a:r>
          </a:p>
        </p:txBody>
      </p:sp>
      <p:sp>
        <p:nvSpPr>
          <p:cNvPr id="376" name="tx376"/>
          <p:cNvSpPr/>
          <p:nvPr/>
        </p:nvSpPr>
        <p:spPr>
          <a:xfrm>
            <a:off x="2120257" y="1984822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ab</a:t>
            </a:r>
          </a:p>
        </p:txBody>
      </p:sp>
      <p:sp>
        <p:nvSpPr>
          <p:cNvPr id="377" name="tx377"/>
          <p:cNvSpPr/>
          <p:nvPr/>
        </p:nvSpPr>
        <p:spPr>
          <a:xfrm>
            <a:off x="2120257" y="1984822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ab</a:t>
            </a:r>
          </a:p>
        </p:txBody>
      </p:sp>
      <p:sp>
        <p:nvSpPr>
          <p:cNvPr id="378" name="tx378"/>
          <p:cNvSpPr/>
          <p:nvPr/>
        </p:nvSpPr>
        <p:spPr>
          <a:xfrm>
            <a:off x="2120257" y="1984822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ab</a:t>
            </a:r>
          </a:p>
        </p:txBody>
      </p:sp>
      <p:sp>
        <p:nvSpPr>
          <p:cNvPr id="379" name="tx379"/>
          <p:cNvSpPr/>
          <p:nvPr/>
        </p:nvSpPr>
        <p:spPr>
          <a:xfrm>
            <a:off x="2120257" y="1984822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ab</a:t>
            </a:r>
          </a:p>
        </p:txBody>
      </p:sp>
      <p:sp>
        <p:nvSpPr>
          <p:cNvPr id="380" name="tx380"/>
          <p:cNvSpPr/>
          <p:nvPr/>
        </p:nvSpPr>
        <p:spPr>
          <a:xfrm>
            <a:off x="2120257" y="1984822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ab</a:t>
            </a:r>
          </a:p>
        </p:txBody>
      </p:sp>
      <p:sp>
        <p:nvSpPr>
          <p:cNvPr id="381" name="tx381"/>
          <p:cNvSpPr/>
          <p:nvPr/>
        </p:nvSpPr>
        <p:spPr>
          <a:xfrm>
            <a:off x="2120257" y="1984822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ab</a:t>
            </a:r>
          </a:p>
        </p:txBody>
      </p:sp>
      <p:sp>
        <p:nvSpPr>
          <p:cNvPr id="382" name="tx382"/>
          <p:cNvSpPr/>
          <p:nvPr/>
        </p:nvSpPr>
        <p:spPr>
          <a:xfrm>
            <a:off x="2120257" y="1984822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ab</a:t>
            </a:r>
          </a:p>
        </p:txBody>
      </p:sp>
      <p:sp>
        <p:nvSpPr>
          <p:cNvPr id="383" name="tx383"/>
          <p:cNvSpPr/>
          <p:nvPr/>
        </p:nvSpPr>
        <p:spPr>
          <a:xfrm>
            <a:off x="2120257" y="1984822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ab</a:t>
            </a:r>
          </a:p>
        </p:txBody>
      </p:sp>
      <p:sp>
        <p:nvSpPr>
          <p:cNvPr id="384" name="tx384"/>
          <p:cNvSpPr/>
          <p:nvPr/>
        </p:nvSpPr>
        <p:spPr>
          <a:xfrm>
            <a:off x="2120257" y="1984822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ab</a:t>
            </a:r>
          </a:p>
        </p:txBody>
      </p:sp>
      <p:sp>
        <p:nvSpPr>
          <p:cNvPr id="385" name="tx385"/>
          <p:cNvSpPr/>
          <p:nvPr/>
        </p:nvSpPr>
        <p:spPr>
          <a:xfrm>
            <a:off x="2120257" y="1984822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ab</a:t>
            </a:r>
          </a:p>
        </p:txBody>
      </p:sp>
      <p:sp>
        <p:nvSpPr>
          <p:cNvPr id="386" name="tx386"/>
          <p:cNvSpPr/>
          <p:nvPr/>
        </p:nvSpPr>
        <p:spPr>
          <a:xfrm>
            <a:off x="2120257" y="1984822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ab</a:t>
            </a:r>
          </a:p>
        </p:txBody>
      </p:sp>
      <p:sp>
        <p:nvSpPr>
          <p:cNvPr id="387" name="tx387"/>
          <p:cNvSpPr/>
          <p:nvPr/>
        </p:nvSpPr>
        <p:spPr>
          <a:xfrm>
            <a:off x="2120257" y="1984822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ab</a:t>
            </a:r>
          </a:p>
        </p:txBody>
      </p:sp>
      <p:sp>
        <p:nvSpPr>
          <p:cNvPr id="388" name="tx388"/>
          <p:cNvSpPr/>
          <p:nvPr/>
        </p:nvSpPr>
        <p:spPr>
          <a:xfrm>
            <a:off x="2120257" y="1984822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ab</a:t>
            </a:r>
          </a:p>
        </p:txBody>
      </p:sp>
      <p:sp>
        <p:nvSpPr>
          <p:cNvPr id="389" name="tx389"/>
          <p:cNvSpPr/>
          <p:nvPr/>
        </p:nvSpPr>
        <p:spPr>
          <a:xfrm>
            <a:off x="2120257" y="1984822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ab</a:t>
            </a:r>
          </a:p>
        </p:txBody>
      </p:sp>
      <p:sp>
        <p:nvSpPr>
          <p:cNvPr id="390" name="tx390"/>
          <p:cNvSpPr/>
          <p:nvPr/>
        </p:nvSpPr>
        <p:spPr>
          <a:xfrm>
            <a:off x="2120257" y="1984822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ab</a:t>
            </a:r>
          </a:p>
        </p:txBody>
      </p:sp>
      <p:sp>
        <p:nvSpPr>
          <p:cNvPr id="391" name="tx391"/>
          <p:cNvSpPr/>
          <p:nvPr/>
        </p:nvSpPr>
        <p:spPr>
          <a:xfrm>
            <a:off x="2120257" y="1984822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ab</a:t>
            </a:r>
          </a:p>
        </p:txBody>
      </p:sp>
      <p:sp>
        <p:nvSpPr>
          <p:cNvPr id="392" name="tx392"/>
          <p:cNvSpPr/>
          <p:nvPr/>
        </p:nvSpPr>
        <p:spPr>
          <a:xfrm>
            <a:off x="2120257" y="1984822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ab</a:t>
            </a:r>
          </a:p>
        </p:txBody>
      </p:sp>
      <p:sp>
        <p:nvSpPr>
          <p:cNvPr id="393" name="tx393"/>
          <p:cNvSpPr/>
          <p:nvPr/>
        </p:nvSpPr>
        <p:spPr>
          <a:xfrm>
            <a:off x="2120257" y="1984822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ab</a:t>
            </a:r>
          </a:p>
        </p:txBody>
      </p:sp>
      <p:sp>
        <p:nvSpPr>
          <p:cNvPr id="394" name="tx394"/>
          <p:cNvSpPr/>
          <p:nvPr/>
        </p:nvSpPr>
        <p:spPr>
          <a:xfrm>
            <a:off x="2120257" y="1984822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ab</a:t>
            </a:r>
          </a:p>
        </p:txBody>
      </p:sp>
      <p:sp>
        <p:nvSpPr>
          <p:cNvPr id="395" name="tx395"/>
          <p:cNvSpPr/>
          <p:nvPr/>
        </p:nvSpPr>
        <p:spPr>
          <a:xfrm>
            <a:off x="2120257" y="1984822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ab</a:t>
            </a:r>
          </a:p>
        </p:txBody>
      </p:sp>
      <p:sp>
        <p:nvSpPr>
          <p:cNvPr id="396" name="tx396"/>
          <p:cNvSpPr/>
          <p:nvPr/>
        </p:nvSpPr>
        <p:spPr>
          <a:xfrm>
            <a:off x="2120257" y="1984822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ab</a:t>
            </a:r>
          </a:p>
        </p:txBody>
      </p:sp>
      <p:sp>
        <p:nvSpPr>
          <p:cNvPr id="397" name="tx397"/>
          <p:cNvSpPr/>
          <p:nvPr/>
        </p:nvSpPr>
        <p:spPr>
          <a:xfrm>
            <a:off x="2120257" y="1984822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ab</a:t>
            </a:r>
          </a:p>
        </p:txBody>
      </p:sp>
      <p:sp>
        <p:nvSpPr>
          <p:cNvPr id="398" name="tx398"/>
          <p:cNvSpPr/>
          <p:nvPr/>
        </p:nvSpPr>
        <p:spPr>
          <a:xfrm>
            <a:off x="2120257" y="1984822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ab</a:t>
            </a:r>
          </a:p>
        </p:txBody>
      </p:sp>
      <p:sp>
        <p:nvSpPr>
          <p:cNvPr id="399" name="tx399"/>
          <p:cNvSpPr/>
          <p:nvPr/>
        </p:nvSpPr>
        <p:spPr>
          <a:xfrm>
            <a:off x="2120257" y="1984822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ab</a:t>
            </a:r>
          </a:p>
        </p:txBody>
      </p:sp>
      <p:sp>
        <p:nvSpPr>
          <p:cNvPr id="400" name="tx400"/>
          <p:cNvSpPr/>
          <p:nvPr/>
        </p:nvSpPr>
        <p:spPr>
          <a:xfrm>
            <a:off x="2120257" y="1984822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ab</a:t>
            </a:r>
          </a:p>
        </p:txBody>
      </p:sp>
      <p:sp>
        <p:nvSpPr>
          <p:cNvPr id="401" name="tx401"/>
          <p:cNvSpPr/>
          <p:nvPr/>
        </p:nvSpPr>
        <p:spPr>
          <a:xfrm>
            <a:off x="2120257" y="1984822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ab</a:t>
            </a:r>
          </a:p>
        </p:txBody>
      </p:sp>
      <p:sp>
        <p:nvSpPr>
          <p:cNvPr id="402" name="tx402"/>
          <p:cNvSpPr/>
          <p:nvPr/>
        </p:nvSpPr>
        <p:spPr>
          <a:xfrm>
            <a:off x="2120257" y="1984822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ab</a:t>
            </a:r>
          </a:p>
        </p:txBody>
      </p:sp>
      <p:sp>
        <p:nvSpPr>
          <p:cNvPr id="403" name="tx403"/>
          <p:cNvSpPr/>
          <p:nvPr/>
        </p:nvSpPr>
        <p:spPr>
          <a:xfrm>
            <a:off x="2120257" y="1984822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ab</a:t>
            </a:r>
          </a:p>
        </p:txBody>
      </p:sp>
      <p:sp>
        <p:nvSpPr>
          <p:cNvPr id="404" name="tx404"/>
          <p:cNvSpPr/>
          <p:nvPr/>
        </p:nvSpPr>
        <p:spPr>
          <a:xfrm>
            <a:off x="2120257" y="1984822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ab</a:t>
            </a:r>
          </a:p>
        </p:txBody>
      </p:sp>
      <p:sp>
        <p:nvSpPr>
          <p:cNvPr id="405" name="tx405"/>
          <p:cNvSpPr/>
          <p:nvPr/>
        </p:nvSpPr>
        <p:spPr>
          <a:xfrm>
            <a:off x="2120257" y="1984822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ab</a:t>
            </a:r>
          </a:p>
        </p:txBody>
      </p:sp>
      <p:sp>
        <p:nvSpPr>
          <p:cNvPr id="406" name="tx406"/>
          <p:cNvSpPr/>
          <p:nvPr/>
        </p:nvSpPr>
        <p:spPr>
          <a:xfrm>
            <a:off x="2449789" y="2404974"/>
            <a:ext cx="19421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def</a:t>
            </a:r>
          </a:p>
        </p:txBody>
      </p:sp>
      <p:sp>
        <p:nvSpPr>
          <p:cNvPr id="407" name="tx407"/>
          <p:cNvSpPr/>
          <p:nvPr/>
        </p:nvSpPr>
        <p:spPr>
          <a:xfrm>
            <a:off x="2449789" y="2404974"/>
            <a:ext cx="19421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def</a:t>
            </a:r>
          </a:p>
        </p:txBody>
      </p:sp>
      <p:sp>
        <p:nvSpPr>
          <p:cNvPr id="408" name="tx408"/>
          <p:cNvSpPr/>
          <p:nvPr/>
        </p:nvSpPr>
        <p:spPr>
          <a:xfrm>
            <a:off x="2449789" y="2404974"/>
            <a:ext cx="19421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def</a:t>
            </a:r>
          </a:p>
        </p:txBody>
      </p:sp>
      <p:sp>
        <p:nvSpPr>
          <p:cNvPr id="409" name="tx409"/>
          <p:cNvSpPr/>
          <p:nvPr/>
        </p:nvSpPr>
        <p:spPr>
          <a:xfrm>
            <a:off x="2449789" y="2404974"/>
            <a:ext cx="19421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def</a:t>
            </a:r>
          </a:p>
        </p:txBody>
      </p:sp>
      <p:sp>
        <p:nvSpPr>
          <p:cNvPr id="410" name="tx410"/>
          <p:cNvSpPr/>
          <p:nvPr/>
        </p:nvSpPr>
        <p:spPr>
          <a:xfrm>
            <a:off x="2449789" y="2404974"/>
            <a:ext cx="19421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def</a:t>
            </a:r>
          </a:p>
        </p:txBody>
      </p:sp>
      <p:sp>
        <p:nvSpPr>
          <p:cNvPr id="411" name="tx411"/>
          <p:cNvSpPr/>
          <p:nvPr/>
        </p:nvSpPr>
        <p:spPr>
          <a:xfrm>
            <a:off x="2449789" y="2404974"/>
            <a:ext cx="19421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def</a:t>
            </a:r>
          </a:p>
        </p:txBody>
      </p:sp>
      <p:sp>
        <p:nvSpPr>
          <p:cNvPr id="412" name="tx412"/>
          <p:cNvSpPr/>
          <p:nvPr/>
        </p:nvSpPr>
        <p:spPr>
          <a:xfrm>
            <a:off x="2449789" y="2404974"/>
            <a:ext cx="19421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def</a:t>
            </a:r>
          </a:p>
        </p:txBody>
      </p:sp>
      <p:sp>
        <p:nvSpPr>
          <p:cNvPr id="413" name="tx413"/>
          <p:cNvSpPr/>
          <p:nvPr/>
        </p:nvSpPr>
        <p:spPr>
          <a:xfrm>
            <a:off x="2449789" y="2404974"/>
            <a:ext cx="19421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def</a:t>
            </a:r>
          </a:p>
        </p:txBody>
      </p:sp>
      <p:sp>
        <p:nvSpPr>
          <p:cNvPr id="414" name="tx414"/>
          <p:cNvSpPr/>
          <p:nvPr/>
        </p:nvSpPr>
        <p:spPr>
          <a:xfrm>
            <a:off x="2449789" y="2404974"/>
            <a:ext cx="19421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def</a:t>
            </a:r>
          </a:p>
        </p:txBody>
      </p:sp>
      <p:sp>
        <p:nvSpPr>
          <p:cNvPr id="415" name="tx415"/>
          <p:cNvSpPr/>
          <p:nvPr/>
        </p:nvSpPr>
        <p:spPr>
          <a:xfrm>
            <a:off x="2449789" y="2404974"/>
            <a:ext cx="19421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def</a:t>
            </a:r>
          </a:p>
        </p:txBody>
      </p:sp>
      <p:sp>
        <p:nvSpPr>
          <p:cNvPr id="416" name="tx416"/>
          <p:cNvSpPr/>
          <p:nvPr/>
        </p:nvSpPr>
        <p:spPr>
          <a:xfrm>
            <a:off x="2449789" y="2404974"/>
            <a:ext cx="19421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def</a:t>
            </a:r>
          </a:p>
        </p:txBody>
      </p:sp>
      <p:sp>
        <p:nvSpPr>
          <p:cNvPr id="417" name="tx417"/>
          <p:cNvSpPr/>
          <p:nvPr/>
        </p:nvSpPr>
        <p:spPr>
          <a:xfrm>
            <a:off x="2449789" y="2404974"/>
            <a:ext cx="19421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def</a:t>
            </a:r>
          </a:p>
        </p:txBody>
      </p:sp>
      <p:sp>
        <p:nvSpPr>
          <p:cNvPr id="418" name="tx418"/>
          <p:cNvSpPr/>
          <p:nvPr/>
        </p:nvSpPr>
        <p:spPr>
          <a:xfrm>
            <a:off x="2449789" y="2404974"/>
            <a:ext cx="19421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def</a:t>
            </a:r>
          </a:p>
        </p:txBody>
      </p:sp>
      <p:sp>
        <p:nvSpPr>
          <p:cNvPr id="419" name="tx419"/>
          <p:cNvSpPr/>
          <p:nvPr/>
        </p:nvSpPr>
        <p:spPr>
          <a:xfrm>
            <a:off x="2449789" y="2404974"/>
            <a:ext cx="19421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def</a:t>
            </a:r>
          </a:p>
        </p:txBody>
      </p:sp>
      <p:sp>
        <p:nvSpPr>
          <p:cNvPr id="420" name="tx420"/>
          <p:cNvSpPr/>
          <p:nvPr/>
        </p:nvSpPr>
        <p:spPr>
          <a:xfrm>
            <a:off x="2449789" y="2404974"/>
            <a:ext cx="19421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def</a:t>
            </a:r>
          </a:p>
        </p:txBody>
      </p:sp>
      <p:sp>
        <p:nvSpPr>
          <p:cNvPr id="421" name="tx421"/>
          <p:cNvSpPr/>
          <p:nvPr/>
        </p:nvSpPr>
        <p:spPr>
          <a:xfrm>
            <a:off x="2449789" y="2404974"/>
            <a:ext cx="19421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def</a:t>
            </a:r>
          </a:p>
        </p:txBody>
      </p:sp>
      <p:sp>
        <p:nvSpPr>
          <p:cNvPr id="422" name="tx422"/>
          <p:cNvSpPr/>
          <p:nvPr/>
        </p:nvSpPr>
        <p:spPr>
          <a:xfrm>
            <a:off x="2449789" y="2404974"/>
            <a:ext cx="19421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def</a:t>
            </a:r>
          </a:p>
        </p:txBody>
      </p:sp>
      <p:sp>
        <p:nvSpPr>
          <p:cNvPr id="423" name="tx423"/>
          <p:cNvSpPr/>
          <p:nvPr/>
        </p:nvSpPr>
        <p:spPr>
          <a:xfrm>
            <a:off x="2449789" y="2404974"/>
            <a:ext cx="19421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def</a:t>
            </a:r>
          </a:p>
        </p:txBody>
      </p:sp>
      <p:sp>
        <p:nvSpPr>
          <p:cNvPr id="424" name="tx424"/>
          <p:cNvSpPr/>
          <p:nvPr/>
        </p:nvSpPr>
        <p:spPr>
          <a:xfrm>
            <a:off x="2449789" y="2404974"/>
            <a:ext cx="19421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def</a:t>
            </a:r>
          </a:p>
        </p:txBody>
      </p:sp>
      <p:sp>
        <p:nvSpPr>
          <p:cNvPr id="425" name="tx425"/>
          <p:cNvSpPr/>
          <p:nvPr/>
        </p:nvSpPr>
        <p:spPr>
          <a:xfrm>
            <a:off x="2449789" y="2404974"/>
            <a:ext cx="19421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def</a:t>
            </a:r>
          </a:p>
        </p:txBody>
      </p:sp>
      <p:sp>
        <p:nvSpPr>
          <p:cNvPr id="426" name="tx426"/>
          <p:cNvSpPr/>
          <p:nvPr/>
        </p:nvSpPr>
        <p:spPr>
          <a:xfrm>
            <a:off x="2449789" y="2404974"/>
            <a:ext cx="19421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def</a:t>
            </a:r>
          </a:p>
        </p:txBody>
      </p:sp>
      <p:sp>
        <p:nvSpPr>
          <p:cNvPr id="427" name="tx427"/>
          <p:cNvSpPr/>
          <p:nvPr/>
        </p:nvSpPr>
        <p:spPr>
          <a:xfrm>
            <a:off x="2449789" y="2404974"/>
            <a:ext cx="19421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def</a:t>
            </a:r>
          </a:p>
        </p:txBody>
      </p:sp>
      <p:sp>
        <p:nvSpPr>
          <p:cNvPr id="428" name="tx428"/>
          <p:cNvSpPr/>
          <p:nvPr/>
        </p:nvSpPr>
        <p:spPr>
          <a:xfrm>
            <a:off x="2449789" y="2404974"/>
            <a:ext cx="19421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def</a:t>
            </a:r>
          </a:p>
        </p:txBody>
      </p:sp>
      <p:sp>
        <p:nvSpPr>
          <p:cNvPr id="429" name="tx429"/>
          <p:cNvSpPr/>
          <p:nvPr/>
        </p:nvSpPr>
        <p:spPr>
          <a:xfrm>
            <a:off x="2449789" y="2404974"/>
            <a:ext cx="19421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def</a:t>
            </a:r>
          </a:p>
        </p:txBody>
      </p:sp>
      <p:sp>
        <p:nvSpPr>
          <p:cNvPr id="430" name="tx430"/>
          <p:cNvSpPr/>
          <p:nvPr/>
        </p:nvSpPr>
        <p:spPr>
          <a:xfrm>
            <a:off x="2449789" y="2404974"/>
            <a:ext cx="19421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def</a:t>
            </a:r>
          </a:p>
        </p:txBody>
      </p:sp>
      <p:sp>
        <p:nvSpPr>
          <p:cNvPr id="431" name="tx431"/>
          <p:cNvSpPr/>
          <p:nvPr/>
        </p:nvSpPr>
        <p:spPr>
          <a:xfrm>
            <a:off x="2449789" y="2404974"/>
            <a:ext cx="19421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def</a:t>
            </a:r>
          </a:p>
        </p:txBody>
      </p:sp>
      <p:sp>
        <p:nvSpPr>
          <p:cNvPr id="432" name="tx432"/>
          <p:cNvSpPr/>
          <p:nvPr/>
        </p:nvSpPr>
        <p:spPr>
          <a:xfrm>
            <a:off x="2449789" y="2404974"/>
            <a:ext cx="19421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def</a:t>
            </a:r>
          </a:p>
        </p:txBody>
      </p:sp>
      <p:sp>
        <p:nvSpPr>
          <p:cNvPr id="433" name="tx433"/>
          <p:cNvSpPr/>
          <p:nvPr/>
        </p:nvSpPr>
        <p:spPr>
          <a:xfrm>
            <a:off x="2449789" y="2404974"/>
            <a:ext cx="19421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def</a:t>
            </a:r>
          </a:p>
        </p:txBody>
      </p:sp>
      <p:sp>
        <p:nvSpPr>
          <p:cNvPr id="434" name="tx434"/>
          <p:cNvSpPr/>
          <p:nvPr/>
        </p:nvSpPr>
        <p:spPr>
          <a:xfrm>
            <a:off x="2449789" y="2404974"/>
            <a:ext cx="19421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def</a:t>
            </a:r>
          </a:p>
        </p:txBody>
      </p:sp>
      <p:sp>
        <p:nvSpPr>
          <p:cNvPr id="435" name="tx435"/>
          <p:cNvSpPr/>
          <p:nvPr/>
        </p:nvSpPr>
        <p:spPr>
          <a:xfrm>
            <a:off x="2449789" y="2404974"/>
            <a:ext cx="19421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def</a:t>
            </a:r>
          </a:p>
        </p:txBody>
      </p:sp>
      <p:sp>
        <p:nvSpPr>
          <p:cNvPr id="436" name="tx436"/>
          <p:cNvSpPr/>
          <p:nvPr/>
        </p:nvSpPr>
        <p:spPr>
          <a:xfrm>
            <a:off x="2449789" y="2404974"/>
            <a:ext cx="19421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def</a:t>
            </a:r>
          </a:p>
        </p:txBody>
      </p:sp>
      <p:sp>
        <p:nvSpPr>
          <p:cNvPr id="437" name="tx437"/>
          <p:cNvSpPr/>
          <p:nvPr/>
        </p:nvSpPr>
        <p:spPr>
          <a:xfrm>
            <a:off x="2449789" y="2404974"/>
            <a:ext cx="19421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def</a:t>
            </a:r>
          </a:p>
        </p:txBody>
      </p:sp>
      <p:sp>
        <p:nvSpPr>
          <p:cNvPr id="438" name="tx438"/>
          <p:cNvSpPr/>
          <p:nvPr/>
        </p:nvSpPr>
        <p:spPr>
          <a:xfrm>
            <a:off x="2449789" y="2404974"/>
            <a:ext cx="19421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def</a:t>
            </a:r>
          </a:p>
        </p:txBody>
      </p:sp>
      <p:sp>
        <p:nvSpPr>
          <p:cNvPr id="439" name="tx439"/>
          <p:cNvSpPr/>
          <p:nvPr/>
        </p:nvSpPr>
        <p:spPr>
          <a:xfrm>
            <a:off x="2449789" y="2404974"/>
            <a:ext cx="19421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def</a:t>
            </a:r>
          </a:p>
        </p:txBody>
      </p:sp>
      <p:sp>
        <p:nvSpPr>
          <p:cNvPr id="440" name="tx440"/>
          <p:cNvSpPr/>
          <p:nvPr/>
        </p:nvSpPr>
        <p:spPr>
          <a:xfrm>
            <a:off x="2449789" y="2404974"/>
            <a:ext cx="19421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def</a:t>
            </a:r>
          </a:p>
        </p:txBody>
      </p:sp>
      <p:sp>
        <p:nvSpPr>
          <p:cNvPr id="441" name="tx441"/>
          <p:cNvSpPr/>
          <p:nvPr/>
        </p:nvSpPr>
        <p:spPr>
          <a:xfrm>
            <a:off x="2449789" y="2404974"/>
            <a:ext cx="19421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def</a:t>
            </a:r>
          </a:p>
        </p:txBody>
      </p:sp>
      <p:sp>
        <p:nvSpPr>
          <p:cNvPr id="442" name="tx442"/>
          <p:cNvSpPr/>
          <p:nvPr/>
        </p:nvSpPr>
        <p:spPr>
          <a:xfrm>
            <a:off x="2449789" y="2404974"/>
            <a:ext cx="19421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def</a:t>
            </a:r>
          </a:p>
        </p:txBody>
      </p:sp>
      <p:sp>
        <p:nvSpPr>
          <p:cNvPr id="443" name="tx443"/>
          <p:cNvSpPr/>
          <p:nvPr/>
        </p:nvSpPr>
        <p:spPr>
          <a:xfrm>
            <a:off x="2449789" y="2404974"/>
            <a:ext cx="19421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def</a:t>
            </a:r>
          </a:p>
        </p:txBody>
      </p:sp>
      <p:sp>
        <p:nvSpPr>
          <p:cNvPr id="444" name="tx444"/>
          <p:cNvSpPr/>
          <p:nvPr/>
        </p:nvSpPr>
        <p:spPr>
          <a:xfrm>
            <a:off x="2449789" y="2404974"/>
            <a:ext cx="19421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def</a:t>
            </a:r>
          </a:p>
        </p:txBody>
      </p:sp>
      <p:sp>
        <p:nvSpPr>
          <p:cNvPr id="445" name="tx445"/>
          <p:cNvSpPr/>
          <p:nvPr/>
        </p:nvSpPr>
        <p:spPr>
          <a:xfrm>
            <a:off x="2449789" y="2404974"/>
            <a:ext cx="19421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def</a:t>
            </a:r>
          </a:p>
        </p:txBody>
      </p:sp>
      <p:sp>
        <p:nvSpPr>
          <p:cNvPr id="446" name="tx446"/>
          <p:cNvSpPr/>
          <p:nvPr/>
        </p:nvSpPr>
        <p:spPr>
          <a:xfrm>
            <a:off x="2449789" y="2404974"/>
            <a:ext cx="19421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def</a:t>
            </a:r>
          </a:p>
        </p:txBody>
      </p:sp>
      <p:sp>
        <p:nvSpPr>
          <p:cNvPr id="447" name="tx447"/>
          <p:cNvSpPr/>
          <p:nvPr/>
        </p:nvSpPr>
        <p:spPr>
          <a:xfrm>
            <a:off x="2449789" y="2404974"/>
            <a:ext cx="19421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def</a:t>
            </a:r>
          </a:p>
        </p:txBody>
      </p:sp>
      <p:sp>
        <p:nvSpPr>
          <p:cNvPr id="448" name="tx448"/>
          <p:cNvSpPr/>
          <p:nvPr/>
        </p:nvSpPr>
        <p:spPr>
          <a:xfrm>
            <a:off x="2449789" y="2404974"/>
            <a:ext cx="19421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def</a:t>
            </a:r>
          </a:p>
        </p:txBody>
      </p:sp>
      <p:sp>
        <p:nvSpPr>
          <p:cNvPr id="449" name="tx449"/>
          <p:cNvSpPr/>
          <p:nvPr/>
        </p:nvSpPr>
        <p:spPr>
          <a:xfrm>
            <a:off x="2449789" y="2404974"/>
            <a:ext cx="19421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def</a:t>
            </a:r>
          </a:p>
        </p:txBody>
      </p:sp>
      <p:sp>
        <p:nvSpPr>
          <p:cNvPr id="450" name="tx450"/>
          <p:cNvSpPr/>
          <p:nvPr/>
        </p:nvSpPr>
        <p:spPr>
          <a:xfrm>
            <a:off x="2449789" y="2404974"/>
            <a:ext cx="19421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def</a:t>
            </a:r>
          </a:p>
        </p:txBody>
      </p:sp>
      <p:sp>
        <p:nvSpPr>
          <p:cNvPr id="451" name="tx451"/>
          <p:cNvSpPr/>
          <p:nvPr/>
        </p:nvSpPr>
        <p:spPr>
          <a:xfrm>
            <a:off x="2449789" y="2404974"/>
            <a:ext cx="19421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def</a:t>
            </a:r>
          </a:p>
        </p:txBody>
      </p:sp>
      <p:sp>
        <p:nvSpPr>
          <p:cNvPr id="452" name="tx452"/>
          <p:cNvSpPr/>
          <p:nvPr/>
        </p:nvSpPr>
        <p:spPr>
          <a:xfrm>
            <a:off x="2449789" y="2404974"/>
            <a:ext cx="19421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def</a:t>
            </a:r>
          </a:p>
        </p:txBody>
      </p:sp>
      <p:sp>
        <p:nvSpPr>
          <p:cNvPr id="453" name="tx453"/>
          <p:cNvSpPr/>
          <p:nvPr/>
        </p:nvSpPr>
        <p:spPr>
          <a:xfrm>
            <a:off x="2449789" y="2404974"/>
            <a:ext cx="19421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def</a:t>
            </a:r>
          </a:p>
        </p:txBody>
      </p:sp>
      <p:sp>
        <p:nvSpPr>
          <p:cNvPr id="454" name="tx454"/>
          <p:cNvSpPr/>
          <p:nvPr/>
        </p:nvSpPr>
        <p:spPr>
          <a:xfrm>
            <a:off x="2449789" y="2404974"/>
            <a:ext cx="19421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def</a:t>
            </a:r>
          </a:p>
        </p:txBody>
      </p:sp>
      <p:sp>
        <p:nvSpPr>
          <p:cNvPr id="455" name="tx455"/>
          <p:cNvSpPr/>
          <p:nvPr/>
        </p:nvSpPr>
        <p:spPr>
          <a:xfrm>
            <a:off x="2449789" y="2404974"/>
            <a:ext cx="19421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def</a:t>
            </a:r>
          </a:p>
        </p:txBody>
      </p:sp>
      <p:sp>
        <p:nvSpPr>
          <p:cNvPr id="456" name="tx456"/>
          <p:cNvSpPr/>
          <p:nvPr/>
        </p:nvSpPr>
        <p:spPr>
          <a:xfrm>
            <a:off x="2449789" y="2404974"/>
            <a:ext cx="19421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def</a:t>
            </a:r>
          </a:p>
        </p:txBody>
      </p:sp>
      <p:sp>
        <p:nvSpPr>
          <p:cNvPr id="457" name="tx457"/>
          <p:cNvSpPr/>
          <p:nvPr/>
        </p:nvSpPr>
        <p:spPr>
          <a:xfrm>
            <a:off x="2449789" y="2404974"/>
            <a:ext cx="19421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def</a:t>
            </a:r>
          </a:p>
        </p:txBody>
      </p:sp>
      <p:sp>
        <p:nvSpPr>
          <p:cNvPr id="458" name="tx458"/>
          <p:cNvSpPr/>
          <p:nvPr/>
        </p:nvSpPr>
        <p:spPr>
          <a:xfrm>
            <a:off x="2449789" y="2404974"/>
            <a:ext cx="19421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def</a:t>
            </a:r>
          </a:p>
        </p:txBody>
      </p:sp>
      <p:sp>
        <p:nvSpPr>
          <p:cNvPr id="459" name="tx459"/>
          <p:cNvSpPr/>
          <p:nvPr/>
        </p:nvSpPr>
        <p:spPr>
          <a:xfrm>
            <a:off x="2449789" y="2404974"/>
            <a:ext cx="19421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def</a:t>
            </a:r>
          </a:p>
        </p:txBody>
      </p:sp>
      <p:sp>
        <p:nvSpPr>
          <p:cNvPr id="460" name="tx460"/>
          <p:cNvSpPr/>
          <p:nvPr/>
        </p:nvSpPr>
        <p:spPr>
          <a:xfrm>
            <a:off x="2449789" y="2404974"/>
            <a:ext cx="19421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def</a:t>
            </a:r>
          </a:p>
        </p:txBody>
      </p:sp>
      <p:sp>
        <p:nvSpPr>
          <p:cNvPr id="461" name="tx461"/>
          <p:cNvSpPr/>
          <p:nvPr/>
        </p:nvSpPr>
        <p:spPr>
          <a:xfrm>
            <a:off x="2449789" y="2404974"/>
            <a:ext cx="19421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def</a:t>
            </a:r>
          </a:p>
        </p:txBody>
      </p:sp>
      <p:sp>
        <p:nvSpPr>
          <p:cNvPr id="462" name="tx462"/>
          <p:cNvSpPr/>
          <p:nvPr/>
        </p:nvSpPr>
        <p:spPr>
          <a:xfrm>
            <a:off x="2449789" y="2404974"/>
            <a:ext cx="19421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def</a:t>
            </a:r>
          </a:p>
        </p:txBody>
      </p:sp>
      <p:sp>
        <p:nvSpPr>
          <p:cNvPr id="463" name="tx463"/>
          <p:cNvSpPr/>
          <p:nvPr/>
        </p:nvSpPr>
        <p:spPr>
          <a:xfrm>
            <a:off x="2449789" y="2404974"/>
            <a:ext cx="19421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def</a:t>
            </a:r>
          </a:p>
        </p:txBody>
      </p:sp>
      <p:sp>
        <p:nvSpPr>
          <p:cNvPr id="464" name="tx464"/>
          <p:cNvSpPr/>
          <p:nvPr/>
        </p:nvSpPr>
        <p:spPr>
          <a:xfrm>
            <a:off x="2449789" y="2404974"/>
            <a:ext cx="19421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def</a:t>
            </a:r>
          </a:p>
        </p:txBody>
      </p:sp>
      <p:sp>
        <p:nvSpPr>
          <p:cNvPr id="465" name="tx465"/>
          <p:cNvSpPr/>
          <p:nvPr/>
        </p:nvSpPr>
        <p:spPr>
          <a:xfrm>
            <a:off x="2449789" y="2404974"/>
            <a:ext cx="19421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def</a:t>
            </a:r>
          </a:p>
        </p:txBody>
      </p:sp>
      <p:sp>
        <p:nvSpPr>
          <p:cNvPr id="466" name="tx466"/>
          <p:cNvSpPr/>
          <p:nvPr/>
        </p:nvSpPr>
        <p:spPr>
          <a:xfrm>
            <a:off x="2449789" y="2404974"/>
            <a:ext cx="19421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def</a:t>
            </a:r>
          </a:p>
        </p:txBody>
      </p:sp>
      <p:sp>
        <p:nvSpPr>
          <p:cNvPr id="467" name="tx467"/>
          <p:cNvSpPr/>
          <p:nvPr/>
        </p:nvSpPr>
        <p:spPr>
          <a:xfrm>
            <a:off x="2449789" y="2404974"/>
            <a:ext cx="19421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def</a:t>
            </a:r>
          </a:p>
        </p:txBody>
      </p:sp>
      <p:sp>
        <p:nvSpPr>
          <p:cNvPr id="468" name="tx468"/>
          <p:cNvSpPr/>
          <p:nvPr/>
        </p:nvSpPr>
        <p:spPr>
          <a:xfrm>
            <a:off x="2449789" y="2404974"/>
            <a:ext cx="19421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def</a:t>
            </a:r>
          </a:p>
        </p:txBody>
      </p:sp>
      <p:sp>
        <p:nvSpPr>
          <p:cNvPr id="469" name="tx469"/>
          <p:cNvSpPr/>
          <p:nvPr/>
        </p:nvSpPr>
        <p:spPr>
          <a:xfrm>
            <a:off x="2449789" y="2404974"/>
            <a:ext cx="19421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def</a:t>
            </a:r>
          </a:p>
        </p:txBody>
      </p:sp>
      <p:sp>
        <p:nvSpPr>
          <p:cNvPr id="470" name="tx470"/>
          <p:cNvSpPr/>
          <p:nvPr/>
        </p:nvSpPr>
        <p:spPr>
          <a:xfrm>
            <a:off x="2449789" y="2404974"/>
            <a:ext cx="19421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def</a:t>
            </a:r>
          </a:p>
        </p:txBody>
      </p:sp>
      <p:sp>
        <p:nvSpPr>
          <p:cNvPr id="471" name="tx471"/>
          <p:cNvSpPr/>
          <p:nvPr/>
        </p:nvSpPr>
        <p:spPr>
          <a:xfrm>
            <a:off x="2449789" y="2404974"/>
            <a:ext cx="19421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def</a:t>
            </a:r>
          </a:p>
        </p:txBody>
      </p:sp>
      <p:sp>
        <p:nvSpPr>
          <p:cNvPr id="472" name="tx472"/>
          <p:cNvSpPr/>
          <p:nvPr/>
        </p:nvSpPr>
        <p:spPr>
          <a:xfrm>
            <a:off x="2449789" y="2404974"/>
            <a:ext cx="19421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def</a:t>
            </a:r>
          </a:p>
        </p:txBody>
      </p:sp>
      <p:sp>
        <p:nvSpPr>
          <p:cNvPr id="473" name="tx473"/>
          <p:cNvSpPr/>
          <p:nvPr/>
        </p:nvSpPr>
        <p:spPr>
          <a:xfrm>
            <a:off x="2449789" y="2404974"/>
            <a:ext cx="19421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def</a:t>
            </a:r>
          </a:p>
        </p:txBody>
      </p:sp>
      <p:sp>
        <p:nvSpPr>
          <p:cNvPr id="474" name="tx474"/>
          <p:cNvSpPr/>
          <p:nvPr/>
        </p:nvSpPr>
        <p:spPr>
          <a:xfrm>
            <a:off x="2449789" y="2404974"/>
            <a:ext cx="19421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def</a:t>
            </a:r>
          </a:p>
        </p:txBody>
      </p:sp>
      <p:sp>
        <p:nvSpPr>
          <p:cNvPr id="475" name="tx475"/>
          <p:cNvSpPr/>
          <p:nvPr/>
        </p:nvSpPr>
        <p:spPr>
          <a:xfrm>
            <a:off x="2449789" y="2404974"/>
            <a:ext cx="19421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def</a:t>
            </a:r>
          </a:p>
        </p:txBody>
      </p:sp>
      <p:sp>
        <p:nvSpPr>
          <p:cNvPr id="476" name="tx476"/>
          <p:cNvSpPr/>
          <p:nvPr/>
        </p:nvSpPr>
        <p:spPr>
          <a:xfrm>
            <a:off x="2449789" y="2404974"/>
            <a:ext cx="19421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def</a:t>
            </a:r>
          </a:p>
        </p:txBody>
      </p:sp>
      <p:sp>
        <p:nvSpPr>
          <p:cNvPr id="477" name="tx477"/>
          <p:cNvSpPr/>
          <p:nvPr/>
        </p:nvSpPr>
        <p:spPr>
          <a:xfrm>
            <a:off x="2449789" y="2404974"/>
            <a:ext cx="19421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def</a:t>
            </a:r>
          </a:p>
        </p:txBody>
      </p:sp>
      <p:sp>
        <p:nvSpPr>
          <p:cNvPr id="478" name="tx478"/>
          <p:cNvSpPr/>
          <p:nvPr/>
        </p:nvSpPr>
        <p:spPr>
          <a:xfrm>
            <a:off x="2449789" y="2404974"/>
            <a:ext cx="19421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def</a:t>
            </a:r>
          </a:p>
        </p:txBody>
      </p:sp>
      <p:sp>
        <p:nvSpPr>
          <p:cNvPr id="479" name="tx479"/>
          <p:cNvSpPr/>
          <p:nvPr/>
        </p:nvSpPr>
        <p:spPr>
          <a:xfrm>
            <a:off x="2449789" y="2404974"/>
            <a:ext cx="19421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def</a:t>
            </a:r>
          </a:p>
        </p:txBody>
      </p:sp>
      <p:sp>
        <p:nvSpPr>
          <p:cNvPr id="480" name="tx480"/>
          <p:cNvSpPr/>
          <p:nvPr/>
        </p:nvSpPr>
        <p:spPr>
          <a:xfrm>
            <a:off x="2449789" y="2404974"/>
            <a:ext cx="19421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def</a:t>
            </a:r>
          </a:p>
        </p:txBody>
      </p:sp>
      <p:sp>
        <p:nvSpPr>
          <p:cNvPr id="481" name="tx481"/>
          <p:cNvSpPr/>
          <p:nvPr/>
        </p:nvSpPr>
        <p:spPr>
          <a:xfrm>
            <a:off x="2449789" y="2404974"/>
            <a:ext cx="19421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def</a:t>
            </a:r>
          </a:p>
        </p:txBody>
      </p:sp>
      <p:sp>
        <p:nvSpPr>
          <p:cNvPr id="482" name="tx482"/>
          <p:cNvSpPr/>
          <p:nvPr/>
        </p:nvSpPr>
        <p:spPr>
          <a:xfrm>
            <a:off x="2449789" y="2404974"/>
            <a:ext cx="19421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def</a:t>
            </a:r>
          </a:p>
        </p:txBody>
      </p:sp>
      <p:sp>
        <p:nvSpPr>
          <p:cNvPr id="483" name="tx483"/>
          <p:cNvSpPr/>
          <p:nvPr/>
        </p:nvSpPr>
        <p:spPr>
          <a:xfrm>
            <a:off x="2449789" y="2404974"/>
            <a:ext cx="19421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def</a:t>
            </a:r>
          </a:p>
        </p:txBody>
      </p:sp>
      <p:sp>
        <p:nvSpPr>
          <p:cNvPr id="484" name="tx484"/>
          <p:cNvSpPr/>
          <p:nvPr/>
        </p:nvSpPr>
        <p:spPr>
          <a:xfrm>
            <a:off x="2449789" y="2404974"/>
            <a:ext cx="19421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def</a:t>
            </a:r>
          </a:p>
        </p:txBody>
      </p:sp>
      <p:sp>
        <p:nvSpPr>
          <p:cNvPr id="485" name="tx485"/>
          <p:cNvSpPr/>
          <p:nvPr/>
        </p:nvSpPr>
        <p:spPr>
          <a:xfrm>
            <a:off x="2449789" y="2404974"/>
            <a:ext cx="19421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def</a:t>
            </a:r>
          </a:p>
        </p:txBody>
      </p:sp>
      <p:sp>
        <p:nvSpPr>
          <p:cNvPr id="486" name="tx486"/>
          <p:cNvSpPr/>
          <p:nvPr/>
        </p:nvSpPr>
        <p:spPr>
          <a:xfrm>
            <a:off x="2449789" y="2404974"/>
            <a:ext cx="19421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def</a:t>
            </a:r>
          </a:p>
        </p:txBody>
      </p:sp>
      <p:sp>
        <p:nvSpPr>
          <p:cNvPr id="487" name="tx487"/>
          <p:cNvSpPr/>
          <p:nvPr/>
        </p:nvSpPr>
        <p:spPr>
          <a:xfrm>
            <a:off x="2449789" y="2404974"/>
            <a:ext cx="19421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def</a:t>
            </a:r>
          </a:p>
        </p:txBody>
      </p:sp>
      <p:sp>
        <p:nvSpPr>
          <p:cNvPr id="488" name="tx488"/>
          <p:cNvSpPr/>
          <p:nvPr/>
        </p:nvSpPr>
        <p:spPr>
          <a:xfrm>
            <a:off x="2449789" y="2404974"/>
            <a:ext cx="19421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def</a:t>
            </a:r>
          </a:p>
        </p:txBody>
      </p:sp>
      <p:sp>
        <p:nvSpPr>
          <p:cNvPr id="489" name="tx489"/>
          <p:cNvSpPr/>
          <p:nvPr/>
        </p:nvSpPr>
        <p:spPr>
          <a:xfrm>
            <a:off x="2449789" y="2404974"/>
            <a:ext cx="19421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def</a:t>
            </a:r>
          </a:p>
        </p:txBody>
      </p:sp>
      <p:sp>
        <p:nvSpPr>
          <p:cNvPr id="490" name="tx490"/>
          <p:cNvSpPr/>
          <p:nvPr/>
        </p:nvSpPr>
        <p:spPr>
          <a:xfrm>
            <a:off x="2449789" y="2404974"/>
            <a:ext cx="19421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def</a:t>
            </a:r>
          </a:p>
        </p:txBody>
      </p:sp>
      <p:sp>
        <p:nvSpPr>
          <p:cNvPr id="491" name="tx491"/>
          <p:cNvSpPr/>
          <p:nvPr/>
        </p:nvSpPr>
        <p:spPr>
          <a:xfrm>
            <a:off x="2449789" y="2404974"/>
            <a:ext cx="19421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def</a:t>
            </a:r>
          </a:p>
        </p:txBody>
      </p:sp>
      <p:sp>
        <p:nvSpPr>
          <p:cNvPr id="492" name="tx492"/>
          <p:cNvSpPr/>
          <p:nvPr/>
        </p:nvSpPr>
        <p:spPr>
          <a:xfrm>
            <a:off x="2449789" y="2404974"/>
            <a:ext cx="19421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def</a:t>
            </a:r>
          </a:p>
        </p:txBody>
      </p:sp>
      <p:sp>
        <p:nvSpPr>
          <p:cNvPr id="493" name="tx493"/>
          <p:cNvSpPr/>
          <p:nvPr/>
        </p:nvSpPr>
        <p:spPr>
          <a:xfrm>
            <a:off x="2449789" y="2404974"/>
            <a:ext cx="19421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def</a:t>
            </a:r>
          </a:p>
        </p:txBody>
      </p:sp>
      <p:sp>
        <p:nvSpPr>
          <p:cNvPr id="494" name="tx494"/>
          <p:cNvSpPr/>
          <p:nvPr/>
        </p:nvSpPr>
        <p:spPr>
          <a:xfrm>
            <a:off x="2449789" y="2404974"/>
            <a:ext cx="19421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def</a:t>
            </a:r>
          </a:p>
        </p:txBody>
      </p:sp>
      <p:sp>
        <p:nvSpPr>
          <p:cNvPr id="495" name="tx495"/>
          <p:cNvSpPr/>
          <p:nvPr/>
        </p:nvSpPr>
        <p:spPr>
          <a:xfrm>
            <a:off x="2449789" y="2404974"/>
            <a:ext cx="19421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def</a:t>
            </a:r>
          </a:p>
        </p:txBody>
      </p:sp>
      <p:sp>
        <p:nvSpPr>
          <p:cNvPr id="496" name="tx496"/>
          <p:cNvSpPr/>
          <p:nvPr/>
        </p:nvSpPr>
        <p:spPr>
          <a:xfrm>
            <a:off x="2783162" y="2074855"/>
            <a:ext cx="22530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cde</a:t>
            </a:r>
          </a:p>
        </p:txBody>
      </p:sp>
      <p:sp>
        <p:nvSpPr>
          <p:cNvPr id="497" name="tx497"/>
          <p:cNvSpPr/>
          <p:nvPr/>
        </p:nvSpPr>
        <p:spPr>
          <a:xfrm>
            <a:off x="2783162" y="2074855"/>
            <a:ext cx="22530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cde</a:t>
            </a:r>
          </a:p>
        </p:txBody>
      </p:sp>
      <p:sp>
        <p:nvSpPr>
          <p:cNvPr id="498" name="tx498"/>
          <p:cNvSpPr/>
          <p:nvPr/>
        </p:nvSpPr>
        <p:spPr>
          <a:xfrm>
            <a:off x="2783162" y="2074855"/>
            <a:ext cx="22530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cde</a:t>
            </a:r>
          </a:p>
        </p:txBody>
      </p:sp>
      <p:sp>
        <p:nvSpPr>
          <p:cNvPr id="499" name="tx499"/>
          <p:cNvSpPr/>
          <p:nvPr/>
        </p:nvSpPr>
        <p:spPr>
          <a:xfrm>
            <a:off x="2783162" y="2074855"/>
            <a:ext cx="22530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cde</a:t>
            </a:r>
          </a:p>
        </p:txBody>
      </p:sp>
      <p:sp>
        <p:nvSpPr>
          <p:cNvPr id="500" name="tx500"/>
          <p:cNvSpPr/>
          <p:nvPr/>
        </p:nvSpPr>
        <p:spPr>
          <a:xfrm>
            <a:off x="2783162" y="2074855"/>
            <a:ext cx="22530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cde</a:t>
            </a:r>
          </a:p>
        </p:txBody>
      </p:sp>
      <p:sp>
        <p:nvSpPr>
          <p:cNvPr id="501" name="tx501"/>
          <p:cNvSpPr/>
          <p:nvPr/>
        </p:nvSpPr>
        <p:spPr>
          <a:xfrm>
            <a:off x="2783162" y="2074855"/>
            <a:ext cx="22530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cde</a:t>
            </a:r>
          </a:p>
        </p:txBody>
      </p:sp>
      <p:sp>
        <p:nvSpPr>
          <p:cNvPr id="502" name="tx502"/>
          <p:cNvSpPr/>
          <p:nvPr/>
        </p:nvSpPr>
        <p:spPr>
          <a:xfrm>
            <a:off x="2783162" y="2074855"/>
            <a:ext cx="22530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cde</a:t>
            </a:r>
          </a:p>
        </p:txBody>
      </p:sp>
      <p:sp>
        <p:nvSpPr>
          <p:cNvPr id="503" name="tx503"/>
          <p:cNvSpPr/>
          <p:nvPr/>
        </p:nvSpPr>
        <p:spPr>
          <a:xfrm>
            <a:off x="2783162" y="2074855"/>
            <a:ext cx="22530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cde</a:t>
            </a:r>
          </a:p>
        </p:txBody>
      </p:sp>
      <p:sp>
        <p:nvSpPr>
          <p:cNvPr id="504" name="tx504"/>
          <p:cNvSpPr/>
          <p:nvPr/>
        </p:nvSpPr>
        <p:spPr>
          <a:xfrm>
            <a:off x="2783162" y="2074855"/>
            <a:ext cx="22530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cde</a:t>
            </a:r>
          </a:p>
        </p:txBody>
      </p:sp>
      <p:sp>
        <p:nvSpPr>
          <p:cNvPr id="505" name="tx505"/>
          <p:cNvSpPr/>
          <p:nvPr/>
        </p:nvSpPr>
        <p:spPr>
          <a:xfrm>
            <a:off x="2783162" y="2074855"/>
            <a:ext cx="22530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cde</a:t>
            </a:r>
          </a:p>
        </p:txBody>
      </p:sp>
      <p:sp>
        <p:nvSpPr>
          <p:cNvPr id="506" name="tx506"/>
          <p:cNvSpPr/>
          <p:nvPr/>
        </p:nvSpPr>
        <p:spPr>
          <a:xfrm>
            <a:off x="2783162" y="2074855"/>
            <a:ext cx="22530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cde</a:t>
            </a:r>
          </a:p>
        </p:txBody>
      </p:sp>
      <p:sp>
        <p:nvSpPr>
          <p:cNvPr id="507" name="tx507"/>
          <p:cNvSpPr/>
          <p:nvPr/>
        </p:nvSpPr>
        <p:spPr>
          <a:xfrm>
            <a:off x="2783162" y="2074855"/>
            <a:ext cx="22530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cde</a:t>
            </a:r>
          </a:p>
        </p:txBody>
      </p:sp>
      <p:sp>
        <p:nvSpPr>
          <p:cNvPr id="508" name="tx508"/>
          <p:cNvSpPr/>
          <p:nvPr/>
        </p:nvSpPr>
        <p:spPr>
          <a:xfrm>
            <a:off x="2783162" y="2074855"/>
            <a:ext cx="22530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cde</a:t>
            </a:r>
          </a:p>
        </p:txBody>
      </p:sp>
      <p:sp>
        <p:nvSpPr>
          <p:cNvPr id="509" name="tx509"/>
          <p:cNvSpPr/>
          <p:nvPr/>
        </p:nvSpPr>
        <p:spPr>
          <a:xfrm>
            <a:off x="2783162" y="2074855"/>
            <a:ext cx="22530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cde</a:t>
            </a:r>
          </a:p>
        </p:txBody>
      </p:sp>
      <p:sp>
        <p:nvSpPr>
          <p:cNvPr id="510" name="tx510"/>
          <p:cNvSpPr/>
          <p:nvPr/>
        </p:nvSpPr>
        <p:spPr>
          <a:xfrm>
            <a:off x="2783162" y="2074855"/>
            <a:ext cx="22530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cde</a:t>
            </a:r>
          </a:p>
        </p:txBody>
      </p:sp>
      <p:sp>
        <p:nvSpPr>
          <p:cNvPr id="511" name="tx511"/>
          <p:cNvSpPr/>
          <p:nvPr/>
        </p:nvSpPr>
        <p:spPr>
          <a:xfrm>
            <a:off x="2783162" y="2074855"/>
            <a:ext cx="22530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cde</a:t>
            </a:r>
          </a:p>
        </p:txBody>
      </p:sp>
      <p:sp>
        <p:nvSpPr>
          <p:cNvPr id="512" name="tx512"/>
          <p:cNvSpPr/>
          <p:nvPr/>
        </p:nvSpPr>
        <p:spPr>
          <a:xfrm>
            <a:off x="2783162" y="2074855"/>
            <a:ext cx="22530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cde</a:t>
            </a:r>
          </a:p>
        </p:txBody>
      </p:sp>
      <p:sp>
        <p:nvSpPr>
          <p:cNvPr id="513" name="tx513"/>
          <p:cNvSpPr/>
          <p:nvPr/>
        </p:nvSpPr>
        <p:spPr>
          <a:xfrm>
            <a:off x="2783162" y="2074855"/>
            <a:ext cx="22530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cde</a:t>
            </a:r>
          </a:p>
        </p:txBody>
      </p:sp>
      <p:sp>
        <p:nvSpPr>
          <p:cNvPr id="514" name="tx514"/>
          <p:cNvSpPr/>
          <p:nvPr/>
        </p:nvSpPr>
        <p:spPr>
          <a:xfrm>
            <a:off x="2783162" y="2074855"/>
            <a:ext cx="22530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cde</a:t>
            </a:r>
          </a:p>
        </p:txBody>
      </p:sp>
      <p:sp>
        <p:nvSpPr>
          <p:cNvPr id="515" name="tx515"/>
          <p:cNvSpPr/>
          <p:nvPr/>
        </p:nvSpPr>
        <p:spPr>
          <a:xfrm>
            <a:off x="2783162" y="2074855"/>
            <a:ext cx="22530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cde</a:t>
            </a:r>
          </a:p>
        </p:txBody>
      </p:sp>
      <p:sp>
        <p:nvSpPr>
          <p:cNvPr id="516" name="tx516"/>
          <p:cNvSpPr/>
          <p:nvPr/>
        </p:nvSpPr>
        <p:spPr>
          <a:xfrm>
            <a:off x="2783162" y="2074855"/>
            <a:ext cx="22530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cde</a:t>
            </a:r>
          </a:p>
        </p:txBody>
      </p:sp>
      <p:sp>
        <p:nvSpPr>
          <p:cNvPr id="517" name="tx517"/>
          <p:cNvSpPr/>
          <p:nvPr/>
        </p:nvSpPr>
        <p:spPr>
          <a:xfrm>
            <a:off x="2783162" y="2074855"/>
            <a:ext cx="22530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cde</a:t>
            </a:r>
          </a:p>
        </p:txBody>
      </p:sp>
      <p:sp>
        <p:nvSpPr>
          <p:cNvPr id="518" name="tx518"/>
          <p:cNvSpPr/>
          <p:nvPr/>
        </p:nvSpPr>
        <p:spPr>
          <a:xfrm>
            <a:off x="2783162" y="2074855"/>
            <a:ext cx="22530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cde</a:t>
            </a:r>
          </a:p>
        </p:txBody>
      </p:sp>
      <p:sp>
        <p:nvSpPr>
          <p:cNvPr id="519" name="tx519"/>
          <p:cNvSpPr/>
          <p:nvPr/>
        </p:nvSpPr>
        <p:spPr>
          <a:xfrm>
            <a:off x="2783162" y="2074855"/>
            <a:ext cx="22530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cde</a:t>
            </a:r>
          </a:p>
        </p:txBody>
      </p:sp>
      <p:sp>
        <p:nvSpPr>
          <p:cNvPr id="520" name="tx520"/>
          <p:cNvSpPr/>
          <p:nvPr/>
        </p:nvSpPr>
        <p:spPr>
          <a:xfrm>
            <a:off x="2783162" y="2074855"/>
            <a:ext cx="22530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cde</a:t>
            </a:r>
          </a:p>
        </p:txBody>
      </p:sp>
      <p:sp>
        <p:nvSpPr>
          <p:cNvPr id="521" name="tx521"/>
          <p:cNvSpPr/>
          <p:nvPr/>
        </p:nvSpPr>
        <p:spPr>
          <a:xfrm>
            <a:off x="2783162" y="2074855"/>
            <a:ext cx="22530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cde</a:t>
            </a:r>
          </a:p>
        </p:txBody>
      </p:sp>
      <p:sp>
        <p:nvSpPr>
          <p:cNvPr id="522" name="tx522"/>
          <p:cNvSpPr/>
          <p:nvPr/>
        </p:nvSpPr>
        <p:spPr>
          <a:xfrm>
            <a:off x="2783162" y="2074855"/>
            <a:ext cx="22530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cde</a:t>
            </a:r>
          </a:p>
        </p:txBody>
      </p:sp>
      <p:sp>
        <p:nvSpPr>
          <p:cNvPr id="523" name="tx523"/>
          <p:cNvSpPr/>
          <p:nvPr/>
        </p:nvSpPr>
        <p:spPr>
          <a:xfrm>
            <a:off x="2783162" y="2074855"/>
            <a:ext cx="22530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cde</a:t>
            </a:r>
          </a:p>
        </p:txBody>
      </p:sp>
      <p:sp>
        <p:nvSpPr>
          <p:cNvPr id="524" name="tx524"/>
          <p:cNvSpPr/>
          <p:nvPr/>
        </p:nvSpPr>
        <p:spPr>
          <a:xfrm>
            <a:off x="2783162" y="2074855"/>
            <a:ext cx="22530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cde</a:t>
            </a:r>
          </a:p>
        </p:txBody>
      </p:sp>
      <p:sp>
        <p:nvSpPr>
          <p:cNvPr id="525" name="tx525"/>
          <p:cNvSpPr/>
          <p:nvPr/>
        </p:nvSpPr>
        <p:spPr>
          <a:xfrm>
            <a:off x="2783162" y="2074855"/>
            <a:ext cx="22530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cde</a:t>
            </a:r>
          </a:p>
        </p:txBody>
      </p:sp>
      <p:sp>
        <p:nvSpPr>
          <p:cNvPr id="526" name="tx526"/>
          <p:cNvSpPr/>
          <p:nvPr/>
        </p:nvSpPr>
        <p:spPr>
          <a:xfrm>
            <a:off x="2783162" y="2074855"/>
            <a:ext cx="22530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cde</a:t>
            </a:r>
          </a:p>
        </p:txBody>
      </p:sp>
      <p:sp>
        <p:nvSpPr>
          <p:cNvPr id="527" name="tx527"/>
          <p:cNvSpPr/>
          <p:nvPr/>
        </p:nvSpPr>
        <p:spPr>
          <a:xfrm>
            <a:off x="2783162" y="2074855"/>
            <a:ext cx="22530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cde</a:t>
            </a:r>
          </a:p>
        </p:txBody>
      </p:sp>
      <p:sp>
        <p:nvSpPr>
          <p:cNvPr id="528" name="tx528"/>
          <p:cNvSpPr/>
          <p:nvPr/>
        </p:nvSpPr>
        <p:spPr>
          <a:xfrm>
            <a:off x="2783162" y="2074855"/>
            <a:ext cx="22530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cde</a:t>
            </a:r>
          </a:p>
        </p:txBody>
      </p:sp>
      <p:sp>
        <p:nvSpPr>
          <p:cNvPr id="529" name="tx529"/>
          <p:cNvSpPr/>
          <p:nvPr/>
        </p:nvSpPr>
        <p:spPr>
          <a:xfrm>
            <a:off x="2783162" y="2074855"/>
            <a:ext cx="22530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cde</a:t>
            </a:r>
          </a:p>
        </p:txBody>
      </p:sp>
      <p:sp>
        <p:nvSpPr>
          <p:cNvPr id="530" name="tx530"/>
          <p:cNvSpPr/>
          <p:nvPr/>
        </p:nvSpPr>
        <p:spPr>
          <a:xfrm>
            <a:off x="2783162" y="2074855"/>
            <a:ext cx="22530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cde</a:t>
            </a:r>
          </a:p>
        </p:txBody>
      </p:sp>
      <p:sp>
        <p:nvSpPr>
          <p:cNvPr id="531" name="tx531"/>
          <p:cNvSpPr/>
          <p:nvPr/>
        </p:nvSpPr>
        <p:spPr>
          <a:xfrm>
            <a:off x="2783162" y="2074855"/>
            <a:ext cx="22530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cde</a:t>
            </a:r>
          </a:p>
        </p:txBody>
      </p:sp>
      <p:sp>
        <p:nvSpPr>
          <p:cNvPr id="532" name="tx532"/>
          <p:cNvSpPr/>
          <p:nvPr/>
        </p:nvSpPr>
        <p:spPr>
          <a:xfrm>
            <a:off x="2783162" y="2074855"/>
            <a:ext cx="22530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cde</a:t>
            </a:r>
          </a:p>
        </p:txBody>
      </p:sp>
      <p:sp>
        <p:nvSpPr>
          <p:cNvPr id="533" name="tx533"/>
          <p:cNvSpPr/>
          <p:nvPr/>
        </p:nvSpPr>
        <p:spPr>
          <a:xfrm>
            <a:off x="2783162" y="2074855"/>
            <a:ext cx="22530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cde</a:t>
            </a:r>
          </a:p>
        </p:txBody>
      </p:sp>
      <p:sp>
        <p:nvSpPr>
          <p:cNvPr id="534" name="tx534"/>
          <p:cNvSpPr/>
          <p:nvPr/>
        </p:nvSpPr>
        <p:spPr>
          <a:xfrm>
            <a:off x="2783162" y="2074855"/>
            <a:ext cx="22530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cde</a:t>
            </a:r>
          </a:p>
        </p:txBody>
      </p:sp>
      <p:sp>
        <p:nvSpPr>
          <p:cNvPr id="535" name="tx535"/>
          <p:cNvSpPr/>
          <p:nvPr/>
        </p:nvSpPr>
        <p:spPr>
          <a:xfrm>
            <a:off x="2783162" y="2074855"/>
            <a:ext cx="22530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cde</a:t>
            </a:r>
          </a:p>
        </p:txBody>
      </p:sp>
      <p:sp>
        <p:nvSpPr>
          <p:cNvPr id="536" name="tx536"/>
          <p:cNvSpPr/>
          <p:nvPr/>
        </p:nvSpPr>
        <p:spPr>
          <a:xfrm>
            <a:off x="2783162" y="2074855"/>
            <a:ext cx="22530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cde</a:t>
            </a:r>
          </a:p>
        </p:txBody>
      </p:sp>
      <p:sp>
        <p:nvSpPr>
          <p:cNvPr id="537" name="tx537"/>
          <p:cNvSpPr/>
          <p:nvPr/>
        </p:nvSpPr>
        <p:spPr>
          <a:xfrm>
            <a:off x="2783162" y="2074855"/>
            <a:ext cx="22530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cde</a:t>
            </a:r>
          </a:p>
        </p:txBody>
      </p:sp>
      <p:sp>
        <p:nvSpPr>
          <p:cNvPr id="538" name="tx538"/>
          <p:cNvSpPr/>
          <p:nvPr/>
        </p:nvSpPr>
        <p:spPr>
          <a:xfrm>
            <a:off x="2783162" y="2074855"/>
            <a:ext cx="22530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cde</a:t>
            </a:r>
          </a:p>
        </p:txBody>
      </p:sp>
      <p:sp>
        <p:nvSpPr>
          <p:cNvPr id="539" name="tx539"/>
          <p:cNvSpPr/>
          <p:nvPr/>
        </p:nvSpPr>
        <p:spPr>
          <a:xfrm>
            <a:off x="2783162" y="2074855"/>
            <a:ext cx="22530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cde</a:t>
            </a:r>
          </a:p>
        </p:txBody>
      </p:sp>
      <p:sp>
        <p:nvSpPr>
          <p:cNvPr id="540" name="tx540"/>
          <p:cNvSpPr/>
          <p:nvPr/>
        </p:nvSpPr>
        <p:spPr>
          <a:xfrm>
            <a:off x="2783162" y="2074855"/>
            <a:ext cx="22530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cde</a:t>
            </a:r>
          </a:p>
        </p:txBody>
      </p:sp>
      <p:sp>
        <p:nvSpPr>
          <p:cNvPr id="541" name="tx541"/>
          <p:cNvSpPr/>
          <p:nvPr/>
        </p:nvSpPr>
        <p:spPr>
          <a:xfrm>
            <a:off x="2783162" y="2074855"/>
            <a:ext cx="22530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cde</a:t>
            </a:r>
          </a:p>
        </p:txBody>
      </p:sp>
      <p:sp>
        <p:nvSpPr>
          <p:cNvPr id="542" name="tx542"/>
          <p:cNvSpPr/>
          <p:nvPr/>
        </p:nvSpPr>
        <p:spPr>
          <a:xfrm>
            <a:off x="2783162" y="2074855"/>
            <a:ext cx="22530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cde</a:t>
            </a:r>
          </a:p>
        </p:txBody>
      </p:sp>
      <p:sp>
        <p:nvSpPr>
          <p:cNvPr id="543" name="tx543"/>
          <p:cNvSpPr/>
          <p:nvPr/>
        </p:nvSpPr>
        <p:spPr>
          <a:xfrm>
            <a:off x="2783162" y="2074855"/>
            <a:ext cx="22530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cde</a:t>
            </a:r>
          </a:p>
        </p:txBody>
      </p:sp>
      <p:sp>
        <p:nvSpPr>
          <p:cNvPr id="544" name="tx544"/>
          <p:cNvSpPr/>
          <p:nvPr/>
        </p:nvSpPr>
        <p:spPr>
          <a:xfrm>
            <a:off x="2783162" y="2074855"/>
            <a:ext cx="22530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cde</a:t>
            </a:r>
          </a:p>
        </p:txBody>
      </p:sp>
      <p:sp>
        <p:nvSpPr>
          <p:cNvPr id="545" name="tx545"/>
          <p:cNvSpPr/>
          <p:nvPr/>
        </p:nvSpPr>
        <p:spPr>
          <a:xfrm>
            <a:off x="2783162" y="2074855"/>
            <a:ext cx="22530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cde</a:t>
            </a:r>
          </a:p>
        </p:txBody>
      </p:sp>
      <p:sp>
        <p:nvSpPr>
          <p:cNvPr id="546" name="tx546"/>
          <p:cNvSpPr/>
          <p:nvPr/>
        </p:nvSpPr>
        <p:spPr>
          <a:xfrm>
            <a:off x="2783162" y="2074855"/>
            <a:ext cx="22530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cde</a:t>
            </a:r>
          </a:p>
        </p:txBody>
      </p:sp>
      <p:sp>
        <p:nvSpPr>
          <p:cNvPr id="547" name="tx547"/>
          <p:cNvSpPr/>
          <p:nvPr/>
        </p:nvSpPr>
        <p:spPr>
          <a:xfrm>
            <a:off x="2783162" y="2074855"/>
            <a:ext cx="22530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cde</a:t>
            </a:r>
          </a:p>
        </p:txBody>
      </p:sp>
      <p:sp>
        <p:nvSpPr>
          <p:cNvPr id="548" name="tx548"/>
          <p:cNvSpPr/>
          <p:nvPr/>
        </p:nvSpPr>
        <p:spPr>
          <a:xfrm>
            <a:off x="2783162" y="2074855"/>
            <a:ext cx="22530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cde</a:t>
            </a:r>
          </a:p>
        </p:txBody>
      </p:sp>
      <p:sp>
        <p:nvSpPr>
          <p:cNvPr id="549" name="tx549"/>
          <p:cNvSpPr/>
          <p:nvPr/>
        </p:nvSpPr>
        <p:spPr>
          <a:xfrm>
            <a:off x="2783162" y="2074855"/>
            <a:ext cx="22530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cde</a:t>
            </a:r>
          </a:p>
        </p:txBody>
      </p:sp>
      <p:sp>
        <p:nvSpPr>
          <p:cNvPr id="550" name="tx550"/>
          <p:cNvSpPr/>
          <p:nvPr/>
        </p:nvSpPr>
        <p:spPr>
          <a:xfrm>
            <a:off x="2783162" y="2074855"/>
            <a:ext cx="22530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cde</a:t>
            </a:r>
          </a:p>
        </p:txBody>
      </p:sp>
      <p:sp>
        <p:nvSpPr>
          <p:cNvPr id="551" name="tx551"/>
          <p:cNvSpPr/>
          <p:nvPr/>
        </p:nvSpPr>
        <p:spPr>
          <a:xfrm>
            <a:off x="2783162" y="2074855"/>
            <a:ext cx="22530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cde</a:t>
            </a:r>
          </a:p>
        </p:txBody>
      </p:sp>
      <p:sp>
        <p:nvSpPr>
          <p:cNvPr id="552" name="tx552"/>
          <p:cNvSpPr/>
          <p:nvPr/>
        </p:nvSpPr>
        <p:spPr>
          <a:xfrm>
            <a:off x="2783162" y="2074855"/>
            <a:ext cx="22530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cde</a:t>
            </a:r>
          </a:p>
        </p:txBody>
      </p:sp>
      <p:sp>
        <p:nvSpPr>
          <p:cNvPr id="553" name="tx553"/>
          <p:cNvSpPr/>
          <p:nvPr/>
        </p:nvSpPr>
        <p:spPr>
          <a:xfrm>
            <a:off x="2783162" y="2074855"/>
            <a:ext cx="22530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cde</a:t>
            </a:r>
          </a:p>
        </p:txBody>
      </p:sp>
      <p:sp>
        <p:nvSpPr>
          <p:cNvPr id="554" name="tx554"/>
          <p:cNvSpPr/>
          <p:nvPr/>
        </p:nvSpPr>
        <p:spPr>
          <a:xfrm>
            <a:off x="2783162" y="2074855"/>
            <a:ext cx="22530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cde</a:t>
            </a:r>
          </a:p>
        </p:txBody>
      </p:sp>
      <p:sp>
        <p:nvSpPr>
          <p:cNvPr id="555" name="tx555"/>
          <p:cNvSpPr/>
          <p:nvPr/>
        </p:nvSpPr>
        <p:spPr>
          <a:xfrm>
            <a:off x="2783162" y="2074855"/>
            <a:ext cx="22530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cde</a:t>
            </a:r>
          </a:p>
        </p:txBody>
      </p:sp>
      <p:sp>
        <p:nvSpPr>
          <p:cNvPr id="556" name="tx556"/>
          <p:cNvSpPr/>
          <p:nvPr/>
        </p:nvSpPr>
        <p:spPr>
          <a:xfrm>
            <a:off x="2783162" y="2074855"/>
            <a:ext cx="22530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cde</a:t>
            </a:r>
          </a:p>
        </p:txBody>
      </p:sp>
      <p:sp>
        <p:nvSpPr>
          <p:cNvPr id="557" name="tx557"/>
          <p:cNvSpPr/>
          <p:nvPr/>
        </p:nvSpPr>
        <p:spPr>
          <a:xfrm>
            <a:off x="2783162" y="2074855"/>
            <a:ext cx="22530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cde</a:t>
            </a:r>
          </a:p>
        </p:txBody>
      </p:sp>
      <p:sp>
        <p:nvSpPr>
          <p:cNvPr id="558" name="tx558"/>
          <p:cNvSpPr/>
          <p:nvPr/>
        </p:nvSpPr>
        <p:spPr>
          <a:xfrm>
            <a:off x="2783162" y="2074855"/>
            <a:ext cx="22530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cde</a:t>
            </a:r>
          </a:p>
        </p:txBody>
      </p:sp>
      <p:sp>
        <p:nvSpPr>
          <p:cNvPr id="559" name="tx559"/>
          <p:cNvSpPr/>
          <p:nvPr/>
        </p:nvSpPr>
        <p:spPr>
          <a:xfrm>
            <a:off x="2783162" y="2074855"/>
            <a:ext cx="22530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cde</a:t>
            </a:r>
          </a:p>
        </p:txBody>
      </p:sp>
      <p:sp>
        <p:nvSpPr>
          <p:cNvPr id="560" name="tx560"/>
          <p:cNvSpPr/>
          <p:nvPr/>
        </p:nvSpPr>
        <p:spPr>
          <a:xfrm>
            <a:off x="2783162" y="2074855"/>
            <a:ext cx="22530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cde</a:t>
            </a:r>
          </a:p>
        </p:txBody>
      </p:sp>
      <p:sp>
        <p:nvSpPr>
          <p:cNvPr id="561" name="tx561"/>
          <p:cNvSpPr/>
          <p:nvPr/>
        </p:nvSpPr>
        <p:spPr>
          <a:xfrm>
            <a:off x="2783162" y="2074855"/>
            <a:ext cx="22530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cde</a:t>
            </a:r>
          </a:p>
        </p:txBody>
      </p:sp>
      <p:sp>
        <p:nvSpPr>
          <p:cNvPr id="562" name="tx562"/>
          <p:cNvSpPr/>
          <p:nvPr/>
        </p:nvSpPr>
        <p:spPr>
          <a:xfrm>
            <a:off x="2783162" y="2074855"/>
            <a:ext cx="22530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cde</a:t>
            </a:r>
          </a:p>
        </p:txBody>
      </p:sp>
      <p:sp>
        <p:nvSpPr>
          <p:cNvPr id="563" name="tx563"/>
          <p:cNvSpPr/>
          <p:nvPr/>
        </p:nvSpPr>
        <p:spPr>
          <a:xfrm>
            <a:off x="2783162" y="2074855"/>
            <a:ext cx="22530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cde</a:t>
            </a:r>
          </a:p>
        </p:txBody>
      </p:sp>
      <p:sp>
        <p:nvSpPr>
          <p:cNvPr id="564" name="tx564"/>
          <p:cNvSpPr/>
          <p:nvPr/>
        </p:nvSpPr>
        <p:spPr>
          <a:xfrm>
            <a:off x="2783162" y="2074855"/>
            <a:ext cx="22530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cde</a:t>
            </a:r>
          </a:p>
        </p:txBody>
      </p:sp>
      <p:sp>
        <p:nvSpPr>
          <p:cNvPr id="565" name="tx565"/>
          <p:cNvSpPr/>
          <p:nvPr/>
        </p:nvSpPr>
        <p:spPr>
          <a:xfrm>
            <a:off x="2783162" y="2074855"/>
            <a:ext cx="22530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cde</a:t>
            </a:r>
          </a:p>
        </p:txBody>
      </p:sp>
      <p:sp>
        <p:nvSpPr>
          <p:cNvPr id="566" name="tx566"/>
          <p:cNvSpPr/>
          <p:nvPr/>
        </p:nvSpPr>
        <p:spPr>
          <a:xfrm>
            <a:off x="2783162" y="2074855"/>
            <a:ext cx="22530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cde</a:t>
            </a:r>
          </a:p>
        </p:txBody>
      </p:sp>
      <p:sp>
        <p:nvSpPr>
          <p:cNvPr id="567" name="tx567"/>
          <p:cNvSpPr/>
          <p:nvPr/>
        </p:nvSpPr>
        <p:spPr>
          <a:xfrm>
            <a:off x="2783162" y="2074855"/>
            <a:ext cx="22530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cde</a:t>
            </a:r>
          </a:p>
        </p:txBody>
      </p:sp>
      <p:sp>
        <p:nvSpPr>
          <p:cNvPr id="568" name="tx568"/>
          <p:cNvSpPr/>
          <p:nvPr/>
        </p:nvSpPr>
        <p:spPr>
          <a:xfrm>
            <a:off x="2783162" y="2074855"/>
            <a:ext cx="22530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cde</a:t>
            </a:r>
          </a:p>
        </p:txBody>
      </p:sp>
      <p:sp>
        <p:nvSpPr>
          <p:cNvPr id="569" name="tx569"/>
          <p:cNvSpPr/>
          <p:nvPr/>
        </p:nvSpPr>
        <p:spPr>
          <a:xfrm>
            <a:off x="2783162" y="2074855"/>
            <a:ext cx="22530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cde</a:t>
            </a:r>
          </a:p>
        </p:txBody>
      </p:sp>
      <p:sp>
        <p:nvSpPr>
          <p:cNvPr id="570" name="tx570"/>
          <p:cNvSpPr/>
          <p:nvPr/>
        </p:nvSpPr>
        <p:spPr>
          <a:xfrm>
            <a:off x="2783162" y="2074855"/>
            <a:ext cx="22530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cde</a:t>
            </a:r>
          </a:p>
        </p:txBody>
      </p:sp>
      <p:sp>
        <p:nvSpPr>
          <p:cNvPr id="571" name="tx571"/>
          <p:cNvSpPr/>
          <p:nvPr/>
        </p:nvSpPr>
        <p:spPr>
          <a:xfrm>
            <a:off x="2783162" y="2074855"/>
            <a:ext cx="22530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cde</a:t>
            </a:r>
          </a:p>
        </p:txBody>
      </p:sp>
      <p:sp>
        <p:nvSpPr>
          <p:cNvPr id="572" name="tx572"/>
          <p:cNvSpPr/>
          <p:nvPr/>
        </p:nvSpPr>
        <p:spPr>
          <a:xfrm>
            <a:off x="2783162" y="2074855"/>
            <a:ext cx="22530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cde</a:t>
            </a:r>
          </a:p>
        </p:txBody>
      </p:sp>
      <p:sp>
        <p:nvSpPr>
          <p:cNvPr id="573" name="tx573"/>
          <p:cNvSpPr/>
          <p:nvPr/>
        </p:nvSpPr>
        <p:spPr>
          <a:xfrm>
            <a:off x="2783162" y="2074855"/>
            <a:ext cx="22530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cde</a:t>
            </a:r>
          </a:p>
        </p:txBody>
      </p:sp>
      <p:sp>
        <p:nvSpPr>
          <p:cNvPr id="574" name="tx574"/>
          <p:cNvSpPr/>
          <p:nvPr/>
        </p:nvSpPr>
        <p:spPr>
          <a:xfrm>
            <a:off x="2783162" y="2074855"/>
            <a:ext cx="22530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cde</a:t>
            </a:r>
          </a:p>
        </p:txBody>
      </p:sp>
      <p:sp>
        <p:nvSpPr>
          <p:cNvPr id="575" name="tx575"/>
          <p:cNvSpPr/>
          <p:nvPr/>
        </p:nvSpPr>
        <p:spPr>
          <a:xfrm>
            <a:off x="2783162" y="2074855"/>
            <a:ext cx="22530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cde</a:t>
            </a:r>
          </a:p>
        </p:txBody>
      </p:sp>
      <p:sp>
        <p:nvSpPr>
          <p:cNvPr id="576" name="tx576"/>
          <p:cNvSpPr/>
          <p:nvPr/>
        </p:nvSpPr>
        <p:spPr>
          <a:xfrm>
            <a:off x="2783162" y="2074855"/>
            <a:ext cx="22530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cde</a:t>
            </a:r>
          </a:p>
        </p:txBody>
      </p:sp>
      <p:sp>
        <p:nvSpPr>
          <p:cNvPr id="577" name="tx577"/>
          <p:cNvSpPr/>
          <p:nvPr/>
        </p:nvSpPr>
        <p:spPr>
          <a:xfrm>
            <a:off x="2783162" y="2074855"/>
            <a:ext cx="22530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cde</a:t>
            </a:r>
          </a:p>
        </p:txBody>
      </p:sp>
      <p:sp>
        <p:nvSpPr>
          <p:cNvPr id="578" name="tx578"/>
          <p:cNvSpPr/>
          <p:nvPr/>
        </p:nvSpPr>
        <p:spPr>
          <a:xfrm>
            <a:off x="2783162" y="2074855"/>
            <a:ext cx="22530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cde</a:t>
            </a:r>
          </a:p>
        </p:txBody>
      </p:sp>
      <p:sp>
        <p:nvSpPr>
          <p:cNvPr id="579" name="tx579"/>
          <p:cNvSpPr/>
          <p:nvPr/>
        </p:nvSpPr>
        <p:spPr>
          <a:xfrm>
            <a:off x="2783162" y="2074855"/>
            <a:ext cx="22530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cde</a:t>
            </a:r>
          </a:p>
        </p:txBody>
      </p:sp>
      <p:sp>
        <p:nvSpPr>
          <p:cNvPr id="580" name="tx580"/>
          <p:cNvSpPr/>
          <p:nvPr/>
        </p:nvSpPr>
        <p:spPr>
          <a:xfrm>
            <a:off x="2783162" y="2074855"/>
            <a:ext cx="22530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cde</a:t>
            </a:r>
          </a:p>
        </p:txBody>
      </p:sp>
      <p:sp>
        <p:nvSpPr>
          <p:cNvPr id="581" name="tx581"/>
          <p:cNvSpPr/>
          <p:nvPr/>
        </p:nvSpPr>
        <p:spPr>
          <a:xfrm>
            <a:off x="3229235" y="3395333"/>
            <a:ext cx="3099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i</a:t>
            </a:r>
          </a:p>
        </p:txBody>
      </p:sp>
      <p:sp>
        <p:nvSpPr>
          <p:cNvPr id="582" name="tx582"/>
          <p:cNvSpPr/>
          <p:nvPr/>
        </p:nvSpPr>
        <p:spPr>
          <a:xfrm>
            <a:off x="3229235" y="3395333"/>
            <a:ext cx="3099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i</a:t>
            </a:r>
          </a:p>
        </p:txBody>
      </p:sp>
      <p:sp>
        <p:nvSpPr>
          <p:cNvPr id="583" name="tx583"/>
          <p:cNvSpPr/>
          <p:nvPr/>
        </p:nvSpPr>
        <p:spPr>
          <a:xfrm>
            <a:off x="3229235" y="3395333"/>
            <a:ext cx="3099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i</a:t>
            </a:r>
          </a:p>
        </p:txBody>
      </p:sp>
      <p:sp>
        <p:nvSpPr>
          <p:cNvPr id="584" name="tx584"/>
          <p:cNvSpPr/>
          <p:nvPr/>
        </p:nvSpPr>
        <p:spPr>
          <a:xfrm>
            <a:off x="3229235" y="3395333"/>
            <a:ext cx="3099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i</a:t>
            </a:r>
          </a:p>
        </p:txBody>
      </p:sp>
      <p:sp>
        <p:nvSpPr>
          <p:cNvPr id="585" name="tx585"/>
          <p:cNvSpPr/>
          <p:nvPr/>
        </p:nvSpPr>
        <p:spPr>
          <a:xfrm>
            <a:off x="3229235" y="3395333"/>
            <a:ext cx="3099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i</a:t>
            </a:r>
          </a:p>
        </p:txBody>
      </p:sp>
      <p:sp>
        <p:nvSpPr>
          <p:cNvPr id="586" name="tx586"/>
          <p:cNvSpPr/>
          <p:nvPr/>
        </p:nvSpPr>
        <p:spPr>
          <a:xfrm>
            <a:off x="3229235" y="3395333"/>
            <a:ext cx="3099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i</a:t>
            </a:r>
          </a:p>
        </p:txBody>
      </p:sp>
      <p:sp>
        <p:nvSpPr>
          <p:cNvPr id="587" name="tx587"/>
          <p:cNvSpPr/>
          <p:nvPr/>
        </p:nvSpPr>
        <p:spPr>
          <a:xfrm>
            <a:off x="3229235" y="3395333"/>
            <a:ext cx="3099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i</a:t>
            </a:r>
          </a:p>
        </p:txBody>
      </p:sp>
      <p:sp>
        <p:nvSpPr>
          <p:cNvPr id="588" name="tx588"/>
          <p:cNvSpPr/>
          <p:nvPr/>
        </p:nvSpPr>
        <p:spPr>
          <a:xfrm>
            <a:off x="3229235" y="3395333"/>
            <a:ext cx="3099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i</a:t>
            </a:r>
          </a:p>
        </p:txBody>
      </p:sp>
      <p:sp>
        <p:nvSpPr>
          <p:cNvPr id="589" name="tx589"/>
          <p:cNvSpPr/>
          <p:nvPr/>
        </p:nvSpPr>
        <p:spPr>
          <a:xfrm>
            <a:off x="3229235" y="3395333"/>
            <a:ext cx="3099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i</a:t>
            </a:r>
          </a:p>
        </p:txBody>
      </p:sp>
      <p:sp>
        <p:nvSpPr>
          <p:cNvPr id="590" name="tx590"/>
          <p:cNvSpPr/>
          <p:nvPr/>
        </p:nvSpPr>
        <p:spPr>
          <a:xfrm>
            <a:off x="3229235" y="3395333"/>
            <a:ext cx="3099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i</a:t>
            </a:r>
          </a:p>
        </p:txBody>
      </p:sp>
      <p:sp>
        <p:nvSpPr>
          <p:cNvPr id="591" name="tx591"/>
          <p:cNvSpPr/>
          <p:nvPr/>
        </p:nvSpPr>
        <p:spPr>
          <a:xfrm>
            <a:off x="3229235" y="3395333"/>
            <a:ext cx="3099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i</a:t>
            </a:r>
          </a:p>
        </p:txBody>
      </p:sp>
      <p:sp>
        <p:nvSpPr>
          <p:cNvPr id="592" name="tx592"/>
          <p:cNvSpPr/>
          <p:nvPr/>
        </p:nvSpPr>
        <p:spPr>
          <a:xfrm>
            <a:off x="3229235" y="3395333"/>
            <a:ext cx="3099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i</a:t>
            </a:r>
          </a:p>
        </p:txBody>
      </p:sp>
      <p:sp>
        <p:nvSpPr>
          <p:cNvPr id="593" name="tx593"/>
          <p:cNvSpPr/>
          <p:nvPr/>
        </p:nvSpPr>
        <p:spPr>
          <a:xfrm>
            <a:off x="3229235" y="3395333"/>
            <a:ext cx="3099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i</a:t>
            </a:r>
          </a:p>
        </p:txBody>
      </p:sp>
      <p:sp>
        <p:nvSpPr>
          <p:cNvPr id="594" name="tx594"/>
          <p:cNvSpPr/>
          <p:nvPr/>
        </p:nvSpPr>
        <p:spPr>
          <a:xfrm>
            <a:off x="3229235" y="3395333"/>
            <a:ext cx="3099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i</a:t>
            </a:r>
          </a:p>
        </p:txBody>
      </p:sp>
      <p:sp>
        <p:nvSpPr>
          <p:cNvPr id="595" name="tx595"/>
          <p:cNvSpPr/>
          <p:nvPr/>
        </p:nvSpPr>
        <p:spPr>
          <a:xfrm>
            <a:off x="3229235" y="3395333"/>
            <a:ext cx="3099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i</a:t>
            </a:r>
          </a:p>
        </p:txBody>
      </p:sp>
      <p:sp>
        <p:nvSpPr>
          <p:cNvPr id="596" name="tx596"/>
          <p:cNvSpPr/>
          <p:nvPr/>
        </p:nvSpPr>
        <p:spPr>
          <a:xfrm>
            <a:off x="3229235" y="3395333"/>
            <a:ext cx="3099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i</a:t>
            </a:r>
          </a:p>
        </p:txBody>
      </p:sp>
      <p:sp>
        <p:nvSpPr>
          <p:cNvPr id="597" name="tx597"/>
          <p:cNvSpPr/>
          <p:nvPr/>
        </p:nvSpPr>
        <p:spPr>
          <a:xfrm>
            <a:off x="3229235" y="3395333"/>
            <a:ext cx="3099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i</a:t>
            </a:r>
          </a:p>
        </p:txBody>
      </p:sp>
      <p:sp>
        <p:nvSpPr>
          <p:cNvPr id="598" name="tx598"/>
          <p:cNvSpPr/>
          <p:nvPr/>
        </p:nvSpPr>
        <p:spPr>
          <a:xfrm>
            <a:off x="3229235" y="3395333"/>
            <a:ext cx="3099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i</a:t>
            </a:r>
          </a:p>
        </p:txBody>
      </p:sp>
      <p:sp>
        <p:nvSpPr>
          <p:cNvPr id="599" name="tx599"/>
          <p:cNvSpPr/>
          <p:nvPr/>
        </p:nvSpPr>
        <p:spPr>
          <a:xfrm>
            <a:off x="3229235" y="3395333"/>
            <a:ext cx="3099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i</a:t>
            </a:r>
          </a:p>
        </p:txBody>
      </p:sp>
      <p:sp>
        <p:nvSpPr>
          <p:cNvPr id="600" name="tx600"/>
          <p:cNvSpPr/>
          <p:nvPr/>
        </p:nvSpPr>
        <p:spPr>
          <a:xfrm>
            <a:off x="3229235" y="3395333"/>
            <a:ext cx="3099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i</a:t>
            </a:r>
          </a:p>
        </p:txBody>
      </p:sp>
      <p:sp>
        <p:nvSpPr>
          <p:cNvPr id="601" name="tx601"/>
          <p:cNvSpPr/>
          <p:nvPr/>
        </p:nvSpPr>
        <p:spPr>
          <a:xfrm>
            <a:off x="3457681" y="2765105"/>
            <a:ext cx="27194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defg</a:t>
            </a:r>
          </a:p>
        </p:txBody>
      </p:sp>
      <p:sp>
        <p:nvSpPr>
          <p:cNvPr id="602" name="tx602"/>
          <p:cNvSpPr/>
          <p:nvPr/>
        </p:nvSpPr>
        <p:spPr>
          <a:xfrm>
            <a:off x="3457681" y="2765105"/>
            <a:ext cx="27194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defg</a:t>
            </a:r>
          </a:p>
        </p:txBody>
      </p:sp>
      <p:sp>
        <p:nvSpPr>
          <p:cNvPr id="603" name="tx603"/>
          <p:cNvSpPr/>
          <p:nvPr/>
        </p:nvSpPr>
        <p:spPr>
          <a:xfrm>
            <a:off x="3457681" y="2765105"/>
            <a:ext cx="27194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defg</a:t>
            </a:r>
          </a:p>
        </p:txBody>
      </p:sp>
      <p:sp>
        <p:nvSpPr>
          <p:cNvPr id="604" name="tx604"/>
          <p:cNvSpPr/>
          <p:nvPr/>
        </p:nvSpPr>
        <p:spPr>
          <a:xfrm>
            <a:off x="3457681" y="2765105"/>
            <a:ext cx="27194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defg</a:t>
            </a:r>
          </a:p>
        </p:txBody>
      </p:sp>
      <p:sp>
        <p:nvSpPr>
          <p:cNvPr id="605" name="tx605"/>
          <p:cNvSpPr/>
          <p:nvPr/>
        </p:nvSpPr>
        <p:spPr>
          <a:xfrm>
            <a:off x="3457681" y="2765105"/>
            <a:ext cx="27194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defg</a:t>
            </a:r>
          </a:p>
        </p:txBody>
      </p:sp>
      <p:sp>
        <p:nvSpPr>
          <p:cNvPr id="606" name="tx606"/>
          <p:cNvSpPr/>
          <p:nvPr/>
        </p:nvSpPr>
        <p:spPr>
          <a:xfrm>
            <a:off x="3457681" y="2765105"/>
            <a:ext cx="27194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defg</a:t>
            </a:r>
          </a:p>
        </p:txBody>
      </p:sp>
      <p:sp>
        <p:nvSpPr>
          <p:cNvPr id="607" name="tx607"/>
          <p:cNvSpPr/>
          <p:nvPr/>
        </p:nvSpPr>
        <p:spPr>
          <a:xfrm>
            <a:off x="3457681" y="2765105"/>
            <a:ext cx="27194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defg</a:t>
            </a:r>
          </a:p>
        </p:txBody>
      </p:sp>
      <p:sp>
        <p:nvSpPr>
          <p:cNvPr id="608" name="tx608"/>
          <p:cNvSpPr/>
          <p:nvPr/>
        </p:nvSpPr>
        <p:spPr>
          <a:xfrm>
            <a:off x="3457681" y="2765105"/>
            <a:ext cx="27194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defg</a:t>
            </a:r>
          </a:p>
        </p:txBody>
      </p:sp>
      <p:sp>
        <p:nvSpPr>
          <p:cNvPr id="609" name="tx609"/>
          <p:cNvSpPr/>
          <p:nvPr/>
        </p:nvSpPr>
        <p:spPr>
          <a:xfrm>
            <a:off x="3457681" y="2765105"/>
            <a:ext cx="27194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defg</a:t>
            </a:r>
          </a:p>
        </p:txBody>
      </p:sp>
      <p:sp>
        <p:nvSpPr>
          <p:cNvPr id="610" name="tx610"/>
          <p:cNvSpPr/>
          <p:nvPr/>
        </p:nvSpPr>
        <p:spPr>
          <a:xfrm>
            <a:off x="3457681" y="2765105"/>
            <a:ext cx="27194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defg</a:t>
            </a:r>
          </a:p>
        </p:txBody>
      </p:sp>
      <p:sp>
        <p:nvSpPr>
          <p:cNvPr id="611" name="tx611"/>
          <p:cNvSpPr/>
          <p:nvPr/>
        </p:nvSpPr>
        <p:spPr>
          <a:xfrm>
            <a:off x="3457681" y="2765105"/>
            <a:ext cx="27194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defg</a:t>
            </a:r>
          </a:p>
        </p:txBody>
      </p:sp>
      <p:sp>
        <p:nvSpPr>
          <p:cNvPr id="612" name="tx612"/>
          <p:cNvSpPr/>
          <p:nvPr/>
        </p:nvSpPr>
        <p:spPr>
          <a:xfrm>
            <a:off x="3457681" y="2765105"/>
            <a:ext cx="27194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defg</a:t>
            </a:r>
          </a:p>
        </p:txBody>
      </p:sp>
      <p:sp>
        <p:nvSpPr>
          <p:cNvPr id="613" name="tx613"/>
          <p:cNvSpPr/>
          <p:nvPr/>
        </p:nvSpPr>
        <p:spPr>
          <a:xfrm>
            <a:off x="3457681" y="2765105"/>
            <a:ext cx="27194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defg</a:t>
            </a:r>
          </a:p>
        </p:txBody>
      </p:sp>
      <p:sp>
        <p:nvSpPr>
          <p:cNvPr id="614" name="tx614"/>
          <p:cNvSpPr/>
          <p:nvPr/>
        </p:nvSpPr>
        <p:spPr>
          <a:xfrm>
            <a:off x="3457681" y="2765105"/>
            <a:ext cx="27194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defg</a:t>
            </a:r>
          </a:p>
        </p:txBody>
      </p:sp>
      <p:sp>
        <p:nvSpPr>
          <p:cNvPr id="615" name="tx615"/>
          <p:cNvSpPr/>
          <p:nvPr/>
        </p:nvSpPr>
        <p:spPr>
          <a:xfrm>
            <a:off x="3457681" y="2765105"/>
            <a:ext cx="27194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defg</a:t>
            </a:r>
          </a:p>
        </p:txBody>
      </p:sp>
      <p:sp>
        <p:nvSpPr>
          <p:cNvPr id="616" name="tx616"/>
          <p:cNvSpPr/>
          <p:nvPr/>
        </p:nvSpPr>
        <p:spPr>
          <a:xfrm>
            <a:off x="3457681" y="2765105"/>
            <a:ext cx="27194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defg</a:t>
            </a:r>
          </a:p>
        </p:txBody>
      </p:sp>
      <p:sp>
        <p:nvSpPr>
          <p:cNvPr id="617" name="tx617"/>
          <p:cNvSpPr/>
          <p:nvPr/>
        </p:nvSpPr>
        <p:spPr>
          <a:xfrm>
            <a:off x="3457681" y="2765105"/>
            <a:ext cx="27194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defg</a:t>
            </a:r>
          </a:p>
        </p:txBody>
      </p:sp>
      <p:sp>
        <p:nvSpPr>
          <p:cNvPr id="618" name="tx618"/>
          <p:cNvSpPr/>
          <p:nvPr/>
        </p:nvSpPr>
        <p:spPr>
          <a:xfrm>
            <a:off x="3457681" y="2765105"/>
            <a:ext cx="27194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defg</a:t>
            </a:r>
          </a:p>
        </p:txBody>
      </p:sp>
      <p:sp>
        <p:nvSpPr>
          <p:cNvPr id="619" name="tx619"/>
          <p:cNvSpPr/>
          <p:nvPr/>
        </p:nvSpPr>
        <p:spPr>
          <a:xfrm>
            <a:off x="3457681" y="2765105"/>
            <a:ext cx="27194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defg</a:t>
            </a:r>
          </a:p>
        </p:txBody>
      </p:sp>
      <p:sp>
        <p:nvSpPr>
          <p:cNvPr id="620" name="tx620"/>
          <p:cNvSpPr/>
          <p:nvPr/>
        </p:nvSpPr>
        <p:spPr>
          <a:xfrm>
            <a:off x="3457681" y="2765105"/>
            <a:ext cx="27194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defg</a:t>
            </a:r>
          </a:p>
        </p:txBody>
      </p:sp>
      <p:sp>
        <p:nvSpPr>
          <p:cNvPr id="621" name="tx621"/>
          <p:cNvSpPr/>
          <p:nvPr/>
        </p:nvSpPr>
        <p:spPr>
          <a:xfrm>
            <a:off x="3457681" y="2765105"/>
            <a:ext cx="27194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defg</a:t>
            </a:r>
          </a:p>
        </p:txBody>
      </p:sp>
      <p:sp>
        <p:nvSpPr>
          <p:cNvPr id="622" name="tx622"/>
          <p:cNvSpPr/>
          <p:nvPr/>
        </p:nvSpPr>
        <p:spPr>
          <a:xfrm>
            <a:off x="3457681" y="2765105"/>
            <a:ext cx="27194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defg</a:t>
            </a:r>
          </a:p>
        </p:txBody>
      </p:sp>
      <p:sp>
        <p:nvSpPr>
          <p:cNvPr id="623" name="tx623"/>
          <p:cNvSpPr/>
          <p:nvPr/>
        </p:nvSpPr>
        <p:spPr>
          <a:xfrm>
            <a:off x="3457681" y="2765105"/>
            <a:ext cx="27194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defg</a:t>
            </a:r>
          </a:p>
        </p:txBody>
      </p:sp>
      <p:sp>
        <p:nvSpPr>
          <p:cNvPr id="624" name="tx624"/>
          <p:cNvSpPr/>
          <p:nvPr/>
        </p:nvSpPr>
        <p:spPr>
          <a:xfrm>
            <a:off x="3457681" y="2765105"/>
            <a:ext cx="27194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defg</a:t>
            </a:r>
          </a:p>
        </p:txBody>
      </p:sp>
      <p:sp>
        <p:nvSpPr>
          <p:cNvPr id="625" name="tx625"/>
          <p:cNvSpPr/>
          <p:nvPr/>
        </p:nvSpPr>
        <p:spPr>
          <a:xfrm>
            <a:off x="3457681" y="2765105"/>
            <a:ext cx="27194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defg</a:t>
            </a:r>
          </a:p>
        </p:txBody>
      </p:sp>
      <p:sp>
        <p:nvSpPr>
          <p:cNvPr id="626" name="tx626"/>
          <p:cNvSpPr/>
          <p:nvPr/>
        </p:nvSpPr>
        <p:spPr>
          <a:xfrm>
            <a:off x="3457681" y="2765105"/>
            <a:ext cx="27194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defg</a:t>
            </a:r>
          </a:p>
        </p:txBody>
      </p:sp>
      <p:sp>
        <p:nvSpPr>
          <p:cNvPr id="628" name="pl628"/>
          <p:cNvSpPr/>
          <p:nvPr/>
        </p:nvSpPr>
        <p:spPr>
          <a:xfrm>
            <a:off x="4560994" y="3425617"/>
            <a:ext cx="0" cy="225081"/>
          </a:xfrm>
          <a:custGeom>
            <a:avLst/>
            <a:gdLst/>
            <a:ahLst/>
            <a:cxnLst/>
            <a:rect l="0" t="0" r="0" b="0"/>
            <a:pathLst>
              <a:path h="225081">
                <a:moveTo>
                  <a:pt x="0" y="225081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629" name="pl629"/>
          <p:cNvSpPr/>
          <p:nvPr/>
        </p:nvSpPr>
        <p:spPr>
          <a:xfrm>
            <a:off x="4560994" y="4025834"/>
            <a:ext cx="0" cy="300108"/>
          </a:xfrm>
          <a:custGeom>
            <a:avLst/>
            <a:gdLst/>
            <a:ahLst/>
            <a:cxnLst/>
            <a:rect l="0" t="0" r="0" b="0"/>
            <a:pathLst>
              <a:path h="300108">
                <a:moveTo>
                  <a:pt x="0" y="0"/>
                </a:moveTo>
                <a:lnTo>
                  <a:pt x="0" y="300108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630" name="pg630"/>
          <p:cNvSpPr/>
          <p:nvPr/>
        </p:nvSpPr>
        <p:spPr>
          <a:xfrm>
            <a:off x="4430150" y="3650698"/>
            <a:ext cx="261688" cy="375135"/>
          </a:xfrm>
          <a:custGeom>
            <a:avLst/>
            <a:gdLst/>
            <a:ahLst/>
            <a:cxnLst/>
            <a:rect l="0" t="0" r="0" b="0"/>
            <a:pathLst>
              <a:path w="261688" h="375135">
                <a:moveTo>
                  <a:pt x="0" y="0"/>
                </a:moveTo>
                <a:lnTo>
                  <a:pt x="0" y="375135"/>
                </a:lnTo>
                <a:lnTo>
                  <a:pt x="261688" y="375135"/>
                </a:lnTo>
                <a:lnTo>
                  <a:pt x="261688" y="0"/>
                </a:lnTo>
                <a:close/>
              </a:path>
            </a:pathLst>
          </a:custGeom>
          <a:solidFill>
            <a:srgbClr val="440154">
              <a:alpha val="100000"/>
            </a:srgbClr>
          </a:solidFill>
          <a:ln w="13550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631" name="pl631"/>
          <p:cNvSpPr/>
          <p:nvPr/>
        </p:nvSpPr>
        <p:spPr>
          <a:xfrm>
            <a:off x="4430150" y="3845769"/>
            <a:ext cx="261688" cy="0"/>
          </a:xfrm>
          <a:custGeom>
            <a:avLst/>
            <a:gdLst/>
            <a:ahLst/>
            <a:cxnLst/>
            <a:rect l="0" t="0" r="0" b="0"/>
            <a:pathLst>
              <a:path w="261688">
                <a:moveTo>
                  <a:pt x="0" y="0"/>
                </a:moveTo>
                <a:lnTo>
                  <a:pt x="261688" y="0"/>
                </a:lnTo>
              </a:path>
            </a:pathLst>
          </a:custGeom>
          <a:ln w="27101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632" name="pt632"/>
          <p:cNvSpPr/>
          <p:nvPr/>
        </p:nvSpPr>
        <p:spPr>
          <a:xfrm>
            <a:off x="4885086" y="2860595"/>
            <a:ext cx="49651" cy="49651"/>
          </a:xfrm>
          <a:prstGeom prst="ellipse">
            <a:avLst/>
          </a:prstGeom>
          <a:solidFill>
            <a:srgbClr val="333333">
              <a:alpha val="100000"/>
            </a:srgbClr>
          </a:solidFill>
          <a:ln w="9000" cap="rnd">
            <a:solidFill>
              <a:srgbClr val="333333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633" name="pl633"/>
          <p:cNvSpPr/>
          <p:nvPr/>
        </p:nvSpPr>
        <p:spPr>
          <a:xfrm>
            <a:off x="4909912" y="3065486"/>
            <a:ext cx="0" cy="517687"/>
          </a:xfrm>
          <a:custGeom>
            <a:avLst/>
            <a:gdLst/>
            <a:ahLst/>
            <a:cxnLst/>
            <a:rect l="0" t="0" r="0" b="0"/>
            <a:pathLst>
              <a:path h="517687">
                <a:moveTo>
                  <a:pt x="0" y="517687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634" name="pl634"/>
          <p:cNvSpPr/>
          <p:nvPr/>
        </p:nvSpPr>
        <p:spPr>
          <a:xfrm>
            <a:off x="4909912" y="3935802"/>
            <a:ext cx="0" cy="360130"/>
          </a:xfrm>
          <a:custGeom>
            <a:avLst/>
            <a:gdLst/>
            <a:ahLst/>
            <a:cxnLst/>
            <a:rect l="0" t="0" r="0" b="0"/>
            <a:pathLst>
              <a:path h="360130">
                <a:moveTo>
                  <a:pt x="0" y="0"/>
                </a:moveTo>
                <a:lnTo>
                  <a:pt x="0" y="360130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635" name="pg635"/>
          <p:cNvSpPr/>
          <p:nvPr/>
        </p:nvSpPr>
        <p:spPr>
          <a:xfrm>
            <a:off x="4779068" y="3583174"/>
            <a:ext cx="261688" cy="352627"/>
          </a:xfrm>
          <a:custGeom>
            <a:avLst/>
            <a:gdLst/>
            <a:ahLst/>
            <a:cxnLst/>
            <a:rect l="0" t="0" r="0" b="0"/>
            <a:pathLst>
              <a:path w="261688" h="352627">
                <a:moveTo>
                  <a:pt x="0" y="0"/>
                </a:moveTo>
                <a:lnTo>
                  <a:pt x="0" y="352627"/>
                </a:lnTo>
                <a:lnTo>
                  <a:pt x="261688" y="352627"/>
                </a:lnTo>
                <a:lnTo>
                  <a:pt x="261688" y="0"/>
                </a:lnTo>
                <a:close/>
              </a:path>
            </a:pathLst>
          </a:custGeom>
          <a:solidFill>
            <a:srgbClr val="46337E">
              <a:alpha val="100000"/>
            </a:srgbClr>
          </a:solidFill>
          <a:ln w="13550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636" name="pl636"/>
          <p:cNvSpPr/>
          <p:nvPr/>
        </p:nvSpPr>
        <p:spPr>
          <a:xfrm>
            <a:off x="4779068" y="3815758"/>
            <a:ext cx="261688" cy="0"/>
          </a:xfrm>
          <a:custGeom>
            <a:avLst/>
            <a:gdLst/>
            <a:ahLst/>
            <a:cxnLst/>
            <a:rect l="0" t="0" r="0" b="0"/>
            <a:pathLst>
              <a:path w="261688">
                <a:moveTo>
                  <a:pt x="0" y="0"/>
                </a:moveTo>
                <a:lnTo>
                  <a:pt x="261688" y="0"/>
                </a:lnTo>
              </a:path>
            </a:pathLst>
          </a:custGeom>
          <a:ln w="27101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637" name="pl637"/>
          <p:cNvSpPr/>
          <p:nvPr/>
        </p:nvSpPr>
        <p:spPr>
          <a:xfrm>
            <a:off x="5258830" y="3905791"/>
            <a:ext cx="0" cy="165059"/>
          </a:xfrm>
          <a:custGeom>
            <a:avLst/>
            <a:gdLst/>
            <a:ahLst/>
            <a:cxnLst/>
            <a:rect l="0" t="0" r="0" b="0"/>
            <a:pathLst>
              <a:path h="165059">
                <a:moveTo>
                  <a:pt x="0" y="165059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638" name="pl638"/>
          <p:cNvSpPr/>
          <p:nvPr/>
        </p:nvSpPr>
        <p:spPr>
          <a:xfrm>
            <a:off x="5258830" y="4340948"/>
            <a:ext cx="0" cy="255092"/>
          </a:xfrm>
          <a:custGeom>
            <a:avLst/>
            <a:gdLst/>
            <a:ahLst/>
            <a:cxnLst/>
            <a:rect l="0" t="0" r="0" b="0"/>
            <a:pathLst>
              <a:path h="255092">
                <a:moveTo>
                  <a:pt x="0" y="0"/>
                </a:moveTo>
                <a:lnTo>
                  <a:pt x="0" y="255092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639" name="pg639"/>
          <p:cNvSpPr/>
          <p:nvPr/>
        </p:nvSpPr>
        <p:spPr>
          <a:xfrm>
            <a:off x="5127986" y="4070851"/>
            <a:ext cx="261688" cy="270097"/>
          </a:xfrm>
          <a:custGeom>
            <a:avLst/>
            <a:gdLst/>
            <a:ahLst/>
            <a:cxnLst/>
            <a:rect l="0" t="0" r="0" b="0"/>
            <a:pathLst>
              <a:path w="261688" h="270097">
                <a:moveTo>
                  <a:pt x="0" y="0"/>
                </a:moveTo>
                <a:lnTo>
                  <a:pt x="0" y="270097"/>
                </a:lnTo>
                <a:lnTo>
                  <a:pt x="261688" y="270097"/>
                </a:lnTo>
                <a:lnTo>
                  <a:pt x="261688" y="0"/>
                </a:lnTo>
                <a:close/>
              </a:path>
            </a:pathLst>
          </a:custGeom>
          <a:solidFill>
            <a:srgbClr val="365C8D">
              <a:alpha val="100000"/>
            </a:srgbClr>
          </a:solidFill>
          <a:ln w="13550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640" name="pl640"/>
          <p:cNvSpPr/>
          <p:nvPr/>
        </p:nvSpPr>
        <p:spPr>
          <a:xfrm>
            <a:off x="5127986" y="4235910"/>
            <a:ext cx="261688" cy="0"/>
          </a:xfrm>
          <a:custGeom>
            <a:avLst/>
            <a:gdLst/>
            <a:ahLst/>
            <a:cxnLst/>
            <a:rect l="0" t="0" r="0" b="0"/>
            <a:pathLst>
              <a:path w="261688">
                <a:moveTo>
                  <a:pt x="0" y="0"/>
                </a:moveTo>
                <a:lnTo>
                  <a:pt x="261688" y="0"/>
                </a:lnTo>
              </a:path>
            </a:pathLst>
          </a:custGeom>
          <a:ln w="27101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641" name="pt641"/>
          <p:cNvSpPr/>
          <p:nvPr/>
        </p:nvSpPr>
        <p:spPr>
          <a:xfrm>
            <a:off x="5582922" y="3490823"/>
            <a:ext cx="49651" cy="49651"/>
          </a:xfrm>
          <a:prstGeom prst="ellipse">
            <a:avLst/>
          </a:prstGeom>
          <a:solidFill>
            <a:srgbClr val="333333">
              <a:alpha val="100000"/>
            </a:srgbClr>
          </a:solidFill>
          <a:ln w="9000" cap="rnd">
            <a:solidFill>
              <a:srgbClr val="333333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642" name="pl642"/>
          <p:cNvSpPr/>
          <p:nvPr/>
        </p:nvSpPr>
        <p:spPr>
          <a:xfrm>
            <a:off x="5607748" y="3815758"/>
            <a:ext cx="0" cy="240086"/>
          </a:xfrm>
          <a:custGeom>
            <a:avLst/>
            <a:gdLst/>
            <a:ahLst/>
            <a:cxnLst/>
            <a:rect l="0" t="0" r="0" b="0"/>
            <a:pathLst>
              <a:path h="240086">
                <a:moveTo>
                  <a:pt x="0" y="240086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643" name="pl643"/>
          <p:cNvSpPr/>
          <p:nvPr/>
        </p:nvSpPr>
        <p:spPr>
          <a:xfrm>
            <a:off x="5607748" y="4318440"/>
            <a:ext cx="0" cy="277600"/>
          </a:xfrm>
          <a:custGeom>
            <a:avLst/>
            <a:gdLst/>
            <a:ahLst/>
            <a:cxnLst/>
            <a:rect l="0" t="0" r="0" b="0"/>
            <a:pathLst>
              <a:path h="277600">
                <a:moveTo>
                  <a:pt x="0" y="0"/>
                </a:moveTo>
                <a:lnTo>
                  <a:pt x="0" y="277600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644" name="pg644"/>
          <p:cNvSpPr/>
          <p:nvPr/>
        </p:nvSpPr>
        <p:spPr>
          <a:xfrm>
            <a:off x="5476904" y="4055845"/>
            <a:ext cx="261688" cy="262595"/>
          </a:xfrm>
          <a:custGeom>
            <a:avLst/>
            <a:gdLst/>
            <a:ahLst/>
            <a:cxnLst/>
            <a:rect l="0" t="0" r="0" b="0"/>
            <a:pathLst>
              <a:path w="261688" h="262595">
                <a:moveTo>
                  <a:pt x="0" y="0"/>
                </a:moveTo>
                <a:lnTo>
                  <a:pt x="0" y="262595"/>
                </a:lnTo>
                <a:lnTo>
                  <a:pt x="261688" y="262595"/>
                </a:lnTo>
                <a:lnTo>
                  <a:pt x="261688" y="0"/>
                </a:lnTo>
                <a:close/>
              </a:path>
            </a:pathLst>
          </a:custGeom>
          <a:solidFill>
            <a:srgbClr val="277F8E">
              <a:alpha val="100000"/>
            </a:srgbClr>
          </a:solidFill>
          <a:ln w="13550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645" name="pl645"/>
          <p:cNvSpPr/>
          <p:nvPr/>
        </p:nvSpPr>
        <p:spPr>
          <a:xfrm>
            <a:off x="5476904" y="4175889"/>
            <a:ext cx="261688" cy="0"/>
          </a:xfrm>
          <a:custGeom>
            <a:avLst/>
            <a:gdLst/>
            <a:ahLst/>
            <a:cxnLst/>
            <a:rect l="0" t="0" r="0" b="0"/>
            <a:pathLst>
              <a:path w="261688">
                <a:moveTo>
                  <a:pt x="0" y="0"/>
                </a:moveTo>
                <a:lnTo>
                  <a:pt x="261688" y="0"/>
                </a:lnTo>
              </a:path>
            </a:pathLst>
          </a:custGeom>
          <a:ln w="27101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646" name="pl646"/>
          <p:cNvSpPr/>
          <p:nvPr/>
        </p:nvSpPr>
        <p:spPr>
          <a:xfrm>
            <a:off x="5956666" y="3485639"/>
            <a:ext cx="0" cy="270097"/>
          </a:xfrm>
          <a:custGeom>
            <a:avLst/>
            <a:gdLst/>
            <a:ahLst/>
            <a:cxnLst/>
            <a:rect l="0" t="0" r="0" b="0"/>
            <a:pathLst>
              <a:path h="270097">
                <a:moveTo>
                  <a:pt x="0" y="270097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647" name="pl647"/>
          <p:cNvSpPr/>
          <p:nvPr/>
        </p:nvSpPr>
        <p:spPr>
          <a:xfrm>
            <a:off x="5956666" y="4235910"/>
            <a:ext cx="0" cy="600217"/>
          </a:xfrm>
          <a:custGeom>
            <a:avLst/>
            <a:gdLst/>
            <a:ahLst/>
            <a:cxnLst/>
            <a:rect l="0" t="0" r="0" b="0"/>
            <a:pathLst>
              <a:path h="600217">
                <a:moveTo>
                  <a:pt x="0" y="0"/>
                </a:moveTo>
                <a:lnTo>
                  <a:pt x="0" y="600217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648" name="pg648"/>
          <p:cNvSpPr/>
          <p:nvPr/>
        </p:nvSpPr>
        <p:spPr>
          <a:xfrm>
            <a:off x="5825822" y="3755736"/>
            <a:ext cx="261688" cy="480173"/>
          </a:xfrm>
          <a:custGeom>
            <a:avLst/>
            <a:gdLst/>
            <a:ahLst/>
            <a:cxnLst/>
            <a:rect l="0" t="0" r="0" b="0"/>
            <a:pathLst>
              <a:path w="261688" h="480173">
                <a:moveTo>
                  <a:pt x="0" y="0"/>
                </a:moveTo>
                <a:lnTo>
                  <a:pt x="0" y="480173"/>
                </a:lnTo>
                <a:lnTo>
                  <a:pt x="261688" y="480173"/>
                </a:lnTo>
                <a:lnTo>
                  <a:pt x="261688" y="0"/>
                </a:lnTo>
                <a:close/>
              </a:path>
            </a:pathLst>
          </a:custGeom>
          <a:solidFill>
            <a:srgbClr val="1FA187">
              <a:alpha val="100000"/>
            </a:srgbClr>
          </a:solidFill>
          <a:ln w="13550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649" name="pl649"/>
          <p:cNvSpPr/>
          <p:nvPr/>
        </p:nvSpPr>
        <p:spPr>
          <a:xfrm>
            <a:off x="5825822" y="3965812"/>
            <a:ext cx="261688" cy="0"/>
          </a:xfrm>
          <a:custGeom>
            <a:avLst/>
            <a:gdLst/>
            <a:ahLst/>
            <a:cxnLst/>
            <a:rect l="0" t="0" r="0" b="0"/>
            <a:pathLst>
              <a:path w="261688">
                <a:moveTo>
                  <a:pt x="0" y="0"/>
                </a:moveTo>
                <a:lnTo>
                  <a:pt x="261688" y="0"/>
                </a:lnTo>
              </a:path>
            </a:pathLst>
          </a:custGeom>
          <a:ln w="27101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650" name="pt650"/>
          <p:cNvSpPr/>
          <p:nvPr/>
        </p:nvSpPr>
        <p:spPr>
          <a:xfrm>
            <a:off x="6280758" y="4781291"/>
            <a:ext cx="49651" cy="49651"/>
          </a:xfrm>
          <a:prstGeom prst="ellipse">
            <a:avLst/>
          </a:prstGeom>
          <a:solidFill>
            <a:srgbClr val="333333">
              <a:alpha val="100000"/>
            </a:srgbClr>
          </a:solidFill>
          <a:ln w="9000" cap="rnd">
            <a:solidFill>
              <a:srgbClr val="333333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651" name="pt651"/>
          <p:cNvSpPr/>
          <p:nvPr/>
        </p:nvSpPr>
        <p:spPr>
          <a:xfrm>
            <a:off x="6280758" y="4511193"/>
            <a:ext cx="49651" cy="49651"/>
          </a:xfrm>
          <a:prstGeom prst="ellipse">
            <a:avLst/>
          </a:prstGeom>
          <a:solidFill>
            <a:srgbClr val="333333">
              <a:alpha val="100000"/>
            </a:srgbClr>
          </a:solidFill>
          <a:ln w="9000" cap="rnd">
            <a:solidFill>
              <a:srgbClr val="333333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652" name="pt652"/>
          <p:cNvSpPr/>
          <p:nvPr/>
        </p:nvSpPr>
        <p:spPr>
          <a:xfrm>
            <a:off x="6280758" y="3490823"/>
            <a:ext cx="49651" cy="49651"/>
          </a:xfrm>
          <a:prstGeom prst="ellipse">
            <a:avLst/>
          </a:prstGeom>
          <a:solidFill>
            <a:srgbClr val="333333">
              <a:alpha val="100000"/>
            </a:srgbClr>
          </a:solidFill>
          <a:ln w="9000" cap="rnd">
            <a:solidFill>
              <a:srgbClr val="333333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653" name="pl653"/>
          <p:cNvSpPr/>
          <p:nvPr/>
        </p:nvSpPr>
        <p:spPr>
          <a:xfrm>
            <a:off x="6305584" y="3545660"/>
            <a:ext cx="0" cy="360130"/>
          </a:xfrm>
          <a:custGeom>
            <a:avLst/>
            <a:gdLst/>
            <a:ahLst/>
            <a:cxnLst/>
            <a:rect l="0" t="0" r="0" b="0"/>
            <a:pathLst>
              <a:path h="360130">
                <a:moveTo>
                  <a:pt x="0" y="360130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654" name="pl654"/>
          <p:cNvSpPr/>
          <p:nvPr/>
        </p:nvSpPr>
        <p:spPr>
          <a:xfrm>
            <a:off x="6305584" y="4145878"/>
            <a:ext cx="0" cy="300108"/>
          </a:xfrm>
          <a:custGeom>
            <a:avLst/>
            <a:gdLst/>
            <a:ahLst/>
            <a:cxnLst/>
            <a:rect l="0" t="0" r="0" b="0"/>
            <a:pathLst>
              <a:path h="300108">
                <a:moveTo>
                  <a:pt x="0" y="0"/>
                </a:moveTo>
                <a:lnTo>
                  <a:pt x="0" y="300108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655" name="pg655"/>
          <p:cNvSpPr/>
          <p:nvPr/>
        </p:nvSpPr>
        <p:spPr>
          <a:xfrm>
            <a:off x="6174740" y="3905791"/>
            <a:ext cx="261688" cy="240086"/>
          </a:xfrm>
          <a:custGeom>
            <a:avLst/>
            <a:gdLst/>
            <a:ahLst/>
            <a:cxnLst/>
            <a:rect l="0" t="0" r="0" b="0"/>
            <a:pathLst>
              <a:path w="261688" h="240086">
                <a:moveTo>
                  <a:pt x="0" y="0"/>
                </a:moveTo>
                <a:lnTo>
                  <a:pt x="0" y="240086"/>
                </a:lnTo>
                <a:lnTo>
                  <a:pt x="261688" y="240086"/>
                </a:lnTo>
                <a:lnTo>
                  <a:pt x="261688" y="0"/>
                </a:lnTo>
                <a:close/>
              </a:path>
            </a:pathLst>
          </a:custGeom>
          <a:solidFill>
            <a:srgbClr val="4AC16D">
              <a:alpha val="100000"/>
            </a:srgbClr>
          </a:solidFill>
          <a:ln w="13550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656" name="pl656"/>
          <p:cNvSpPr/>
          <p:nvPr/>
        </p:nvSpPr>
        <p:spPr>
          <a:xfrm>
            <a:off x="6174740" y="4025834"/>
            <a:ext cx="261688" cy="0"/>
          </a:xfrm>
          <a:custGeom>
            <a:avLst/>
            <a:gdLst/>
            <a:ahLst/>
            <a:cxnLst/>
            <a:rect l="0" t="0" r="0" b="0"/>
            <a:pathLst>
              <a:path w="261688">
                <a:moveTo>
                  <a:pt x="0" y="0"/>
                </a:moveTo>
                <a:lnTo>
                  <a:pt x="261688" y="0"/>
                </a:lnTo>
              </a:path>
            </a:pathLst>
          </a:custGeom>
          <a:ln w="27101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657" name="pt657"/>
          <p:cNvSpPr/>
          <p:nvPr/>
        </p:nvSpPr>
        <p:spPr>
          <a:xfrm>
            <a:off x="6629676" y="3970997"/>
            <a:ext cx="49651" cy="49651"/>
          </a:xfrm>
          <a:prstGeom prst="ellipse">
            <a:avLst/>
          </a:prstGeom>
          <a:solidFill>
            <a:srgbClr val="333333">
              <a:alpha val="100000"/>
            </a:srgbClr>
          </a:solidFill>
          <a:ln w="9000" cap="rnd">
            <a:solidFill>
              <a:srgbClr val="333333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658" name="pl658"/>
          <p:cNvSpPr/>
          <p:nvPr/>
        </p:nvSpPr>
        <p:spPr>
          <a:xfrm>
            <a:off x="6654502" y="4355954"/>
            <a:ext cx="0" cy="60021"/>
          </a:xfrm>
          <a:custGeom>
            <a:avLst/>
            <a:gdLst/>
            <a:ahLst/>
            <a:cxnLst/>
            <a:rect l="0" t="0" r="0" b="0"/>
            <a:pathLst>
              <a:path h="60021">
                <a:moveTo>
                  <a:pt x="0" y="60021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659" name="pl659"/>
          <p:cNvSpPr/>
          <p:nvPr/>
        </p:nvSpPr>
        <p:spPr>
          <a:xfrm>
            <a:off x="6654502" y="4678571"/>
            <a:ext cx="0" cy="37513"/>
          </a:xfrm>
          <a:custGeom>
            <a:avLst/>
            <a:gdLst/>
            <a:ahLst/>
            <a:cxnLst/>
            <a:rect l="0" t="0" r="0" b="0"/>
            <a:pathLst>
              <a:path h="37513">
                <a:moveTo>
                  <a:pt x="0" y="0"/>
                </a:moveTo>
                <a:lnTo>
                  <a:pt x="0" y="37513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660" name="pg660"/>
          <p:cNvSpPr/>
          <p:nvPr/>
        </p:nvSpPr>
        <p:spPr>
          <a:xfrm>
            <a:off x="6523658" y="4415976"/>
            <a:ext cx="261688" cy="262595"/>
          </a:xfrm>
          <a:custGeom>
            <a:avLst/>
            <a:gdLst/>
            <a:ahLst/>
            <a:cxnLst/>
            <a:rect l="0" t="0" r="0" b="0"/>
            <a:pathLst>
              <a:path w="261688" h="262595">
                <a:moveTo>
                  <a:pt x="0" y="0"/>
                </a:moveTo>
                <a:lnTo>
                  <a:pt x="0" y="262595"/>
                </a:lnTo>
                <a:lnTo>
                  <a:pt x="261688" y="262595"/>
                </a:lnTo>
                <a:lnTo>
                  <a:pt x="261688" y="0"/>
                </a:lnTo>
                <a:close/>
              </a:path>
            </a:pathLst>
          </a:custGeom>
          <a:solidFill>
            <a:srgbClr val="9FDA3A">
              <a:alpha val="100000"/>
            </a:srgbClr>
          </a:solidFill>
          <a:ln w="13550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661" name="pl661"/>
          <p:cNvSpPr/>
          <p:nvPr/>
        </p:nvSpPr>
        <p:spPr>
          <a:xfrm>
            <a:off x="6523658" y="4626052"/>
            <a:ext cx="261688" cy="0"/>
          </a:xfrm>
          <a:custGeom>
            <a:avLst/>
            <a:gdLst/>
            <a:ahLst/>
            <a:cxnLst/>
            <a:rect l="0" t="0" r="0" b="0"/>
            <a:pathLst>
              <a:path w="261688">
                <a:moveTo>
                  <a:pt x="0" y="0"/>
                </a:moveTo>
                <a:lnTo>
                  <a:pt x="261688" y="0"/>
                </a:lnTo>
              </a:path>
            </a:pathLst>
          </a:custGeom>
          <a:ln w="27101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662" name="pl662"/>
          <p:cNvSpPr/>
          <p:nvPr/>
        </p:nvSpPr>
        <p:spPr>
          <a:xfrm>
            <a:off x="7003420" y="4055845"/>
            <a:ext cx="0" cy="15005"/>
          </a:xfrm>
          <a:custGeom>
            <a:avLst/>
            <a:gdLst/>
            <a:ahLst/>
            <a:cxnLst/>
            <a:rect l="0" t="0" r="0" b="0"/>
            <a:pathLst>
              <a:path h="15005">
                <a:moveTo>
                  <a:pt x="0" y="15005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663" name="pl663"/>
          <p:cNvSpPr/>
          <p:nvPr/>
        </p:nvSpPr>
        <p:spPr>
          <a:xfrm>
            <a:off x="7003420" y="4250916"/>
            <a:ext cx="0" cy="165059"/>
          </a:xfrm>
          <a:custGeom>
            <a:avLst/>
            <a:gdLst/>
            <a:ahLst/>
            <a:cxnLst/>
            <a:rect l="0" t="0" r="0" b="0"/>
            <a:pathLst>
              <a:path h="165059">
                <a:moveTo>
                  <a:pt x="0" y="0"/>
                </a:moveTo>
                <a:lnTo>
                  <a:pt x="0" y="165059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664" name="pg664"/>
          <p:cNvSpPr/>
          <p:nvPr/>
        </p:nvSpPr>
        <p:spPr>
          <a:xfrm>
            <a:off x="6872576" y="4070851"/>
            <a:ext cx="261688" cy="180065"/>
          </a:xfrm>
          <a:custGeom>
            <a:avLst/>
            <a:gdLst/>
            <a:ahLst/>
            <a:cxnLst/>
            <a:rect l="0" t="0" r="0" b="0"/>
            <a:pathLst>
              <a:path w="261688" h="180065">
                <a:moveTo>
                  <a:pt x="0" y="0"/>
                </a:moveTo>
                <a:lnTo>
                  <a:pt x="0" y="180065"/>
                </a:lnTo>
                <a:lnTo>
                  <a:pt x="261688" y="180065"/>
                </a:lnTo>
                <a:lnTo>
                  <a:pt x="261688" y="0"/>
                </a:lnTo>
                <a:close/>
              </a:path>
            </a:pathLst>
          </a:custGeom>
          <a:solidFill>
            <a:srgbClr val="FDE725">
              <a:alpha val="100000"/>
            </a:srgbClr>
          </a:solidFill>
          <a:ln w="13550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665" name="pl665"/>
          <p:cNvSpPr/>
          <p:nvPr/>
        </p:nvSpPr>
        <p:spPr>
          <a:xfrm>
            <a:off x="6872576" y="4085856"/>
            <a:ext cx="261688" cy="0"/>
          </a:xfrm>
          <a:custGeom>
            <a:avLst/>
            <a:gdLst/>
            <a:ahLst/>
            <a:cxnLst/>
            <a:rect l="0" t="0" r="0" b="0"/>
            <a:pathLst>
              <a:path w="261688">
                <a:moveTo>
                  <a:pt x="0" y="0"/>
                </a:moveTo>
                <a:lnTo>
                  <a:pt x="261688" y="0"/>
                </a:lnTo>
              </a:path>
            </a:pathLst>
          </a:custGeom>
          <a:ln w="27101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666" name="tx666"/>
          <p:cNvSpPr/>
          <p:nvPr/>
        </p:nvSpPr>
        <p:spPr>
          <a:xfrm>
            <a:off x="4483270" y="3215268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gh</a:t>
            </a:r>
          </a:p>
        </p:txBody>
      </p:sp>
      <p:sp>
        <p:nvSpPr>
          <p:cNvPr id="667" name="tx667"/>
          <p:cNvSpPr/>
          <p:nvPr/>
        </p:nvSpPr>
        <p:spPr>
          <a:xfrm>
            <a:off x="4483270" y="3215268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gh</a:t>
            </a:r>
          </a:p>
        </p:txBody>
      </p:sp>
      <p:sp>
        <p:nvSpPr>
          <p:cNvPr id="668" name="tx668"/>
          <p:cNvSpPr/>
          <p:nvPr/>
        </p:nvSpPr>
        <p:spPr>
          <a:xfrm>
            <a:off x="4483270" y="3215268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gh</a:t>
            </a:r>
          </a:p>
        </p:txBody>
      </p:sp>
      <p:sp>
        <p:nvSpPr>
          <p:cNvPr id="669" name="tx669"/>
          <p:cNvSpPr/>
          <p:nvPr/>
        </p:nvSpPr>
        <p:spPr>
          <a:xfrm>
            <a:off x="4483270" y="3215268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gh</a:t>
            </a:r>
          </a:p>
        </p:txBody>
      </p:sp>
      <p:sp>
        <p:nvSpPr>
          <p:cNvPr id="670" name="tx670"/>
          <p:cNvSpPr/>
          <p:nvPr/>
        </p:nvSpPr>
        <p:spPr>
          <a:xfrm>
            <a:off x="4483270" y="3215268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gh</a:t>
            </a:r>
          </a:p>
        </p:txBody>
      </p:sp>
      <p:sp>
        <p:nvSpPr>
          <p:cNvPr id="671" name="tx671"/>
          <p:cNvSpPr/>
          <p:nvPr/>
        </p:nvSpPr>
        <p:spPr>
          <a:xfrm>
            <a:off x="4483270" y="3215268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gh</a:t>
            </a:r>
          </a:p>
        </p:txBody>
      </p:sp>
      <p:sp>
        <p:nvSpPr>
          <p:cNvPr id="672" name="tx672"/>
          <p:cNvSpPr/>
          <p:nvPr/>
        </p:nvSpPr>
        <p:spPr>
          <a:xfrm>
            <a:off x="4483270" y="3215268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gh</a:t>
            </a:r>
          </a:p>
        </p:txBody>
      </p:sp>
      <p:sp>
        <p:nvSpPr>
          <p:cNvPr id="673" name="tx673"/>
          <p:cNvSpPr/>
          <p:nvPr/>
        </p:nvSpPr>
        <p:spPr>
          <a:xfrm>
            <a:off x="4483270" y="3215268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gh</a:t>
            </a:r>
          </a:p>
        </p:txBody>
      </p:sp>
      <p:sp>
        <p:nvSpPr>
          <p:cNvPr id="674" name="tx674"/>
          <p:cNvSpPr/>
          <p:nvPr/>
        </p:nvSpPr>
        <p:spPr>
          <a:xfrm>
            <a:off x="4483270" y="3215268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gh</a:t>
            </a:r>
          </a:p>
        </p:txBody>
      </p:sp>
      <p:sp>
        <p:nvSpPr>
          <p:cNvPr id="675" name="tx675"/>
          <p:cNvSpPr/>
          <p:nvPr/>
        </p:nvSpPr>
        <p:spPr>
          <a:xfrm>
            <a:off x="4483270" y="3215268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gh</a:t>
            </a:r>
          </a:p>
        </p:txBody>
      </p:sp>
      <p:sp>
        <p:nvSpPr>
          <p:cNvPr id="676" name="tx676"/>
          <p:cNvSpPr/>
          <p:nvPr/>
        </p:nvSpPr>
        <p:spPr>
          <a:xfrm>
            <a:off x="4483270" y="3215268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gh</a:t>
            </a:r>
          </a:p>
        </p:txBody>
      </p:sp>
      <p:sp>
        <p:nvSpPr>
          <p:cNvPr id="677" name="tx677"/>
          <p:cNvSpPr/>
          <p:nvPr/>
        </p:nvSpPr>
        <p:spPr>
          <a:xfrm>
            <a:off x="4483270" y="3215268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gh</a:t>
            </a:r>
          </a:p>
        </p:txBody>
      </p:sp>
      <p:sp>
        <p:nvSpPr>
          <p:cNvPr id="678" name="tx678"/>
          <p:cNvSpPr/>
          <p:nvPr/>
        </p:nvSpPr>
        <p:spPr>
          <a:xfrm>
            <a:off x="4483270" y="3215268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gh</a:t>
            </a:r>
          </a:p>
        </p:txBody>
      </p:sp>
      <p:sp>
        <p:nvSpPr>
          <p:cNvPr id="679" name="tx679"/>
          <p:cNvSpPr/>
          <p:nvPr/>
        </p:nvSpPr>
        <p:spPr>
          <a:xfrm>
            <a:off x="4483270" y="3215268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gh</a:t>
            </a:r>
          </a:p>
        </p:txBody>
      </p:sp>
      <p:sp>
        <p:nvSpPr>
          <p:cNvPr id="680" name="tx680"/>
          <p:cNvSpPr/>
          <p:nvPr/>
        </p:nvSpPr>
        <p:spPr>
          <a:xfrm>
            <a:off x="4483270" y="3215268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gh</a:t>
            </a:r>
          </a:p>
        </p:txBody>
      </p:sp>
      <p:sp>
        <p:nvSpPr>
          <p:cNvPr id="681" name="tx681"/>
          <p:cNvSpPr/>
          <p:nvPr/>
        </p:nvSpPr>
        <p:spPr>
          <a:xfrm>
            <a:off x="4483270" y="3215268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gh</a:t>
            </a:r>
          </a:p>
        </p:txBody>
      </p:sp>
      <p:sp>
        <p:nvSpPr>
          <p:cNvPr id="682" name="tx682"/>
          <p:cNvSpPr/>
          <p:nvPr/>
        </p:nvSpPr>
        <p:spPr>
          <a:xfrm>
            <a:off x="4483270" y="3215268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gh</a:t>
            </a:r>
          </a:p>
        </p:txBody>
      </p:sp>
      <p:sp>
        <p:nvSpPr>
          <p:cNvPr id="683" name="tx683"/>
          <p:cNvSpPr/>
          <p:nvPr/>
        </p:nvSpPr>
        <p:spPr>
          <a:xfrm>
            <a:off x="4483270" y="3215268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gh</a:t>
            </a:r>
          </a:p>
        </p:txBody>
      </p:sp>
      <p:sp>
        <p:nvSpPr>
          <p:cNvPr id="684" name="tx684"/>
          <p:cNvSpPr/>
          <p:nvPr/>
        </p:nvSpPr>
        <p:spPr>
          <a:xfrm>
            <a:off x="4483270" y="3215268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gh</a:t>
            </a:r>
          </a:p>
        </p:txBody>
      </p:sp>
      <p:sp>
        <p:nvSpPr>
          <p:cNvPr id="685" name="tx685"/>
          <p:cNvSpPr/>
          <p:nvPr/>
        </p:nvSpPr>
        <p:spPr>
          <a:xfrm>
            <a:off x="4483270" y="3215268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gh</a:t>
            </a:r>
          </a:p>
        </p:txBody>
      </p:sp>
      <p:sp>
        <p:nvSpPr>
          <p:cNvPr id="686" name="tx686"/>
          <p:cNvSpPr/>
          <p:nvPr/>
        </p:nvSpPr>
        <p:spPr>
          <a:xfrm>
            <a:off x="4483270" y="3215268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gh</a:t>
            </a:r>
          </a:p>
        </p:txBody>
      </p:sp>
      <p:sp>
        <p:nvSpPr>
          <p:cNvPr id="687" name="tx687"/>
          <p:cNvSpPr/>
          <p:nvPr/>
        </p:nvSpPr>
        <p:spPr>
          <a:xfrm>
            <a:off x="4483270" y="3215268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gh</a:t>
            </a:r>
          </a:p>
        </p:txBody>
      </p:sp>
      <p:sp>
        <p:nvSpPr>
          <p:cNvPr id="688" name="tx688"/>
          <p:cNvSpPr/>
          <p:nvPr/>
        </p:nvSpPr>
        <p:spPr>
          <a:xfrm>
            <a:off x="4483270" y="3215268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gh</a:t>
            </a:r>
          </a:p>
        </p:txBody>
      </p:sp>
      <p:sp>
        <p:nvSpPr>
          <p:cNvPr id="689" name="tx689"/>
          <p:cNvSpPr/>
          <p:nvPr/>
        </p:nvSpPr>
        <p:spPr>
          <a:xfrm>
            <a:off x="4483270" y="3215268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gh</a:t>
            </a:r>
          </a:p>
        </p:txBody>
      </p:sp>
      <p:sp>
        <p:nvSpPr>
          <p:cNvPr id="690" name="tx690"/>
          <p:cNvSpPr/>
          <p:nvPr/>
        </p:nvSpPr>
        <p:spPr>
          <a:xfrm>
            <a:off x="4483270" y="3215268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gh</a:t>
            </a:r>
          </a:p>
        </p:txBody>
      </p:sp>
      <p:sp>
        <p:nvSpPr>
          <p:cNvPr id="691" name="tx691"/>
          <p:cNvSpPr/>
          <p:nvPr/>
        </p:nvSpPr>
        <p:spPr>
          <a:xfrm>
            <a:off x="4483270" y="3215268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gh</a:t>
            </a:r>
          </a:p>
        </p:txBody>
      </p:sp>
      <p:sp>
        <p:nvSpPr>
          <p:cNvPr id="692" name="tx692"/>
          <p:cNvSpPr/>
          <p:nvPr/>
        </p:nvSpPr>
        <p:spPr>
          <a:xfrm>
            <a:off x="4483270" y="3215268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gh</a:t>
            </a:r>
          </a:p>
        </p:txBody>
      </p:sp>
      <p:sp>
        <p:nvSpPr>
          <p:cNvPr id="693" name="tx693"/>
          <p:cNvSpPr/>
          <p:nvPr/>
        </p:nvSpPr>
        <p:spPr>
          <a:xfrm>
            <a:off x="4483270" y="3215268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gh</a:t>
            </a:r>
          </a:p>
        </p:txBody>
      </p:sp>
      <p:sp>
        <p:nvSpPr>
          <p:cNvPr id="694" name="tx694"/>
          <p:cNvSpPr/>
          <p:nvPr/>
        </p:nvSpPr>
        <p:spPr>
          <a:xfrm>
            <a:off x="4483270" y="3215268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gh</a:t>
            </a:r>
          </a:p>
        </p:txBody>
      </p:sp>
      <p:sp>
        <p:nvSpPr>
          <p:cNvPr id="695" name="tx695"/>
          <p:cNvSpPr/>
          <p:nvPr/>
        </p:nvSpPr>
        <p:spPr>
          <a:xfrm>
            <a:off x="4483270" y="3215268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gh</a:t>
            </a:r>
          </a:p>
        </p:txBody>
      </p:sp>
      <p:sp>
        <p:nvSpPr>
          <p:cNvPr id="696" name="tx696"/>
          <p:cNvSpPr/>
          <p:nvPr/>
        </p:nvSpPr>
        <p:spPr>
          <a:xfrm>
            <a:off x="4483270" y="3215268"/>
            <a:ext cx="15544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gh</a:t>
            </a:r>
          </a:p>
        </p:txBody>
      </p:sp>
      <p:sp>
        <p:nvSpPr>
          <p:cNvPr id="697" name="tx697"/>
          <p:cNvSpPr/>
          <p:nvPr/>
        </p:nvSpPr>
        <p:spPr>
          <a:xfrm>
            <a:off x="4851665" y="2675072"/>
            <a:ext cx="11649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fg</a:t>
            </a:r>
          </a:p>
        </p:txBody>
      </p:sp>
      <p:sp>
        <p:nvSpPr>
          <p:cNvPr id="698" name="tx698"/>
          <p:cNvSpPr/>
          <p:nvPr/>
        </p:nvSpPr>
        <p:spPr>
          <a:xfrm>
            <a:off x="4851665" y="2675072"/>
            <a:ext cx="11649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fg</a:t>
            </a:r>
          </a:p>
        </p:txBody>
      </p:sp>
      <p:sp>
        <p:nvSpPr>
          <p:cNvPr id="699" name="tx699"/>
          <p:cNvSpPr/>
          <p:nvPr/>
        </p:nvSpPr>
        <p:spPr>
          <a:xfrm>
            <a:off x="4851665" y="2675072"/>
            <a:ext cx="11649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fg</a:t>
            </a:r>
          </a:p>
        </p:txBody>
      </p:sp>
      <p:sp>
        <p:nvSpPr>
          <p:cNvPr id="700" name="tx700"/>
          <p:cNvSpPr/>
          <p:nvPr/>
        </p:nvSpPr>
        <p:spPr>
          <a:xfrm>
            <a:off x="4851665" y="2675072"/>
            <a:ext cx="11649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fg</a:t>
            </a:r>
          </a:p>
        </p:txBody>
      </p:sp>
      <p:sp>
        <p:nvSpPr>
          <p:cNvPr id="701" name="tx701"/>
          <p:cNvSpPr/>
          <p:nvPr/>
        </p:nvSpPr>
        <p:spPr>
          <a:xfrm>
            <a:off x="4851665" y="2675072"/>
            <a:ext cx="11649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fg</a:t>
            </a:r>
          </a:p>
        </p:txBody>
      </p:sp>
      <p:sp>
        <p:nvSpPr>
          <p:cNvPr id="702" name="tx702"/>
          <p:cNvSpPr/>
          <p:nvPr/>
        </p:nvSpPr>
        <p:spPr>
          <a:xfrm>
            <a:off x="4851665" y="2675072"/>
            <a:ext cx="11649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fg</a:t>
            </a:r>
          </a:p>
        </p:txBody>
      </p:sp>
      <p:sp>
        <p:nvSpPr>
          <p:cNvPr id="703" name="tx703"/>
          <p:cNvSpPr/>
          <p:nvPr/>
        </p:nvSpPr>
        <p:spPr>
          <a:xfrm>
            <a:off x="4851665" y="2675072"/>
            <a:ext cx="11649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fg</a:t>
            </a:r>
          </a:p>
        </p:txBody>
      </p:sp>
      <p:sp>
        <p:nvSpPr>
          <p:cNvPr id="704" name="tx704"/>
          <p:cNvSpPr/>
          <p:nvPr/>
        </p:nvSpPr>
        <p:spPr>
          <a:xfrm>
            <a:off x="4851665" y="2675072"/>
            <a:ext cx="11649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fg</a:t>
            </a:r>
          </a:p>
        </p:txBody>
      </p:sp>
      <p:sp>
        <p:nvSpPr>
          <p:cNvPr id="705" name="tx705"/>
          <p:cNvSpPr/>
          <p:nvPr/>
        </p:nvSpPr>
        <p:spPr>
          <a:xfrm>
            <a:off x="4851665" y="2675072"/>
            <a:ext cx="11649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fg</a:t>
            </a:r>
          </a:p>
        </p:txBody>
      </p:sp>
      <p:sp>
        <p:nvSpPr>
          <p:cNvPr id="706" name="tx706"/>
          <p:cNvSpPr/>
          <p:nvPr/>
        </p:nvSpPr>
        <p:spPr>
          <a:xfrm>
            <a:off x="4851665" y="2675072"/>
            <a:ext cx="11649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fg</a:t>
            </a:r>
          </a:p>
        </p:txBody>
      </p:sp>
      <p:sp>
        <p:nvSpPr>
          <p:cNvPr id="707" name="tx707"/>
          <p:cNvSpPr/>
          <p:nvPr/>
        </p:nvSpPr>
        <p:spPr>
          <a:xfrm>
            <a:off x="4851665" y="2675072"/>
            <a:ext cx="11649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fg</a:t>
            </a:r>
          </a:p>
        </p:txBody>
      </p:sp>
      <p:sp>
        <p:nvSpPr>
          <p:cNvPr id="708" name="tx708"/>
          <p:cNvSpPr/>
          <p:nvPr/>
        </p:nvSpPr>
        <p:spPr>
          <a:xfrm>
            <a:off x="4851665" y="2675072"/>
            <a:ext cx="11649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fg</a:t>
            </a:r>
          </a:p>
        </p:txBody>
      </p:sp>
      <p:sp>
        <p:nvSpPr>
          <p:cNvPr id="709" name="tx709"/>
          <p:cNvSpPr/>
          <p:nvPr/>
        </p:nvSpPr>
        <p:spPr>
          <a:xfrm>
            <a:off x="4851665" y="2675072"/>
            <a:ext cx="11649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fg</a:t>
            </a:r>
          </a:p>
        </p:txBody>
      </p:sp>
      <p:sp>
        <p:nvSpPr>
          <p:cNvPr id="710" name="tx710"/>
          <p:cNvSpPr/>
          <p:nvPr/>
        </p:nvSpPr>
        <p:spPr>
          <a:xfrm>
            <a:off x="4851665" y="2675072"/>
            <a:ext cx="11649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fg</a:t>
            </a:r>
          </a:p>
        </p:txBody>
      </p:sp>
      <p:sp>
        <p:nvSpPr>
          <p:cNvPr id="711" name="tx711"/>
          <p:cNvSpPr/>
          <p:nvPr/>
        </p:nvSpPr>
        <p:spPr>
          <a:xfrm>
            <a:off x="4851665" y="2675072"/>
            <a:ext cx="11649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fg</a:t>
            </a:r>
          </a:p>
        </p:txBody>
      </p:sp>
      <p:sp>
        <p:nvSpPr>
          <p:cNvPr id="712" name="tx712"/>
          <p:cNvSpPr/>
          <p:nvPr/>
        </p:nvSpPr>
        <p:spPr>
          <a:xfrm>
            <a:off x="4851665" y="2675072"/>
            <a:ext cx="11649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fg</a:t>
            </a:r>
          </a:p>
        </p:txBody>
      </p:sp>
      <p:sp>
        <p:nvSpPr>
          <p:cNvPr id="713" name="tx713"/>
          <p:cNvSpPr/>
          <p:nvPr/>
        </p:nvSpPr>
        <p:spPr>
          <a:xfrm>
            <a:off x="4851665" y="2675072"/>
            <a:ext cx="11649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fg</a:t>
            </a:r>
          </a:p>
        </p:txBody>
      </p:sp>
      <p:sp>
        <p:nvSpPr>
          <p:cNvPr id="714" name="tx714"/>
          <p:cNvSpPr/>
          <p:nvPr/>
        </p:nvSpPr>
        <p:spPr>
          <a:xfrm>
            <a:off x="4851665" y="2675072"/>
            <a:ext cx="11649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fg</a:t>
            </a:r>
          </a:p>
        </p:txBody>
      </p:sp>
      <p:sp>
        <p:nvSpPr>
          <p:cNvPr id="715" name="tx715"/>
          <p:cNvSpPr/>
          <p:nvPr/>
        </p:nvSpPr>
        <p:spPr>
          <a:xfrm>
            <a:off x="4851665" y="2675072"/>
            <a:ext cx="11649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fg</a:t>
            </a:r>
          </a:p>
        </p:txBody>
      </p:sp>
      <p:sp>
        <p:nvSpPr>
          <p:cNvPr id="716" name="tx716"/>
          <p:cNvSpPr/>
          <p:nvPr/>
        </p:nvSpPr>
        <p:spPr>
          <a:xfrm>
            <a:off x="4851665" y="2675072"/>
            <a:ext cx="11649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fg</a:t>
            </a:r>
          </a:p>
        </p:txBody>
      </p:sp>
      <p:sp>
        <p:nvSpPr>
          <p:cNvPr id="717" name="tx717"/>
          <p:cNvSpPr/>
          <p:nvPr/>
        </p:nvSpPr>
        <p:spPr>
          <a:xfrm>
            <a:off x="4851665" y="2675072"/>
            <a:ext cx="11649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fg</a:t>
            </a:r>
          </a:p>
        </p:txBody>
      </p:sp>
      <p:sp>
        <p:nvSpPr>
          <p:cNvPr id="718" name="tx718"/>
          <p:cNvSpPr/>
          <p:nvPr/>
        </p:nvSpPr>
        <p:spPr>
          <a:xfrm>
            <a:off x="4851665" y="2675072"/>
            <a:ext cx="11649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fg</a:t>
            </a:r>
          </a:p>
        </p:txBody>
      </p:sp>
      <p:sp>
        <p:nvSpPr>
          <p:cNvPr id="719" name="tx719"/>
          <p:cNvSpPr/>
          <p:nvPr/>
        </p:nvSpPr>
        <p:spPr>
          <a:xfrm>
            <a:off x="4851665" y="2675072"/>
            <a:ext cx="11649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fg</a:t>
            </a:r>
          </a:p>
        </p:txBody>
      </p:sp>
      <p:sp>
        <p:nvSpPr>
          <p:cNvPr id="720" name="tx720"/>
          <p:cNvSpPr/>
          <p:nvPr/>
        </p:nvSpPr>
        <p:spPr>
          <a:xfrm>
            <a:off x="4851665" y="2675072"/>
            <a:ext cx="11649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fg</a:t>
            </a:r>
          </a:p>
        </p:txBody>
      </p:sp>
      <p:sp>
        <p:nvSpPr>
          <p:cNvPr id="721" name="tx721"/>
          <p:cNvSpPr/>
          <p:nvPr/>
        </p:nvSpPr>
        <p:spPr>
          <a:xfrm>
            <a:off x="4851665" y="2675072"/>
            <a:ext cx="11649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fg</a:t>
            </a:r>
          </a:p>
        </p:txBody>
      </p:sp>
      <p:sp>
        <p:nvSpPr>
          <p:cNvPr id="722" name="tx722"/>
          <p:cNvSpPr/>
          <p:nvPr/>
        </p:nvSpPr>
        <p:spPr>
          <a:xfrm>
            <a:off x="4851665" y="2675072"/>
            <a:ext cx="11649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fg</a:t>
            </a:r>
          </a:p>
        </p:txBody>
      </p:sp>
      <p:sp>
        <p:nvSpPr>
          <p:cNvPr id="723" name="tx723"/>
          <p:cNvSpPr/>
          <p:nvPr/>
        </p:nvSpPr>
        <p:spPr>
          <a:xfrm>
            <a:off x="4851665" y="2675072"/>
            <a:ext cx="11649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fg</a:t>
            </a:r>
          </a:p>
        </p:txBody>
      </p:sp>
      <p:sp>
        <p:nvSpPr>
          <p:cNvPr id="724" name="tx724"/>
          <p:cNvSpPr/>
          <p:nvPr/>
        </p:nvSpPr>
        <p:spPr>
          <a:xfrm>
            <a:off x="4851665" y="2675072"/>
            <a:ext cx="11649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fg</a:t>
            </a:r>
          </a:p>
        </p:txBody>
      </p:sp>
      <p:sp>
        <p:nvSpPr>
          <p:cNvPr id="725" name="tx725"/>
          <p:cNvSpPr/>
          <p:nvPr/>
        </p:nvSpPr>
        <p:spPr>
          <a:xfrm>
            <a:off x="4851665" y="2675072"/>
            <a:ext cx="11649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fg</a:t>
            </a:r>
          </a:p>
        </p:txBody>
      </p:sp>
      <p:sp>
        <p:nvSpPr>
          <p:cNvPr id="726" name="tx726"/>
          <p:cNvSpPr/>
          <p:nvPr/>
        </p:nvSpPr>
        <p:spPr>
          <a:xfrm>
            <a:off x="4851665" y="2675072"/>
            <a:ext cx="11649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fg</a:t>
            </a:r>
          </a:p>
        </p:txBody>
      </p:sp>
      <p:sp>
        <p:nvSpPr>
          <p:cNvPr id="727" name="tx727"/>
          <p:cNvSpPr/>
          <p:nvPr/>
        </p:nvSpPr>
        <p:spPr>
          <a:xfrm>
            <a:off x="4851665" y="2675072"/>
            <a:ext cx="11649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fg</a:t>
            </a:r>
          </a:p>
        </p:txBody>
      </p:sp>
      <p:sp>
        <p:nvSpPr>
          <p:cNvPr id="728" name="tx728"/>
          <p:cNvSpPr/>
          <p:nvPr/>
        </p:nvSpPr>
        <p:spPr>
          <a:xfrm>
            <a:off x="4851665" y="2675072"/>
            <a:ext cx="11649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fg</a:t>
            </a:r>
          </a:p>
        </p:txBody>
      </p:sp>
      <p:sp>
        <p:nvSpPr>
          <p:cNvPr id="729" name="tx729"/>
          <p:cNvSpPr/>
          <p:nvPr/>
        </p:nvSpPr>
        <p:spPr>
          <a:xfrm>
            <a:off x="4851665" y="2675072"/>
            <a:ext cx="11649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fg</a:t>
            </a:r>
          </a:p>
        </p:txBody>
      </p:sp>
      <p:sp>
        <p:nvSpPr>
          <p:cNvPr id="730" name="tx730"/>
          <p:cNvSpPr/>
          <p:nvPr/>
        </p:nvSpPr>
        <p:spPr>
          <a:xfrm>
            <a:off x="4851665" y="2675072"/>
            <a:ext cx="11649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fg</a:t>
            </a:r>
          </a:p>
        </p:txBody>
      </p:sp>
      <p:sp>
        <p:nvSpPr>
          <p:cNvPr id="731" name="tx731"/>
          <p:cNvSpPr/>
          <p:nvPr/>
        </p:nvSpPr>
        <p:spPr>
          <a:xfrm>
            <a:off x="4851665" y="2675072"/>
            <a:ext cx="11649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fg</a:t>
            </a:r>
          </a:p>
        </p:txBody>
      </p:sp>
      <p:sp>
        <p:nvSpPr>
          <p:cNvPr id="732" name="tx732"/>
          <p:cNvSpPr/>
          <p:nvPr/>
        </p:nvSpPr>
        <p:spPr>
          <a:xfrm>
            <a:off x="4851665" y="2675072"/>
            <a:ext cx="11649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fg</a:t>
            </a:r>
          </a:p>
        </p:txBody>
      </p:sp>
      <p:sp>
        <p:nvSpPr>
          <p:cNvPr id="733" name="tx733"/>
          <p:cNvSpPr/>
          <p:nvPr/>
        </p:nvSpPr>
        <p:spPr>
          <a:xfrm>
            <a:off x="4851665" y="2675072"/>
            <a:ext cx="11649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fg</a:t>
            </a:r>
          </a:p>
        </p:txBody>
      </p:sp>
      <p:sp>
        <p:nvSpPr>
          <p:cNvPr id="734" name="tx734"/>
          <p:cNvSpPr/>
          <p:nvPr/>
        </p:nvSpPr>
        <p:spPr>
          <a:xfrm>
            <a:off x="4851665" y="2675072"/>
            <a:ext cx="11649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fg</a:t>
            </a:r>
          </a:p>
        </p:txBody>
      </p:sp>
      <p:sp>
        <p:nvSpPr>
          <p:cNvPr id="735" name="tx735"/>
          <p:cNvSpPr/>
          <p:nvPr/>
        </p:nvSpPr>
        <p:spPr>
          <a:xfrm>
            <a:off x="4851665" y="2675072"/>
            <a:ext cx="11649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fg</a:t>
            </a:r>
          </a:p>
        </p:txBody>
      </p:sp>
      <p:sp>
        <p:nvSpPr>
          <p:cNvPr id="736" name="tx736"/>
          <p:cNvSpPr/>
          <p:nvPr/>
        </p:nvSpPr>
        <p:spPr>
          <a:xfrm>
            <a:off x="4851665" y="2675072"/>
            <a:ext cx="11649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fg</a:t>
            </a:r>
          </a:p>
        </p:txBody>
      </p:sp>
      <p:sp>
        <p:nvSpPr>
          <p:cNvPr id="737" name="tx737"/>
          <p:cNvSpPr/>
          <p:nvPr/>
        </p:nvSpPr>
        <p:spPr>
          <a:xfrm>
            <a:off x="4851665" y="2675072"/>
            <a:ext cx="11649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fg</a:t>
            </a:r>
          </a:p>
        </p:txBody>
      </p:sp>
      <p:sp>
        <p:nvSpPr>
          <p:cNvPr id="738" name="tx738"/>
          <p:cNvSpPr/>
          <p:nvPr/>
        </p:nvSpPr>
        <p:spPr>
          <a:xfrm>
            <a:off x="4851665" y="2675072"/>
            <a:ext cx="11649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fg</a:t>
            </a:r>
          </a:p>
        </p:txBody>
      </p:sp>
      <p:sp>
        <p:nvSpPr>
          <p:cNvPr id="739" name="tx739"/>
          <p:cNvSpPr/>
          <p:nvPr/>
        </p:nvSpPr>
        <p:spPr>
          <a:xfrm>
            <a:off x="4851665" y="2675072"/>
            <a:ext cx="11649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fg</a:t>
            </a:r>
          </a:p>
        </p:txBody>
      </p:sp>
      <p:sp>
        <p:nvSpPr>
          <p:cNvPr id="740" name="tx740"/>
          <p:cNvSpPr/>
          <p:nvPr/>
        </p:nvSpPr>
        <p:spPr>
          <a:xfrm>
            <a:off x="4851665" y="2675072"/>
            <a:ext cx="11649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fg</a:t>
            </a:r>
          </a:p>
        </p:txBody>
      </p:sp>
      <p:sp>
        <p:nvSpPr>
          <p:cNvPr id="741" name="tx741"/>
          <p:cNvSpPr/>
          <p:nvPr/>
        </p:nvSpPr>
        <p:spPr>
          <a:xfrm>
            <a:off x="4851665" y="2675072"/>
            <a:ext cx="11649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fg</a:t>
            </a:r>
          </a:p>
        </p:txBody>
      </p:sp>
      <p:sp>
        <p:nvSpPr>
          <p:cNvPr id="742" name="tx742"/>
          <p:cNvSpPr/>
          <p:nvPr/>
        </p:nvSpPr>
        <p:spPr>
          <a:xfrm>
            <a:off x="4851665" y="2675072"/>
            <a:ext cx="11649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fg</a:t>
            </a:r>
          </a:p>
        </p:txBody>
      </p:sp>
      <p:sp>
        <p:nvSpPr>
          <p:cNvPr id="743" name="tx743"/>
          <p:cNvSpPr/>
          <p:nvPr/>
        </p:nvSpPr>
        <p:spPr>
          <a:xfrm>
            <a:off x="4851665" y="2675072"/>
            <a:ext cx="11649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fg</a:t>
            </a:r>
          </a:p>
        </p:txBody>
      </p:sp>
      <p:sp>
        <p:nvSpPr>
          <p:cNvPr id="744" name="tx744"/>
          <p:cNvSpPr/>
          <p:nvPr/>
        </p:nvSpPr>
        <p:spPr>
          <a:xfrm>
            <a:off x="4851665" y="2675072"/>
            <a:ext cx="11649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fg</a:t>
            </a:r>
          </a:p>
        </p:txBody>
      </p:sp>
      <p:sp>
        <p:nvSpPr>
          <p:cNvPr id="745" name="tx745"/>
          <p:cNvSpPr/>
          <p:nvPr/>
        </p:nvSpPr>
        <p:spPr>
          <a:xfrm>
            <a:off x="4851665" y="2675072"/>
            <a:ext cx="11649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fg</a:t>
            </a:r>
          </a:p>
        </p:txBody>
      </p:sp>
      <p:sp>
        <p:nvSpPr>
          <p:cNvPr id="746" name="tx746"/>
          <p:cNvSpPr/>
          <p:nvPr/>
        </p:nvSpPr>
        <p:spPr>
          <a:xfrm>
            <a:off x="4851665" y="2675072"/>
            <a:ext cx="11649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fg</a:t>
            </a:r>
          </a:p>
        </p:txBody>
      </p:sp>
      <p:sp>
        <p:nvSpPr>
          <p:cNvPr id="747" name="tx747"/>
          <p:cNvSpPr/>
          <p:nvPr/>
        </p:nvSpPr>
        <p:spPr>
          <a:xfrm>
            <a:off x="4851665" y="2675072"/>
            <a:ext cx="11649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fg</a:t>
            </a:r>
          </a:p>
        </p:txBody>
      </p:sp>
      <p:sp>
        <p:nvSpPr>
          <p:cNvPr id="748" name="tx748"/>
          <p:cNvSpPr/>
          <p:nvPr/>
        </p:nvSpPr>
        <p:spPr>
          <a:xfrm>
            <a:off x="4851665" y="2675072"/>
            <a:ext cx="11649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fg</a:t>
            </a:r>
          </a:p>
        </p:txBody>
      </p:sp>
      <p:sp>
        <p:nvSpPr>
          <p:cNvPr id="749" name="tx749"/>
          <p:cNvSpPr/>
          <p:nvPr/>
        </p:nvSpPr>
        <p:spPr>
          <a:xfrm>
            <a:off x="4851665" y="2675072"/>
            <a:ext cx="11649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fg</a:t>
            </a:r>
          </a:p>
        </p:txBody>
      </p:sp>
      <p:sp>
        <p:nvSpPr>
          <p:cNvPr id="750" name="tx750"/>
          <p:cNvSpPr/>
          <p:nvPr/>
        </p:nvSpPr>
        <p:spPr>
          <a:xfrm>
            <a:off x="4851665" y="2675072"/>
            <a:ext cx="11649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fg</a:t>
            </a:r>
          </a:p>
        </p:txBody>
      </p:sp>
      <p:sp>
        <p:nvSpPr>
          <p:cNvPr id="751" name="tx751"/>
          <p:cNvSpPr/>
          <p:nvPr/>
        </p:nvSpPr>
        <p:spPr>
          <a:xfrm>
            <a:off x="4851665" y="2675072"/>
            <a:ext cx="11649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fg</a:t>
            </a:r>
          </a:p>
        </p:txBody>
      </p:sp>
      <p:sp>
        <p:nvSpPr>
          <p:cNvPr id="752" name="tx752"/>
          <p:cNvSpPr/>
          <p:nvPr/>
        </p:nvSpPr>
        <p:spPr>
          <a:xfrm>
            <a:off x="4851665" y="2675072"/>
            <a:ext cx="11649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fg</a:t>
            </a:r>
          </a:p>
        </p:txBody>
      </p:sp>
      <p:sp>
        <p:nvSpPr>
          <p:cNvPr id="753" name="tx753"/>
          <p:cNvSpPr/>
          <p:nvPr/>
        </p:nvSpPr>
        <p:spPr>
          <a:xfrm>
            <a:off x="4851665" y="2675072"/>
            <a:ext cx="11649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fg</a:t>
            </a:r>
          </a:p>
        </p:txBody>
      </p:sp>
      <p:sp>
        <p:nvSpPr>
          <p:cNvPr id="754" name="tx754"/>
          <p:cNvSpPr/>
          <p:nvPr/>
        </p:nvSpPr>
        <p:spPr>
          <a:xfrm>
            <a:off x="4851665" y="2675072"/>
            <a:ext cx="11649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fg</a:t>
            </a:r>
          </a:p>
        </p:txBody>
      </p:sp>
      <p:sp>
        <p:nvSpPr>
          <p:cNvPr id="755" name="tx755"/>
          <p:cNvSpPr/>
          <p:nvPr/>
        </p:nvSpPr>
        <p:spPr>
          <a:xfrm>
            <a:off x="5243331" y="3695442"/>
            <a:ext cx="3099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i</a:t>
            </a:r>
          </a:p>
        </p:txBody>
      </p:sp>
      <p:sp>
        <p:nvSpPr>
          <p:cNvPr id="756" name="tx756"/>
          <p:cNvSpPr/>
          <p:nvPr/>
        </p:nvSpPr>
        <p:spPr>
          <a:xfrm>
            <a:off x="5243331" y="3695442"/>
            <a:ext cx="3099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i</a:t>
            </a:r>
          </a:p>
        </p:txBody>
      </p:sp>
      <p:sp>
        <p:nvSpPr>
          <p:cNvPr id="757" name="tx757"/>
          <p:cNvSpPr/>
          <p:nvPr/>
        </p:nvSpPr>
        <p:spPr>
          <a:xfrm>
            <a:off x="5243331" y="3695442"/>
            <a:ext cx="3099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i</a:t>
            </a:r>
          </a:p>
        </p:txBody>
      </p:sp>
      <p:sp>
        <p:nvSpPr>
          <p:cNvPr id="758" name="tx758"/>
          <p:cNvSpPr/>
          <p:nvPr/>
        </p:nvSpPr>
        <p:spPr>
          <a:xfrm>
            <a:off x="5243331" y="3695442"/>
            <a:ext cx="3099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i</a:t>
            </a:r>
          </a:p>
        </p:txBody>
      </p:sp>
      <p:sp>
        <p:nvSpPr>
          <p:cNvPr id="759" name="tx759"/>
          <p:cNvSpPr/>
          <p:nvPr/>
        </p:nvSpPr>
        <p:spPr>
          <a:xfrm>
            <a:off x="5243331" y="3695442"/>
            <a:ext cx="3099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i</a:t>
            </a:r>
          </a:p>
        </p:txBody>
      </p:sp>
      <p:sp>
        <p:nvSpPr>
          <p:cNvPr id="760" name="tx760"/>
          <p:cNvSpPr/>
          <p:nvPr/>
        </p:nvSpPr>
        <p:spPr>
          <a:xfrm>
            <a:off x="5243331" y="3695442"/>
            <a:ext cx="3099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i</a:t>
            </a:r>
          </a:p>
        </p:txBody>
      </p:sp>
      <p:sp>
        <p:nvSpPr>
          <p:cNvPr id="761" name="tx761"/>
          <p:cNvSpPr/>
          <p:nvPr/>
        </p:nvSpPr>
        <p:spPr>
          <a:xfrm>
            <a:off x="5243331" y="3695442"/>
            <a:ext cx="3099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i</a:t>
            </a:r>
          </a:p>
        </p:txBody>
      </p:sp>
      <p:sp>
        <p:nvSpPr>
          <p:cNvPr id="762" name="tx762"/>
          <p:cNvSpPr/>
          <p:nvPr/>
        </p:nvSpPr>
        <p:spPr>
          <a:xfrm>
            <a:off x="5243331" y="3695442"/>
            <a:ext cx="3099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i</a:t>
            </a:r>
          </a:p>
        </p:txBody>
      </p:sp>
      <p:sp>
        <p:nvSpPr>
          <p:cNvPr id="763" name="tx763"/>
          <p:cNvSpPr/>
          <p:nvPr/>
        </p:nvSpPr>
        <p:spPr>
          <a:xfrm>
            <a:off x="5243331" y="3695442"/>
            <a:ext cx="3099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i</a:t>
            </a:r>
          </a:p>
        </p:txBody>
      </p:sp>
      <p:sp>
        <p:nvSpPr>
          <p:cNvPr id="764" name="tx764"/>
          <p:cNvSpPr/>
          <p:nvPr/>
        </p:nvSpPr>
        <p:spPr>
          <a:xfrm>
            <a:off x="5243331" y="3695442"/>
            <a:ext cx="3099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i</a:t>
            </a:r>
          </a:p>
        </p:txBody>
      </p:sp>
      <p:sp>
        <p:nvSpPr>
          <p:cNvPr id="765" name="tx765"/>
          <p:cNvSpPr/>
          <p:nvPr/>
        </p:nvSpPr>
        <p:spPr>
          <a:xfrm>
            <a:off x="5243331" y="3695442"/>
            <a:ext cx="3099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i</a:t>
            </a:r>
          </a:p>
        </p:txBody>
      </p:sp>
      <p:sp>
        <p:nvSpPr>
          <p:cNvPr id="766" name="tx766"/>
          <p:cNvSpPr/>
          <p:nvPr/>
        </p:nvSpPr>
        <p:spPr>
          <a:xfrm>
            <a:off x="5243331" y="3695442"/>
            <a:ext cx="3099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i</a:t>
            </a:r>
          </a:p>
        </p:txBody>
      </p:sp>
      <p:sp>
        <p:nvSpPr>
          <p:cNvPr id="767" name="tx767"/>
          <p:cNvSpPr/>
          <p:nvPr/>
        </p:nvSpPr>
        <p:spPr>
          <a:xfrm>
            <a:off x="5243331" y="3695442"/>
            <a:ext cx="3099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i</a:t>
            </a:r>
          </a:p>
        </p:txBody>
      </p:sp>
      <p:sp>
        <p:nvSpPr>
          <p:cNvPr id="768" name="tx768"/>
          <p:cNvSpPr/>
          <p:nvPr/>
        </p:nvSpPr>
        <p:spPr>
          <a:xfrm>
            <a:off x="5243331" y="3695442"/>
            <a:ext cx="3099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i</a:t>
            </a:r>
          </a:p>
        </p:txBody>
      </p:sp>
      <p:sp>
        <p:nvSpPr>
          <p:cNvPr id="769" name="tx769"/>
          <p:cNvSpPr/>
          <p:nvPr/>
        </p:nvSpPr>
        <p:spPr>
          <a:xfrm>
            <a:off x="5243331" y="3695442"/>
            <a:ext cx="3099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i</a:t>
            </a:r>
          </a:p>
        </p:txBody>
      </p:sp>
      <p:sp>
        <p:nvSpPr>
          <p:cNvPr id="770" name="tx770"/>
          <p:cNvSpPr/>
          <p:nvPr/>
        </p:nvSpPr>
        <p:spPr>
          <a:xfrm>
            <a:off x="5243331" y="3695442"/>
            <a:ext cx="3099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i</a:t>
            </a:r>
          </a:p>
        </p:txBody>
      </p:sp>
      <p:sp>
        <p:nvSpPr>
          <p:cNvPr id="771" name="tx771"/>
          <p:cNvSpPr/>
          <p:nvPr/>
        </p:nvSpPr>
        <p:spPr>
          <a:xfrm>
            <a:off x="5243331" y="3695442"/>
            <a:ext cx="3099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i</a:t>
            </a:r>
          </a:p>
        </p:txBody>
      </p:sp>
      <p:sp>
        <p:nvSpPr>
          <p:cNvPr id="772" name="tx772"/>
          <p:cNvSpPr/>
          <p:nvPr/>
        </p:nvSpPr>
        <p:spPr>
          <a:xfrm>
            <a:off x="5243331" y="3695442"/>
            <a:ext cx="3099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i</a:t>
            </a:r>
          </a:p>
        </p:txBody>
      </p:sp>
      <p:sp>
        <p:nvSpPr>
          <p:cNvPr id="773" name="tx773"/>
          <p:cNvSpPr/>
          <p:nvPr/>
        </p:nvSpPr>
        <p:spPr>
          <a:xfrm>
            <a:off x="5243331" y="3695442"/>
            <a:ext cx="3099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i</a:t>
            </a:r>
          </a:p>
        </p:txBody>
      </p:sp>
      <p:sp>
        <p:nvSpPr>
          <p:cNvPr id="774" name="tx774"/>
          <p:cNvSpPr/>
          <p:nvPr/>
        </p:nvSpPr>
        <p:spPr>
          <a:xfrm>
            <a:off x="5243331" y="3695442"/>
            <a:ext cx="3099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i</a:t>
            </a:r>
          </a:p>
        </p:txBody>
      </p:sp>
      <p:sp>
        <p:nvSpPr>
          <p:cNvPr id="775" name="tx775"/>
          <p:cNvSpPr/>
          <p:nvPr/>
        </p:nvSpPr>
        <p:spPr>
          <a:xfrm>
            <a:off x="5243331" y="3695442"/>
            <a:ext cx="3099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i</a:t>
            </a:r>
          </a:p>
        </p:txBody>
      </p:sp>
      <p:sp>
        <p:nvSpPr>
          <p:cNvPr id="776" name="tx776"/>
          <p:cNvSpPr/>
          <p:nvPr/>
        </p:nvSpPr>
        <p:spPr>
          <a:xfrm>
            <a:off x="5243331" y="3695442"/>
            <a:ext cx="3099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i</a:t>
            </a:r>
          </a:p>
        </p:txBody>
      </p:sp>
      <p:sp>
        <p:nvSpPr>
          <p:cNvPr id="777" name="tx777"/>
          <p:cNvSpPr/>
          <p:nvPr/>
        </p:nvSpPr>
        <p:spPr>
          <a:xfrm>
            <a:off x="5243331" y="3695442"/>
            <a:ext cx="3099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i</a:t>
            </a:r>
          </a:p>
        </p:txBody>
      </p:sp>
      <p:sp>
        <p:nvSpPr>
          <p:cNvPr id="778" name="tx778"/>
          <p:cNvSpPr/>
          <p:nvPr/>
        </p:nvSpPr>
        <p:spPr>
          <a:xfrm>
            <a:off x="5243331" y="3695442"/>
            <a:ext cx="3099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i</a:t>
            </a:r>
          </a:p>
        </p:txBody>
      </p:sp>
      <p:sp>
        <p:nvSpPr>
          <p:cNvPr id="779" name="tx779"/>
          <p:cNvSpPr/>
          <p:nvPr/>
        </p:nvSpPr>
        <p:spPr>
          <a:xfrm>
            <a:off x="5243331" y="3695442"/>
            <a:ext cx="3099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i</a:t>
            </a:r>
          </a:p>
        </p:txBody>
      </p:sp>
      <p:sp>
        <p:nvSpPr>
          <p:cNvPr id="780" name="tx780"/>
          <p:cNvSpPr/>
          <p:nvPr/>
        </p:nvSpPr>
        <p:spPr>
          <a:xfrm>
            <a:off x="5243331" y="3695442"/>
            <a:ext cx="3099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i</a:t>
            </a:r>
          </a:p>
        </p:txBody>
      </p:sp>
      <p:sp>
        <p:nvSpPr>
          <p:cNvPr id="781" name="tx781"/>
          <p:cNvSpPr/>
          <p:nvPr/>
        </p:nvSpPr>
        <p:spPr>
          <a:xfrm>
            <a:off x="5243331" y="3695442"/>
            <a:ext cx="3099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i</a:t>
            </a:r>
          </a:p>
        </p:txBody>
      </p:sp>
      <p:sp>
        <p:nvSpPr>
          <p:cNvPr id="782" name="tx782"/>
          <p:cNvSpPr/>
          <p:nvPr/>
        </p:nvSpPr>
        <p:spPr>
          <a:xfrm>
            <a:off x="5243331" y="3695442"/>
            <a:ext cx="3099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i</a:t>
            </a:r>
          </a:p>
        </p:txBody>
      </p:sp>
      <p:sp>
        <p:nvSpPr>
          <p:cNvPr id="783" name="tx783"/>
          <p:cNvSpPr/>
          <p:nvPr/>
        </p:nvSpPr>
        <p:spPr>
          <a:xfrm>
            <a:off x="5243331" y="3695442"/>
            <a:ext cx="3099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i</a:t>
            </a:r>
          </a:p>
        </p:txBody>
      </p:sp>
      <p:sp>
        <p:nvSpPr>
          <p:cNvPr id="784" name="tx784"/>
          <p:cNvSpPr/>
          <p:nvPr/>
        </p:nvSpPr>
        <p:spPr>
          <a:xfrm>
            <a:off x="5243331" y="3695442"/>
            <a:ext cx="3099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i</a:t>
            </a:r>
          </a:p>
        </p:txBody>
      </p:sp>
      <p:sp>
        <p:nvSpPr>
          <p:cNvPr id="785" name="tx785"/>
          <p:cNvSpPr/>
          <p:nvPr/>
        </p:nvSpPr>
        <p:spPr>
          <a:xfrm>
            <a:off x="5243331" y="3695442"/>
            <a:ext cx="3099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i</a:t>
            </a:r>
          </a:p>
        </p:txBody>
      </p:sp>
      <p:sp>
        <p:nvSpPr>
          <p:cNvPr id="786" name="tx786"/>
          <p:cNvSpPr/>
          <p:nvPr/>
        </p:nvSpPr>
        <p:spPr>
          <a:xfrm>
            <a:off x="5553387" y="3305300"/>
            <a:ext cx="10872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hi</a:t>
            </a:r>
          </a:p>
        </p:txBody>
      </p:sp>
      <p:sp>
        <p:nvSpPr>
          <p:cNvPr id="787" name="tx787"/>
          <p:cNvSpPr/>
          <p:nvPr/>
        </p:nvSpPr>
        <p:spPr>
          <a:xfrm>
            <a:off x="5553387" y="3305300"/>
            <a:ext cx="10872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hi</a:t>
            </a:r>
          </a:p>
        </p:txBody>
      </p:sp>
      <p:sp>
        <p:nvSpPr>
          <p:cNvPr id="788" name="tx788"/>
          <p:cNvSpPr/>
          <p:nvPr/>
        </p:nvSpPr>
        <p:spPr>
          <a:xfrm>
            <a:off x="5553387" y="3305300"/>
            <a:ext cx="10872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hi</a:t>
            </a:r>
          </a:p>
        </p:txBody>
      </p:sp>
      <p:sp>
        <p:nvSpPr>
          <p:cNvPr id="789" name="tx789"/>
          <p:cNvSpPr/>
          <p:nvPr/>
        </p:nvSpPr>
        <p:spPr>
          <a:xfrm>
            <a:off x="5553387" y="3305300"/>
            <a:ext cx="10872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hi</a:t>
            </a:r>
          </a:p>
        </p:txBody>
      </p:sp>
      <p:sp>
        <p:nvSpPr>
          <p:cNvPr id="790" name="tx790"/>
          <p:cNvSpPr/>
          <p:nvPr/>
        </p:nvSpPr>
        <p:spPr>
          <a:xfrm>
            <a:off x="5553387" y="3305300"/>
            <a:ext cx="10872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hi</a:t>
            </a:r>
          </a:p>
        </p:txBody>
      </p:sp>
      <p:sp>
        <p:nvSpPr>
          <p:cNvPr id="791" name="tx791"/>
          <p:cNvSpPr/>
          <p:nvPr/>
        </p:nvSpPr>
        <p:spPr>
          <a:xfrm>
            <a:off x="5553387" y="3305300"/>
            <a:ext cx="10872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hi</a:t>
            </a:r>
          </a:p>
        </p:txBody>
      </p:sp>
      <p:sp>
        <p:nvSpPr>
          <p:cNvPr id="792" name="tx792"/>
          <p:cNvSpPr/>
          <p:nvPr/>
        </p:nvSpPr>
        <p:spPr>
          <a:xfrm>
            <a:off x="5553387" y="3305300"/>
            <a:ext cx="10872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hi</a:t>
            </a:r>
          </a:p>
        </p:txBody>
      </p:sp>
      <p:sp>
        <p:nvSpPr>
          <p:cNvPr id="793" name="tx793"/>
          <p:cNvSpPr/>
          <p:nvPr/>
        </p:nvSpPr>
        <p:spPr>
          <a:xfrm>
            <a:off x="5553387" y="3305300"/>
            <a:ext cx="10872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hi</a:t>
            </a:r>
          </a:p>
        </p:txBody>
      </p:sp>
      <p:sp>
        <p:nvSpPr>
          <p:cNvPr id="794" name="tx794"/>
          <p:cNvSpPr/>
          <p:nvPr/>
        </p:nvSpPr>
        <p:spPr>
          <a:xfrm>
            <a:off x="5553387" y="3305300"/>
            <a:ext cx="10872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hi</a:t>
            </a:r>
          </a:p>
        </p:txBody>
      </p:sp>
      <p:sp>
        <p:nvSpPr>
          <p:cNvPr id="795" name="tx795"/>
          <p:cNvSpPr/>
          <p:nvPr/>
        </p:nvSpPr>
        <p:spPr>
          <a:xfrm>
            <a:off x="5553387" y="3305300"/>
            <a:ext cx="10872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hi</a:t>
            </a:r>
          </a:p>
        </p:txBody>
      </p:sp>
      <p:sp>
        <p:nvSpPr>
          <p:cNvPr id="796" name="tx796"/>
          <p:cNvSpPr/>
          <p:nvPr/>
        </p:nvSpPr>
        <p:spPr>
          <a:xfrm>
            <a:off x="5553387" y="3305300"/>
            <a:ext cx="10872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hi</a:t>
            </a:r>
          </a:p>
        </p:txBody>
      </p:sp>
      <p:sp>
        <p:nvSpPr>
          <p:cNvPr id="797" name="tx797"/>
          <p:cNvSpPr/>
          <p:nvPr/>
        </p:nvSpPr>
        <p:spPr>
          <a:xfrm>
            <a:off x="5553387" y="3305300"/>
            <a:ext cx="10872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hi</a:t>
            </a:r>
          </a:p>
        </p:txBody>
      </p:sp>
      <p:sp>
        <p:nvSpPr>
          <p:cNvPr id="798" name="tx798"/>
          <p:cNvSpPr/>
          <p:nvPr/>
        </p:nvSpPr>
        <p:spPr>
          <a:xfrm>
            <a:off x="5553387" y="3305300"/>
            <a:ext cx="10872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hi</a:t>
            </a:r>
          </a:p>
        </p:txBody>
      </p:sp>
      <p:sp>
        <p:nvSpPr>
          <p:cNvPr id="799" name="tx799"/>
          <p:cNvSpPr/>
          <p:nvPr/>
        </p:nvSpPr>
        <p:spPr>
          <a:xfrm>
            <a:off x="5553387" y="3305300"/>
            <a:ext cx="10872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hi</a:t>
            </a:r>
          </a:p>
        </p:txBody>
      </p:sp>
      <p:sp>
        <p:nvSpPr>
          <p:cNvPr id="800" name="tx800"/>
          <p:cNvSpPr/>
          <p:nvPr/>
        </p:nvSpPr>
        <p:spPr>
          <a:xfrm>
            <a:off x="5553387" y="3305300"/>
            <a:ext cx="10872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hi</a:t>
            </a:r>
          </a:p>
        </p:txBody>
      </p:sp>
      <p:sp>
        <p:nvSpPr>
          <p:cNvPr id="801" name="tx801"/>
          <p:cNvSpPr/>
          <p:nvPr/>
        </p:nvSpPr>
        <p:spPr>
          <a:xfrm>
            <a:off x="5553387" y="3305300"/>
            <a:ext cx="10872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hi</a:t>
            </a:r>
          </a:p>
        </p:txBody>
      </p:sp>
      <p:sp>
        <p:nvSpPr>
          <p:cNvPr id="802" name="tx802"/>
          <p:cNvSpPr/>
          <p:nvPr/>
        </p:nvSpPr>
        <p:spPr>
          <a:xfrm>
            <a:off x="5553387" y="3305300"/>
            <a:ext cx="10872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hi</a:t>
            </a:r>
          </a:p>
        </p:txBody>
      </p:sp>
      <p:sp>
        <p:nvSpPr>
          <p:cNvPr id="803" name="tx803"/>
          <p:cNvSpPr/>
          <p:nvPr/>
        </p:nvSpPr>
        <p:spPr>
          <a:xfrm>
            <a:off x="5553387" y="3305300"/>
            <a:ext cx="10872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hi</a:t>
            </a:r>
          </a:p>
        </p:txBody>
      </p:sp>
      <p:sp>
        <p:nvSpPr>
          <p:cNvPr id="804" name="tx804"/>
          <p:cNvSpPr/>
          <p:nvPr/>
        </p:nvSpPr>
        <p:spPr>
          <a:xfrm>
            <a:off x="5553387" y="3305300"/>
            <a:ext cx="10872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hi</a:t>
            </a:r>
          </a:p>
        </p:txBody>
      </p:sp>
      <p:sp>
        <p:nvSpPr>
          <p:cNvPr id="805" name="tx805"/>
          <p:cNvSpPr/>
          <p:nvPr/>
        </p:nvSpPr>
        <p:spPr>
          <a:xfrm>
            <a:off x="5553387" y="3305300"/>
            <a:ext cx="10872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hi</a:t>
            </a:r>
          </a:p>
        </p:txBody>
      </p:sp>
      <p:sp>
        <p:nvSpPr>
          <p:cNvPr id="806" name="tx806"/>
          <p:cNvSpPr/>
          <p:nvPr/>
        </p:nvSpPr>
        <p:spPr>
          <a:xfrm>
            <a:off x="5553387" y="3305300"/>
            <a:ext cx="10872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hi</a:t>
            </a:r>
          </a:p>
        </p:txBody>
      </p:sp>
      <p:sp>
        <p:nvSpPr>
          <p:cNvPr id="807" name="tx807"/>
          <p:cNvSpPr/>
          <p:nvPr/>
        </p:nvSpPr>
        <p:spPr>
          <a:xfrm>
            <a:off x="5553387" y="3305300"/>
            <a:ext cx="10872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hi</a:t>
            </a:r>
          </a:p>
        </p:txBody>
      </p:sp>
      <p:sp>
        <p:nvSpPr>
          <p:cNvPr id="808" name="tx808"/>
          <p:cNvSpPr/>
          <p:nvPr/>
        </p:nvSpPr>
        <p:spPr>
          <a:xfrm>
            <a:off x="5902305" y="3275289"/>
            <a:ext cx="10872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hi</a:t>
            </a:r>
          </a:p>
        </p:txBody>
      </p:sp>
      <p:sp>
        <p:nvSpPr>
          <p:cNvPr id="809" name="tx809"/>
          <p:cNvSpPr/>
          <p:nvPr/>
        </p:nvSpPr>
        <p:spPr>
          <a:xfrm>
            <a:off x="5902305" y="3275289"/>
            <a:ext cx="10872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hi</a:t>
            </a:r>
          </a:p>
        </p:txBody>
      </p:sp>
      <p:sp>
        <p:nvSpPr>
          <p:cNvPr id="810" name="tx810"/>
          <p:cNvSpPr/>
          <p:nvPr/>
        </p:nvSpPr>
        <p:spPr>
          <a:xfrm>
            <a:off x="5902305" y="3275289"/>
            <a:ext cx="10872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hi</a:t>
            </a:r>
          </a:p>
        </p:txBody>
      </p:sp>
      <p:sp>
        <p:nvSpPr>
          <p:cNvPr id="811" name="tx811"/>
          <p:cNvSpPr/>
          <p:nvPr/>
        </p:nvSpPr>
        <p:spPr>
          <a:xfrm>
            <a:off x="5902305" y="3275289"/>
            <a:ext cx="10872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hi</a:t>
            </a:r>
          </a:p>
        </p:txBody>
      </p:sp>
      <p:sp>
        <p:nvSpPr>
          <p:cNvPr id="812" name="tx812"/>
          <p:cNvSpPr/>
          <p:nvPr/>
        </p:nvSpPr>
        <p:spPr>
          <a:xfrm>
            <a:off x="5902305" y="3275289"/>
            <a:ext cx="10872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hi</a:t>
            </a:r>
          </a:p>
        </p:txBody>
      </p:sp>
      <p:sp>
        <p:nvSpPr>
          <p:cNvPr id="813" name="tx813"/>
          <p:cNvSpPr/>
          <p:nvPr/>
        </p:nvSpPr>
        <p:spPr>
          <a:xfrm>
            <a:off x="5902305" y="3275289"/>
            <a:ext cx="10872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hi</a:t>
            </a:r>
          </a:p>
        </p:txBody>
      </p:sp>
      <p:sp>
        <p:nvSpPr>
          <p:cNvPr id="814" name="tx814"/>
          <p:cNvSpPr/>
          <p:nvPr/>
        </p:nvSpPr>
        <p:spPr>
          <a:xfrm>
            <a:off x="5902305" y="3275289"/>
            <a:ext cx="10872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hi</a:t>
            </a:r>
          </a:p>
        </p:txBody>
      </p:sp>
      <p:sp>
        <p:nvSpPr>
          <p:cNvPr id="815" name="tx815"/>
          <p:cNvSpPr/>
          <p:nvPr/>
        </p:nvSpPr>
        <p:spPr>
          <a:xfrm>
            <a:off x="5902305" y="3275289"/>
            <a:ext cx="10872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hi</a:t>
            </a:r>
          </a:p>
        </p:txBody>
      </p:sp>
      <p:sp>
        <p:nvSpPr>
          <p:cNvPr id="816" name="tx816"/>
          <p:cNvSpPr/>
          <p:nvPr/>
        </p:nvSpPr>
        <p:spPr>
          <a:xfrm>
            <a:off x="5902305" y="3275289"/>
            <a:ext cx="10872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hi</a:t>
            </a:r>
          </a:p>
        </p:txBody>
      </p:sp>
      <p:sp>
        <p:nvSpPr>
          <p:cNvPr id="817" name="tx817"/>
          <p:cNvSpPr/>
          <p:nvPr/>
        </p:nvSpPr>
        <p:spPr>
          <a:xfrm>
            <a:off x="5902305" y="3275289"/>
            <a:ext cx="10872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hi</a:t>
            </a:r>
          </a:p>
        </p:txBody>
      </p:sp>
      <p:sp>
        <p:nvSpPr>
          <p:cNvPr id="818" name="tx818"/>
          <p:cNvSpPr/>
          <p:nvPr/>
        </p:nvSpPr>
        <p:spPr>
          <a:xfrm>
            <a:off x="5902305" y="3275289"/>
            <a:ext cx="10872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hi</a:t>
            </a:r>
          </a:p>
        </p:txBody>
      </p:sp>
      <p:sp>
        <p:nvSpPr>
          <p:cNvPr id="819" name="tx819"/>
          <p:cNvSpPr/>
          <p:nvPr/>
        </p:nvSpPr>
        <p:spPr>
          <a:xfrm>
            <a:off x="5902305" y="3275289"/>
            <a:ext cx="10872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hi</a:t>
            </a:r>
          </a:p>
        </p:txBody>
      </p:sp>
      <p:sp>
        <p:nvSpPr>
          <p:cNvPr id="820" name="tx820"/>
          <p:cNvSpPr/>
          <p:nvPr/>
        </p:nvSpPr>
        <p:spPr>
          <a:xfrm>
            <a:off x="5902305" y="3275289"/>
            <a:ext cx="10872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hi</a:t>
            </a:r>
          </a:p>
        </p:txBody>
      </p:sp>
      <p:sp>
        <p:nvSpPr>
          <p:cNvPr id="821" name="tx821"/>
          <p:cNvSpPr/>
          <p:nvPr/>
        </p:nvSpPr>
        <p:spPr>
          <a:xfrm>
            <a:off x="5902305" y="3275289"/>
            <a:ext cx="10872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hi</a:t>
            </a:r>
          </a:p>
        </p:txBody>
      </p:sp>
      <p:sp>
        <p:nvSpPr>
          <p:cNvPr id="822" name="tx822"/>
          <p:cNvSpPr/>
          <p:nvPr/>
        </p:nvSpPr>
        <p:spPr>
          <a:xfrm>
            <a:off x="5902305" y="3275289"/>
            <a:ext cx="10872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hi</a:t>
            </a:r>
          </a:p>
        </p:txBody>
      </p:sp>
      <p:sp>
        <p:nvSpPr>
          <p:cNvPr id="823" name="tx823"/>
          <p:cNvSpPr/>
          <p:nvPr/>
        </p:nvSpPr>
        <p:spPr>
          <a:xfrm>
            <a:off x="5902305" y="3275289"/>
            <a:ext cx="10872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hi</a:t>
            </a:r>
          </a:p>
        </p:txBody>
      </p:sp>
      <p:sp>
        <p:nvSpPr>
          <p:cNvPr id="824" name="tx824"/>
          <p:cNvSpPr/>
          <p:nvPr/>
        </p:nvSpPr>
        <p:spPr>
          <a:xfrm>
            <a:off x="5902305" y="3275289"/>
            <a:ext cx="10872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hi</a:t>
            </a:r>
          </a:p>
        </p:txBody>
      </p:sp>
      <p:sp>
        <p:nvSpPr>
          <p:cNvPr id="825" name="tx825"/>
          <p:cNvSpPr/>
          <p:nvPr/>
        </p:nvSpPr>
        <p:spPr>
          <a:xfrm>
            <a:off x="5902305" y="3275289"/>
            <a:ext cx="10872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hi</a:t>
            </a:r>
          </a:p>
        </p:txBody>
      </p:sp>
      <p:sp>
        <p:nvSpPr>
          <p:cNvPr id="826" name="tx826"/>
          <p:cNvSpPr/>
          <p:nvPr/>
        </p:nvSpPr>
        <p:spPr>
          <a:xfrm>
            <a:off x="5902305" y="3275289"/>
            <a:ext cx="10872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hi</a:t>
            </a:r>
          </a:p>
        </p:txBody>
      </p:sp>
      <p:sp>
        <p:nvSpPr>
          <p:cNvPr id="827" name="tx827"/>
          <p:cNvSpPr/>
          <p:nvPr/>
        </p:nvSpPr>
        <p:spPr>
          <a:xfrm>
            <a:off x="5902305" y="3275289"/>
            <a:ext cx="10872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hi</a:t>
            </a:r>
          </a:p>
        </p:txBody>
      </p:sp>
      <p:sp>
        <p:nvSpPr>
          <p:cNvPr id="828" name="tx828"/>
          <p:cNvSpPr/>
          <p:nvPr/>
        </p:nvSpPr>
        <p:spPr>
          <a:xfrm>
            <a:off x="5902305" y="3275289"/>
            <a:ext cx="10872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hi</a:t>
            </a:r>
          </a:p>
        </p:txBody>
      </p:sp>
      <p:sp>
        <p:nvSpPr>
          <p:cNvPr id="829" name="tx829"/>
          <p:cNvSpPr/>
          <p:nvPr/>
        </p:nvSpPr>
        <p:spPr>
          <a:xfrm>
            <a:off x="5902305" y="3275289"/>
            <a:ext cx="10872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hi</a:t>
            </a:r>
          </a:p>
        </p:txBody>
      </p:sp>
      <p:sp>
        <p:nvSpPr>
          <p:cNvPr id="830" name="tx830"/>
          <p:cNvSpPr/>
          <p:nvPr/>
        </p:nvSpPr>
        <p:spPr>
          <a:xfrm>
            <a:off x="5902305" y="3275289"/>
            <a:ext cx="10872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hi</a:t>
            </a:r>
          </a:p>
        </p:txBody>
      </p:sp>
      <p:sp>
        <p:nvSpPr>
          <p:cNvPr id="831" name="tx831"/>
          <p:cNvSpPr/>
          <p:nvPr/>
        </p:nvSpPr>
        <p:spPr>
          <a:xfrm>
            <a:off x="5902305" y="3275289"/>
            <a:ext cx="10872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hi</a:t>
            </a:r>
          </a:p>
        </p:txBody>
      </p:sp>
      <p:sp>
        <p:nvSpPr>
          <p:cNvPr id="832" name="tx832"/>
          <p:cNvSpPr/>
          <p:nvPr/>
        </p:nvSpPr>
        <p:spPr>
          <a:xfrm>
            <a:off x="5902305" y="3275289"/>
            <a:ext cx="10872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hi</a:t>
            </a:r>
          </a:p>
        </p:txBody>
      </p:sp>
      <p:sp>
        <p:nvSpPr>
          <p:cNvPr id="833" name="tx833"/>
          <p:cNvSpPr/>
          <p:nvPr/>
        </p:nvSpPr>
        <p:spPr>
          <a:xfrm>
            <a:off x="5902305" y="3275289"/>
            <a:ext cx="10872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hi</a:t>
            </a:r>
          </a:p>
        </p:txBody>
      </p:sp>
      <p:sp>
        <p:nvSpPr>
          <p:cNvPr id="834" name="tx834"/>
          <p:cNvSpPr/>
          <p:nvPr/>
        </p:nvSpPr>
        <p:spPr>
          <a:xfrm>
            <a:off x="5902305" y="3275289"/>
            <a:ext cx="10872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hi</a:t>
            </a:r>
          </a:p>
        </p:txBody>
      </p:sp>
      <p:sp>
        <p:nvSpPr>
          <p:cNvPr id="835" name="tx835"/>
          <p:cNvSpPr/>
          <p:nvPr/>
        </p:nvSpPr>
        <p:spPr>
          <a:xfrm>
            <a:off x="5902305" y="3275289"/>
            <a:ext cx="10872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hi</a:t>
            </a:r>
          </a:p>
        </p:txBody>
      </p:sp>
      <p:sp>
        <p:nvSpPr>
          <p:cNvPr id="836" name="tx836"/>
          <p:cNvSpPr/>
          <p:nvPr/>
        </p:nvSpPr>
        <p:spPr>
          <a:xfrm>
            <a:off x="5902305" y="3275289"/>
            <a:ext cx="10872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hi</a:t>
            </a:r>
          </a:p>
        </p:txBody>
      </p:sp>
      <p:sp>
        <p:nvSpPr>
          <p:cNvPr id="837" name="tx837"/>
          <p:cNvSpPr/>
          <p:nvPr/>
        </p:nvSpPr>
        <p:spPr>
          <a:xfrm>
            <a:off x="5902305" y="3275289"/>
            <a:ext cx="10872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hi</a:t>
            </a:r>
          </a:p>
        </p:txBody>
      </p:sp>
      <p:sp>
        <p:nvSpPr>
          <p:cNvPr id="838" name="tx838"/>
          <p:cNvSpPr/>
          <p:nvPr/>
        </p:nvSpPr>
        <p:spPr>
          <a:xfrm>
            <a:off x="5902305" y="3275289"/>
            <a:ext cx="10872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hi</a:t>
            </a:r>
          </a:p>
        </p:txBody>
      </p:sp>
      <p:sp>
        <p:nvSpPr>
          <p:cNvPr id="839" name="tx839"/>
          <p:cNvSpPr/>
          <p:nvPr/>
        </p:nvSpPr>
        <p:spPr>
          <a:xfrm>
            <a:off x="5902305" y="3275289"/>
            <a:ext cx="10872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hi</a:t>
            </a:r>
          </a:p>
        </p:txBody>
      </p:sp>
      <p:sp>
        <p:nvSpPr>
          <p:cNvPr id="840" name="tx840"/>
          <p:cNvSpPr/>
          <p:nvPr/>
        </p:nvSpPr>
        <p:spPr>
          <a:xfrm>
            <a:off x="5902305" y="3275289"/>
            <a:ext cx="10872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hi</a:t>
            </a:r>
          </a:p>
        </p:txBody>
      </p:sp>
      <p:sp>
        <p:nvSpPr>
          <p:cNvPr id="841" name="tx841"/>
          <p:cNvSpPr/>
          <p:nvPr/>
        </p:nvSpPr>
        <p:spPr>
          <a:xfrm>
            <a:off x="5902305" y="3275289"/>
            <a:ext cx="10872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hi</a:t>
            </a:r>
          </a:p>
        </p:txBody>
      </p:sp>
      <p:sp>
        <p:nvSpPr>
          <p:cNvPr id="842" name="tx842"/>
          <p:cNvSpPr/>
          <p:nvPr/>
        </p:nvSpPr>
        <p:spPr>
          <a:xfrm>
            <a:off x="5902305" y="3275289"/>
            <a:ext cx="10872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hi</a:t>
            </a:r>
          </a:p>
        </p:txBody>
      </p:sp>
      <p:sp>
        <p:nvSpPr>
          <p:cNvPr id="843" name="tx843"/>
          <p:cNvSpPr/>
          <p:nvPr/>
        </p:nvSpPr>
        <p:spPr>
          <a:xfrm>
            <a:off x="5902305" y="3275289"/>
            <a:ext cx="10872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hi</a:t>
            </a:r>
          </a:p>
        </p:txBody>
      </p:sp>
      <p:sp>
        <p:nvSpPr>
          <p:cNvPr id="844" name="tx844"/>
          <p:cNvSpPr/>
          <p:nvPr/>
        </p:nvSpPr>
        <p:spPr>
          <a:xfrm>
            <a:off x="5902305" y="3275289"/>
            <a:ext cx="10872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hi</a:t>
            </a:r>
          </a:p>
        </p:txBody>
      </p:sp>
      <p:sp>
        <p:nvSpPr>
          <p:cNvPr id="845" name="tx845"/>
          <p:cNvSpPr/>
          <p:nvPr/>
        </p:nvSpPr>
        <p:spPr>
          <a:xfrm>
            <a:off x="5902305" y="3275289"/>
            <a:ext cx="10872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hi</a:t>
            </a:r>
          </a:p>
        </p:txBody>
      </p:sp>
      <p:sp>
        <p:nvSpPr>
          <p:cNvPr id="846" name="tx846"/>
          <p:cNvSpPr/>
          <p:nvPr/>
        </p:nvSpPr>
        <p:spPr>
          <a:xfrm>
            <a:off x="5902305" y="3275289"/>
            <a:ext cx="10872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hi</a:t>
            </a:r>
          </a:p>
        </p:txBody>
      </p:sp>
      <p:sp>
        <p:nvSpPr>
          <p:cNvPr id="847" name="tx847"/>
          <p:cNvSpPr/>
          <p:nvPr/>
        </p:nvSpPr>
        <p:spPr>
          <a:xfrm>
            <a:off x="5902305" y="3275289"/>
            <a:ext cx="10872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hi</a:t>
            </a:r>
          </a:p>
        </p:txBody>
      </p:sp>
      <p:sp>
        <p:nvSpPr>
          <p:cNvPr id="848" name="tx848"/>
          <p:cNvSpPr/>
          <p:nvPr/>
        </p:nvSpPr>
        <p:spPr>
          <a:xfrm>
            <a:off x="5902305" y="3275289"/>
            <a:ext cx="10872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hi</a:t>
            </a:r>
          </a:p>
        </p:txBody>
      </p:sp>
      <p:sp>
        <p:nvSpPr>
          <p:cNvPr id="849" name="tx849"/>
          <p:cNvSpPr/>
          <p:nvPr/>
        </p:nvSpPr>
        <p:spPr>
          <a:xfrm>
            <a:off x="5902305" y="3275289"/>
            <a:ext cx="10872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hi</a:t>
            </a:r>
          </a:p>
        </p:txBody>
      </p:sp>
      <p:sp>
        <p:nvSpPr>
          <p:cNvPr id="850" name="tx850"/>
          <p:cNvSpPr/>
          <p:nvPr/>
        </p:nvSpPr>
        <p:spPr>
          <a:xfrm>
            <a:off x="5902305" y="3275289"/>
            <a:ext cx="10872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hi</a:t>
            </a:r>
          </a:p>
        </p:txBody>
      </p:sp>
      <p:sp>
        <p:nvSpPr>
          <p:cNvPr id="851" name="tx851"/>
          <p:cNvSpPr/>
          <p:nvPr/>
        </p:nvSpPr>
        <p:spPr>
          <a:xfrm>
            <a:off x="5902305" y="3275289"/>
            <a:ext cx="10872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hi</a:t>
            </a:r>
          </a:p>
        </p:txBody>
      </p:sp>
      <p:sp>
        <p:nvSpPr>
          <p:cNvPr id="852" name="tx852"/>
          <p:cNvSpPr/>
          <p:nvPr/>
        </p:nvSpPr>
        <p:spPr>
          <a:xfrm>
            <a:off x="5902305" y="3275289"/>
            <a:ext cx="10872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hi</a:t>
            </a:r>
          </a:p>
        </p:txBody>
      </p:sp>
      <p:sp>
        <p:nvSpPr>
          <p:cNvPr id="853" name="tx853"/>
          <p:cNvSpPr/>
          <p:nvPr/>
        </p:nvSpPr>
        <p:spPr>
          <a:xfrm>
            <a:off x="5902305" y="3275289"/>
            <a:ext cx="10872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hi</a:t>
            </a:r>
          </a:p>
        </p:txBody>
      </p:sp>
      <p:sp>
        <p:nvSpPr>
          <p:cNvPr id="854" name="tx854"/>
          <p:cNvSpPr/>
          <p:nvPr/>
        </p:nvSpPr>
        <p:spPr>
          <a:xfrm>
            <a:off x="5902305" y="3275289"/>
            <a:ext cx="10872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hi</a:t>
            </a:r>
          </a:p>
        </p:txBody>
      </p:sp>
      <p:sp>
        <p:nvSpPr>
          <p:cNvPr id="855" name="tx855"/>
          <p:cNvSpPr/>
          <p:nvPr/>
        </p:nvSpPr>
        <p:spPr>
          <a:xfrm>
            <a:off x="5902305" y="3275289"/>
            <a:ext cx="10872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hi</a:t>
            </a:r>
          </a:p>
        </p:txBody>
      </p:sp>
      <p:sp>
        <p:nvSpPr>
          <p:cNvPr id="856" name="tx856"/>
          <p:cNvSpPr/>
          <p:nvPr/>
        </p:nvSpPr>
        <p:spPr>
          <a:xfrm>
            <a:off x="5902305" y="3275289"/>
            <a:ext cx="10872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hi</a:t>
            </a:r>
          </a:p>
        </p:txBody>
      </p:sp>
      <p:sp>
        <p:nvSpPr>
          <p:cNvPr id="857" name="tx857"/>
          <p:cNvSpPr/>
          <p:nvPr/>
        </p:nvSpPr>
        <p:spPr>
          <a:xfrm>
            <a:off x="6251223" y="3305300"/>
            <a:ext cx="10872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hi</a:t>
            </a:r>
          </a:p>
        </p:txBody>
      </p:sp>
      <p:sp>
        <p:nvSpPr>
          <p:cNvPr id="858" name="tx858"/>
          <p:cNvSpPr/>
          <p:nvPr/>
        </p:nvSpPr>
        <p:spPr>
          <a:xfrm>
            <a:off x="6251223" y="3305300"/>
            <a:ext cx="10872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hi</a:t>
            </a:r>
          </a:p>
        </p:txBody>
      </p:sp>
      <p:sp>
        <p:nvSpPr>
          <p:cNvPr id="859" name="tx859"/>
          <p:cNvSpPr/>
          <p:nvPr/>
        </p:nvSpPr>
        <p:spPr>
          <a:xfrm>
            <a:off x="6251223" y="3305300"/>
            <a:ext cx="10872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hi</a:t>
            </a:r>
          </a:p>
        </p:txBody>
      </p:sp>
      <p:sp>
        <p:nvSpPr>
          <p:cNvPr id="860" name="tx860"/>
          <p:cNvSpPr/>
          <p:nvPr/>
        </p:nvSpPr>
        <p:spPr>
          <a:xfrm>
            <a:off x="6251223" y="3305300"/>
            <a:ext cx="10872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hi</a:t>
            </a:r>
          </a:p>
        </p:txBody>
      </p:sp>
      <p:sp>
        <p:nvSpPr>
          <p:cNvPr id="861" name="tx861"/>
          <p:cNvSpPr/>
          <p:nvPr/>
        </p:nvSpPr>
        <p:spPr>
          <a:xfrm>
            <a:off x="6251223" y="3305300"/>
            <a:ext cx="10872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hi</a:t>
            </a:r>
          </a:p>
        </p:txBody>
      </p:sp>
      <p:sp>
        <p:nvSpPr>
          <p:cNvPr id="862" name="tx862"/>
          <p:cNvSpPr/>
          <p:nvPr/>
        </p:nvSpPr>
        <p:spPr>
          <a:xfrm>
            <a:off x="6251223" y="3305300"/>
            <a:ext cx="10872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hi</a:t>
            </a:r>
          </a:p>
        </p:txBody>
      </p:sp>
      <p:sp>
        <p:nvSpPr>
          <p:cNvPr id="863" name="tx863"/>
          <p:cNvSpPr/>
          <p:nvPr/>
        </p:nvSpPr>
        <p:spPr>
          <a:xfrm>
            <a:off x="6251223" y="3305300"/>
            <a:ext cx="10872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hi</a:t>
            </a:r>
          </a:p>
        </p:txBody>
      </p:sp>
      <p:sp>
        <p:nvSpPr>
          <p:cNvPr id="864" name="tx864"/>
          <p:cNvSpPr/>
          <p:nvPr/>
        </p:nvSpPr>
        <p:spPr>
          <a:xfrm>
            <a:off x="6251223" y="3305300"/>
            <a:ext cx="10872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hi</a:t>
            </a:r>
          </a:p>
        </p:txBody>
      </p:sp>
      <p:sp>
        <p:nvSpPr>
          <p:cNvPr id="865" name="tx865"/>
          <p:cNvSpPr/>
          <p:nvPr/>
        </p:nvSpPr>
        <p:spPr>
          <a:xfrm>
            <a:off x="6251223" y="3305300"/>
            <a:ext cx="10872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hi</a:t>
            </a:r>
          </a:p>
        </p:txBody>
      </p:sp>
      <p:sp>
        <p:nvSpPr>
          <p:cNvPr id="866" name="tx866"/>
          <p:cNvSpPr/>
          <p:nvPr/>
        </p:nvSpPr>
        <p:spPr>
          <a:xfrm>
            <a:off x="6251223" y="3305300"/>
            <a:ext cx="10872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hi</a:t>
            </a:r>
          </a:p>
        </p:txBody>
      </p:sp>
      <p:sp>
        <p:nvSpPr>
          <p:cNvPr id="867" name="tx867"/>
          <p:cNvSpPr/>
          <p:nvPr/>
        </p:nvSpPr>
        <p:spPr>
          <a:xfrm>
            <a:off x="6251223" y="3305300"/>
            <a:ext cx="10872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hi</a:t>
            </a:r>
          </a:p>
        </p:txBody>
      </p:sp>
      <p:sp>
        <p:nvSpPr>
          <p:cNvPr id="868" name="tx868"/>
          <p:cNvSpPr/>
          <p:nvPr/>
        </p:nvSpPr>
        <p:spPr>
          <a:xfrm>
            <a:off x="6251223" y="3305300"/>
            <a:ext cx="10872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hi</a:t>
            </a:r>
          </a:p>
        </p:txBody>
      </p:sp>
      <p:sp>
        <p:nvSpPr>
          <p:cNvPr id="869" name="tx869"/>
          <p:cNvSpPr/>
          <p:nvPr/>
        </p:nvSpPr>
        <p:spPr>
          <a:xfrm>
            <a:off x="6251223" y="3305300"/>
            <a:ext cx="10872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hi</a:t>
            </a:r>
          </a:p>
        </p:txBody>
      </p:sp>
      <p:sp>
        <p:nvSpPr>
          <p:cNvPr id="870" name="tx870"/>
          <p:cNvSpPr/>
          <p:nvPr/>
        </p:nvSpPr>
        <p:spPr>
          <a:xfrm>
            <a:off x="6251223" y="3305300"/>
            <a:ext cx="10872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hi</a:t>
            </a:r>
          </a:p>
        </p:txBody>
      </p:sp>
      <p:sp>
        <p:nvSpPr>
          <p:cNvPr id="871" name="tx871"/>
          <p:cNvSpPr/>
          <p:nvPr/>
        </p:nvSpPr>
        <p:spPr>
          <a:xfrm>
            <a:off x="6251223" y="3305300"/>
            <a:ext cx="10872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hi</a:t>
            </a:r>
          </a:p>
        </p:txBody>
      </p:sp>
      <p:sp>
        <p:nvSpPr>
          <p:cNvPr id="872" name="tx872"/>
          <p:cNvSpPr/>
          <p:nvPr/>
        </p:nvSpPr>
        <p:spPr>
          <a:xfrm>
            <a:off x="6251223" y="3305300"/>
            <a:ext cx="10872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hi</a:t>
            </a:r>
          </a:p>
        </p:txBody>
      </p:sp>
      <p:sp>
        <p:nvSpPr>
          <p:cNvPr id="873" name="tx873"/>
          <p:cNvSpPr/>
          <p:nvPr/>
        </p:nvSpPr>
        <p:spPr>
          <a:xfrm>
            <a:off x="6251223" y="3305300"/>
            <a:ext cx="10872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hi</a:t>
            </a:r>
          </a:p>
        </p:txBody>
      </p:sp>
      <p:sp>
        <p:nvSpPr>
          <p:cNvPr id="874" name="tx874"/>
          <p:cNvSpPr/>
          <p:nvPr/>
        </p:nvSpPr>
        <p:spPr>
          <a:xfrm>
            <a:off x="6251223" y="3305300"/>
            <a:ext cx="10872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hi</a:t>
            </a:r>
          </a:p>
        </p:txBody>
      </p:sp>
      <p:sp>
        <p:nvSpPr>
          <p:cNvPr id="875" name="tx875"/>
          <p:cNvSpPr/>
          <p:nvPr/>
        </p:nvSpPr>
        <p:spPr>
          <a:xfrm>
            <a:off x="6251223" y="3305300"/>
            <a:ext cx="10872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hi</a:t>
            </a:r>
          </a:p>
        </p:txBody>
      </p:sp>
      <p:sp>
        <p:nvSpPr>
          <p:cNvPr id="876" name="tx876"/>
          <p:cNvSpPr/>
          <p:nvPr/>
        </p:nvSpPr>
        <p:spPr>
          <a:xfrm>
            <a:off x="6251223" y="3305300"/>
            <a:ext cx="10872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hi</a:t>
            </a:r>
          </a:p>
        </p:txBody>
      </p:sp>
      <p:sp>
        <p:nvSpPr>
          <p:cNvPr id="877" name="tx877"/>
          <p:cNvSpPr/>
          <p:nvPr/>
        </p:nvSpPr>
        <p:spPr>
          <a:xfrm>
            <a:off x="6251223" y="3305300"/>
            <a:ext cx="10872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hi</a:t>
            </a:r>
          </a:p>
        </p:txBody>
      </p:sp>
      <p:sp>
        <p:nvSpPr>
          <p:cNvPr id="878" name="tx878"/>
          <p:cNvSpPr/>
          <p:nvPr/>
        </p:nvSpPr>
        <p:spPr>
          <a:xfrm>
            <a:off x="6251223" y="3305300"/>
            <a:ext cx="10872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hi</a:t>
            </a:r>
          </a:p>
        </p:txBody>
      </p:sp>
      <p:sp>
        <p:nvSpPr>
          <p:cNvPr id="879" name="tx879"/>
          <p:cNvSpPr/>
          <p:nvPr/>
        </p:nvSpPr>
        <p:spPr>
          <a:xfrm>
            <a:off x="6251223" y="3305300"/>
            <a:ext cx="10872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hi</a:t>
            </a:r>
          </a:p>
        </p:txBody>
      </p:sp>
      <p:sp>
        <p:nvSpPr>
          <p:cNvPr id="880" name="tx880"/>
          <p:cNvSpPr/>
          <p:nvPr/>
        </p:nvSpPr>
        <p:spPr>
          <a:xfrm>
            <a:off x="6251223" y="3305300"/>
            <a:ext cx="10872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hi</a:t>
            </a:r>
          </a:p>
        </p:txBody>
      </p:sp>
      <p:sp>
        <p:nvSpPr>
          <p:cNvPr id="881" name="tx881"/>
          <p:cNvSpPr/>
          <p:nvPr/>
        </p:nvSpPr>
        <p:spPr>
          <a:xfrm>
            <a:off x="6251223" y="3305300"/>
            <a:ext cx="10872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hi</a:t>
            </a:r>
          </a:p>
        </p:txBody>
      </p:sp>
      <p:sp>
        <p:nvSpPr>
          <p:cNvPr id="882" name="tx882"/>
          <p:cNvSpPr/>
          <p:nvPr/>
        </p:nvSpPr>
        <p:spPr>
          <a:xfrm>
            <a:off x="6251223" y="3305300"/>
            <a:ext cx="10872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hi</a:t>
            </a:r>
          </a:p>
        </p:txBody>
      </p:sp>
      <p:sp>
        <p:nvSpPr>
          <p:cNvPr id="883" name="tx883"/>
          <p:cNvSpPr/>
          <p:nvPr/>
        </p:nvSpPr>
        <p:spPr>
          <a:xfrm>
            <a:off x="6251223" y="3305300"/>
            <a:ext cx="10872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hi</a:t>
            </a:r>
          </a:p>
        </p:txBody>
      </p:sp>
      <p:sp>
        <p:nvSpPr>
          <p:cNvPr id="884" name="tx884"/>
          <p:cNvSpPr/>
          <p:nvPr/>
        </p:nvSpPr>
        <p:spPr>
          <a:xfrm>
            <a:off x="6251223" y="3305300"/>
            <a:ext cx="10872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hi</a:t>
            </a:r>
          </a:p>
        </p:txBody>
      </p:sp>
      <p:sp>
        <p:nvSpPr>
          <p:cNvPr id="885" name="tx885"/>
          <p:cNvSpPr/>
          <p:nvPr/>
        </p:nvSpPr>
        <p:spPr>
          <a:xfrm>
            <a:off x="6251223" y="3305300"/>
            <a:ext cx="10872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hi</a:t>
            </a:r>
          </a:p>
        </p:txBody>
      </p:sp>
      <p:sp>
        <p:nvSpPr>
          <p:cNvPr id="886" name="tx886"/>
          <p:cNvSpPr/>
          <p:nvPr/>
        </p:nvSpPr>
        <p:spPr>
          <a:xfrm>
            <a:off x="6251223" y="3305300"/>
            <a:ext cx="10872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hi</a:t>
            </a:r>
          </a:p>
        </p:txBody>
      </p:sp>
      <p:sp>
        <p:nvSpPr>
          <p:cNvPr id="887" name="tx887"/>
          <p:cNvSpPr/>
          <p:nvPr/>
        </p:nvSpPr>
        <p:spPr>
          <a:xfrm>
            <a:off x="6251223" y="3305300"/>
            <a:ext cx="10872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hi</a:t>
            </a:r>
          </a:p>
        </p:txBody>
      </p:sp>
      <p:sp>
        <p:nvSpPr>
          <p:cNvPr id="888" name="tx888"/>
          <p:cNvSpPr/>
          <p:nvPr/>
        </p:nvSpPr>
        <p:spPr>
          <a:xfrm>
            <a:off x="6251223" y="3305300"/>
            <a:ext cx="10872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hi</a:t>
            </a:r>
          </a:p>
        </p:txBody>
      </p:sp>
      <p:sp>
        <p:nvSpPr>
          <p:cNvPr id="889" name="tx889"/>
          <p:cNvSpPr/>
          <p:nvPr/>
        </p:nvSpPr>
        <p:spPr>
          <a:xfrm>
            <a:off x="6251223" y="3305300"/>
            <a:ext cx="10872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hi</a:t>
            </a:r>
          </a:p>
        </p:txBody>
      </p:sp>
      <p:sp>
        <p:nvSpPr>
          <p:cNvPr id="890" name="tx890"/>
          <p:cNvSpPr/>
          <p:nvPr/>
        </p:nvSpPr>
        <p:spPr>
          <a:xfrm>
            <a:off x="6251223" y="3305300"/>
            <a:ext cx="10872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hi</a:t>
            </a:r>
          </a:p>
        </p:txBody>
      </p:sp>
      <p:sp>
        <p:nvSpPr>
          <p:cNvPr id="891" name="tx891"/>
          <p:cNvSpPr/>
          <p:nvPr/>
        </p:nvSpPr>
        <p:spPr>
          <a:xfrm>
            <a:off x="6251223" y="3305300"/>
            <a:ext cx="10872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hi</a:t>
            </a:r>
          </a:p>
        </p:txBody>
      </p:sp>
      <p:sp>
        <p:nvSpPr>
          <p:cNvPr id="892" name="tx892"/>
          <p:cNvSpPr/>
          <p:nvPr/>
        </p:nvSpPr>
        <p:spPr>
          <a:xfrm>
            <a:off x="6251223" y="3305300"/>
            <a:ext cx="10872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hi</a:t>
            </a:r>
          </a:p>
        </p:txBody>
      </p:sp>
      <p:sp>
        <p:nvSpPr>
          <p:cNvPr id="893" name="tx893"/>
          <p:cNvSpPr/>
          <p:nvPr/>
        </p:nvSpPr>
        <p:spPr>
          <a:xfrm>
            <a:off x="6251223" y="3305300"/>
            <a:ext cx="10872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hi</a:t>
            </a:r>
          </a:p>
        </p:txBody>
      </p:sp>
      <p:sp>
        <p:nvSpPr>
          <p:cNvPr id="894" name="tx894"/>
          <p:cNvSpPr/>
          <p:nvPr/>
        </p:nvSpPr>
        <p:spPr>
          <a:xfrm>
            <a:off x="6251223" y="3305300"/>
            <a:ext cx="10872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hi</a:t>
            </a:r>
          </a:p>
        </p:txBody>
      </p:sp>
      <p:sp>
        <p:nvSpPr>
          <p:cNvPr id="895" name="tx895"/>
          <p:cNvSpPr/>
          <p:nvPr/>
        </p:nvSpPr>
        <p:spPr>
          <a:xfrm>
            <a:off x="6251223" y="3305300"/>
            <a:ext cx="10872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hi</a:t>
            </a:r>
          </a:p>
        </p:txBody>
      </p:sp>
      <p:sp>
        <p:nvSpPr>
          <p:cNvPr id="896" name="tx896"/>
          <p:cNvSpPr/>
          <p:nvPr/>
        </p:nvSpPr>
        <p:spPr>
          <a:xfrm>
            <a:off x="6251223" y="3305300"/>
            <a:ext cx="10872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hi</a:t>
            </a:r>
          </a:p>
        </p:txBody>
      </p:sp>
      <p:sp>
        <p:nvSpPr>
          <p:cNvPr id="897" name="tx897"/>
          <p:cNvSpPr/>
          <p:nvPr/>
        </p:nvSpPr>
        <p:spPr>
          <a:xfrm>
            <a:off x="6251223" y="3305300"/>
            <a:ext cx="10872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hi</a:t>
            </a:r>
          </a:p>
        </p:txBody>
      </p:sp>
      <p:sp>
        <p:nvSpPr>
          <p:cNvPr id="898" name="tx898"/>
          <p:cNvSpPr/>
          <p:nvPr/>
        </p:nvSpPr>
        <p:spPr>
          <a:xfrm>
            <a:off x="6251223" y="3305300"/>
            <a:ext cx="10872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hi</a:t>
            </a:r>
          </a:p>
        </p:txBody>
      </p:sp>
      <p:sp>
        <p:nvSpPr>
          <p:cNvPr id="899" name="tx899"/>
          <p:cNvSpPr/>
          <p:nvPr/>
        </p:nvSpPr>
        <p:spPr>
          <a:xfrm>
            <a:off x="6251223" y="3305300"/>
            <a:ext cx="10872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hi</a:t>
            </a:r>
          </a:p>
        </p:txBody>
      </p:sp>
      <p:sp>
        <p:nvSpPr>
          <p:cNvPr id="900" name="tx900"/>
          <p:cNvSpPr/>
          <p:nvPr/>
        </p:nvSpPr>
        <p:spPr>
          <a:xfrm>
            <a:off x="6251223" y="3305300"/>
            <a:ext cx="10872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hi</a:t>
            </a:r>
          </a:p>
        </p:txBody>
      </p:sp>
      <p:sp>
        <p:nvSpPr>
          <p:cNvPr id="901" name="tx901"/>
          <p:cNvSpPr/>
          <p:nvPr/>
        </p:nvSpPr>
        <p:spPr>
          <a:xfrm>
            <a:off x="6251223" y="3305300"/>
            <a:ext cx="10872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hi</a:t>
            </a:r>
          </a:p>
        </p:txBody>
      </p:sp>
      <p:sp>
        <p:nvSpPr>
          <p:cNvPr id="902" name="tx902"/>
          <p:cNvSpPr/>
          <p:nvPr/>
        </p:nvSpPr>
        <p:spPr>
          <a:xfrm>
            <a:off x="6251223" y="3305300"/>
            <a:ext cx="10872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hi</a:t>
            </a:r>
          </a:p>
        </p:txBody>
      </p:sp>
      <p:sp>
        <p:nvSpPr>
          <p:cNvPr id="903" name="tx903"/>
          <p:cNvSpPr/>
          <p:nvPr/>
        </p:nvSpPr>
        <p:spPr>
          <a:xfrm>
            <a:off x="6251223" y="3305300"/>
            <a:ext cx="10872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hi</a:t>
            </a:r>
          </a:p>
        </p:txBody>
      </p:sp>
      <p:sp>
        <p:nvSpPr>
          <p:cNvPr id="904" name="tx904"/>
          <p:cNvSpPr/>
          <p:nvPr/>
        </p:nvSpPr>
        <p:spPr>
          <a:xfrm>
            <a:off x="6251223" y="3305300"/>
            <a:ext cx="10872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hi</a:t>
            </a:r>
          </a:p>
        </p:txBody>
      </p:sp>
      <p:sp>
        <p:nvSpPr>
          <p:cNvPr id="905" name="tx905"/>
          <p:cNvSpPr/>
          <p:nvPr/>
        </p:nvSpPr>
        <p:spPr>
          <a:xfrm>
            <a:off x="6251223" y="3305300"/>
            <a:ext cx="10872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hi</a:t>
            </a:r>
          </a:p>
        </p:txBody>
      </p:sp>
      <p:sp>
        <p:nvSpPr>
          <p:cNvPr id="906" name="tx906"/>
          <p:cNvSpPr/>
          <p:nvPr/>
        </p:nvSpPr>
        <p:spPr>
          <a:xfrm>
            <a:off x="6251223" y="3305300"/>
            <a:ext cx="10872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hi</a:t>
            </a:r>
          </a:p>
        </p:txBody>
      </p:sp>
      <p:sp>
        <p:nvSpPr>
          <p:cNvPr id="907" name="tx907"/>
          <p:cNvSpPr/>
          <p:nvPr/>
        </p:nvSpPr>
        <p:spPr>
          <a:xfrm>
            <a:off x="6251223" y="3305300"/>
            <a:ext cx="108722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hi</a:t>
            </a:r>
          </a:p>
        </p:txBody>
      </p:sp>
      <p:sp>
        <p:nvSpPr>
          <p:cNvPr id="908" name="tx908"/>
          <p:cNvSpPr/>
          <p:nvPr/>
        </p:nvSpPr>
        <p:spPr>
          <a:xfrm>
            <a:off x="6639003" y="3785474"/>
            <a:ext cx="3099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i</a:t>
            </a:r>
          </a:p>
        </p:txBody>
      </p:sp>
      <p:sp>
        <p:nvSpPr>
          <p:cNvPr id="909" name="tx909"/>
          <p:cNvSpPr/>
          <p:nvPr/>
        </p:nvSpPr>
        <p:spPr>
          <a:xfrm>
            <a:off x="6639003" y="3785474"/>
            <a:ext cx="3099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i</a:t>
            </a:r>
          </a:p>
        </p:txBody>
      </p:sp>
      <p:sp>
        <p:nvSpPr>
          <p:cNvPr id="910" name="tx910"/>
          <p:cNvSpPr/>
          <p:nvPr/>
        </p:nvSpPr>
        <p:spPr>
          <a:xfrm>
            <a:off x="6639003" y="3785474"/>
            <a:ext cx="3099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i</a:t>
            </a:r>
          </a:p>
        </p:txBody>
      </p:sp>
      <p:sp>
        <p:nvSpPr>
          <p:cNvPr id="911" name="tx911"/>
          <p:cNvSpPr/>
          <p:nvPr/>
        </p:nvSpPr>
        <p:spPr>
          <a:xfrm>
            <a:off x="6639003" y="3785474"/>
            <a:ext cx="3099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i</a:t>
            </a:r>
          </a:p>
        </p:txBody>
      </p:sp>
      <p:sp>
        <p:nvSpPr>
          <p:cNvPr id="912" name="tx912"/>
          <p:cNvSpPr/>
          <p:nvPr/>
        </p:nvSpPr>
        <p:spPr>
          <a:xfrm>
            <a:off x="6639003" y="3785474"/>
            <a:ext cx="3099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i</a:t>
            </a:r>
          </a:p>
        </p:txBody>
      </p:sp>
      <p:sp>
        <p:nvSpPr>
          <p:cNvPr id="913" name="tx913"/>
          <p:cNvSpPr/>
          <p:nvPr/>
        </p:nvSpPr>
        <p:spPr>
          <a:xfrm>
            <a:off x="6639003" y="3785474"/>
            <a:ext cx="30998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i</a:t>
            </a:r>
          </a:p>
        </p:txBody>
      </p:sp>
      <p:sp>
        <p:nvSpPr>
          <p:cNvPr id="914" name="tx914"/>
          <p:cNvSpPr/>
          <p:nvPr/>
        </p:nvSpPr>
        <p:spPr>
          <a:xfrm>
            <a:off x="6851950" y="3845496"/>
            <a:ext cx="302940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efghi</a:t>
            </a:r>
          </a:p>
        </p:txBody>
      </p:sp>
      <p:sp>
        <p:nvSpPr>
          <p:cNvPr id="915" name="tx915"/>
          <p:cNvSpPr/>
          <p:nvPr/>
        </p:nvSpPr>
        <p:spPr>
          <a:xfrm>
            <a:off x="6851950" y="3845496"/>
            <a:ext cx="302940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efghi</a:t>
            </a:r>
          </a:p>
        </p:txBody>
      </p:sp>
      <p:sp>
        <p:nvSpPr>
          <p:cNvPr id="916" name="tx916"/>
          <p:cNvSpPr/>
          <p:nvPr/>
        </p:nvSpPr>
        <p:spPr>
          <a:xfrm>
            <a:off x="6851950" y="3845496"/>
            <a:ext cx="302940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efghi</a:t>
            </a:r>
          </a:p>
        </p:txBody>
      </p:sp>
      <p:sp>
        <p:nvSpPr>
          <p:cNvPr id="954" name="tx954"/>
          <p:cNvSpPr/>
          <p:nvPr/>
        </p:nvSpPr>
        <p:spPr>
          <a:xfrm>
            <a:off x="754887" y="5066175"/>
            <a:ext cx="124358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25</a:t>
            </a:r>
          </a:p>
        </p:txBody>
      </p:sp>
      <p:sp>
        <p:nvSpPr>
          <p:cNvPr id="955" name="tx955"/>
          <p:cNvSpPr/>
          <p:nvPr/>
        </p:nvSpPr>
        <p:spPr>
          <a:xfrm>
            <a:off x="754887" y="4315903"/>
            <a:ext cx="124358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50</a:t>
            </a:r>
          </a:p>
        </p:txBody>
      </p:sp>
      <p:sp>
        <p:nvSpPr>
          <p:cNvPr id="956" name="tx956"/>
          <p:cNvSpPr/>
          <p:nvPr/>
        </p:nvSpPr>
        <p:spPr>
          <a:xfrm>
            <a:off x="754887" y="3565631"/>
            <a:ext cx="124358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75</a:t>
            </a:r>
          </a:p>
        </p:txBody>
      </p:sp>
      <p:sp>
        <p:nvSpPr>
          <p:cNvPr id="957" name="tx957"/>
          <p:cNvSpPr/>
          <p:nvPr/>
        </p:nvSpPr>
        <p:spPr>
          <a:xfrm>
            <a:off x="692708" y="2815360"/>
            <a:ext cx="186537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100</a:t>
            </a:r>
          </a:p>
        </p:txBody>
      </p:sp>
      <p:sp>
        <p:nvSpPr>
          <p:cNvPr id="958" name="tx958"/>
          <p:cNvSpPr/>
          <p:nvPr/>
        </p:nvSpPr>
        <p:spPr>
          <a:xfrm>
            <a:off x="692708" y="2065088"/>
            <a:ext cx="186537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125</a:t>
            </a:r>
          </a:p>
        </p:txBody>
      </p:sp>
      <p:sp>
        <p:nvSpPr>
          <p:cNvPr id="959" name="pl959"/>
          <p:cNvSpPr/>
          <p:nvPr/>
        </p:nvSpPr>
        <p:spPr>
          <a:xfrm>
            <a:off x="936806" y="5106226"/>
            <a:ext cx="34794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960" name="pl960"/>
          <p:cNvSpPr/>
          <p:nvPr/>
        </p:nvSpPr>
        <p:spPr>
          <a:xfrm>
            <a:off x="936806" y="4355954"/>
            <a:ext cx="34794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961" name="pl961"/>
          <p:cNvSpPr/>
          <p:nvPr/>
        </p:nvSpPr>
        <p:spPr>
          <a:xfrm>
            <a:off x="936806" y="3605682"/>
            <a:ext cx="34794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962" name="pl962"/>
          <p:cNvSpPr/>
          <p:nvPr/>
        </p:nvSpPr>
        <p:spPr>
          <a:xfrm>
            <a:off x="936806" y="2855410"/>
            <a:ext cx="34794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963" name="pl963"/>
          <p:cNvSpPr/>
          <p:nvPr/>
        </p:nvSpPr>
        <p:spPr>
          <a:xfrm>
            <a:off x="936806" y="2105138"/>
            <a:ext cx="34794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033" name="pl154">
            <a:extLst>
              <a:ext uri="{FF2B5EF4-FFF2-40B4-BE49-F238E27FC236}">
                <a16:creationId xmlns:a16="http://schemas.microsoft.com/office/drawing/2014/main" id="{F8169EDD-7B5F-6358-F7A2-063C0667B030}"/>
              </a:ext>
            </a:extLst>
          </p:cNvPr>
          <p:cNvSpPr/>
          <p:nvPr/>
        </p:nvSpPr>
        <p:spPr>
          <a:xfrm flipH="1">
            <a:off x="4069963" y="2005525"/>
            <a:ext cx="45719" cy="3007930"/>
          </a:xfrm>
          <a:custGeom>
            <a:avLst/>
            <a:gdLst/>
            <a:ahLst/>
            <a:cxnLst/>
            <a:rect l="0" t="0" r="0" b="0"/>
            <a:pathLst>
              <a:path h="3268183">
                <a:moveTo>
                  <a:pt x="0" y="3268183"/>
                </a:moveTo>
                <a:lnTo>
                  <a:pt x="0" y="0"/>
                </a:lnTo>
              </a:path>
            </a:pathLst>
          </a:custGeom>
          <a:ln w="13550" cap="sq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034" name="pl120">
            <a:extLst>
              <a:ext uri="{FF2B5EF4-FFF2-40B4-BE49-F238E27FC236}">
                <a16:creationId xmlns:a16="http://schemas.microsoft.com/office/drawing/2014/main" id="{CBF7717F-3F25-F24A-630E-714B3E0F75DF}"/>
              </a:ext>
            </a:extLst>
          </p:cNvPr>
          <p:cNvSpPr/>
          <p:nvPr/>
        </p:nvSpPr>
        <p:spPr>
          <a:xfrm flipV="1">
            <a:off x="972873" y="5119028"/>
            <a:ext cx="3383079" cy="45719"/>
          </a:xfrm>
          <a:custGeom>
            <a:avLst/>
            <a:gdLst/>
            <a:ahLst/>
            <a:cxnLst/>
            <a:rect l="0" t="0" r="0" b="0"/>
            <a:pathLst>
              <a:path w="2845628">
                <a:moveTo>
                  <a:pt x="0" y="0"/>
                </a:moveTo>
                <a:lnTo>
                  <a:pt x="2845628" y="0"/>
                </a:lnTo>
              </a:path>
            </a:pathLst>
          </a:custGeom>
          <a:ln w="13550" cap="sq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200"/>
          </a:p>
        </p:txBody>
      </p:sp>
      <p:sp>
        <p:nvSpPr>
          <p:cNvPr id="1036" name="tx118">
            <a:extLst>
              <a:ext uri="{FF2B5EF4-FFF2-40B4-BE49-F238E27FC236}">
                <a16:creationId xmlns:a16="http://schemas.microsoft.com/office/drawing/2014/main" id="{4B2AB7D8-A25C-ABBC-AFBD-234CD7EEC3AB}"/>
              </a:ext>
            </a:extLst>
          </p:cNvPr>
          <p:cNvSpPr/>
          <p:nvPr/>
        </p:nvSpPr>
        <p:spPr>
          <a:xfrm>
            <a:off x="2159681" y="5869179"/>
            <a:ext cx="472013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400" dirty="0">
                <a:solidFill>
                  <a:srgbClr val="1A1A1A">
                    <a:alpha val="100000"/>
                  </a:srgbClr>
                </a:solidFill>
                <a:latin typeface="Helvetica"/>
                <a:cs typeface="Helvetica"/>
              </a:rPr>
              <a:t>Lewisetta</a:t>
            </a:r>
          </a:p>
        </p:txBody>
      </p:sp>
      <p:sp>
        <p:nvSpPr>
          <p:cNvPr id="1037" name="tx119">
            <a:extLst>
              <a:ext uri="{FF2B5EF4-FFF2-40B4-BE49-F238E27FC236}">
                <a16:creationId xmlns:a16="http://schemas.microsoft.com/office/drawing/2014/main" id="{5C0E7C21-683C-F670-72DD-955ACC903E3F}"/>
              </a:ext>
            </a:extLst>
          </p:cNvPr>
          <p:cNvSpPr/>
          <p:nvPr/>
        </p:nvSpPr>
        <p:spPr>
          <a:xfrm>
            <a:off x="5544714" y="5869179"/>
            <a:ext cx="490484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400" dirty="0">
                <a:solidFill>
                  <a:srgbClr val="1A1A1A">
                    <a:alpha val="100000"/>
                  </a:srgbClr>
                </a:solidFill>
                <a:latin typeface="Helvetica"/>
                <a:cs typeface="Helvetica"/>
              </a:rPr>
              <a:t>York</a:t>
            </a:r>
            <a:r>
              <a:rPr lang="en-US" sz="1400" dirty="0">
                <a:solidFill>
                  <a:srgbClr val="1A1A1A">
                    <a:alpha val="100000"/>
                  </a:srgbClr>
                </a:solidFill>
                <a:latin typeface="Helvetica"/>
                <a:cs typeface="Helvetica"/>
              </a:rPr>
              <a:t> </a:t>
            </a:r>
            <a:r>
              <a:rPr sz="1400" dirty="0">
                <a:solidFill>
                  <a:srgbClr val="1A1A1A">
                    <a:alpha val="100000"/>
                  </a:srgbClr>
                </a:solidFill>
                <a:latin typeface="Helvetica"/>
                <a:cs typeface="Helvetica"/>
              </a:rPr>
              <a:t>River</a:t>
            </a:r>
          </a:p>
        </p:txBody>
      </p:sp>
      <p:sp>
        <p:nvSpPr>
          <p:cNvPr id="1038" name="pl120">
            <a:extLst>
              <a:ext uri="{FF2B5EF4-FFF2-40B4-BE49-F238E27FC236}">
                <a16:creationId xmlns:a16="http://schemas.microsoft.com/office/drawing/2014/main" id="{F7C66D28-EBFA-AB9A-A083-4C42BE7EF070}"/>
              </a:ext>
            </a:extLst>
          </p:cNvPr>
          <p:cNvSpPr/>
          <p:nvPr/>
        </p:nvSpPr>
        <p:spPr>
          <a:xfrm flipV="1">
            <a:off x="972873" y="5119028"/>
            <a:ext cx="3383079" cy="45719"/>
          </a:xfrm>
          <a:custGeom>
            <a:avLst/>
            <a:gdLst/>
            <a:ahLst/>
            <a:cxnLst/>
            <a:rect l="0" t="0" r="0" b="0"/>
            <a:pathLst>
              <a:path w="2845628">
                <a:moveTo>
                  <a:pt x="0" y="0"/>
                </a:moveTo>
                <a:lnTo>
                  <a:pt x="2845628" y="0"/>
                </a:lnTo>
              </a:path>
            </a:pathLst>
          </a:custGeom>
          <a:ln w="13550" cap="sq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200"/>
          </a:p>
        </p:txBody>
      </p:sp>
      <p:sp>
        <p:nvSpPr>
          <p:cNvPr id="1039" name="pl121">
            <a:extLst>
              <a:ext uri="{FF2B5EF4-FFF2-40B4-BE49-F238E27FC236}">
                <a16:creationId xmlns:a16="http://schemas.microsoft.com/office/drawing/2014/main" id="{C84CFB67-0676-9E8B-C2A9-BB4EEAC59727}"/>
              </a:ext>
            </a:extLst>
          </p:cNvPr>
          <p:cNvSpPr/>
          <p:nvPr/>
        </p:nvSpPr>
        <p:spPr>
          <a:xfrm>
            <a:off x="1181091" y="5164747"/>
            <a:ext cx="0" cy="34794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200"/>
          </a:p>
        </p:txBody>
      </p:sp>
      <p:sp>
        <p:nvSpPr>
          <p:cNvPr id="1040" name="pl122">
            <a:extLst>
              <a:ext uri="{FF2B5EF4-FFF2-40B4-BE49-F238E27FC236}">
                <a16:creationId xmlns:a16="http://schemas.microsoft.com/office/drawing/2014/main" id="{D0BD17E5-924E-5E91-4C9C-14BEF32042FC}"/>
              </a:ext>
            </a:extLst>
          </p:cNvPr>
          <p:cNvSpPr/>
          <p:nvPr/>
        </p:nvSpPr>
        <p:spPr>
          <a:xfrm>
            <a:off x="1528118" y="5164747"/>
            <a:ext cx="0" cy="34794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200"/>
          </a:p>
        </p:txBody>
      </p:sp>
      <p:sp>
        <p:nvSpPr>
          <p:cNvPr id="1041" name="pl123">
            <a:extLst>
              <a:ext uri="{FF2B5EF4-FFF2-40B4-BE49-F238E27FC236}">
                <a16:creationId xmlns:a16="http://schemas.microsoft.com/office/drawing/2014/main" id="{2AD78A7F-4F8E-E765-ED88-24CA28D4D284}"/>
              </a:ext>
            </a:extLst>
          </p:cNvPr>
          <p:cNvSpPr/>
          <p:nvPr/>
        </p:nvSpPr>
        <p:spPr>
          <a:xfrm>
            <a:off x="1875146" y="5164747"/>
            <a:ext cx="0" cy="34794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200"/>
          </a:p>
        </p:txBody>
      </p:sp>
      <p:sp>
        <p:nvSpPr>
          <p:cNvPr id="1042" name="pl124">
            <a:extLst>
              <a:ext uri="{FF2B5EF4-FFF2-40B4-BE49-F238E27FC236}">
                <a16:creationId xmlns:a16="http://schemas.microsoft.com/office/drawing/2014/main" id="{ADE19F60-C94F-88AA-8642-ECF7CAE3FE5D}"/>
              </a:ext>
            </a:extLst>
          </p:cNvPr>
          <p:cNvSpPr/>
          <p:nvPr/>
        </p:nvSpPr>
        <p:spPr>
          <a:xfrm>
            <a:off x="2222174" y="5164747"/>
            <a:ext cx="0" cy="34794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200"/>
          </a:p>
        </p:txBody>
      </p:sp>
      <p:sp>
        <p:nvSpPr>
          <p:cNvPr id="1043" name="pl125">
            <a:extLst>
              <a:ext uri="{FF2B5EF4-FFF2-40B4-BE49-F238E27FC236}">
                <a16:creationId xmlns:a16="http://schemas.microsoft.com/office/drawing/2014/main" id="{57C61CAF-C063-228D-906D-0CF5EEB6A279}"/>
              </a:ext>
            </a:extLst>
          </p:cNvPr>
          <p:cNvSpPr/>
          <p:nvPr/>
        </p:nvSpPr>
        <p:spPr>
          <a:xfrm>
            <a:off x="2569202" y="5164747"/>
            <a:ext cx="0" cy="34794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200"/>
          </a:p>
        </p:txBody>
      </p:sp>
      <p:sp>
        <p:nvSpPr>
          <p:cNvPr id="1044" name="pl126">
            <a:extLst>
              <a:ext uri="{FF2B5EF4-FFF2-40B4-BE49-F238E27FC236}">
                <a16:creationId xmlns:a16="http://schemas.microsoft.com/office/drawing/2014/main" id="{2AE9D9E0-644D-36BA-6341-BA3B9B0C559D}"/>
              </a:ext>
            </a:extLst>
          </p:cNvPr>
          <p:cNvSpPr/>
          <p:nvPr/>
        </p:nvSpPr>
        <p:spPr>
          <a:xfrm>
            <a:off x="2916230" y="5164747"/>
            <a:ext cx="0" cy="34794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200"/>
          </a:p>
        </p:txBody>
      </p:sp>
      <p:sp>
        <p:nvSpPr>
          <p:cNvPr id="1045" name="pl127">
            <a:extLst>
              <a:ext uri="{FF2B5EF4-FFF2-40B4-BE49-F238E27FC236}">
                <a16:creationId xmlns:a16="http://schemas.microsoft.com/office/drawing/2014/main" id="{8BAE8567-7FF1-1743-B1D8-4D398B452842}"/>
              </a:ext>
            </a:extLst>
          </p:cNvPr>
          <p:cNvSpPr/>
          <p:nvPr/>
        </p:nvSpPr>
        <p:spPr>
          <a:xfrm>
            <a:off x="3263258" y="5164747"/>
            <a:ext cx="0" cy="34794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200"/>
          </a:p>
        </p:txBody>
      </p:sp>
      <p:sp>
        <p:nvSpPr>
          <p:cNvPr id="1046" name="pl128">
            <a:extLst>
              <a:ext uri="{FF2B5EF4-FFF2-40B4-BE49-F238E27FC236}">
                <a16:creationId xmlns:a16="http://schemas.microsoft.com/office/drawing/2014/main" id="{9E1C0CB2-11FE-5C9E-6829-79C1498D6891}"/>
              </a:ext>
            </a:extLst>
          </p:cNvPr>
          <p:cNvSpPr/>
          <p:nvPr/>
        </p:nvSpPr>
        <p:spPr>
          <a:xfrm>
            <a:off x="3610286" y="5164747"/>
            <a:ext cx="0" cy="34794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200"/>
          </a:p>
        </p:txBody>
      </p:sp>
      <p:sp>
        <p:nvSpPr>
          <p:cNvPr id="1047" name="tx129">
            <a:extLst>
              <a:ext uri="{FF2B5EF4-FFF2-40B4-BE49-F238E27FC236}">
                <a16:creationId xmlns:a16="http://schemas.microsoft.com/office/drawing/2014/main" id="{ED6D8D49-FBA9-0D07-61DF-5D3E2F4E3E71}"/>
              </a:ext>
            </a:extLst>
          </p:cNvPr>
          <p:cNvSpPr/>
          <p:nvPr/>
        </p:nvSpPr>
        <p:spPr>
          <a:xfrm rot="18900000">
            <a:off x="817059" y="5489307"/>
            <a:ext cx="459668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S1-LOLA</a:t>
            </a:r>
          </a:p>
        </p:txBody>
      </p:sp>
      <p:sp>
        <p:nvSpPr>
          <p:cNvPr id="1048" name="tx130">
            <a:extLst>
              <a:ext uri="{FF2B5EF4-FFF2-40B4-BE49-F238E27FC236}">
                <a16:creationId xmlns:a16="http://schemas.microsoft.com/office/drawing/2014/main" id="{F049A087-87CA-960D-4336-84929369153E}"/>
              </a:ext>
            </a:extLst>
          </p:cNvPr>
          <p:cNvSpPr/>
          <p:nvPr/>
        </p:nvSpPr>
        <p:spPr>
          <a:xfrm rot="18900000">
            <a:off x="1148321" y="5495837"/>
            <a:ext cx="478139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S2-DEBY</a:t>
            </a:r>
          </a:p>
        </p:txBody>
      </p:sp>
      <p:sp>
        <p:nvSpPr>
          <p:cNvPr id="1049" name="tx131">
            <a:extLst>
              <a:ext uri="{FF2B5EF4-FFF2-40B4-BE49-F238E27FC236}">
                <a16:creationId xmlns:a16="http://schemas.microsoft.com/office/drawing/2014/main" id="{23AB7C84-BD3B-16FE-FA5F-D00811952A6D}"/>
              </a:ext>
            </a:extLst>
          </p:cNvPr>
          <p:cNvSpPr/>
          <p:nvPr/>
        </p:nvSpPr>
        <p:spPr>
          <a:xfrm rot="18900000">
            <a:off x="1606803" y="5449672"/>
            <a:ext cx="347563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W1-TX</a:t>
            </a:r>
          </a:p>
        </p:txBody>
      </p:sp>
      <p:sp>
        <p:nvSpPr>
          <p:cNvPr id="1050" name="tx132">
            <a:extLst>
              <a:ext uri="{FF2B5EF4-FFF2-40B4-BE49-F238E27FC236}">
                <a16:creationId xmlns:a16="http://schemas.microsoft.com/office/drawing/2014/main" id="{5562F16C-6382-AD05-3BBB-E688467AABF4}"/>
              </a:ext>
            </a:extLst>
          </p:cNvPr>
          <p:cNvSpPr/>
          <p:nvPr/>
        </p:nvSpPr>
        <p:spPr>
          <a:xfrm rot="18900000">
            <a:off x="1958982" y="5447538"/>
            <a:ext cx="341528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W2-LA</a:t>
            </a:r>
          </a:p>
        </p:txBody>
      </p:sp>
      <p:sp>
        <p:nvSpPr>
          <p:cNvPr id="1051" name="tx133">
            <a:extLst>
              <a:ext uri="{FF2B5EF4-FFF2-40B4-BE49-F238E27FC236}">
                <a16:creationId xmlns:a16="http://schemas.microsoft.com/office/drawing/2014/main" id="{5EEB4CF0-AC8D-BAF2-EBA5-5C4E70B76A5D}"/>
              </a:ext>
            </a:extLst>
          </p:cNvPr>
          <p:cNvSpPr/>
          <p:nvPr/>
        </p:nvSpPr>
        <p:spPr>
          <a:xfrm rot="18900000">
            <a:off x="2311395" y="5445307"/>
            <a:ext cx="335219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W3-FL</a:t>
            </a:r>
          </a:p>
        </p:txBody>
      </p:sp>
      <p:sp>
        <p:nvSpPr>
          <p:cNvPr id="1052" name="tx134">
            <a:extLst>
              <a:ext uri="{FF2B5EF4-FFF2-40B4-BE49-F238E27FC236}">
                <a16:creationId xmlns:a16="http://schemas.microsoft.com/office/drawing/2014/main" id="{827B37A4-3A92-E5B8-85F9-135BF97170BB}"/>
              </a:ext>
            </a:extLst>
          </p:cNvPr>
          <p:cNvSpPr/>
          <p:nvPr/>
        </p:nvSpPr>
        <p:spPr>
          <a:xfrm rot="18900000">
            <a:off x="2642501" y="5451902"/>
            <a:ext cx="353872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W4-VA</a:t>
            </a:r>
          </a:p>
        </p:txBody>
      </p:sp>
      <p:sp>
        <p:nvSpPr>
          <p:cNvPr id="1053" name="tx135">
            <a:extLst>
              <a:ext uri="{FF2B5EF4-FFF2-40B4-BE49-F238E27FC236}">
                <a16:creationId xmlns:a16="http://schemas.microsoft.com/office/drawing/2014/main" id="{4EBE5CB4-C1DD-BE62-E5BC-EA933BBC06C3}"/>
              </a:ext>
            </a:extLst>
          </p:cNvPr>
          <p:cNvSpPr/>
          <p:nvPr/>
        </p:nvSpPr>
        <p:spPr>
          <a:xfrm rot="18900000">
            <a:off x="2979070" y="5456234"/>
            <a:ext cx="366125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W5-NH</a:t>
            </a:r>
          </a:p>
        </p:txBody>
      </p:sp>
      <p:sp>
        <p:nvSpPr>
          <p:cNvPr id="1054" name="tx136">
            <a:extLst>
              <a:ext uri="{FF2B5EF4-FFF2-40B4-BE49-F238E27FC236}">
                <a16:creationId xmlns:a16="http://schemas.microsoft.com/office/drawing/2014/main" id="{C22D0BDA-A2EE-FB51-48D6-376C1C44775F}"/>
              </a:ext>
            </a:extLst>
          </p:cNvPr>
          <p:cNvSpPr/>
          <p:nvPr/>
        </p:nvSpPr>
        <p:spPr>
          <a:xfrm rot="18900000">
            <a:off x="3320712" y="5458465"/>
            <a:ext cx="372435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W6-ME</a:t>
            </a:r>
          </a:p>
        </p:txBody>
      </p:sp>
      <p:sp>
        <p:nvSpPr>
          <p:cNvPr id="1055" name="pl137">
            <a:extLst>
              <a:ext uri="{FF2B5EF4-FFF2-40B4-BE49-F238E27FC236}">
                <a16:creationId xmlns:a16="http://schemas.microsoft.com/office/drawing/2014/main" id="{A0582BF4-4A59-EABD-445F-0A0AA2C53226}"/>
              </a:ext>
            </a:extLst>
          </p:cNvPr>
          <p:cNvSpPr/>
          <p:nvPr/>
        </p:nvSpPr>
        <p:spPr>
          <a:xfrm>
            <a:off x="4367142" y="5164747"/>
            <a:ext cx="2845628" cy="0"/>
          </a:xfrm>
          <a:custGeom>
            <a:avLst/>
            <a:gdLst/>
            <a:ahLst/>
            <a:cxnLst/>
            <a:rect l="0" t="0" r="0" b="0"/>
            <a:pathLst>
              <a:path w="2845628">
                <a:moveTo>
                  <a:pt x="0" y="0"/>
                </a:moveTo>
                <a:lnTo>
                  <a:pt x="2845628" y="0"/>
                </a:lnTo>
              </a:path>
            </a:pathLst>
          </a:custGeom>
          <a:ln w="13550" cap="sq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200"/>
          </a:p>
        </p:txBody>
      </p:sp>
      <p:sp>
        <p:nvSpPr>
          <p:cNvPr id="1056" name="pl138">
            <a:extLst>
              <a:ext uri="{FF2B5EF4-FFF2-40B4-BE49-F238E27FC236}">
                <a16:creationId xmlns:a16="http://schemas.microsoft.com/office/drawing/2014/main" id="{DAE65829-8A7D-76FC-DAA4-A5EC3184773A}"/>
              </a:ext>
            </a:extLst>
          </p:cNvPr>
          <p:cNvSpPr/>
          <p:nvPr/>
        </p:nvSpPr>
        <p:spPr>
          <a:xfrm>
            <a:off x="4575359" y="5164747"/>
            <a:ext cx="0" cy="34794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200"/>
          </a:p>
        </p:txBody>
      </p:sp>
      <p:sp>
        <p:nvSpPr>
          <p:cNvPr id="1057" name="pl139">
            <a:extLst>
              <a:ext uri="{FF2B5EF4-FFF2-40B4-BE49-F238E27FC236}">
                <a16:creationId xmlns:a16="http://schemas.microsoft.com/office/drawing/2014/main" id="{4BDCA14C-9A3E-4467-CED3-FAA1F7F49C56}"/>
              </a:ext>
            </a:extLst>
          </p:cNvPr>
          <p:cNvSpPr/>
          <p:nvPr/>
        </p:nvSpPr>
        <p:spPr>
          <a:xfrm>
            <a:off x="4922387" y="5164747"/>
            <a:ext cx="0" cy="34794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200"/>
          </a:p>
        </p:txBody>
      </p:sp>
      <p:sp>
        <p:nvSpPr>
          <p:cNvPr id="1058" name="pl140">
            <a:extLst>
              <a:ext uri="{FF2B5EF4-FFF2-40B4-BE49-F238E27FC236}">
                <a16:creationId xmlns:a16="http://schemas.microsoft.com/office/drawing/2014/main" id="{69AC90A9-FCD6-E30C-B386-B6D9A733D6CE}"/>
              </a:ext>
            </a:extLst>
          </p:cNvPr>
          <p:cNvSpPr/>
          <p:nvPr/>
        </p:nvSpPr>
        <p:spPr>
          <a:xfrm>
            <a:off x="5269415" y="5164747"/>
            <a:ext cx="0" cy="34794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200"/>
          </a:p>
        </p:txBody>
      </p:sp>
      <p:sp>
        <p:nvSpPr>
          <p:cNvPr id="1059" name="pl141">
            <a:extLst>
              <a:ext uri="{FF2B5EF4-FFF2-40B4-BE49-F238E27FC236}">
                <a16:creationId xmlns:a16="http://schemas.microsoft.com/office/drawing/2014/main" id="{57AF75B7-E841-C77D-2271-613BC3E8854B}"/>
              </a:ext>
            </a:extLst>
          </p:cNvPr>
          <p:cNvSpPr/>
          <p:nvPr/>
        </p:nvSpPr>
        <p:spPr>
          <a:xfrm>
            <a:off x="5616443" y="5164747"/>
            <a:ext cx="0" cy="34794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200"/>
          </a:p>
        </p:txBody>
      </p:sp>
      <p:sp>
        <p:nvSpPr>
          <p:cNvPr id="1060" name="pl142">
            <a:extLst>
              <a:ext uri="{FF2B5EF4-FFF2-40B4-BE49-F238E27FC236}">
                <a16:creationId xmlns:a16="http://schemas.microsoft.com/office/drawing/2014/main" id="{0516D77E-1958-05DA-7DAB-13364932FA51}"/>
              </a:ext>
            </a:extLst>
          </p:cNvPr>
          <p:cNvSpPr/>
          <p:nvPr/>
        </p:nvSpPr>
        <p:spPr>
          <a:xfrm>
            <a:off x="5963470" y="5164747"/>
            <a:ext cx="0" cy="34794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200"/>
          </a:p>
        </p:txBody>
      </p:sp>
      <p:sp>
        <p:nvSpPr>
          <p:cNvPr id="1061" name="pl143">
            <a:extLst>
              <a:ext uri="{FF2B5EF4-FFF2-40B4-BE49-F238E27FC236}">
                <a16:creationId xmlns:a16="http://schemas.microsoft.com/office/drawing/2014/main" id="{336AB1BC-3425-E6D1-3086-59F74655877C}"/>
              </a:ext>
            </a:extLst>
          </p:cNvPr>
          <p:cNvSpPr/>
          <p:nvPr/>
        </p:nvSpPr>
        <p:spPr>
          <a:xfrm>
            <a:off x="6310498" y="5164747"/>
            <a:ext cx="0" cy="34794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200"/>
          </a:p>
        </p:txBody>
      </p:sp>
      <p:sp>
        <p:nvSpPr>
          <p:cNvPr id="1062" name="pl144">
            <a:extLst>
              <a:ext uri="{FF2B5EF4-FFF2-40B4-BE49-F238E27FC236}">
                <a16:creationId xmlns:a16="http://schemas.microsoft.com/office/drawing/2014/main" id="{8FEFC07F-D265-0EC0-7A82-75469554727F}"/>
              </a:ext>
            </a:extLst>
          </p:cNvPr>
          <p:cNvSpPr/>
          <p:nvPr/>
        </p:nvSpPr>
        <p:spPr>
          <a:xfrm>
            <a:off x="6657526" y="5164747"/>
            <a:ext cx="0" cy="34794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200"/>
          </a:p>
        </p:txBody>
      </p:sp>
      <p:sp>
        <p:nvSpPr>
          <p:cNvPr id="1063" name="pl145">
            <a:extLst>
              <a:ext uri="{FF2B5EF4-FFF2-40B4-BE49-F238E27FC236}">
                <a16:creationId xmlns:a16="http://schemas.microsoft.com/office/drawing/2014/main" id="{B2CF7287-8043-13B3-C300-86CBB0824574}"/>
              </a:ext>
            </a:extLst>
          </p:cNvPr>
          <p:cNvSpPr/>
          <p:nvPr/>
        </p:nvSpPr>
        <p:spPr>
          <a:xfrm>
            <a:off x="7004554" y="5164747"/>
            <a:ext cx="0" cy="34794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200"/>
          </a:p>
        </p:txBody>
      </p:sp>
      <p:sp>
        <p:nvSpPr>
          <p:cNvPr id="1064" name="tx146">
            <a:extLst>
              <a:ext uri="{FF2B5EF4-FFF2-40B4-BE49-F238E27FC236}">
                <a16:creationId xmlns:a16="http://schemas.microsoft.com/office/drawing/2014/main" id="{F7552C59-CD4C-9135-50BD-2FE875808DD3}"/>
              </a:ext>
            </a:extLst>
          </p:cNvPr>
          <p:cNvSpPr/>
          <p:nvPr/>
        </p:nvSpPr>
        <p:spPr>
          <a:xfrm rot="18900000">
            <a:off x="4211327" y="5489307"/>
            <a:ext cx="459668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S1-LOLA</a:t>
            </a:r>
          </a:p>
        </p:txBody>
      </p:sp>
      <p:sp>
        <p:nvSpPr>
          <p:cNvPr id="1065" name="tx147">
            <a:extLst>
              <a:ext uri="{FF2B5EF4-FFF2-40B4-BE49-F238E27FC236}">
                <a16:creationId xmlns:a16="http://schemas.microsoft.com/office/drawing/2014/main" id="{5C1F0DD0-01C6-2507-9B4C-B0A4FC9B9177}"/>
              </a:ext>
            </a:extLst>
          </p:cNvPr>
          <p:cNvSpPr/>
          <p:nvPr/>
        </p:nvSpPr>
        <p:spPr>
          <a:xfrm rot="18900000">
            <a:off x="4542589" y="5495837"/>
            <a:ext cx="478139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S2-DEBY</a:t>
            </a:r>
          </a:p>
        </p:txBody>
      </p:sp>
      <p:sp>
        <p:nvSpPr>
          <p:cNvPr id="1066" name="tx148">
            <a:extLst>
              <a:ext uri="{FF2B5EF4-FFF2-40B4-BE49-F238E27FC236}">
                <a16:creationId xmlns:a16="http://schemas.microsoft.com/office/drawing/2014/main" id="{5D285E2E-0D20-3299-532D-6903D706BFFD}"/>
              </a:ext>
            </a:extLst>
          </p:cNvPr>
          <p:cNvSpPr/>
          <p:nvPr/>
        </p:nvSpPr>
        <p:spPr>
          <a:xfrm rot="18900000">
            <a:off x="5001071" y="5449672"/>
            <a:ext cx="347563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W1-TX</a:t>
            </a:r>
          </a:p>
        </p:txBody>
      </p:sp>
      <p:sp>
        <p:nvSpPr>
          <p:cNvPr id="1067" name="tx149">
            <a:extLst>
              <a:ext uri="{FF2B5EF4-FFF2-40B4-BE49-F238E27FC236}">
                <a16:creationId xmlns:a16="http://schemas.microsoft.com/office/drawing/2014/main" id="{F7657F4C-ABA6-B734-6756-167E370AFBDD}"/>
              </a:ext>
            </a:extLst>
          </p:cNvPr>
          <p:cNvSpPr/>
          <p:nvPr/>
        </p:nvSpPr>
        <p:spPr>
          <a:xfrm rot="18900000">
            <a:off x="5353250" y="5447538"/>
            <a:ext cx="341528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W2-LA</a:t>
            </a:r>
          </a:p>
        </p:txBody>
      </p:sp>
      <p:sp>
        <p:nvSpPr>
          <p:cNvPr id="1068" name="tx150">
            <a:extLst>
              <a:ext uri="{FF2B5EF4-FFF2-40B4-BE49-F238E27FC236}">
                <a16:creationId xmlns:a16="http://schemas.microsoft.com/office/drawing/2014/main" id="{F54759A8-0D57-5914-54B7-E3FEB40BC5A2}"/>
              </a:ext>
            </a:extLst>
          </p:cNvPr>
          <p:cNvSpPr/>
          <p:nvPr/>
        </p:nvSpPr>
        <p:spPr>
          <a:xfrm rot="18900000">
            <a:off x="5705663" y="5445307"/>
            <a:ext cx="335219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W3-FL</a:t>
            </a:r>
          </a:p>
        </p:txBody>
      </p:sp>
      <p:sp>
        <p:nvSpPr>
          <p:cNvPr id="1069" name="tx151">
            <a:extLst>
              <a:ext uri="{FF2B5EF4-FFF2-40B4-BE49-F238E27FC236}">
                <a16:creationId xmlns:a16="http://schemas.microsoft.com/office/drawing/2014/main" id="{9A096FED-62AE-ABF0-70DD-E87F1BA77945}"/>
              </a:ext>
            </a:extLst>
          </p:cNvPr>
          <p:cNvSpPr/>
          <p:nvPr/>
        </p:nvSpPr>
        <p:spPr>
          <a:xfrm rot="18900000">
            <a:off x="6036769" y="5451902"/>
            <a:ext cx="353872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W4-VA</a:t>
            </a:r>
          </a:p>
        </p:txBody>
      </p:sp>
      <p:sp>
        <p:nvSpPr>
          <p:cNvPr id="1070" name="tx152">
            <a:extLst>
              <a:ext uri="{FF2B5EF4-FFF2-40B4-BE49-F238E27FC236}">
                <a16:creationId xmlns:a16="http://schemas.microsoft.com/office/drawing/2014/main" id="{61C5E6A3-1B89-B2AD-9CFC-8CC52ED79E7B}"/>
              </a:ext>
            </a:extLst>
          </p:cNvPr>
          <p:cNvSpPr/>
          <p:nvPr/>
        </p:nvSpPr>
        <p:spPr>
          <a:xfrm rot="18900000">
            <a:off x="6373338" y="5456234"/>
            <a:ext cx="366125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W5-NH</a:t>
            </a:r>
          </a:p>
        </p:txBody>
      </p:sp>
      <p:sp>
        <p:nvSpPr>
          <p:cNvPr id="1071" name="tx153">
            <a:extLst>
              <a:ext uri="{FF2B5EF4-FFF2-40B4-BE49-F238E27FC236}">
                <a16:creationId xmlns:a16="http://schemas.microsoft.com/office/drawing/2014/main" id="{356233B7-BB6A-472E-3AC0-E5EF85919229}"/>
              </a:ext>
            </a:extLst>
          </p:cNvPr>
          <p:cNvSpPr/>
          <p:nvPr/>
        </p:nvSpPr>
        <p:spPr>
          <a:xfrm rot="18900000">
            <a:off x="6714981" y="5458465"/>
            <a:ext cx="372435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W6-ME</a:t>
            </a:r>
          </a:p>
        </p:txBody>
      </p:sp>
      <p:sp>
        <p:nvSpPr>
          <p:cNvPr id="1073" name="tx163">
            <a:extLst>
              <a:ext uri="{FF2B5EF4-FFF2-40B4-BE49-F238E27FC236}">
                <a16:creationId xmlns:a16="http://schemas.microsoft.com/office/drawing/2014/main" id="{4116E320-2336-606E-EC7A-EFE9EBA9BA53}"/>
              </a:ext>
            </a:extLst>
          </p:cNvPr>
          <p:cNvSpPr/>
          <p:nvPr/>
        </p:nvSpPr>
        <p:spPr>
          <a:xfrm>
            <a:off x="3545417" y="6137094"/>
            <a:ext cx="1094811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Experimental Site</a:t>
            </a:r>
          </a:p>
        </p:txBody>
      </p:sp>
      <p:sp>
        <p:nvSpPr>
          <p:cNvPr id="1074" name="pl154">
            <a:extLst>
              <a:ext uri="{FF2B5EF4-FFF2-40B4-BE49-F238E27FC236}">
                <a16:creationId xmlns:a16="http://schemas.microsoft.com/office/drawing/2014/main" id="{547111EE-7E49-2EE0-4F3F-C25F80537BFF}"/>
              </a:ext>
            </a:extLst>
          </p:cNvPr>
          <p:cNvSpPr/>
          <p:nvPr/>
        </p:nvSpPr>
        <p:spPr>
          <a:xfrm>
            <a:off x="972874" y="1896563"/>
            <a:ext cx="0" cy="3268183"/>
          </a:xfrm>
          <a:custGeom>
            <a:avLst/>
            <a:gdLst/>
            <a:ahLst/>
            <a:cxnLst/>
            <a:rect l="0" t="0" r="0" b="0"/>
            <a:pathLst>
              <a:path h="3268183">
                <a:moveTo>
                  <a:pt x="0" y="3268183"/>
                </a:moveTo>
                <a:lnTo>
                  <a:pt x="0" y="0"/>
                </a:lnTo>
              </a:path>
            </a:pathLst>
          </a:custGeom>
          <a:ln w="13550" cap="sq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075" name="tx231">
            <a:extLst>
              <a:ext uri="{FF2B5EF4-FFF2-40B4-BE49-F238E27FC236}">
                <a16:creationId xmlns:a16="http://schemas.microsoft.com/office/drawing/2014/main" id="{5B7757E8-1AF4-3749-7037-A096AFB12727}"/>
              </a:ext>
            </a:extLst>
          </p:cNvPr>
          <p:cNvSpPr/>
          <p:nvPr/>
        </p:nvSpPr>
        <p:spPr>
          <a:xfrm>
            <a:off x="2407557" y="1628800"/>
            <a:ext cx="3100547" cy="120152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4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(B) </a:t>
            </a:r>
            <a:r>
              <a:rPr sz="24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Final</a:t>
            </a:r>
            <a:r>
              <a:rPr lang="en-US" sz="24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 Length</a:t>
            </a:r>
            <a:r>
              <a:rPr sz="24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 at Lewisetta and York River</a:t>
            </a:r>
          </a:p>
        </p:txBody>
      </p:sp>
      <p:sp>
        <p:nvSpPr>
          <p:cNvPr id="1076" name="rc167">
            <a:extLst>
              <a:ext uri="{FF2B5EF4-FFF2-40B4-BE49-F238E27FC236}">
                <a16:creationId xmlns:a16="http://schemas.microsoft.com/office/drawing/2014/main" id="{CBEE461D-A862-BE7B-625A-1706BA308C08}"/>
              </a:ext>
            </a:extLst>
          </p:cNvPr>
          <p:cNvSpPr/>
          <p:nvPr/>
        </p:nvSpPr>
        <p:spPr>
          <a:xfrm>
            <a:off x="7421538" y="2753188"/>
            <a:ext cx="219455" cy="219456"/>
          </a:xfrm>
          <a:prstGeom prst="rect">
            <a:avLst/>
          </a:prstGeom>
          <a:solidFill>
            <a:srgbClr val="FFFFFF">
              <a:alpha val="100000"/>
            </a:srgbClr>
          </a:solidFill>
        </p:spPr>
        <p:txBody>
          <a:bodyPr/>
          <a:lstStyle/>
          <a:p>
            <a:endParaRPr/>
          </a:p>
        </p:txBody>
      </p:sp>
      <p:sp>
        <p:nvSpPr>
          <p:cNvPr id="1077" name="pl168">
            <a:extLst>
              <a:ext uri="{FF2B5EF4-FFF2-40B4-BE49-F238E27FC236}">
                <a16:creationId xmlns:a16="http://schemas.microsoft.com/office/drawing/2014/main" id="{75BFED22-495C-4F5F-2626-86E0BC32A6B8}"/>
              </a:ext>
            </a:extLst>
          </p:cNvPr>
          <p:cNvSpPr/>
          <p:nvPr/>
        </p:nvSpPr>
        <p:spPr>
          <a:xfrm>
            <a:off x="7531266" y="2917780"/>
            <a:ext cx="0" cy="32918"/>
          </a:xfrm>
          <a:custGeom>
            <a:avLst/>
            <a:gdLst/>
            <a:ahLst/>
            <a:cxnLst/>
            <a:rect l="0" t="0" r="0" b="0"/>
            <a:pathLst>
              <a:path h="32918">
                <a:moveTo>
                  <a:pt x="0" y="32918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1078" name="pl169">
            <a:extLst>
              <a:ext uri="{FF2B5EF4-FFF2-40B4-BE49-F238E27FC236}">
                <a16:creationId xmlns:a16="http://schemas.microsoft.com/office/drawing/2014/main" id="{A1A53A21-EC8C-26F3-6339-40F536413EB6}"/>
              </a:ext>
            </a:extLst>
          </p:cNvPr>
          <p:cNvSpPr/>
          <p:nvPr/>
        </p:nvSpPr>
        <p:spPr>
          <a:xfrm>
            <a:off x="7531266" y="2775133"/>
            <a:ext cx="0" cy="32918"/>
          </a:xfrm>
          <a:custGeom>
            <a:avLst/>
            <a:gdLst/>
            <a:ahLst/>
            <a:cxnLst/>
            <a:rect l="0" t="0" r="0" b="0"/>
            <a:pathLst>
              <a:path h="32918">
                <a:moveTo>
                  <a:pt x="0" y="32918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1079" name="rc170">
            <a:extLst>
              <a:ext uri="{FF2B5EF4-FFF2-40B4-BE49-F238E27FC236}">
                <a16:creationId xmlns:a16="http://schemas.microsoft.com/office/drawing/2014/main" id="{A535A526-156A-A7CC-000F-74B66D7D4931}"/>
              </a:ext>
            </a:extLst>
          </p:cNvPr>
          <p:cNvSpPr/>
          <p:nvPr/>
        </p:nvSpPr>
        <p:spPr>
          <a:xfrm>
            <a:off x="7448970" y="2808052"/>
            <a:ext cx="164592" cy="109727"/>
          </a:xfrm>
          <a:prstGeom prst="rect">
            <a:avLst/>
          </a:prstGeom>
          <a:solidFill>
            <a:srgbClr val="365C8D">
              <a:alpha val="100000"/>
            </a:srgbClr>
          </a:solidFill>
          <a:ln w="13550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1080" name="pl171">
            <a:extLst>
              <a:ext uri="{FF2B5EF4-FFF2-40B4-BE49-F238E27FC236}">
                <a16:creationId xmlns:a16="http://schemas.microsoft.com/office/drawing/2014/main" id="{DF0E5902-B455-B80E-00CE-74CF0F6F5951}"/>
              </a:ext>
            </a:extLst>
          </p:cNvPr>
          <p:cNvSpPr/>
          <p:nvPr/>
        </p:nvSpPr>
        <p:spPr>
          <a:xfrm>
            <a:off x="7448970" y="2862916"/>
            <a:ext cx="164592" cy="0"/>
          </a:xfrm>
          <a:custGeom>
            <a:avLst/>
            <a:gdLst/>
            <a:ahLst/>
            <a:cxnLst/>
            <a:rect l="0" t="0" r="0" b="0"/>
            <a:pathLst>
              <a:path w="164592">
                <a:moveTo>
                  <a:pt x="0" y="0"/>
                </a:moveTo>
                <a:lnTo>
                  <a:pt x="164592" y="0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1081" name="pl172">
            <a:extLst>
              <a:ext uri="{FF2B5EF4-FFF2-40B4-BE49-F238E27FC236}">
                <a16:creationId xmlns:a16="http://schemas.microsoft.com/office/drawing/2014/main" id="{06C6D83A-3559-E698-BC50-62CD3B5ED979}"/>
              </a:ext>
            </a:extLst>
          </p:cNvPr>
          <p:cNvSpPr/>
          <p:nvPr/>
        </p:nvSpPr>
        <p:spPr>
          <a:xfrm>
            <a:off x="7531266" y="2950698"/>
            <a:ext cx="0" cy="0"/>
          </a:xfrm>
          <a:custGeom>
            <a:avLst/>
            <a:gdLst/>
            <a:ahLst/>
            <a:cxnLst/>
            <a:rect l="0" t="0" r="0" b="0"/>
            <a:pathLst>
              <a:path>
                <a:moveTo>
                  <a:pt x="0" y="0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1082" name="pl173">
            <a:extLst>
              <a:ext uri="{FF2B5EF4-FFF2-40B4-BE49-F238E27FC236}">
                <a16:creationId xmlns:a16="http://schemas.microsoft.com/office/drawing/2014/main" id="{9C01061B-A8F5-40AB-0990-52A7CC503530}"/>
              </a:ext>
            </a:extLst>
          </p:cNvPr>
          <p:cNvSpPr/>
          <p:nvPr/>
        </p:nvSpPr>
        <p:spPr>
          <a:xfrm>
            <a:off x="7531266" y="2775133"/>
            <a:ext cx="0" cy="0"/>
          </a:xfrm>
          <a:custGeom>
            <a:avLst/>
            <a:gdLst/>
            <a:ahLst/>
            <a:cxnLst/>
            <a:rect l="0" t="0" r="0" b="0"/>
            <a:pathLst>
              <a:path>
                <a:moveTo>
                  <a:pt x="0" y="0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1083" name="rc174">
            <a:extLst>
              <a:ext uri="{FF2B5EF4-FFF2-40B4-BE49-F238E27FC236}">
                <a16:creationId xmlns:a16="http://schemas.microsoft.com/office/drawing/2014/main" id="{29E13A85-B0D5-EF8D-641E-946D1546ACF9}"/>
              </a:ext>
            </a:extLst>
          </p:cNvPr>
          <p:cNvSpPr/>
          <p:nvPr/>
        </p:nvSpPr>
        <p:spPr>
          <a:xfrm>
            <a:off x="7421538" y="2972644"/>
            <a:ext cx="219455" cy="219456"/>
          </a:xfrm>
          <a:prstGeom prst="rect">
            <a:avLst/>
          </a:prstGeom>
          <a:solidFill>
            <a:srgbClr val="FFFFFF">
              <a:alpha val="100000"/>
            </a:srgbClr>
          </a:solidFill>
        </p:spPr>
        <p:txBody>
          <a:bodyPr/>
          <a:lstStyle/>
          <a:p>
            <a:endParaRPr/>
          </a:p>
        </p:txBody>
      </p:sp>
      <p:sp>
        <p:nvSpPr>
          <p:cNvPr id="1084" name="pl175">
            <a:extLst>
              <a:ext uri="{FF2B5EF4-FFF2-40B4-BE49-F238E27FC236}">
                <a16:creationId xmlns:a16="http://schemas.microsoft.com/office/drawing/2014/main" id="{8CFF7505-7BC2-CA8D-0CF6-37E8325A318D}"/>
              </a:ext>
            </a:extLst>
          </p:cNvPr>
          <p:cNvSpPr/>
          <p:nvPr/>
        </p:nvSpPr>
        <p:spPr>
          <a:xfrm>
            <a:off x="7531266" y="3137236"/>
            <a:ext cx="0" cy="32918"/>
          </a:xfrm>
          <a:custGeom>
            <a:avLst/>
            <a:gdLst/>
            <a:ahLst/>
            <a:cxnLst/>
            <a:rect l="0" t="0" r="0" b="0"/>
            <a:pathLst>
              <a:path h="32918">
                <a:moveTo>
                  <a:pt x="0" y="32918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1085" name="pl176">
            <a:extLst>
              <a:ext uri="{FF2B5EF4-FFF2-40B4-BE49-F238E27FC236}">
                <a16:creationId xmlns:a16="http://schemas.microsoft.com/office/drawing/2014/main" id="{F89BFC98-3999-6F1A-BF47-FE7E78E52416}"/>
              </a:ext>
            </a:extLst>
          </p:cNvPr>
          <p:cNvSpPr/>
          <p:nvPr/>
        </p:nvSpPr>
        <p:spPr>
          <a:xfrm>
            <a:off x="7531266" y="2994589"/>
            <a:ext cx="0" cy="32918"/>
          </a:xfrm>
          <a:custGeom>
            <a:avLst/>
            <a:gdLst/>
            <a:ahLst/>
            <a:cxnLst/>
            <a:rect l="0" t="0" r="0" b="0"/>
            <a:pathLst>
              <a:path h="32918">
                <a:moveTo>
                  <a:pt x="0" y="32918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1086" name="rc177">
            <a:extLst>
              <a:ext uri="{FF2B5EF4-FFF2-40B4-BE49-F238E27FC236}">
                <a16:creationId xmlns:a16="http://schemas.microsoft.com/office/drawing/2014/main" id="{9847DC5C-6F3E-4498-0544-DA22C43EB80F}"/>
              </a:ext>
            </a:extLst>
          </p:cNvPr>
          <p:cNvSpPr/>
          <p:nvPr/>
        </p:nvSpPr>
        <p:spPr>
          <a:xfrm>
            <a:off x="7448970" y="3027508"/>
            <a:ext cx="164592" cy="109727"/>
          </a:xfrm>
          <a:prstGeom prst="rect">
            <a:avLst/>
          </a:prstGeom>
          <a:solidFill>
            <a:srgbClr val="277F8E">
              <a:alpha val="100000"/>
            </a:srgbClr>
          </a:solidFill>
          <a:ln w="13550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1087" name="pl178">
            <a:extLst>
              <a:ext uri="{FF2B5EF4-FFF2-40B4-BE49-F238E27FC236}">
                <a16:creationId xmlns:a16="http://schemas.microsoft.com/office/drawing/2014/main" id="{D27407B3-F908-6B42-F656-70677E4408F8}"/>
              </a:ext>
            </a:extLst>
          </p:cNvPr>
          <p:cNvSpPr/>
          <p:nvPr/>
        </p:nvSpPr>
        <p:spPr>
          <a:xfrm>
            <a:off x="7448970" y="3082372"/>
            <a:ext cx="164592" cy="0"/>
          </a:xfrm>
          <a:custGeom>
            <a:avLst/>
            <a:gdLst/>
            <a:ahLst/>
            <a:cxnLst/>
            <a:rect l="0" t="0" r="0" b="0"/>
            <a:pathLst>
              <a:path w="164592">
                <a:moveTo>
                  <a:pt x="0" y="0"/>
                </a:moveTo>
                <a:lnTo>
                  <a:pt x="164592" y="0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1088" name="pl179">
            <a:extLst>
              <a:ext uri="{FF2B5EF4-FFF2-40B4-BE49-F238E27FC236}">
                <a16:creationId xmlns:a16="http://schemas.microsoft.com/office/drawing/2014/main" id="{CD057163-CEF5-BE70-AF1F-EA01B3DBA39D}"/>
              </a:ext>
            </a:extLst>
          </p:cNvPr>
          <p:cNvSpPr/>
          <p:nvPr/>
        </p:nvSpPr>
        <p:spPr>
          <a:xfrm>
            <a:off x="7531266" y="3170154"/>
            <a:ext cx="0" cy="0"/>
          </a:xfrm>
          <a:custGeom>
            <a:avLst/>
            <a:gdLst/>
            <a:ahLst/>
            <a:cxnLst/>
            <a:rect l="0" t="0" r="0" b="0"/>
            <a:pathLst>
              <a:path>
                <a:moveTo>
                  <a:pt x="0" y="0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1089" name="pl180">
            <a:extLst>
              <a:ext uri="{FF2B5EF4-FFF2-40B4-BE49-F238E27FC236}">
                <a16:creationId xmlns:a16="http://schemas.microsoft.com/office/drawing/2014/main" id="{3B1A86F7-FADB-B15A-A953-B4B4023B55EF}"/>
              </a:ext>
            </a:extLst>
          </p:cNvPr>
          <p:cNvSpPr/>
          <p:nvPr/>
        </p:nvSpPr>
        <p:spPr>
          <a:xfrm>
            <a:off x="7531266" y="2994589"/>
            <a:ext cx="0" cy="0"/>
          </a:xfrm>
          <a:custGeom>
            <a:avLst/>
            <a:gdLst/>
            <a:ahLst/>
            <a:cxnLst/>
            <a:rect l="0" t="0" r="0" b="0"/>
            <a:pathLst>
              <a:path>
                <a:moveTo>
                  <a:pt x="0" y="0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1090" name="rc181">
            <a:extLst>
              <a:ext uri="{FF2B5EF4-FFF2-40B4-BE49-F238E27FC236}">
                <a16:creationId xmlns:a16="http://schemas.microsoft.com/office/drawing/2014/main" id="{457662E6-09CC-FCC1-1343-F75137F77048}"/>
              </a:ext>
            </a:extLst>
          </p:cNvPr>
          <p:cNvSpPr/>
          <p:nvPr/>
        </p:nvSpPr>
        <p:spPr>
          <a:xfrm>
            <a:off x="7421538" y="3192100"/>
            <a:ext cx="219455" cy="219456"/>
          </a:xfrm>
          <a:prstGeom prst="rect">
            <a:avLst/>
          </a:prstGeom>
          <a:solidFill>
            <a:srgbClr val="FFFFFF">
              <a:alpha val="100000"/>
            </a:srgbClr>
          </a:solidFill>
        </p:spPr>
        <p:txBody>
          <a:bodyPr/>
          <a:lstStyle/>
          <a:p>
            <a:endParaRPr/>
          </a:p>
        </p:txBody>
      </p:sp>
      <p:sp>
        <p:nvSpPr>
          <p:cNvPr id="1091" name="pl182">
            <a:extLst>
              <a:ext uri="{FF2B5EF4-FFF2-40B4-BE49-F238E27FC236}">
                <a16:creationId xmlns:a16="http://schemas.microsoft.com/office/drawing/2014/main" id="{2E497F2D-A983-9122-9714-E5433588C415}"/>
              </a:ext>
            </a:extLst>
          </p:cNvPr>
          <p:cNvSpPr/>
          <p:nvPr/>
        </p:nvSpPr>
        <p:spPr>
          <a:xfrm>
            <a:off x="7531266" y="3356692"/>
            <a:ext cx="0" cy="32918"/>
          </a:xfrm>
          <a:custGeom>
            <a:avLst/>
            <a:gdLst/>
            <a:ahLst/>
            <a:cxnLst/>
            <a:rect l="0" t="0" r="0" b="0"/>
            <a:pathLst>
              <a:path h="32918">
                <a:moveTo>
                  <a:pt x="0" y="32918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1092" name="pl183">
            <a:extLst>
              <a:ext uri="{FF2B5EF4-FFF2-40B4-BE49-F238E27FC236}">
                <a16:creationId xmlns:a16="http://schemas.microsoft.com/office/drawing/2014/main" id="{F9D07F14-D041-3A17-D0C4-738579021304}"/>
              </a:ext>
            </a:extLst>
          </p:cNvPr>
          <p:cNvSpPr/>
          <p:nvPr/>
        </p:nvSpPr>
        <p:spPr>
          <a:xfrm>
            <a:off x="7531266" y="3214045"/>
            <a:ext cx="0" cy="32918"/>
          </a:xfrm>
          <a:custGeom>
            <a:avLst/>
            <a:gdLst/>
            <a:ahLst/>
            <a:cxnLst/>
            <a:rect l="0" t="0" r="0" b="0"/>
            <a:pathLst>
              <a:path h="32918">
                <a:moveTo>
                  <a:pt x="0" y="32918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1093" name="rc184">
            <a:extLst>
              <a:ext uri="{FF2B5EF4-FFF2-40B4-BE49-F238E27FC236}">
                <a16:creationId xmlns:a16="http://schemas.microsoft.com/office/drawing/2014/main" id="{2C593A64-74F6-947A-D6D8-FE66D14C5E57}"/>
              </a:ext>
            </a:extLst>
          </p:cNvPr>
          <p:cNvSpPr/>
          <p:nvPr/>
        </p:nvSpPr>
        <p:spPr>
          <a:xfrm>
            <a:off x="7448970" y="3246964"/>
            <a:ext cx="164592" cy="109727"/>
          </a:xfrm>
          <a:prstGeom prst="rect">
            <a:avLst/>
          </a:prstGeom>
          <a:solidFill>
            <a:srgbClr val="1FA187">
              <a:alpha val="100000"/>
            </a:srgbClr>
          </a:solidFill>
          <a:ln w="13550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1094" name="pl185">
            <a:extLst>
              <a:ext uri="{FF2B5EF4-FFF2-40B4-BE49-F238E27FC236}">
                <a16:creationId xmlns:a16="http://schemas.microsoft.com/office/drawing/2014/main" id="{BFF49420-6A90-DC16-5A65-AA9BBA53FB7A}"/>
              </a:ext>
            </a:extLst>
          </p:cNvPr>
          <p:cNvSpPr/>
          <p:nvPr/>
        </p:nvSpPr>
        <p:spPr>
          <a:xfrm>
            <a:off x="7448970" y="3301828"/>
            <a:ext cx="164592" cy="0"/>
          </a:xfrm>
          <a:custGeom>
            <a:avLst/>
            <a:gdLst/>
            <a:ahLst/>
            <a:cxnLst/>
            <a:rect l="0" t="0" r="0" b="0"/>
            <a:pathLst>
              <a:path w="164592">
                <a:moveTo>
                  <a:pt x="0" y="0"/>
                </a:moveTo>
                <a:lnTo>
                  <a:pt x="164592" y="0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1095" name="pl186">
            <a:extLst>
              <a:ext uri="{FF2B5EF4-FFF2-40B4-BE49-F238E27FC236}">
                <a16:creationId xmlns:a16="http://schemas.microsoft.com/office/drawing/2014/main" id="{BDDB67B2-69E1-C08B-A8BC-2EFE85E2ADB8}"/>
              </a:ext>
            </a:extLst>
          </p:cNvPr>
          <p:cNvSpPr/>
          <p:nvPr/>
        </p:nvSpPr>
        <p:spPr>
          <a:xfrm>
            <a:off x="7531266" y="3389610"/>
            <a:ext cx="0" cy="0"/>
          </a:xfrm>
          <a:custGeom>
            <a:avLst/>
            <a:gdLst/>
            <a:ahLst/>
            <a:cxnLst/>
            <a:rect l="0" t="0" r="0" b="0"/>
            <a:pathLst>
              <a:path>
                <a:moveTo>
                  <a:pt x="0" y="0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1096" name="pl187">
            <a:extLst>
              <a:ext uri="{FF2B5EF4-FFF2-40B4-BE49-F238E27FC236}">
                <a16:creationId xmlns:a16="http://schemas.microsoft.com/office/drawing/2014/main" id="{7EF3E8D2-13CA-98B6-B240-FE2E1C1BF2D3}"/>
              </a:ext>
            </a:extLst>
          </p:cNvPr>
          <p:cNvSpPr/>
          <p:nvPr/>
        </p:nvSpPr>
        <p:spPr>
          <a:xfrm>
            <a:off x="7531266" y="3214045"/>
            <a:ext cx="0" cy="0"/>
          </a:xfrm>
          <a:custGeom>
            <a:avLst/>
            <a:gdLst/>
            <a:ahLst/>
            <a:cxnLst/>
            <a:rect l="0" t="0" r="0" b="0"/>
            <a:pathLst>
              <a:path>
                <a:moveTo>
                  <a:pt x="0" y="0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1097" name="rc188">
            <a:extLst>
              <a:ext uri="{FF2B5EF4-FFF2-40B4-BE49-F238E27FC236}">
                <a16:creationId xmlns:a16="http://schemas.microsoft.com/office/drawing/2014/main" id="{69C8C7E7-BD3B-EEEB-B1C1-F65E1A01658B}"/>
              </a:ext>
            </a:extLst>
          </p:cNvPr>
          <p:cNvSpPr/>
          <p:nvPr/>
        </p:nvSpPr>
        <p:spPr>
          <a:xfrm>
            <a:off x="7421538" y="3411556"/>
            <a:ext cx="219455" cy="219455"/>
          </a:xfrm>
          <a:prstGeom prst="rect">
            <a:avLst/>
          </a:prstGeom>
          <a:solidFill>
            <a:srgbClr val="FFFFFF">
              <a:alpha val="100000"/>
            </a:srgbClr>
          </a:solidFill>
        </p:spPr>
        <p:txBody>
          <a:bodyPr/>
          <a:lstStyle/>
          <a:p>
            <a:endParaRPr/>
          </a:p>
        </p:txBody>
      </p:sp>
      <p:sp>
        <p:nvSpPr>
          <p:cNvPr id="1098" name="pl189">
            <a:extLst>
              <a:ext uri="{FF2B5EF4-FFF2-40B4-BE49-F238E27FC236}">
                <a16:creationId xmlns:a16="http://schemas.microsoft.com/office/drawing/2014/main" id="{B394077F-39C7-665D-D3AB-EF3B5F79E65D}"/>
              </a:ext>
            </a:extLst>
          </p:cNvPr>
          <p:cNvSpPr/>
          <p:nvPr/>
        </p:nvSpPr>
        <p:spPr>
          <a:xfrm>
            <a:off x="7531266" y="3576148"/>
            <a:ext cx="0" cy="32918"/>
          </a:xfrm>
          <a:custGeom>
            <a:avLst/>
            <a:gdLst/>
            <a:ahLst/>
            <a:cxnLst/>
            <a:rect l="0" t="0" r="0" b="0"/>
            <a:pathLst>
              <a:path h="32918">
                <a:moveTo>
                  <a:pt x="0" y="32918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1099" name="pl190">
            <a:extLst>
              <a:ext uri="{FF2B5EF4-FFF2-40B4-BE49-F238E27FC236}">
                <a16:creationId xmlns:a16="http://schemas.microsoft.com/office/drawing/2014/main" id="{F35851D7-7A7C-11FB-E865-ADA0248ECD28}"/>
              </a:ext>
            </a:extLst>
          </p:cNvPr>
          <p:cNvSpPr/>
          <p:nvPr/>
        </p:nvSpPr>
        <p:spPr>
          <a:xfrm>
            <a:off x="7531266" y="3433501"/>
            <a:ext cx="0" cy="32918"/>
          </a:xfrm>
          <a:custGeom>
            <a:avLst/>
            <a:gdLst/>
            <a:ahLst/>
            <a:cxnLst/>
            <a:rect l="0" t="0" r="0" b="0"/>
            <a:pathLst>
              <a:path h="32918">
                <a:moveTo>
                  <a:pt x="0" y="32918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1100" name="rc191">
            <a:extLst>
              <a:ext uri="{FF2B5EF4-FFF2-40B4-BE49-F238E27FC236}">
                <a16:creationId xmlns:a16="http://schemas.microsoft.com/office/drawing/2014/main" id="{AE44C355-95C5-83ED-767F-451D11E61F07}"/>
              </a:ext>
            </a:extLst>
          </p:cNvPr>
          <p:cNvSpPr/>
          <p:nvPr/>
        </p:nvSpPr>
        <p:spPr>
          <a:xfrm>
            <a:off x="7448970" y="3466420"/>
            <a:ext cx="164592" cy="109727"/>
          </a:xfrm>
          <a:prstGeom prst="rect">
            <a:avLst/>
          </a:prstGeom>
          <a:solidFill>
            <a:srgbClr val="4AC16D">
              <a:alpha val="100000"/>
            </a:srgbClr>
          </a:solidFill>
          <a:ln w="13550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1101" name="pl192">
            <a:extLst>
              <a:ext uri="{FF2B5EF4-FFF2-40B4-BE49-F238E27FC236}">
                <a16:creationId xmlns:a16="http://schemas.microsoft.com/office/drawing/2014/main" id="{313D3C81-4AB5-EABA-1751-FA2FE3D469D5}"/>
              </a:ext>
            </a:extLst>
          </p:cNvPr>
          <p:cNvSpPr/>
          <p:nvPr/>
        </p:nvSpPr>
        <p:spPr>
          <a:xfrm>
            <a:off x="7448970" y="3521284"/>
            <a:ext cx="164592" cy="0"/>
          </a:xfrm>
          <a:custGeom>
            <a:avLst/>
            <a:gdLst/>
            <a:ahLst/>
            <a:cxnLst/>
            <a:rect l="0" t="0" r="0" b="0"/>
            <a:pathLst>
              <a:path w="164592">
                <a:moveTo>
                  <a:pt x="0" y="0"/>
                </a:moveTo>
                <a:lnTo>
                  <a:pt x="164592" y="0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1102" name="pl193">
            <a:extLst>
              <a:ext uri="{FF2B5EF4-FFF2-40B4-BE49-F238E27FC236}">
                <a16:creationId xmlns:a16="http://schemas.microsoft.com/office/drawing/2014/main" id="{C683E43B-3DA5-F23B-494D-F46CAC5B4C63}"/>
              </a:ext>
            </a:extLst>
          </p:cNvPr>
          <p:cNvSpPr/>
          <p:nvPr/>
        </p:nvSpPr>
        <p:spPr>
          <a:xfrm>
            <a:off x="7531266" y="3609066"/>
            <a:ext cx="0" cy="0"/>
          </a:xfrm>
          <a:custGeom>
            <a:avLst/>
            <a:gdLst/>
            <a:ahLst/>
            <a:cxnLst/>
            <a:rect l="0" t="0" r="0" b="0"/>
            <a:pathLst>
              <a:path>
                <a:moveTo>
                  <a:pt x="0" y="0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1103" name="pl194">
            <a:extLst>
              <a:ext uri="{FF2B5EF4-FFF2-40B4-BE49-F238E27FC236}">
                <a16:creationId xmlns:a16="http://schemas.microsoft.com/office/drawing/2014/main" id="{E53DB916-D629-1CCA-CF58-54BB68A7E3DD}"/>
              </a:ext>
            </a:extLst>
          </p:cNvPr>
          <p:cNvSpPr/>
          <p:nvPr/>
        </p:nvSpPr>
        <p:spPr>
          <a:xfrm>
            <a:off x="7531266" y="3433501"/>
            <a:ext cx="0" cy="0"/>
          </a:xfrm>
          <a:custGeom>
            <a:avLst/>
            <a:gdLst/>
            <a:ahLst/>
            <a:cxnLst/>
            <a:rect l="0" t="0" r="0" b="0"/>
            <a:pathLst>
              <a:path>
                <a:moveTo>
                  <a:pt x="0" y="0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1104" name="rc195">
            <a:extLst>
              <a:ext uri="{FF2B5EF4-FFF2-40B4-BE49-F238E27FC236}">
                <a16:creationId xmlns:a16="http://schemas.microsoft.com/office/drawing/2014/main" id="{7EB9D67A-1F30-62FA-1C91-9A6C084168EF}"/>
              </a:ext>
            </a:extLst>
          </p:cNvPr>
          <p:cNvSpPr/>
          <p:nvPr/>
        </p:nvSpPr>
        <p:spPr>
          <a:xfrm>
            <a:off x="7421538" y="3631012"/>
            <a:ext cx="219455" cy="219456"/>
          </a:xfrm>
          <a:prstGeom prst="rect">
            <a:avLst/>
          </a:prstGeom>
          <a:solidFill>
            <a:srgbClr val="FFFFFF">
              <a:alpha val="100000"/>
            </a:srgbClr>
          </a:solidFill>
        </p:spPr>
        <p:txBody>
          <a:bodyPr/>
          <a:lstStyle/>
          <a:p>
            <a:endParaRPr/>
          </a:p>
        </p:txBody>
      </p:sp>
      <p:sp>
        <p:nvSpPr>
          <p:cNvPr id="1105" name="pl196">
            <a:extLst>
              <a:ext uri="{FF2B5EF4-FFF2-40B4-BE49-F238E27FC236}">
                <a16:creationId xmlns:a16="http://schemas.microsoft.com/office/drawing/2014/main" id="{20B6C751-6101-67E4-5945-412DFB073D2F}"/>
              </a:ext>
            </a:extLst>
          </p:cNvPr>
          <p:cNvSpPr/>
          <p:nvPr/>
        </p:nvSpPr>
        <p:spPr>
          <a:xfrm>
            <a:off x="7531266" y="3795604"/>
            <a:ext cx="0" cy="32918"/>
          </a:xfrm>
          <a:custGeom>
            <a:avLst/>
            <a:gdLst/>
            <a:ahLst/>
            <a:cxnLst/>
            <a:rect l="0" t="0" r="0" b="0"/>
            <a:pathLst>
              <a:path h="32918">
                <a:moveTo>
                  <a:pt x="0" y="32918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1106" name="pl197">
            <a:extLst>
              <a:ext uri="{FF2B5EF4-FFF2-40B4-BE49-F238E27FC236}">
                <a16:creationId xmlns:a16="http://schemas.microsoft.com/office/drawing/2014/main" id="{EC05877B-EE80-1F1B-D66E-3F80D5667911}"/>
              </a:ext>
            </a:extLst>
          </p:cNvPr>
          <p:cNvSpPr/>
          <p:nvPr/>
        </p:nvSpPr>
        <p:spPr>
          <a:xfrm>
            <a:off x="7531266" y="3652957"/>
            <a:ext cx="0" cy="32918"/>
          </a:xfrm>
          <a:custGeom>
            <a:avLst/>
            <a:gdLst/>
            <a:ahLst/>
            <a:cxnLst/>
            <a:rect l="0" t="0" r="0" b="0"/>
            <a:pathLst>
              <a:path h="32918">
                <a:moveTo>
                  <a:pt x="0" y="32918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1107" name="rc198">
            <a:extLst>
              <a:ext uri="{FF2B5EF4-FFF2-40B4-BE49-F238E27FC236}">
                <a16:creationId xmlns:a16="http://schemas.microsoft.com/office/drawing/2014/main" id="{A6E587BD-1E5C-A476-CD3A-543A094C6FE4}"/>
              </a:ext>
            </a:extLst>
          </p:cNvPr>
          <p:cNvSpPr/>
          <p:nvPr/>
        </p:nvSpPr>
        <p:spPr>
          <a:xfrm>
            <a:off x="7448970" y="3685876"/>
            <a:ext cx="164592" cy="109727"/>
          </a:xfrm>
          <a:prstGeom prst="rect">
            <a:avLst/>
          </a:prstGeom>
          <a:solidFill>
            <a:srgbClr val="440154">
              <a:alpha val="100000"/>
            </a:srgbClr>
          </a:solidFill>
          <a:ln w="13550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1108" name="pl199">
            <a:extLst>
              <a:ext uri="{FF2B5EF4-FFF2-40B4-BE49-F238E27FC236}">
                <a16:creationId xmlns:a16="http://schemas.microsoft.com/office/drawing/2014/main" id="{EF24EDB8-F868-6037-A8C8-AEF4E82F58BA}"/>
              </a:ext>
            </a:extLst>
          </p:cNvPr>
          <p:cNvSpPr/>
          <p:nvPr/>
        </p:nvSpPr>
        <p:spPr>
          <a:xfrm>
            <a:off x="7448970" y="3740740"/>
            <a:ext cx="164592" cy="0"/>
          </a:xfrm>
          <a:custGeom>
            <a:avLst/>
            <a:gdLst/>
            <a:ahLst/>
            <a:cxnLst/>
            <a:rect l="0" t="0" r="0" b="0"/>
            <a:pathLst>
              <a:path w="164592">
                <a:moveTo>
                  <a:pt x="0" y="0"/>
                </a:moveTo>
                <a:lnTo>
                  <a:pt x="164592" y="0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1109" name="pl200">
            <a:extLst>
              <a:ext uri="{FF2B5EF4-FFF2-40B4-BE49-F238E27FC236}">
                <a16:creationId xmlns:a16="http://schemas.microsoft.com/office/drawing/2014/main" id="{760438B8-85F1-BFC5-260B-9B325065D701}"/>
              </a:ext>
            </a:extLst>
          </p:cNvPr>
          <p:cNvSpPr/>
          <p:nvPr/>
        </p:nvSpPr>
        <p:spPr>
          <a:xfrm>
            <a:off x="7531266" y="3828522"/>
            <a:ext cx="0" cy="0"/>
          </a:xfrm>
          <a:custGeom>
            <a:avLst/>
            <a:gdLst/>
            <a:ahLst/>
            <a:cxnLst/>
            <a:rect l="0" t="0" r="0" b="0"/>
            <a:pathLst>
              <a:path>
                <a:moveTo>
                  <a:pt x="0" y="0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1110" name="pl201">
            <a:extLst>
              <a:ext uri="{FF2B5EF4-FFF2-40B4-BE49-F238E27FC236}">
                <a16:creationId xmlns:a16="http://schemas.microsoft.com/office/drawing/2014/main" id="{3A80D87F-9CE5-6FC6-9840-B4A651D4E3A9}"/>
              </a:ext>
            </a:extLst>
          </p:cNvPr>
          <p:cNvSpPr/>
          <p:nvPr/>
        </p:nvSpPr>
        <p:spPr>
          <a:xfrm>
            <a:off x="7531266" y="3652957"/>
            <a:ext cx="0" cy="0"/>
          </a:xfrm>
          <a:custGeom>
            <a:avLst/>
            <a:gdLst/>
            <a:ahLst/>
            <a:cxnLst/>
            <a:rect l="0" t="0" r="0" b="0"/>
            <a:pathLst>
              <a:path>
                <a:moveTo>
                  <a:pt x="0" y="0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1111" name="rc202">
            <a:extLst>
              <a:ext uri="{FF2B5EF4-FFF2-40B4-BE49-F238E27FC236}">
                <a16:creationId xmlns:a16="http://schemas.microsoft.com/office/drawing/2014/main" id="{B2302E59-B0BC-4317-19B0-4BD4E1AE3E51}"/>
              </a:ext>
            </a:extLst>
          </p:cNvPr>
          <p:cNvSpPr/>
          <p:nvPr/>
        </p:nvSpPr>
        <p:spPr>
          <a:xfrm>
            <a:off x="7421538" y="3850468"/>
            <a:ext cx="219455" cy="219456"/>
          </a:xfrm>
          <a:prstGeom prst="rect">
            <a:avLst/>
          </a:prstGeom>
          <a:solidFill>
            <a:srgbClr val="FFFFFF">
              <a:alpha val="100000"/>
            </a:srgbClr>
          </a:solidFill>
        </p:spPr>
        <p:txBody>
          <a:bodyPr/>
          <a:lstStyle/>
          <a:p>
            <a:endParaRPr/>
          </a:p>
        </p:txBody>
      </p:sp>
      <p:sp>
        <p:nvSpPr>
          <p:cNvPr id="1112" name="pl203">
            <a:extLst>
              <a:ext uri="{FF2B5EF4-FFF2-40B4-BE49-F238E27FC236}">
                <a16:creationId xmlns:a16="http://schemas.microsoft.com/office/drawing/2014/main" id="{1AA27CEE-C823-4FB8-1101-D1B0913716D9}"/>
              </a:ext>
            </a:extLst>
          </p:cNvPr>
          <p:cNvSpPr/>
          <p:nvPr/>
        </p:nvSpPr>
        <p:spPr>
          <a:xfrm>
            <a:off x="7531266" y="4015060"/>
            <a:ext cx="0" cy="32918"/>
          </a:xfrm>
          <a:custGeom>
            <a:avLst/>
            <a:gdLst/>
            <a:ahLst/>
            <a:cxnLst/>
            <a:rect l="0" t="0" r="0" b="0"/>
            <a:pathLst>
              <a:path h="32918">
                <a:moveTo>
                  <a:pt x="0" y="32918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1113" name="pl204">
            <a:extLst>
              <a:ext uri="{FF2B5EF4-FFF2-40B4-BE49-F238E27FC236}">
                <a16:creationId xmlns:a16="http://schemas.microsoft.com/office/drawing/2014/main" id="{5B9FD1B7-2BCA-4273-F543-BFD70410DAEE}"/>
              </a:ext>
            </a:extLst>
          </p:cNvPr>
          <p:cNvSpPr/>
          <p:nvPr/>
        </p:nvSpPr>
        <p:spPr>
          <a:xfrm>
            <a:off x="7531266" y="3872413"/>
            <a:ext cx="0" cy="32918"/>
          </a:xfrm>
          <a:custGeom>
            <a:avLst/>
            <a:gdLst/>
            <a:ahLst/>
            <a:cxnLst/>
            <a:rect l="0" t="0" r="0" b="0"/>
            <a:pathLst>
              <a:path h="32918">
                <a:moveTo>
                  <a:pt x="0" y="32918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1114" name="rc205">
            <a:extLst>
              <a:ext uri="{FF2B5EF4-FFF2-40B4-BE49-F238E27FC236}">
                <a16:creationId xmlns:a16="http://schemas.microsoft.com/office/drawing/2014/main" id="{2F5A2112-6215-625E-605C-FC36AA526FA8}"/>
              </a:ext>
            </a:extLst>
          </p:cNvPr>
          <p:cNvSpPr/>
          <p:nvPr/>
        </p:nvSpPr>
        <p:spPr>
          <a:xfrm>
            <a:off x="7448970" y="3905332"/>
            <a:ext cx="164592" cy="109727"/>
          </a:xfrm>
          <a:prstGeom prst="rect">
            <a:avLst/>
          </a:prstGeom>
          <a:solidFill>
            <a:srgbClr val="46337E">
              <a:alpha val="100000"/>
            </a:srgbClr>
          </a:solidFill>
          <a:ln w="13550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1115" name="pl206">
            <a:extLst>
              <a:ext uri="{FF2B5EF4-FFF2-40B4-BE49-F238E27FC236}">
                <a16:creationId xmlns:a16="http://schemas.microsoft.com/office/drawing/2014/main" id="{4E643ACB-411D-2FCD-0AE7-7BAB6EE44E98}"/>
              </a:ext>
            </a:extLst>
          </p:cNvPr>
          <p:cNvSpPr/>
          <p:nvPr/>
        </p:nvSpPr>
        <p:spPr>
          <a:xfrm>
            <a:off x="7448970" y="3960196"/>
            <a:ext cx="164592" cy="0"/>
          </a:xfrm>
          <a:custGeom>
            <a:avLst/>
            <a:gdLst/>
            <a:ahLst/>
            <a:cxnLst/>
            <a:rect l="0" t="0" r="0" b="0"/>
            <a:pathLst>
              <a:path w="164592">
                <a:moveTo>
                  <a:pt x="0" y="0"/>
                </a:moveTo>
                <a:lnTo>
                  <a:pt x="164592" y="0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1116" name="pl207">
            <a:extLst>
              <a:ext uri="{FF2B5EF4-FFF2-40B4-BE49-F238E27FC236}">
                <a16:creationId xmlns:a16="http://schemas.microsoft.com/office/drawing/2014/main" id="{1D5925BC-4A3B-05EE-3D38-C0D220B1B2A3}"/>
              </a:ext>
            </a:extLst>
          </p:cNvPr>
          <p:cNvSpPr/>
          <p:nvPr/>
        </p:nvSpPr>
        <p:spPr>
          <a:xfrm>
            <a:off x="7531266" y="4047978"/>
            <a:ext cx="0" cy="0"/>
          </a:xfrm>
          <a:custGeom>
            <a:avLst/>
            <a:gdLst/>
            <a:ahLst/>
            <a:cxnLst/>
            <a:rect l="0" t="0" r="0" b="0"/>
            <a:pathLst>
              <a:path>
                <a:moveTo>
                  <a:pt x="0" y="0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1117" name="pl208">
            <a:extLst>
              <a:ext uri="{FF2B5EF4-FFF2-40B4-BE49-F238E27FC236}">
                <a16:creationId xmlns:a16="http://schemas.microsoft.com/office/drawing/2014/main" id="{16C7595A-57B4-C901-B4FF-1A44133865C2}"/>
              </a:ext>
            </a:extLst>
          </p:cNvPr>
          <p:cNvSpPr/>
          <p:nvPr/>
        </p:nvSpPr>
        <p:spPr>
          <a:xfrm>
            <a:off x="7531266" y="3872413"/>
            <a:ext cx="0" cy="0"/>
          </a:xfrm>
          <a:custGeom>
            <a:avLst/>
            <a:gdLst/>
            <a:ahLst/>
            <a:cxnLst/>
            <a:rect l="0" t="0" r="0" b="0"/>
            <a:pathLst>
              <a:path>
                <a:moveTo>
                  <a:pt x="0" y="0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1118" name="rc209">
            <a:extLst>
              <a:ext uri="{FF2B5EF4-FFF2-40B4-BE49-F238E27FC236}">
                <a16:creationId xmlns:a16="http://schemas.microsoft.com/office/drawing/2014/main" id="{9A643143-3446-2F42-8210-501FB482FF5D}"/>
              </a:ext>
            </a:extLst>
          </p:cNvPr>
          <p:cNvSpPr/>
          <p:nvPr/>
        </p:nvSpPr>
        <p:spPr>
          <a:xfrm>
            <a:off x="7421538" y="4069924"/>
            <a:ext cx="219455" cy="219455"/>
          </a:xfrm>
          <a:prstGeom prst="rect">
            <a:avLst/>
          </a:prstGeom>
          <a:solidFill>
            <a:srgbClr val="FFFFFF">
              <a:alpha val="100000"/>
            </a:srgbClr>
          </a:solidFill>
        </p:spPr>
        <p:txBody>
          <a:bodyPr/>
          <a:lstStyle/>
          <a:p>
            <a:endParaRPr/>
          </a:p>
        </p:txBody>
      </p:sp>
      <p:sp>
        <p:nvSpPr>
          <p:cNvPr id="1119" name="pl210">
            <a:extLst>
              <a:ext uri="{FF2B5EF4-FFF2-40B4-BE49-F238E27FC236}">
                <a16:creationId xmlns:a16="http://schemas.microsoft.com/office/drawing/2014/main" id="{7FDD42E2-0CE5-DD8E-E24C-499F7D34937F}"/>
              </a:ext>
            </a:extLst>
          </p:cNvPr>
          <p:cNvSpPr/>
          <p:nvPr/>
        </p:nvSpPr>
        <p:spPr>
          <a:xfrm>
            <a:off x="7531266" y="4234516"/>
            <a:ext cx="0" cy="32918"/>
          </a:xfrm>
          <a:custGeom>
            <a:avLst/>
            <a:gdLst/>
            <a:ahLst/>
            <a:cxnLst/>
            <a:rect l="0" t="0" r="0" b="0"/>
            <a:pathLst>
              <a:path h="32918">
                <a:moveTo>
                  <a:pt x="0" y="32918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1120" name="pl211">
            <a:extLst>
              <a:ext uri="{FF2B5EF4-FFF2-40B4-BE49-F238E27FC236}">
                <a16:creationId xmlns:a16="http://schemas.microsoft.com/office/drawing/2014/main" id="{BC07A19F-5208-6F38-D578-982E7F646526}"/>
              </a:ext>
            </a:extLst>
          </p:cNvPr>
          <p:cNvSpPr/>
          <p:nvPr/>
        </p:nvSpPr>
        <p:spPr>
          <a:xfrm>
            <a:off x="7531266" y="4091869"/>
            <a:ext cx="0" cy="32918"/>
          </a:xfrm>
          <a:custGeom>
            <a:avLst/>
            <a:gdLst/>
            <a:ahLst/>
            <a:cxnLst/>
            <a:rect l="0" t="0" r="0" b="0"/>
            <a:pathLst>
              <a:path h="32918">
                <a:moveTo>
                  <a:pt x="0" y="32918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1121" name="rc212">
            <a:extLst>
              <a:ext uri="{FF2B5EF4-FFF2-40B4-BE49-F238E27FC236}">
                <a16:creationId xmlns:a16="http://schemas.microsoft.com/office/drawing/2014/main" id="{284DC989-2C37-8B02-D569-5880FCCCA5E3}"/>
              </a:ext>
            </a:extLst>
          </p:cNvPr>
          <p:cNvSpPr/>
          <p:nvPr/>
        </p:nvSpPr>
        <p:spPr>
          <a:xfrm>
            <a:off x="7448970" y="4124788"/>
            <a:ext cx="164592" cy="109727"/>
          </a:xfrm>
          <a:prstGeom prst="rect">
            <a:avLst/>
          </a:prstGeom>
          <a:solidFill>
            <a:srgbClr val="9FDA3A">
              <a:alpha val="100000"/>
            </a:srgbClr>
          </a:solidFill>
          <a:ln w="13550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1122" name="pl213">
            <a:extLst>
              <a:ext uri="{FF2B5EF4-FFF2-40B4-BE49-F238E27FC236}">
                <a16:creationId xmlns:a16="http://schemas.microsoft.com/office/drawing/2014/main" id="{F10B6DC8-9EB0-39C0-BD8B-593730056B53}"/>
              </a:ext>
            </a:extLst>
          </p:cNvPr>
          <p:cNvSpPr/>
          <p:nvPr/>
        </p:nvSpPr>
        <p:spPr>
          <a:xfrm>
            <a:off x="7448970" y="4179652"/>
            <a:ext cx="164592" cy="0"/>
          </a:xfrm>
          <a:custGeom>
            <a:avLst/>
            <a:gdLst/>
            <a:ahLst/>
            <a:cxnLst/>
            <a:rect l="0" t="0" r="0" b="0"/>
            <a:pathLst>
              <a:path w="164592">
                <a:moveTo>
                  <a:pt x="0" y="0"/>
                </a:moveTo>
                <a:lnTo>
                  <a:pt x="164592" y="0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1123" name="pl214">
            <a:extLst>
              <a:ext uri="{FF2B5EF4-FFF2-40B4-BE49-F238E27FC236}">
                <a16:creationId xmlns:a16="http://schemas.microsoft.com/office/drawing/2014/main" id="{1DE56588-C0B4-EDBF-876C-E320CFF3B7B3}"/>
              </a:ext>
            </a:extLst>
          </p:cNvPr>
          <p:cNvSpPr/>
          <p:nvPr/>
        </p:nvSpPr>
        <p:spPr>
          <a:xfrm>
            <a:off x="7531266" y="4267434"/>
            <a:ext cx="0" cy="0"/>
          </a:xfrm>
          <a:custGeom>
            <a:avLst/>
            <a:gdLst/>
            <a:ahLst/>
            <a:cxnLst/>
            <a:rect l="0" t="0" r="0" b="0"/>
            <a:pathLst>
              <a:path>
                <a:moveTo>
                  <a:pt x="0" y="0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1124" name="pl215">
            <a:extLst>
              <a:ext uri="{FF2B5EF4-FFF2-40B4-BE49-F238E27FC236}">
                <a16:creationId xmlns:a16="http://schemas.microsoft.com/office/drawing/2014/main" id="{25E85FDE-C76C-FAAF-7931-02BDC43F7A72}"/>
              </a:ext>
            </a:extLst>
          </p:cNvPr>
          <p:cNvSpPr/>
          <p:nvPr/>
        </p:nvSpPr>
        <p:spPr>
          <a:xfrm>
            <a:off x="7531266" y="4091869"/>
            <a:ext cx="0" cy="0"/>
          </a:xfrm>
          <a:custGeom>
            <a:avLst/>
            <a:gdLst/>
            <a:ahLst/>
            <a:cxnLst/>
            <a:rect l="0" t="0" r="0" b="0"/>
            <a:pathLst>
              <a:path>
                <a:moveTo>
                  <a:pt x="0" y="0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1125" name="rc216">
            <a:extLst>
              <a:ext uri="{FF2B5EF4-FFF2-40B4-BE49-F238E27FC236}">
                <a16:creationId xmlns:a16="http://schemas.microsoft.com/office/drawing/2014/main" id="{F5118BBC-378F-2507-DF05-E00DCA0DAC73}"/>
              </a:ext>
            </a:extLst>
          </p:cNvPr>
          <p:cNvSpPr/>
          <p:nvPr/>
        </p:nvSpPr>
        <p:spPr>
          <a:xfrm>
            <a:off x="7421538" y="4289380"/>
            <a:ext cx="219455" cy="219455"/>
          </a:xfrm>
          <a:prstGeom prst="rect">
            <a:avLst/>
          </a:prstGeom>
          <a:solidFill>
            <a:srgbClr val="FFFFFF">
              <a:alpha val="100000"/>
            </a:srgbClr>
          </a:solidFill>
        </p:spPr>
        <p:txBody>
          <a:bodyPr/>
          <a:lstStyle/>
          <a:p>
            <a:endParaRPr/>
          </a:p>
        </p:txBody>
      </p:sp>
      <p:sp>
        <p:nvSpPr>
          <p:cNvPr id="1126" name="pl217">
            <a:extLst>
              <a:ext uri="{FF2B5EF4-FFF2-40B4-BE49-F238E27FC236}">
                <a16:creationId xmlns:a16="http://schemas.microsoft.com/office/drawing/2014/main" id="{2563F54A-000A-1CB2-EE4A-9B5F65B2996E}"/>
              </a:ext>
            </a:extLst>
          </p:cNvPr>
          <p:cNvSpPr/>
          <p:nvPr/>
        </p:nvSpPr>
        <p:spPr>
          <a:xfrm>
            <a:off x="7531266" y="4453972"/>
            <a:ext cx="0" cy="32918"/>
          </a:xfrm>
          <a:custGeom>
            <a:avLst/>
            <a:gdLst/>
            <a:ahLst/>
            <a:cxnLst/>
            <a:rect l="0" t="0" r="0" b="0"/>
            <a:pathLst>
              <a:path h="32918">
                <a:moveTo>
                  <a:pt x="0" y="32918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1127" name="pl218">
            <a:extLst>
              <a:ext uri="{FF2B5EF4-FFF2-40B4-BE49-F238E27FC236}">
                <a16:creationId xmlns:a16="http://schemas.microsoft.com/office/drawing/2014/main" id="{CC90BB94-8FD3-8796-B774-C3450A33C8EA}"/>
              </a:ext>
            </a:extLst>
          </p:cNvPr>
          <p:cNvSpPr/>
          <p:nvPr/>
        </p:nvSpPr>
        <p:spPr>
          <a:xfrm>
            <a:off x="7531266" y="4311325"/>
            <a:ext cx="0" cy="32918"/>
          </a:xfrm>
          <a:custGeom>
            <a:avLst/>
            <a:gdLst/>
            <a:ahLst/>
            <a:cxnLst/>
            <a:rect l="0" t="0" r="0" b="0"/>
            <a:pathLst>
              <a:path h="32918">
                <a:moveTo>
                  <a:pt x="0" y="32918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1128" name="rc219">
            <a:extLst>
              <a:ext uri="{FF2B5EF4-FFF2-40B4-BE49-F238E27FC236}">
                <a16:creationId xmlns:a16="http://schemas.microsoft.com/office/drawing/2014/main" id="{3A88C3C4-2ECE-F7BA-61EC-177D00456C57}"/>
              </a:ext>
            </a:extLst>
          </p:cNvPr>
          <p:cNvSpPr/>
          <p:nvPr/>
        </p:nvSpPr>
        <p:spPr>
          <a:xfrm>
            <a:off x="7448970" y="4344244"/>
            <a:ext cx="164592" cy="109727"/>
          </a:xfrm>
          <a:prstGeom prst="rect">
            <a:avLst/>
          </a:prstGeom>
          <a:solidFill>
            <a:srgbClr val="FDE725">
              <a:alpha val="100000"/>
            </a:srgbClr>
          </a:solidFill>
          <a:ln w="13550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1129" name="pl220">
            <a:extLst>
              <a:ext uri="{FF2B5EF4-FFF2-40B4-BE49-F238E27FC236}">
                <a16:creationId xmlns:a16="http://schemas.microsoft.com/office/drawing/2014/main" id="{F030FBFC-D231-BC25-AD4F-FB72FA129AA2}"/>
              </a:ext>
            </a:extLst>
          </p:cNvPr>
          <p:cNvSpPr/>
          <p:nvPr/>
        </p:nvSpPr>
        <p:spPr>
          <a:xfrm>
            <a:off x="7448970" y="4399108"/>
            <a:ext cx="164592" cy="0"/>
          </a:xfrm>
          <a:custGeom>
            <a:avLst/>
            <a:gdLst/>
            <a:ahLst/>
            <a:cxnLst/>
            <a:rect l="0" t="0" r="0" b="0"/>
            <a:pathLst>
              <a:path w="164592">
                <a:moveTo>
                  <a:pt x="0" y="0"/>
                </a:moveTo>
                <a:lnTo>
                  <a:pt x="164592" y="0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1130" name="pl221">
            <a:extLst>
              <a:ext uri="{FF2B5EF4-FFF2-40B4-BE49-F238E27FC236}">
                <a16:creationId xmlns:a16="http://schemas.microsoft.com/office/drawing/2014/main" id="{BF93A3EE-AFAF-A08A-148E-9A4B572F9573}"/>
              </a:ext>
            </a:extLst>
          </p:cNvPr>
          <p:cNvSpPr/>
          <p:nvPr/>
        </p:nvSpPr>
        <p:spPr>
          <a:xfrm>
            <a:off x="7531266" y="4486890"/>
            <a:ext cx="0" cy="0"/>
          </a:xfrm>
          <a:custGeom>
            <a:avLst/>
            <a:gdLst/>
            <a:ahLst/>
            <a:cxnLst/>
            <a:rect l="0" t="0" r="0" b="0"/>
            <a:pathLst>
              <a:path>
                <a:moveTo>
                  <a:pt x="0" y="0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1131" name="pl222">
            <a:extLst>
              <a:ext uri="{FF2B5EF4-FFF2-40B4-BE49-F238E27FC236}">
                <a16:creationId xmlns:a16="http://schemas.microsoft.com/office/drawing/2014/main" id="{C489C20B-889A-37DD-28FE-E15BAB055707}"/>
              </a:ext>
            </a:extLst>
          </p:cNvPr>
          <p:cNvSpPr/>
          <p:nvPr/>
        </p:nvSpPr>
        <p:spPr>
          <a:xfrm>
            <a:off x="7531266" y="4311325"/>
            <a:ext cx="0" cy="0"/>
          </a:xfrm>
          <a:custGeom>
            <a:avLst/>
            <a:gdLst/>
            <a:ahLst/>
            <a:cxnLst/>
            <a:rect l="0" t="0" r="0" b="0"/>
            <a:pathLst>
              <a:path>
                <a:moveTo>
                  <a:pt x="0" y="0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333333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1132" name="tx223">
            <a:extLst>
              <a:ext uri="{FF2B5EF4-FFF2-40B4-BE49-F238E27FC236}">
                <a16:creationId xmlns:a16="http://schemas.microsoft.com/office/drawing/2014/main" id="{76E61B7B-9804-05B7-7189-B3D4659CA08E}"/>
              </a:ext>
            </a:extLst>
          </p:cNvPr>
          <p:cNvSpPr/>
          <p:nvPr/>
        </p:nvSpPr>
        <p:spPr>
          <a:xfrm>
            <a:off x="7766269" y="2852936"/>
            <a:ext cx="347563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W1-TX</a:t>
            </a:r>
          </a:p>
        </p:txBody>
      </p:sp>
      <p:sp>
        <p:nvSpPr>
          <p:cNvPr id="1133" name="tx224">
            <a:extLst>
              <a:ext uri="{FF2B5EF4-FFF2-40B4-BE49-F238E27FC236}">
                <a16:creationId xmlns:a16="http://schemas.microsoft.com/office/drawing/2014/main" id="{BB696444-D526-AD76-704B-9A7EF5BCAF0E}"/>
              </a:ext>
            </a:extLst>
          </p:cNvPr>
          <p:cNvSpPr/>
          <p:nvPr/>
        </p:nvSpPr>
        <p:spPr>
          <a:xfrm>
            <a:off x="7766269" y="3072392"/>
            <a:ext cx="341528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W2-LA</a:t>
            </a:r>
          </a:p>
        </p:txBody>
      </p:sp>
      <p:sp>
        <p:nvSpPr>
          <p:cNvPr id="1134" name="tx225">
            <a:extLst>
              <a:ext uri="{FF2B5EF4-FFF2-40B4-BE49-F238E27FC236}">
                <a16:creationId xmlns:a16="http://schemas.microsoft.com/office/drawing/2014/main" id="{FC65E306-F8CE-18DE-44DE-4C50C38B0876}"/>
              </a:ext>
            </a:extLst>
          </p:cNvPr>
          <p:cNvSpPr/>
          <p:nvPr/>
        </p:nvSpPr>
        <p:spPr>
          <a:xfrm>
            <a:off x="7766269" y="3291848"/>
            <a:ext cx="335219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W3-FL</a:t>
            </a:r>
          </a:p>
        </p:txBody>
      </p:sp>
      <p:sp>
        <p:nvSpPr>
          <p:cNvPr id="1135" name="tx226">
            <a:extLst>
              <a:ext uri="{FF2B5EF4-FFF2-40B4-BE49-F238E27FC236}">
                <a16:creationId xmlns:a16="http://schemas.microsoft.com/office/drawing/2014/main" id="{753FE898-C8DF-4F12-0263-9AFFD32041C4}"/>
              </a:ext>
            </a:extLst>
          </p:cNvPr>
          <p:cNvSpPr/>
          <p:nvPr/>
        </p:nvSpPr>
        <p:spPr>
          <a:xfrm>
            <a:off x="7766269" y="3511304"/>
            <a:ext cx="353872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W4-VA</a:t>
            </a:r>
          </a:p>
        </p:txBody>
      </p:sp>
      <p:sp>
        <p:nvSpPr>
          <p:cNvPr id="1136" name="tx227">
            <a:extLst>
              <a:ext uri="{FF2B5EF4-FFF2-40B4-BE49-F238E27FC236}">
                <a16:creationId xmlns:a16="http://schemas.microsoft.com/office/drawing/2014/main" id="{D37FEB5B-05B3-6C69-C644-702FDE8312CA}"/>
              </a:ext>
            </a:extLst>
          </p:cNvPr>
          <p:cNvSpPr/>
          <p:nvPr/>
        </p:nvSpPr>
        <p:spPr>
          <a:xfrm>
            <a:off x="7766269" y="3730760"/>
            <a:ext cx="459668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S1-LOLA</a:t>
            </a:r>
          </a:p>
        </p:txBody>
      </p:sp>
      <p:sp>
        <p:nvSpPr>
          <p:cNvPr id="1137" name="tx228">
            <a:extLst>
              <a:ext uri="{FF2B5EF4-FFF2-40B4-BE49-F238E27FC236}">
                <a16:creationId xmlns:a16="http://schemas.microsoft.com/office/drawing/2014/main" id="{DBF1F8D7-C19C-497F-4233-A0F1AEA64920}"/>
              </a:ext>
            </a:extLst>
          </p:cNvPr>
          <p:cNvSpPr/>
          <p:nvPr/>
        </p:nvSpPr>
        <p:spPr>
          <a:xfrm>
            <a:off x="7766269" y="3950216"/>
            <a:ext cx="478139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S2-DEBY</a:t>
            </a:r>
          </a:p>
        </p:txBody>
      </p:sp>
      <p:sp>
        <p:nvSpPr>
          <p:cNvPr id="1138" name="tx229">
            <a:extLst>
              <a:ext uri="{FF2B5EF4-FFF2-40B4-BE49-F238E27FC236}">
                <a16:creationId xmlns:a16="http://schemas.microsoft.com/office/drawing/2014/main" id="{61F9DA7F-903D-CF22-FA3A-CD7088286547}"/>
              </a:ext>
            </a:extLst>
          </p:cNvPr>
          <p:cNvSpPr/>
          <p:nvPr/>
        </p:nvSpPr>
        <p:spPr>
          <a:xfrm>
            <a:off x="7766269" y="4169672"/>
            <a:ext cx="366125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W5-NH</a:t>
            </a:r>
          </a:p>
        </p:txBody>
      </p:sp>
      <p:sp>
        <p:nvSpPr>
          <p:cNvPr id="1139" name="tx230">
            <a:extLst>
              <a:ext uri="{FF2B5EF4-FFF2-40B4-BE49-F238E27FC236}">
                <a16:creationId xmlns:a16="http://schemas.microsoft.com/office/drawing/2014/main" id="{10B576F5-18EC-BBB6-7046-DA8C53478D5A}"/>
              </a:ext>
            </a:extLst>
          </p:cNvPr>
          <p:cNvSpPr/>
          <p:nvPr/>
        </p:nvSpPr>
        <p:spPr>
          <a:xfrm>
            <a:off x="7766269" y="4389128"/>
            <a:ext cx="372435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W6-ME</a:t>
            </a:r>
          </a:p>
        </p:txBody>
      </p:sp>
      <p:sp>
        <p:nvSpPr>
          <p:cNvPr id="1140" name="tx77">
            <a:extLst>
              <a:ext uri="{FF2B5EF4-FFF2-40B4-BE49-F238E27FC236}">
                <a16:creationId xmlns:a16="http://schemas.microsoft.com/office/drawing/2014/main" id="{3E43C1E1-9862-3789-B019-180E7529EF05}"/>
              </a:ext>
            </a:extLst>
          </p:cNvPr>
          <p:cNvSpPr/>
          <p:nvPr/>
        </p:nvSpPr>
        <p:spPr>
          <a:xfrm>
            <a:off x="7620603" y="2497718"/>
            <a:ext cx="840059" cy="12755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Broodstock</a:t>
            </a:r>
          </a:p>
          <a:p>
            <a:pPr marL="0" marR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Group</a:t>
            </a:r>
            <a:endParaRPr dirty="0">
              <a:solidFill>
                <a:srgbClr val="000000">
                  <a:alpha val="100000"/>
                </a:srgbClr>
              </a:solidFill>
              <a:latin typeface="Helvetica"/>
              <a:cs typeface="Helvetica"/>
            </a:endParaRPr>
          </a:p>
        </p:txBody>
      </p:sp>
      <p:sp>
        <p:nvSpPr>
          <p:cNvPr id="1141" name="tx164">
            <a:extLst>
              <a:ext uri="{FF2B5EF4-FFF2-40B4-BE49-F238E27FC236}">
                <a16:creationId xmlns:a16="http://schemas.microsoft.com/office/drawing/2014/main" id="{CB5D54BB-731A-CD8C-9390-D0EFCAE6C744}"/>
              </a:ext>
            </a:extLst>
          </p:cNvPr>
          <p:cNvSpPr/>
          <p:nvPr/>
        </p:nvSpPr>
        <p:spPr>
          <a:xfrm rot="16200000">
            <a:off x="197203" y="3480546"/>
            <a:ext cx="4968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Length</a:t>
            </a:r>
            <a:endParaRPr dirty="0">
              <a:solidFill>
                <a:srgbClr val="000000">
                  <a:alpha val="100000"/>
                </a:srgbClr>
              </a:solidFill>
              <a:latin typeface="Helvetica"/>
              <a:cs typeface="Helvetica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aph of a survival&#10;&#10;AI-generated content may be incorrect.">
            <a:extLst>
              <a:ext uri="{FF2B5EF4-FFF2-40B4-BE49-F238E27FC236}">
                <a16:creationId xmlns:a16="http://schemas.microsoft.com/office/drawing/2014/main" id="{7036D0A5-C936-4EC6-6074-33D272B894F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512" y="260648"/>
            <a:ext cx="4925980" cy="2902074"/>
          </a:xfrm>
          <a:prstGeom prst="rect">
            <a:avLst/>
          </a:prstGeom>
        </p:spPr>
      </p:pic>
      <p:pic>
        <p:nvPicPr>
          <p:cNvPr id="7" name="Picture 6" descr="A comparison of different colored boxes&#10;&#10;AI-generated content may be incorrect.">
            <a:extLst>
              <a:ext uri="{FF2B5EF4-FFF2-40B4-BE49-F238E27FC236}">
                <a16:creationId xmlns:a16="http://schemas.microsoft.com/office/drawing/2014/main" id="{0DF6F9DD-49B1-5DD2-B9CA-F218D92EE4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6633"/>
          <a:stretch>
            <a:fillRect/>
          </a:stretch>
        </p:blipFill>
        <p:spPr>
          <a:xfrm>
            <a:off x="166515" y="3335238"/>
            <a:ext cx="4117454" cy="29020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27217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9E206F-7A8E-330B-9EC6-3338CA8B5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aph of a survival&#10;&#10;AI-generated content may be incorrect.">
            <a:extLst>
              <a:ext uri="{FF2B5EF4-FFF2-40B4-BE49-F238E27FC236}">
                <a16:creationId xmlns:a16="http://schemas.microsoft.com/office/drawing/2014/main" id="{3B1E41F5-6EFC-83C6-6D74-03C87E7A13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6678"/>
          <a:stretch>
            <a:fillRect/>
          </a:stretch>
        </p:blipFill>
        <p:spPr>
          <a:xfrm>
            <a:off x="107504" y="260648"/>
            <a:ext cx="4104455" cy="2902074"/>
          </a:xfrm>
          <a:prstGeom prst="rect">
            <a:avLst/>
          </a:prstGeom>
        </p:spPr>
      </p:pic>
      <p:pic>
        <p:nvPicPr>
          <p:cNvPr id="7" name="Picture 6" descr="A comparison of different colored boxes&#10;&#10;AI-generated content may be incorrect.">
            <a:extLst>
              <a:ext uri="{FF2B5EF4-FFF2-40B4-BE49-F238E27FC236}">
                <a16:creationId xmlns:a16="http://schemas.microsoft.com/office/drawing/2014/main" id="{427EC7E6-FDEB-36D7-51CA-CFCD068DEAC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63"/>
          <a:stretch>
            <a:fillRect/>
          </a:stretch>
        </p:blipFill>
        <p:spPr>
          <a:xfrm>
            <a:off x="4183170" y="261065"/>
            <a:ext cx="4925979" cy="29020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6215536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118</TotalTime>
  <Words>956</Words>
  <Application>Microsoft Macintosh PowerPoint</Application>
  <PresentationFormat>On-screen Show (4:3)</PresentationFormat>
  <Paragraphs>934</Paragraphs>
  <Slides>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Arial</vt:lpstr>
      <vt:lpstr>Calibri</vt:lpstr>
      <vt:lpstr>Helvetica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>Camille Rumberger</cp:lastModifiedBy>
  <cp:revision>5</cp:revision>
  <dcterms:created xsi:type="dcterms:W3CDTF">2017-02-13T16:18:36Z</dcterms:created>
  <dcterms:modified xsi:type="dcterms:W3CDTF">2026-01-16T00:42:58Z</dcterms:modified>
  <cp:category/>
</cp:coreProperties>
</file>