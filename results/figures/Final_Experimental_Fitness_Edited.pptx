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custDataLst>
    <p:tags r:id="rId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81"/>
  </p:normalViewPr>
  <p:slideViewPr>
    <p:cSldViewPr>
      <p:cViewPr>
        <p:scale>
          <a:sx n="131" d="100"/>
          <a:sy n="131" d="100"/>
        </p:scale>
        <p:origin x="888" y="-9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39896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l6"/>
            <p:cNvSpPr/>
            <p:nvPr/>
          </p:nvSpPr>
          <p:spPr>
            <a:xfrm>
              <a:off x="1433775" y="3036178"/>
              <a:ext cx="0" cy="48745"/>
            </a:xfrm>
            <a:custGeom>
              <a:avLst/>
              <a:gdLst/>
              <a:ahLst/>
              <a:cxnLst/>
              <a:rect l="0" t="0" r="0" b="0"/>
              <a:pathLst>
                <a:path h="48745">
                  <a:moveTo>
                    <a:pt x="0" y="4874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l7"/>
            <p:cNvSpPr/>
            <p:nvPr/>
          </p:nvSpPr>
          <p:spPr>
            <a:xfrm>
              <a:off x="1433775" y="3342561"/>
              <a:ext cx="0" cy="208890"/>
            </a:xfrm>
            <a:custGeom>
              <a:avLst/>
              <a:gdLst/>
              <a:ahLst/>
              <a:cxnLst/>
              <a:rect l="0" t="0" r="0" b="0"/>
              <a:pathLst>
                <a:path h="208890">
                  <a:moveTo>
                    <a:pt x="0" y="0"/>
                  </a:moveTo>
                  <a:lnTo>
                    <a:pt x="0" y="2088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g8"/>
            <p:cNvSpPr/>
            <p:nvPr/>
          </p:nvSpPr>
          <p:spPr>
            <a:xfrm>
              <a:off x="1300823" y="3084924"/>
              <a:ext cx="265904" cy="257636"/>
            </a:xfrm>
            <a:custGeom>
              <a:avLst/>
              <a:gdLst/>
              <a:ahLst/>
              <a:cxnLst/>
              <a:rect l="0" t="0" r="0" b="0"/>
              <a:pathLst>
                <a:path w="265904" h="257636">
                  <a:moveTo>
                    <a:pt x="0" y="0"/>
                  </a:moveTo>
                  <a:lnTo>
                    <a:pt x="0" y="257636"/>
                  </a:lnTo>
                  <a:lnTo>
                    <a:pt x="265904" y="25763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1300823" y="3133670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788315" y="2268988"/>
              <a:ext cx="0" cy="80183"/>
            </a:xfrm>
            <a:custGeom>
              <a:avLst/>
              <a:gdLst/>
              <a:ahLst/>
              <a:cxnLst/>
              <a:rect l="0" t="0" r="0" b="0"/>
              <a:pathLst>
                <a:path h="80183">
                  <a:moveTo>
                    <a:pt x="0" y="801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l11"/>
            <p:cNvSpPr/>
            <p:nvPr/>
          </p:nvSpPr>
          <p:spPr>
            <a:xfrm>
              <a:off x="1788315" y="2678567"/>
              <a:ext cx="0" cy="249211"/>
            </a:xfrm>
            <a:custGeom>
              <a:avLst/>
              <a:gdLst/>
              <a:ahLst/>
              <a:cxnLst/>
              <a:rect l="0" t="0" r="0" b="0"/>
              <a:pathLst>
                <a:path h="249211">
                  <a:moveTo>
                    <a:pt x="0" y="0"/>
                  </a:moveTo>
                  <a:lnTo>
                    <a:pt x="0" y="24921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g12"/>
            <p:cNvSpPr/>
            <p:nvPr/>
          </p:nvSpPr>
          <p:spPr>
            <a:xfrm>
              <a:off x="1655363" y="2349171"/>
              <a:ext cx="265904" cy="329395"/>
            </a:xfrm>
            <a:custGeom>
              <a:avLst/>
              <a:gdLst/>
              <a:ahLst/>
              <a:cxnLst/>
              <a:rect l="0" t="0" r="0" b="0"/>
              <a:pathLst>
                <a:path w="265904" h="329395">
                  <a:moveTo>
                    <a:pt x="0" y="0"/>
                  </a:moveTo>
                  <a:lnTo>
                    <a:pt x="0" y="329395"/>
                  </a:lnTo>
                  <a:lnTo>
                    <a:pt x="265904" y="32939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l13"/>
            <p:cNvSpPr/>
            <p:nvPr/>
          </p:nvSpPr>
          <p:spPr>
            <a:xfrm>
              <a:off x="1655363" y="2429355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2142855" y="2645597"/>
              <a:ext cx="0" cy="432850"/>
            </a:xfrm>
            <a:custGeom>
              <a:avLst/>
              <a:gdLst/>
              <a:ahLst/>
              <a:cxnLst/>
              <a:rect l="0" t="0" r="0" b="0"/>
              <a:pathLst>
                <a:path h="432850">
                  <a:moveTo>
                    <a:pt x="0" y="43285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2142855" y="3676348"/>
              <a:ext cx="0" cy="165050"/>
            </a:xfrm>
            <a:custGeom>
              <a:avLst/>
              <a:gdLst/>
              <a:ahLst/>
              <a:cxnLst/>
              <a:rect l="0" t="0" r="0" b="0"/>
              <a:pathLst>
                <a:path h="165050">
                  <a:moveTo>
                    <a:pt x="0" y="0"/>
                  </a:moveTo>
                  <a:lnTo>
                    <a:pt x="0" y="16505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6"/>
            <p:cNvSpPr/>
            <p:nvPr/>
          </p:nvSpPr>
          <p:spPr>
            <a:xfrm>
              <a:off x="2009902" y="3078447"/>
              <a:ext cx="265904" cy="597901"/>
            </a:xfrm>
            <a:custGeom>
              <a:avLst/>
              <a:gdLst/>
              <a:ahLst/>
              <a:cxnLst/>
              <a:rect l="0" t="0" r="0" b="0"/>
              <a:pathLst>
                <a:path w="265904" h="597901">
                  <a:moveTo>
                    <a:pt x="0" y="0"/>
                  </a:moveTo>
                  <a:lnTo>
                    <a:pt x="0" y="597901"/>
                  </a:lnTo>
                  <a:lnTo>
                    <a:pt x="265904" y="59790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2009902" y="3511297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l18"/>
            <p:cNvSpPr/>
            <p:nvPr/>
          </p:nvSpPr>
          <p:spPr>
            <a:xfrm>
              <a:off x="2497394" y="3616203"/>
              <a:ext cx="0" cy="49433"/>
            </a:xfrm>
            <a:custGeom>
              <a:avLst/>
              <a:gdLst/>
              <a:ahLst/>
              <a:cxnLst/>
              <a:rect l="0" t="0" r="0" b="0"/>
              <a:pathLst>
                <a:path h="49433">
                  <a:moveTo>
                    <a:pt x="0" y="494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l19"/>
            <p:cNvSpPr/>
            <p:nvPr/>
          </p:nvSpPr>
          <p:spPr>
            <a:xfrm>
              <a:off x="2497394" y="3873902"/>
              <a:ext cx="0" cy="158832"/>
            </a:xfrm>
            <a:custGeom>
              <a:avLst/>
              <a:gdLst/>
              <a:ahLst/>
              <a:cxnLst/>
              <a:rect l="0" t="0" r="0" b="0"/>
              <a:pathLst>
                <a:path h="158832">
                  <a:moveTo>
                    <a:pt x="0" y="0"/>
                  </a:moveTo>
                  <a:lnTo>
                    <a:pt x="0" y="158832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g20"/>
            <p:cNvSpPr/>
            <p:nvPr/>
          </p:nvSpPr>
          <p:spPr>
            <a:xfrm>
              <a:off x="2364442" y="3665636"/>
              <a:ext cx="265904" cy="208265"/>
            </a:xfrm>
            <a:custGeom>
              <a:avLst/>
              <a:gdLst/>
              <a:ahLst/>
              <a:cxnLst/>
              <a:rect l="0" t="0" r="0" b="0"/>
              <a:pathLst>
                <a:path w="265904" h="208265">
                  <a:moveTo>
                    <a:pt x="0" y="0"/>
                  </a:moveTo>
                  <a:lnTo>
                    <a:pt x="0" y="208265"/>
                  </a:lnTo>
                  <a:lnTo>
                    <a:pt x="265904" y="208265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l21"/>
            <p:cNvSpPr/>
            <p:nvPr/>
          </p:nvSpPr>
          <p:spPr>
            <a:xfrm>
              <a:off x="2364442" y="3715069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2851934" y="2964836"/>
              <a:ext cx="0" cy="22419"/>
            </a:xfrm>
            <a:custGeom>
              <a:avLst/>
              <a:gdLst/>
              <a:ahLst/>
              <a:cxnLst/>
              <a:rect l="0" t="0" r="0" b="0"/>
              <a:pathLst>
                <a:path h="22419">
                  <a:moveTo>
                    <a:pt x="0" y="2241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851934" y="3162009"/>
              <a:ext cx="0" cy="152333"/>
            </a:xfrm>
            <a:custGeom>
              <a:avLst/>
              <a:gdLst/>
              <a:ahLst/>
              <a:cxnLst/>
              <a:rect l="0" t="0" r="0" b="0"/>
              <a:pathLst>
                <a:path h="152333">
                  <a:moveTo>
                    <a:pt x="0" y="0"/>
                  </a:moveTo>
                  <a:lnTo>
                    <a:pt x="0" y="15233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2718981" y="2987255"/>
              <a:ext cx="265904" cy="174753"/>
            </a:xfrm>
            <a:custGeom>
              <a:avLst/>
              <a:gdLst/>
              <a:ahLst/>
              <a:cxnLst/>
              <a:rect l="0" t="0" r="0" b="0"/>
              <a:pathLst>
                <a:path w="265904" h="174753">
                  <a:moveTo>
                    <a:pt x="0" y="0"/>
                  </a:moveTo>
                  <a:lnTo>
                    <a:pt x="0" y="174753"/>
                  </a:lnTo>
                  <a:lnTo>
                    <a:pt x="265904" y="17475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2718981" y="3009675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l26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l27"/>
            <p:cNvSpPr/>
            <p:nvPr/>
          </p:nvSpPr>
          <p:spPr>
            <a:xfrm>
              <a:off x="3206473" y="326983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g28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l29"/>
            <p:cNvSpPr/>
            <p:nvPr/>
          </p:nvSpPr>
          <p:spPr>
            <a:xfrm>
              <a:off x="3073521" y="3269838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l30"/>
            <p:cNvSpPr/>
            <p:nvPr/>
          </p:nvSpPr>
          <p:spPr>
            <a:xfrm>
              <a:off x="3561013" y="5231030"/>
              <a:ext cx="0" cy="75683"/>
            </a:xfrm>
            <a:custGeom>
              <a:avLst/>
              <a:gdLst/>
              <a:ahLst/>
              <a:cxnLst/>
              <a:rect l="0" t="0" r="0" b="0"/>
              <a:pathLst>
                <a:path h="75683">
                  <a:moveTo>
                    <a:pt x="0" y="756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3561013" y="5422468"/>
              <a:ext cx="0" cy="40071"/>
            </a:xfrm>
            <a:custGeom>
              <a:avLst/>
              <a:gdLst/>
              <a:ahLst/>
              <a:cxnLst/>
              <a:rect l="0" t="0" r="0" b="0"/>
              <a:pathLst>
                <a:path h="40071">
                  <a:moveTo>
                    <a:pt x="0" y="0"/>
                  </a:moveTo>
                  <a:lnTo>
                    <a:pt x="0" y="400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g32"/>
            <p:cNvSpPr/>
            <p:nvPr/>
          </p:nvSpPr>
          <p:spPr>
            <a:xfrm>
              <a:off x="3428061" y="5306713"/>
              <a:ext cx="265904" cy="115754"/>
            </a:xfrm>
            <a:custGeom>
              <a:avLst/>
              <a:gdLst/>
              <a:ahLst/>
              <a:cxnLst/>
              <a:rect l="0" t="0" r="0" b="0"/>
              <a:pathLst>
                <a:path w="265904" h="115754">
                  <a:moveTo>
                    <a:pt x="0" y="0"/>
                  </a:moveTo>
                  <a:lnTo>
                    <a:pt x="0" y="115754"/>
                  </a:lnTo>
                  <a:lnTo>
                    <a:pt x="265904" y="115754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3428061" y="5382397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3915553" y="4872547"/>
              <a:ext cx="0" cy="137015"/>
            </a:xfrm>
            <a:custGeom>
              <a:avLst/>
              <a:gdLst/>
              <a:ahLst/>
              <a:cxnLst/>
              <a:rect l="0" t="0" r="0" b="0"/>
              <a:pathLst>
                <a:path h="137015">
                  <a:moveTo>
                    <a:pt x="0" y="13701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3915553" y="5202686"/>
              <a:ext cx="0" cy="56107"/>
            </a:xfrm>
            <a:custGeom>
              <a:avLst/>
              <a:gdLst/>
              <a:ahLst/>
              <a:cxnLst/>
              <a:rect l="0" t="0" r="0" b="0"/>
              <a:pathLst>
                <a:path h="56107">
                  <a:moveTo>
                    <a:pt x="0" y="0"/>
                  </a:moveTo>
                  <a:lnTo>
                    <a:pt x="0" y="5610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g36"/>
            <p:cNvSpPr/>
            <p:nvPr/>
          </p:nvSpPr>
          <p:spPr>
            <a:xfrm>
              <a:off x="3782600" y="5009562"/>
              <a:ext cx="265904" cy="193123"/>
            </a:xfrm>
            <a:custGeom>
              <a:avLst/>
              <a:gdLst/>
              <a:ahLst/>
              <a:cxnLst/>
              <a:rect l="0" t="0" r="0" b="0"/>
              <a:pathLst>
                <a:path w="265904" h="193123">
                  <a:moveTo>
                    <a:pt x="0" y="0"/>
                  </a:moveTo>
                  <a:lnTo>
                    <a:pt x="0" y="193123"/>
                  </a:lnTo>
                  <a:lnTo>
                    <a:pt x="265904" y="19312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3782600" y="5146578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4270092" y="3947790"/>
              <a:ext cx="0" cy="167984"/>
            </a:xfrm>
            <a:custGeom>
              <a:avLst/>
              <a:gdLst/>
              <a:ahLst/>
              <a:cxnLst/>
              <a:rect l="0" t="0" r="0" b="0"/>
              <a:pathLst>
                <a:path h="167984">
                  <a:moveTo>
                    <a:pt x="0" y="16798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4270092" y="4310121"/>
              <a:ext cx="0" cy="26361"/>
            </a:xfrm>
            <a:custGeom>
              <a:avLst/>
              <a:gdLst/>
              <a:ahLst/>
              <a:cxnLst/>
              <a:rect l="0" t="0" r="0" b="0"/>
              <a:pathLst>
                <a:path h="26361">
                  <a:moveTo>
                    <a:pt x="0" y="0"/>
                  </a:moveTo>
                  <a:lnTo>
                    <a:pt x="0" y="2636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g40"/>
            <p:cNvSpPr/>
            <p:nvPr/>
          </p:nvSpPr>
          <p:spPr>
            <a:xfrm>
              <a:off x="4137140" y="4115775"/>
              <a:ext cx="265904" cy="194346"/>
            </a:xfrm>
            <a:custGeom>
              <a:avLst/>
              <a:gdLst/>
              <a:ahLst/>
              <a:cxnLst/>
              <a:rect l="0" t="0" r="0" b="0"/>
              <a:pathLst>
                <a:path w="265904" h="194346">
                  <a:moveTo>
                    <a:pt x="0" y="0"/>
                  </a:moveTo>
                  <a:lnTo>
                    <a:pt x="0" y="194346"/>
                  </a:lnTo>
                  <a:lnTo>
                    <a:pt x="265904" y="19434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4137140" y="4283760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l42"/>
            <p:cNvSpPr/>
            <p:nvPr/>
          </p:nvSpPr>
          <p:spPr>
            <a:xfrm>
              <a:off x="4624632" y="4587150"/>
              <a:ext cx="0" cy="83635"/>
            </a:xfrm>
            <a:custGeom>
              <a:avLst/>
              <a:gdLst/>
              <a:ahLst/>
              <a:cxnLst/>
              <a:rect l="0" t="0" r="0" b="0"/>
              <a:pathLst>
                <a:path h="83635">
                  <a:moveTo>
                    <a:pt x="0" y="8363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4624632" y="4838057"/>
              <a:ext cx="0" cy="83635"/>
            </a:xfrm>
            <a:custGeom>
              <a:avLst/>
              <a:gdLst/>
              <a:ahLst/>
              <a:cxnLst/>
              <a:rect l="0" t="0" r="0" b="0"/>
              <a:pathLst>
                <a:path h="83635">
                  <a:moveTo>
                    <a:pt x="0" y="0"/>
                  </a:moveTo>
                  <a:lnTo>
                    <a:pt x="0" y="8363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g44"/>
            <p:cNvSpPr/>
            <p:nvPr/>
          </p:nvSpPr>
          <p:spPr>
            <a:xfrm>
              <a:off x="4491679" y="4670786"/>
              <a:ext cx="265904" cy="167271"/>
            </a:xfrm>
            <a:custGeom>
              <a:avLst/>
              <a:gdLst/>
              <a:ahLst/>
              <a:cxnLst/>
              <a:rect l="0" t="0" r="0" b="0"/>
              <a:pathLst>
                <a:path w="265904" h="167271">
                  <a:moveTo>
                    <a:pt x="0" y="0"/>
                  </a:moveTo>
                  <a:lnTo>
                    <a:pt x="0" y="167271"/>
                  </a:lnTo>
                  <a:lnTo>
                    <a:pt x="265904" y="1672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l45"/>
            <p:cNvSpPr/>
            <p:nvPr/>
          </p:nvSpPr>
          <p:spPr>
            <a:xfrm>
              <a:off x="4491679" y="4754421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4979171" y="3834699"/>
              <a:ext cx="0" cy="102064"/>
            </a:xfrm>
            <a:custGeom>
              <a:avLst/>
              <a:gdLst/>
              <a:ahLst/>
              <a:cxnLst/>
              <a:rect l="0" t="0" r="0" b="0"/>
              <a:pathLst>
                <a:path h="102064">
                  <a:moveTo>
                    <a:pt x="0" y="10206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4979171" y="4116934"/>
              <a:ext cx="0" cy="78106"/>
            </a:xfrm>
            <a:custGeom>
              <a:avLst/>
              <a:gdLst/>
              <a:ahLst/>
              <a:cxnLst/>
              <a:rect l="0" t="0" r="0" b="0"/>
              <a:pathLst>
                <a:path h="78106">
                  <a:moveTo>
                    <a:pt x="0" y="0"/>
                  </a:moveTo>
                  <a:lnTo>
                    <a:pt x="0" y="7810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g48"/>
            <p:cNvSpPr/>
            <p:nvPr/>
          </p:nvSpPr>
          <p:spPr>
            <a:xfrm>
              <a:off x="4846219" y="3936763"/>
              <a:ext cx="265904" cy="180171"/>
            </a:xfrm>
            <a:custGeom>
              <a:avLst/>
              <a:gdLst/>
              <a:ahLst/>
              <a:cxnLst/>
              <a:rect l="0" t="0" r="0" b="0"/>
              <a:pathLst>
                <a:path w="265904" h="180171">
                  <a:moveTo>
                    <a:pt x="0" y="0"/>
                  </a:moveTo>
                  <a:lnTo>
                    <a:pt x="0" y="180171"/>
                  </a:lnTo>
                  <a:lnTo>
                    <a:pt x="265904" y="180171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4846219" y="4038827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5333711" y="3902645"/>
              <a:ext cx="0" cy="119534"/>
            </a:xfrm>
            <a:custGeom>
              <a:avLst/>
              <a:gdLst/>
              <a:ahLst/>
              <a:cxnLst/>
              <a:rect l="0" t="0" r="0" b="0"/>
              <a:pathLst>
                <a:path h="119534">
                  <a:moveTo>
                    <a:pt x="0" y="11953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5333711" y="4144543"/>
              <a:ext cx="0" cy="2829"/>
            </a:xfrm>
            <a:custGeom>
              <a:avLst/>
              <a:gdLst/>
              <a:ahLst/>
              <a:cxnLst/>
              <a:rect l="0" t="0" r="0" b="0"/>
              <a:pathLst>
                <a:path h="2829">
                  <a:moveTo>
                    <a:pt x="0" y="0"/>
                  </a:moveTo>
                  <a:lnTo>
                    <a:pt x="0" y="282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g52"/>
            <p:cNvSpPr/>
            <p:nvPr/>
          </p:nvSpPr>
          <p:spPr>
            <a:xfrm>
              <a:off x="5200759" y="4022179"/>
              <a:ext cx="265904" cy="122363"/>
            </a:xfrm>
            <a:custGeom>
              <a:avLst/>
              <a:gdLst/>
              <a:ahLst/>
              <a:cxnLst/>
              <a:rect l="0" t="0" r="0" b="0"/>
              <a:pathLst>
                <a:path w="265904" h="122363">
                  <a:moveTo>
                    <a:pt x="0" y="0"/>
                  </a:moveTo>
                  <a:lnTo>
                    <a:pt x="0" y="122363"/>
                  </a:lnTo>
                  <a:lnTo>
                    <a:pt x="265904" y="122363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5200759" y="4141714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5688250" y="4574597"/>
              <a:ext cx="0" cy="61141"/>
            </a:xfrm>
            <a:custGeom>
              <a:avLst/>
              <a:gdLst/>
              <a:ahLst/>
              <a:cxnLst/>
              <a:rect l="0" t="0" r="0" b="0"/>
              <a:pathLst>
                <a:path h="61141">
                  <a:moveTo>
                    <a:pt x="0" y="6114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5688250" y="4737802"/>
              <a:ext cx="0" cy="40921"/>
            </a:xfrm>
            <a:custGeom>
              <a:avLst/>
              <a:gdLst/>
              <a:ahLst/>
              <a:cxnLst/>
              <a:rect l="0" t="0" r="0" b="0"/>
              <a:pathLst>
                <a:path h="40921">
                  <a:moveTo>
                    <a:pt x="0" y="0"/>
                  </a:moveTo>
                  <a:lnTo>
                    <a:pt x="0" y="4092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5555298" y="4635739"/>
              <a:ext cx="265904" cy="102062"/>
            </a:xfrm>
            <a:custGeom>
              <a:avLst/>
              <a:gdLst/>
              <a:ahLst/>
              <a:cxnLst/>
              <a:rect l="0" t="0" r="0" b="0"/>
              <a:pathLst>
                <a:path w="265904" h="102062">
                  <a:moveTo>
                    <a:pt x="0" y="0"/>
                  </a:moveTo>
                  <a:lnTo>
                    <a:pt x="0" y="102062"/>
                  </a:lnTo>
                  <a:lnTo>
                    <a:pt x="265904" y="10206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5555298" y="4696880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6042790" y="4053270"/>
              <a:ext cx="0" cy="48822"/>
            </a:xfrm>
            <a:custGeom>
              <a:avLst/>
              <a:gdLst/>
              <a:ahLst/>
              <a:cxnLst/>
              <a:rect l="0" t="0" r="0" b="0"/>
              <a:pathLst>
                <a:path h="48822">
                  <a:moveTo>
                    <a:pt x="0" y="488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6042790" y="4292986"/>
              <a:ext cx="0" cy="142070"/>
            </a:xfrm>
            <a:custGeom>
              <a:avLst/>
              <a:gdLst/>
              <a:ahLst/>
              <a:cxnLst/>
              <a:rect l="0" t="0" r="0" b="0"/>
              <a:pathLst>
                <a:path h="142070">
                  <a:moveTo>
                    <a:pt x="0" y="0"/>
                  </a:moveTo>
                  <a:lnTo>
                    <a:pt x="0" y="14207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5909838" y="4102093"/>
              <a:ext cx="265904" cy="190892"/>
            </a:xfrm>
            <a:custGeom>
              <a:avLst/>
              <a:gdLst/>
              <a:ahLst/>
              <a:cxnLst/>
              <a:rect l="0" t="0" r="0" b="0"/>
              <a:pathLst>
                <a:path w="265904" h="190892">
                  <a:moveTo>
                    <a:pt x="0" y="0"/>
                  </a:moveTo>
                  <a:lnTo>
                    <a:pt x="0" y="190892"/>
                  </a:lnTo>
                  <a:lnTo>
                    <a:pt x="265904" y="190892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5909838" y="4150915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l62"/>
            <p:cNvSpPr/>
            <p:nvPr/>
          </p:nvSpPr>
          <p:spPr>
            <a:xfrm>
              <a:off x="6397330" y="5442824"/>
              <a:ext cx="0" cy="8523"/>
            </a:xfrm>
            <a:custGeom>
              <a:avLst/>
              <a:gdLst/>
              <a:ahLst/>
              <a:cxnLst/>
              <a:rect l="0" t="0" r="0" b="0"/>
              <a:pathLst>
                <a:path h="8523">
                  <a:moveTo>
                    <a:pt x="0" y="852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6397330" y="5468396"/>
              <a:ext cx="0" cy="8523"/>
            </a:xfrm>
            <a:custGeom>
              <a:avLst/>
              <a:gdLst/>
              <a:ahLst/>
              <a:cxnLst/>
              <a:rect l="0" t="0" r="0" b="0"/>
              <a:pathLst>
                <a:path h="8523">
                  <a:moveTo>
                    <a:pt x="0" y="0"/>
                  </a:moveTo>
                  <a:lnTo>
                    <a:pt x="0" y="852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g64"/>
            <p:cNvSpPr/>
            <p:nvPr/>
          </p:nvSpPr>
          <p:spPr>
            <a:xfrm>
              <a:off x="6264377" y="5451348"/>
              <a:ext cx="265904" cy="17047"/>
            </a:xfrm>
            <a:custGeom>
              <a:avLst/>
              <a:gdLst/>
              <a:ahLst/>
              <a:cxnLst/>
              <a:rect l="0" t="0" r="0" b="0"/>
              <a:pathLst>
                <a:path w="265904" h="17047">
                  <a:moveTo>
                    <a:pt x="0" y="0"/>
                  </a:moveTo>
                  <a:lnTo>
                    <a:pt x="0" y="17047"/>
                  </a:lnTo>
                  <a:lnTo>
                    <a:pt x="265904" y="17047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l65"/>
            <p:cNvSpPr/>
            <p:nvPr/>
          </p:nvSpPr>
          <p:spPr>
            <a:xfrm>
              <a:off x="6264377" y="5459872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6751869" y="5439194"/>
              <a:ext cx="0" cy="33722"/>
            </a:xfrm>
            <a:custGeom>
              <a:avLst/>
              <a:gdLst/>
              <a:ahLst/>
              <a:cxnLst/>
              <a:rect l="0" t="0" r="0" b="0"/>
              <a:pathLst>
                <a:path h="33722">
                  <a:moveTo>
                    <a:pt x="0" y="337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6751869" y="5527923"/>
              <a:ext cx="0" cy="21284"/>
            </a:xfrm>
            <a:custGeom>
              <a:avLst/>
              <a:gdLst/>
              <a:ahLst/>
              <a:cxnLst/>
              <a:rect l="0" t="0" r="0" b="0"/>
              <a:pathLst>
                <a:path h="21284">
                  <a:moveTo>
                    <a:pt x="0" y="0"/>
                  </a:moveTo>
                  <a:lnTo>
                    <a:pt x="0" y="21284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g68"/>
            <p:cNvSpPr/>
            <p:nvPr/>
          </p:nvSpPr>
          <p:spPr>
            <a:xfrm>
              <a:off x="6618917" y="5472916"/>
              <a:ext cx="265904" cy="55006"/>
            </a:xfrm>
            <a:custGeom>
              <a:avLst/>
              <a:gdLst/>
              <a:ahLst/>
              <a:cxnLst/>
              <a:rect l="0" t="0" r="0" b="0"/>
              <a:pathLst>
                <a:path w="265904" h="55006">
                  <a:moveTo>
                    <a:pt x="0" y="0"/>
                  </a:moveTo>
                  <a:lnTo>
                    <a:pt x="0" y="55006"/>
                  </a:lnTo>
                  <a:lnTo>
                    <a:pt x="265904" y="55006"/>
                  </a:lnTo>
                  <a:lnTo>
                    <a:pt x="265904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6618917" y="5506639"/>
              <a:ext cx="265904" cy="0"/>
            </a:xfrm>
            <a:custGeom>
              <a:avLst/>
              <a:gdLst/>
              <a:ahLst/>
              <a:cxnLst/>
              <a:rect l="0" t="0" r="0" b="0"/>
              <a:pathLst>
                <a:path w="265904">
                  <a:moveTo>
                    <a:pt x="0" y="0"/>
                  </a:moveTo>
                  <a:lnTo>
                    <a:pt x="265904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tx70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774210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30003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30003" y="4408902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74210" y="2780928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054957" y="3112758"/>
              <a:ext cx="30303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abcd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965066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965066" y="3904846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356051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356051" y="2852936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4192368" y="1920171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4192368" y="3760830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527522" y="1920171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527522" y="4437112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749453" y="1920171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749453" y="2104646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069062" y="1920171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069062" y="2464686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4866517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4866517" y="3688822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2384740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2384740" y="3429000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bcd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5221057" y="1920171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5221057" y="3760830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502766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339082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02766" y="5056974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339082" y="5229200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3007" y="1920171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857305" y="1920171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857305" y="4653136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3007" y="5272998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114" name="pl114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tx115"/>
            <p:cNvSpPr/>
            <p:nvPr/>
          </p:nvSpPr>
          <p:spPr>
            <a:xfrm>
              <a:off x="692708" y="55401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92708" y="4662741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92708" y="378531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29078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203044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0" name="pl120"/>
            <p:cNvSpPr/>
            <p:nvPr/>
          </p:nvSpPr>
          <p:spPr>
            <a:xfrm>
              <a:off x="938079" y="558022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938079" y="470279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38253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938079" y="294793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20704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972874" y="5723142"/>
              <a:ext cx="6239896" cy="0"/>
            </a:xfrm>
            <a:custGeom>
              <a:avLst/>
              <a:gdLst/>
              <a:ahLst/>
              <a:cxnLst/>
              <a:rect l="0" t="0" r="0" b="0"/>
              <a:pathLst>
                <a:path w="6239896">
                  <a:moveTo>
                    <a:pt x="0" y="0"/>
                  </a:moveTo>
                  <a:lnTo>
                    <a:pt x="6239896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267466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551098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tx128"/>
            <p:cNvSpPr/>
            <p:nvPr/>
          </p:nvSpPr>
          <p:spPr>
            <a:xfrm>
              <a:off x="2438657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265739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545417" y="5925448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131" name="tx13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2" name="rc132"/>
            <p:cNvSpPr/>
            <p:nvPr/>
          </p:nvSpPr>
          <p:spPr>
            <a:xfrm>
              <a:off x="7351949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3" name="tx133"/>
            <p:cNvSpPr/>
            <p:nvPr/>
          </p:nvSpPr>
          <p:spPr>
            <a:xfrm>
              <a:off x="7421538" y="2847125"/>
              <a:ext cx="112608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134" name="rc134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7531266" y="3196978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7531266" y="3054331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rc137"/>
            <p:cNvSpPr/>
            <p:nvPr/>
          </p:nvSpPr>
          <p:spPr>
            <a:xfrm>
              <a:off x="744897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pl138"/>
            <p:cNvSpPr/>
            <p:nvPr/>
          </p:nvSpPr>
          <p:spPr>
            <a:xfrm>
              <a:off x="7448970" y="3142114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pl139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pl140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rc141"/>
            <p:cNvSpPr/>
            <p:nvPr/>
          </p:nvSpPr>
          <p:spPr>
            <a:xfrm>
              <a:off x="7421538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2" name="pl142"/>
            <p:cNvSpPr/>
            <p:nvPr/>
          </p:nvSpPr>
          <p:spPr>
            <a:xfrm>
              <a:off x="7531266" y="3416434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pl143"/>
            <p:cNvSpPr/>
            <p:nvPr/>
          </p:nvSpPr>
          <p:spPr>
            <a:xfrm>
              <a:off x="7531266" y="3273787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rc144"/>
            <p:cNvSpPr/>
            <p:nvPr/>
          </p:nvSpPr>
          <p:spPr>
            <a:xfrm>
              <a:off x="744897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pl145"/>
            <p:cNvSpPr/>
            <p:nvPr/>
          </p:nvSpPr>
          <p:spPr>
            <a:xfrm>
              <a:off x="7448970" y="3361570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pl146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pl147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rc148"/>
            <p:cNvSpPr/>
            <p:nvPr/>
          </p:nvSpPr>
          <p:spPr>
            <a:xfrm>
              <a:off x="7421538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pl149"/>
            <p:cNvSpPr/>
            <p:nvPr/>
          </p:nvSpPr>
          <p:spPr>
            <a:xfrm>
              <a:off x="7531266" y="3635890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pl150"/>
            <p:cNvSpPr/>
            <p:nvPr/>
          </p:nvSpPr>
          <p:spPr>
            <a:xfrm>
              <a:off x="7531266" y="3493243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rc151"/>
            <p:cNvSpPr/>
            <p:nvPr/>
          </p:nvSpPr>
          <p:spPr>
            <a:xfrm>
              <a:off x="744897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pl152"/>
            <p:cNvSpPr/>
            <p:nvPr/>
          </p:nvSpPr>
          <p:spPr>
            <a:xfrm>
              <a:off x="7448970" y="3581026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rc155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7531266" y="3855346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7531266" y="3712699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rc158"/>
            <p:cNvSpPr/>
            <p:nvPr/>
          </p:nvSpPr>
          <p:spPr>
            <a:xfrm>
              <a:off x="744897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7448970" y="3800482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rc162"/>
            <p:cNvSpPr/>
            <p:nvPr/>
          </p:nvSpPr>
          <p:spPr>
            <a:xfrm>
              <a:off x="7421538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7531266" y="4074802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7531266" y="3932155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rc165"/>
            <p:cNvSpPr/>
            <p:nvPr/>
          </p:nvSpPr>
          <p:spPr>
            <a:xfrm>
              <a:off x="744897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pl166"/>
            <p:cNvSpPr/>
            <p:nvPr/>
          </p:nvSpPr>
          <p:spPr>
            <a:xfrm>
              <a:off x="7448970" y="4019938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pl167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pl168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rc169"/>
            <p:cNvSpPr/>
            <p:nvPr/>
          </p:nvSpPr>
          <p:spPr>
            <a:xfrm>
              <a:off x="7421538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0" name="pl170"/>
            <p:cNvSpPr/>
            <p:nvPr/>
          </p:nvSpPr>
          <p:spPr>
            <a:xfrm>
              <a:off x="7531266" y="4294258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pl171"/>
            <p:cNvSpPr/>
            <p:nvPr/>
          </p:nvSpPr>
          <p:spPr>
            <a:xfrm>
              <a:off x="7531266" y="4151611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rc172"/>
            <p:cNvSpPr/>
            <p:nvPr/>
          </p:nvSpPr>
          <p:spPr>
            <a:xfrm>
              <a:off x="744897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pl173"/>
            <p:cNvSpPr/>
            <p:nvPr/>
          </p:nvSpPr>
          <p:spPr>
            <a:xfrm>
              <a:off x="7448970" y="4239394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pl174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pl175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rc176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7" name="pl177"/>
            <p:cNvSpPr/>
            <p:nvPr/>
          </p:nvSpPr>
          <p:spPr>
            <a:xfrm>
              <a:off x="7531266" y="4513714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pl178"/>
            <p:cNvSpPr/>
            <p:nvPr/>
          </p:nvSpPr>
          <p:spPr>
            <a:xfrm>
              <a:off x="7531266" y="4371067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rc179"/>
            <p:cNvSpPr/>
            <p:nvPr/>
          </p:nvSpPr>
          <p:spPr>
            <a:xfrm>
              <a:off x="744897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pl180"/>
            <p:cNvSpPr/>
            <p:nvPr/>
          </p:nvSpPr>
          <p:spPr>
            <a:xfrm>
              <a:off x="7448970" y="4458850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pl181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pl182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rc183"/>
            <p:cNvSpPr/>
            <p:nvPr/>
          </p:nvSpPr>
          <p:spPr>
            <a:xfrm>
              <a:off x="7421538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4" name="pl184"/>
            <p:cNvSpPr/>
            <p:nvPr/>
          </p:nvSpPr>
          <p:spPr>
            <a:xfrm>
              <a:off x="7531266" y="4733170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l185"/>
            <p:cNvSpPr/>
            <p:nvPr/>
          </p:nvSpPr>
          <p:spPr>
            <a:xfrm>
              <a:off x="7531266" y="4590523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rc186"/>
            <p:cNvSpPr/>
            <p:nvPr/>
          </p:nvSpPr>
          <p:spPr>
            <a:xfrm>
              <a:off x="744897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l187"/>
            <p:cNvSpPr/>
            <p:nvPr/>
          </p:nvSpPr>
          <p:spPr>
            <a:xfrm>
              <a:off x="7448970" y="4678306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l188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l189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tx190"/>
            <p:cNvSpPr/>
            <p:nvPr/>
          </p:nvSpPr>
          <p:spPr>
            <a:xfrm>
              <a:off x="7710583" y="3102063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7710583" y="3321519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710583" y="3540975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710583" y="3760431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710583" y="3979887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710583" y="4199343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710583" y="4418799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710583" y="4638255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972874" y="1669789"/>
              <a:ext cx="310054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Survival at Lewisetta and York River</a:t>
              </a:r>
            </a:p>
          </p:txBody>
        </p:sp>
      </p:grpSp>
      <p:sp>
        <p:nvSpPr>
          <p:cNvPr id="199" name="Rectangle 198">
            <a:extLst>
              <a:ext uri="{FF2B5EF4-FFF2-40B4-BE49-F238E27FC236}">
                <a16:creationId xmlns:a16="http://schemas.microsoft.com/office/drawing/2014/main" id="{B19AD170-A78F-C370-9A96-43BDD4672EC5}"/>
              </a:ext>
            </a:extLst>
          </p:cNvPr>
          <p:cNvSpPr/>
          <p:nvPr/>
        </p:nvSpPr>
        <p:spPr>
          <a:xfrm>
            <a:off x="1187624" y="1844824"/>
            <a:ext cx="5832648" cy="216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282352" y="1556792"/>
            <a:ext cx="8579296" cy="4569370"/>
            <a:chOff x="457200" y="1556792"/>
            <a:chExt cx="8579296" cy="4569370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0894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dirty="0"/>
            </a:p>
          </p:txBody>
        </p:sp>
        <p:sp>
          <p:nvSpPr>
            <p:cNvPr id="6" name="pt6"/>
            <p:cNvSpPr/>
            <p:nvPr/>
          </p:nvSpPr>
          <p:spPr>
            <a:xfrm>
              <a:off x="1380241" y="4290000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380241" y="207372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380241" y="471081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l9"/>
            <p:cNvSpPr/>
            <p:nvPr/>
          </p:nvSpPr>
          <p:spPr>
            <a:xfrm>
              <a:off x="1405067" y="2294931"/>
              <a:ext cx="0" cy="729406"/>
            </a:xfrm>
            <a:custGeom>
              <a:avLst/>
              <a:gdLst/>
              <a:ahLst/>
              <a:cxnLst/>
              <a:rect l="0" t="0" r="0" b="0"/>
              <a:pathLst>
                <a:path h="729406">
                  <a:moveTo>
                    <a:pt x="0" y="72940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l10"/>
            <p:cNvSpPr/>
            <p:nvPr/>
          </p:nvSpPr>
          <p:spPr>
            <a:xfrm>
              <a:off x="1405067" y="3529312"/>
              <a:ext cx="0" cy="617190"/>
            </a:xfrm>
            <a:custGeom>
              <a:avLst/>
              <a:gdLst/>
              <a:ahLst/>
              <a:cxnLst/>
              <a:rect l="0" t="0" r="0" b="0"/>
              <a:pathLst>
                <a:path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g11"/>
            <p:cNvSpPr/>
            <p:nvPr/>
          </p:nvSpPr>
          <p:spPr>
            <a:xfrm>
              <a:off x="1271454" y="3024338"/>
              <a:ext cx="267225" cy="504973"/>
            </a:xfrm>
            <a:custGeom>
              <a:avLst/>
              <a:gdLst/>
              <a:ahLst/>
              <a:cxnLst/>
              <a:rect l="0" t="0" r="0" b="0"/>
              <a:pathLst>
                <a:path w="267225" h="504973">
                  <a:moveTo>
                    <a:pt x="0" y="0"/>
                  </a:moveTo>
                  <a:lnTo>
                    <a:pt x="0" y="504973"/>
                  </a:lnTo>
                  <a:lnTo>
                    <a:pt x="267225" y="5049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l12"/>
            <p:cNvSpPr/>
            <p:nvPr/>
          </p:nvSpPr>
          <p:spPr>
            <a:xfrm>
              <a:off x="1271454" y="3276825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1736542" y="434610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l14"/>
            <p:cNvSpPr/>
            <p:nvPr/>
          </p:nvSpPr>
          <p:spPr>
            <a:xfrm>
              <a:off x="1761368" y="2154661"/>
              <a:ext cx="0" cy="617190"/>
            </a:xfrm>
            <a:custGeom>
              <a:avLst/>
              <a:gdLst/>
              <a:ahLst/>
              <a:cxnLst/>
              <a:rect l="0" t="0" r="0" b="0"/>
              <a:pathLst>
                <a:path h="617190">
                  <a:moveTo>
                    <a:pt x="0" y="61719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l15"/>
            <p:cNvSpPr/>
            <p:nvPr/>
          </p:nvSpPr>
          <p:spPr>
            <a:xfrm>
              <a:off x="1761368" y="3389041"/>
              <a:ext cx="0" cy="617190"/>
            </a:xfrm>
            <a:custGeom>
              <a:avLst/>
              <a:gdLst/>
              <a:ahLst/>
              <a:cxnLst/>
              <a:rect l="0" t="0" r="0" b="0"/>
              <a:pathLst>
                <a:path h="617190">
                  <a:moveTo>
                    <a:pt x="0" y="0"/>
                  </a:moveTo>
                  <a:lnTo>
                    <a:pt x="0" y="61719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g16"/>
            <p:cNvSpPr/>
            <p:nvPr/>
          </p:nvSpPr>
          <p:spPr>
            <a:xfrm>
              <a:off x="1627755" y="2771851"/>
              <a:ext cx="267225" cy="617190"/>
            </a:xfrm>
            <a:custGeom>
              <a:avLst/>
              <a:gdLst/>
              <a:ahLst/>
              <a:cxnLst/>
              <a:rect l="0" t="0" r="0" b="0"/>
              <a:pathLst>
                <a:path w="267225" h="617190">
                  <a:moveTo>
                    <a:pt x="0" y="0"/>
                  </a:moveTo>
                  <a:lnTo>
                    <a:pt x="0" y="617190"/>
                  </a:lnTo>
                  <a:lnTo>
                    <a:pt x="267225" y="61719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l17"/>
            <p:cNvSpPr/>
            <p:nvPr/>
          </p:nvSpPr>
          <p:spPr>
            <a:xfrm>
              <a:off x="1627755" y="3136554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2092843" y="2522592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2092843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2092843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2092843" y="440221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2117669" y="2912121"/>
              <a:ext cx="0" cy="287554"/>
            </a:xfrm>
            <a:custGeom>
              <a:avLst/>
              <a:gdLst/>
              <a:ahLst/>
              <a:cxnLst/>
              <a:rect l="0" t="0" r="0" b="0"/>
              <a:pathLst>
                <a:path h="287554">
                  <a:moveTo>
                    <a:pt x="0" y="28755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l23"/>
            <p:cNvSpPr/>
            <p:nvPr/>
          </p:nvSpPr>
          <p:spPr>
            <a:xfrm>
              <a:off x="2117669" y="3585420"/>
              <a:ext cx="0" cy="476919"/>
            </a:xfrm>
            <a:custGeom>
              <a:avLst/>
              <a:gdLst/>
              <a:ahLst/>
              <a:cxnLst/>
              <a:rect l="0" t="0" r="0" b="0"/>
              <a:pathLst>
                <a:path h="476919">
                  <a:moveTo>
                    <a:pt x="0" y="0"/>
                  </a:moveTo>
                  <a:lnTo>
                    <a:pt x="0" y="47691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g24"/>
            <p:cNvSpPr/>
            <p:nvPr/>
          </p:nvSpPr>
          <p:spPr>
            <a:xfrm>
              <a:off x="1984056" y="3199676"/>
              <a:ext cx="267225" cy="385743"/>
            </a:xfrm>
            <a:custGeom>
              <a:avLst/>
              <a:gdLst/>
              <a:ahLst/>
              <a:cxnLst/>
              <a:rect l="0" t="0" r="0" b="0"/>
              <a:pathLst>
                <a:path w="267225" h="385743">
                  <a:moveTo>
                    <a:pt x="0" y="0"/>
                  </a:moveTo>
                  <a:lnTo>
                    <a:pt x="0" y="385743"/>
                  </a:lnTo>
                  <a:lnTo>
                    <a:pt x="267225" y="38574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l25"/>
            <p:cNvSpPr/>
            <p:nvPr/>
          </p:nvSpPr>
          <p:spPr>
            <a:xfrm>
              <a:off x="1984056" y="3360987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2449143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2449143" y="2213997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2449143" y="224205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2449143" y="255064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t30"/>
            <p:cNvSpPr/>
            <p:nvPr/>
          </p:nvSpPr>
          <p:spPr>
            <a:xfrm>
              <a:off x="2449143" y="4065568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2473969" y="2687689"/>
              <a:ext cx="0" cy="448865"/>
            </a:xfrm>
            <a:custGeom>
              <a:avLst/>
              <a:gdLst/>
              <a:ahLst/>
              <a:cxnLst/>
              <a:rect l="0" t="0" r="0" b="0"/>
              <a:pathLst>
                <a:path h="448865">
                  <a:moveTo>
                    <a:pt x="0" y="44886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2473969" y="3501257"/>
              <a:ext cx="0" cy="252486"/>
            </a:xfrm>
            <a:custGeom>
              <a:avLst/>
              <a:gdLst/>
              <a:ahLst/>
              <a:cxnLst/>
              <a:rect l="0" t="0" r="0" b="0"/>
              <a:pathLst>
                <a:path h="252486">
                  <a:moveTo>
                    <a:pt x="0" y="0"/>
                  </a:moveTo>
                  <a:lnTo>
                    <a:pt x="0" y="25248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g33"/>
            <p:cNvSpPr/>
            <p:nvPr/>
          </p:nvSpPr>
          <p:spPr>
            <a:xfrm>
              <a:off x="2340357" y="3136554"/>
              <a:ext cx="267225" cy="364703"/>
            </a:xfrm>
            <a:custGeom>
              <a:avLst/>
              <a:gdLst/>
              <a:ahLst/>
              <a:cxnLst/>
              <a:rect l="0" t="0" r="0" b="0"/>
              <a:pathLst>
                <a:path w="267225" h="364703">
                  <a:moveTo>
                    <a:pt x="0" y="0"/>
                  </a:moveTo>
                  <a:lnTo>
                    <a:pt x="0" y="364703"/>
                  </a:lnTo>
                  <a:lnTo>
                    <a:pt x="267225" y="36470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2340357" y="3304879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2830270" y="2070498"/>
              <a:ext cx="0" cy="589136"/>
            </a:xfrm>
            <a:custGeom>
              <a:avLst/>
              <a:gdLst/>
              <a:ahLst/>
              <a:cxnLst/>
              <a:rect l="0" t="0" r="0" b="0"/>
              <a:pathLst>
                <a:path h="589136">
                  <a:moveTo>
                    <a:pt x="0" y="58913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2830270" y="3276825"/>
              <a:ext cx="0" cy="364703"/>
            </a:xfrm>
            <a:custGeom>
              <a:avLst/>
              <a:gdLst/>
              <a:ahLst/>
              <a:cxnLst/>
              <a:rect l="0" t="0" r="0" b="0"/>
              <a:pathLst>
                <a:path h="364703">
                  <a:moveTo>
                    <a:pt x="0" y="0"/>
                  </a:moveTo>
                  <a:lnTo>
                    <a:pt x="0" y="364703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g37"/>
            <p:cNvSpPr/>
            <p:nvPr/>
          </p:nvSpPr>
          <p:spPr>
            <a:xfrm>
              <a:off x="2696657" y="2659634"/>
              <a:ext cx="267225" cy="617190"/>
            </a:xfrm>
            <a:custGeom>
              <a:avLst/>
              <a:gdLst/>
              <a:ahLst/>
              <a:cxnLst/>
              <a:rect l="0" t="0" r="0" b="0"/>
              <a:pathLst>
                <a:path w="267225" h="617190">
                  <a:moveTo>
                    <a:pt x="0" y="0"/>
                  </a:moveTo>
                  <a:lnTo>
                    <a:pt x="0" y="617190"/>
                  </a:lnTo>
                  <a:lnTo>
                    <a:pt x="267225" y="617190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2696657" y="2968230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3161745" y="4177784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3161745" y="398140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3161745" y="4121676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3161745" y="44863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l43"/>
            <p:cNvSpPr/>
            <p:nvPr/>
          </p:nvSpPr>
          <p:spPr>
            <a:xfrm>
              <a:off x="3186571" y="2351039"/>
              <a:ext cx="0" cy="582122"/>
            </a:xfrm>
            <a:custGeom>
              <a:avLst/>
              <a:gdLst/>
              <a:ahLst/>
              <a:cxnLst/>
              <a:rect l="0" t="0" r="0" b="0"/>
              <a:pathLst>
                <a:path h="582122">
                  <a:moveTo>
                    <a:pt x="0" y="5821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l44"/>
            <p:cNvSpPr/>
            <p:nvPr/>
          </p:nvSpPr>
          <p:spPr>
            <a:xfrm>
              <a:off x="3186571" y="3339946"/>
              <a:ext cx="0" cy="610176"/>
            </a:xfrm>
            <a:custGeom>
              <a:avLst/>
              <a:gdLst/>
              <a:ahLst/>
              <a:cxnLst/>
              <a:rect l="0" t="0" r="0" b="0"/>
              <a:pathLst>
                <a:path h="610176">
                  <a:moveTo>
                    <a:pt x="0" y="0"/>
                  </a:moveTo>
                  <a:lnTo>
                    <a:pt x="0" y="6101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g45"/>
            <p:cNvSpPr/>
            <p:nvPr/>
          </p:nvSpPr>
          <p:spPr>
            <a:xfrm>
              <a:off x="3052958" y="2933162"/>
              <a:ext cx="267225" cy="406784"/>
            </a:xfrm>
            <a:custGeom>
              <a:avLst/>
              <a:gdLst/>
              <a:ahLst/>
              <a:cxnLst/>
              <a:rect l="0" t="0" r="0" b="0"/>
              <a:pathLst>
                <a:path w="267225" h="406784">
                  <a:moveTo>
                    <a:pt x="0" y="0"/>
                  </a:moveTo>
                  <a:lnTo>
                    <a:pt x="0" y="406784"/>
                  </a:lnTo>
                  <a:lnTo>
                    <a:pt x="267225" y="406784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l46"/>
            <p:cNvSpPr/>
            <p:nvPr/>
          </p:nvSpPr>
          <p:spPr>
            <a:xfrm>
              <a:off x="3052958" y="3136554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l47"/>
            <p:cNvSpPr/>
            <p:nvPr/>
          </p:nvSpPr>
          <p:spPr>
            <a:xfrm>
              <a:off x="3542872" y="3473203"/>
              <a:ext cx="0" cy="336649"/>
            </a:xfrm>
            <a:custGeom>
              <a:avLst/>
              <a:gdLst/>
              <a:ahLst/>
              <a:cxnLst/>
              <a:rect l="0" t="0" r="0" b="0"/>
              <a:pathLst>
                <a:path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l48"/>
            <p:cNvSpPr/>
            <p:nvPr/>
          </p:nvSpPr>
          <p:spPr>
            <a:xfrm>
              <a:off x="3542872" y="4441070"/>
              <a:ext cx="0" cy="350676"/>
            </a:xfrm>
            <a:custGeom>
              <a:avLst/>
              <a:gdLst/>
              <a:ahLst/>
              <a:cxnLst/>
              <a:rect l="0" t="0" r="0" b="0"/>
              <a:pathLst>
                <a:path h="350676">
                  <a:moveTo>
                    <a:pt x="0" y="0"/>
                  </a:moveTo>
                  <a:lnTo>
                    <a:pt x="0" y="35067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g49"/>
            <p:cNvSpPr/>
            <p:nvPr/>
          </p:nvSpPr>
          <p:spPr>
            <a:xfrm>
              <a:off x="3409259" y="3809853"/>
              <a:ext cx="267225" cy="631217"/>
            </a:xfrm>
            <a:custGeom>
              <a:avLst/>
              <a:gdLst/>
              <a:ahLst/>
              <a:cxnLst/>
              <a:rect l="0" t="0" r="0" b="0"/>
              <a:pathLst>
                <a:path w="267225" h="631217">
                  <a:moveTo>
                    <a:pt x="0" y="0"/>
                  </a:moveTo>
                  <a:lnTo>
                    <a:pt x="0" y="631217"/>
                  </a:lnTo>
                  <a:lnTo>
                    <a:pt x="267225" y="631217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3409259" y="3964150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874347" y="445832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874347" y="4374163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874347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3899173" y="2884067"/>
              <a:ext cx="0" cy="322622"/>
            </a:xfrm>
            <a:custGeom>
              <a:avLst/>
              <a:gdLst/>
              <a:ahLst/>
              <a:cxnLst/>
              <a:rect l="0" t="0" r="0" b="0"/>
              <a:pathLst>
                <a:path h="322622">
                  <a:moveTo>
                    <a:pt x="0" y="32262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3899173" y="3641528"/>
              <a:ext cx="0" cy="448865"/>
            </a:xfrm>
            <a:custGeom>
              <a:avLst/>
              <a:gdLst/>
              <a:ahLst/>
              <a:cxnLst/>
              <a:rect l="0" t="0" r="0" b="0"/>
              <a:pathLst>
                <a:path h="448865">
                  <a:moveTo>
                    <a:pt x="0" y="0"/>
                  </a:moveTo>
                  <a:lnTo>
                    <a:pt x="0" y="448865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3765560" y="3206689"/>
              <a:ext cx="267225" cy="434838"/>
            </a:xfrm>
            <a:custGeom>
              <a:avLst/>
              <a:gdLst/>
              <a:ahLst/>
              <a:cxnLst/>
              <a:rect l="0" t="0" r="0" b="0"/>
              <a:pathLst>
                <a:path w="267225" h="434838">
                  <a:moveTo>
                    <a:pt x="0" y="0"/>
                  </a:moveTo>
                  <a:lnTo>
                    <a:pt x="0" y="434838"/>
                  </a:lnTo>
                  <a:lnTo>
                    <a:pt x="267225" y="434838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3765560" y="3501257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4255474" y="3753744"/>
              <a:ext cx="0" cy="154297"/>
            </a:xfrm>
            <a:custGeom>
              <a:avLst/>
              <a:gdLst/>
              <a:ahLst/>
              <a:cxnLst/>
              <a:rect l="0" t="0" r="0" b="0"/>
              <a:pathLst>
                <a:path h="154297">
                  <a:moveTo>
                    <a:pt x="0" y="15429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4255474" y="4160529"/>
              <a:ext cx="0" cy="238459"/>
            </a:xfrm>
            <a:custGeom>
              <a:avLst/>
              <a:gdLst/>
              <a:ahLst/>
              <a:cxnLst/>
              <a:rect l="0" t="0" r="0" b="0"/>
              <a:pathLst>
                <a:path h="238459">
                  <a:moveTo>
                    <a:pt x="0" y="0"/>
                  </a:moveTo>
                  <a:lnTo>
                    <a:pt x="0" y="23845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g60"/>
            <p:cNvSpPr/>
            <p:nvPr/>
          </p:nvSpPr>
          <p:spPr>
            <a:xfrm>
              <a:off x="4121861" y="3908042"/>
              <a:ext cx="267225" cy="252486"/>
            </a:xfrm>
            <a:custGeom>
              <a:avLst/>
              <a:gdLst/>
              <a:ahLst/>
              <a:cxnLst/>
              <a:rect l="0" t="0" r="0" b="0"/>
              <a:pathLst>
                <a:path w="267225" h="252486">
                  <a:moveTo>
                    <a:pt x="0" y="0"/>
                  </a:moveTo>
                  <a:lnTo>
                    <a:pt x="0" y="252486"/>
                  </a:lnTo>
                  <a:lnTo>
                    <a:pt x="267225" y="25248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pl61"/>
            <p:cNvSpPr/>
            <p:nvPr/>
          </p:nvSpPr>
          <p:spPr>
            <a:xfrm>
              <a:off x="4121861" y="4062339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pt62"/>
            <p:cNvSpPr/>
            <p:nvPr/>
          </p:nvSpPr>
          <p:spPr>
            <a:xfrm>
              <a:off x="4586949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pl63"/>
            <p:cNvSpPr/>
            <p:nvPr/>
          </p:nvSpPr>
          <p:spPr>
            <a:xfrm>
              <a:off x="4611774" y="3669582"/>
              <a:ext cx="0" cy="224432"/>
            </a:xfrm>
            <a:custGeom>
              <a:avLst/>
              <a:gdLst/>
              <a:ahLst/>
              <a:cxnLst/>
              <a:rect l="0" t="0" r="0" b="0"/>
              <a:pathLst>
                <a:path h="224432">
                  <a:moveTo>
                    <a:pt x="0" y="22443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pl64"/>
            <p:cNvSpPr/>
            <p:nvPr/>
          </p:nvSpPr>
          <p:spPr>
            <a:xfrm>
              <a:off x="4611774" y="4139488"/>
              <a:ext cx="0" cy="259500"/>
            </a:xfrm>
            <a:custGeom>
              <a:avLst/>
              <a:gdLst/>
              <a:ahLst/>
              <a:cxnLst/>
              <a:rect l="0" t="0" r="0" b="0"/>
              <a:pathLst>
                <a:path h="259500">
                  <a:moveTo>
                    <a:pt x="0" y="0"/>
                  </a:moveTo>
                  <a:lnTo>
                    <a:pt x="0" y="25950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pg65"/>
            <p:cNvSpPr/>
            <p:nvPr/>
          </p:nvSpPr>
          <p:spPr>
            <a:xfrm>
              <a:off x="4478162" y="3894015"/>
              <a:ext cx="267225" cy="245473"/>
            </a:xfrm>
            <a:custGeom>
              <a:avLst/>
              <a:gdLst/>
              <a:ahLst/>
              <a:cxnLst/>
              <a:rect l="0" t="0" r="0" b="0"/>
              <a:pathLst>
                <a:path w="267225" h="245473">
                  <a:moveTo>
                    <a:pt x="0" y="0"/>
                  </a:moveTo>
                  <a:lnTo>
                    <a:pt x="0" y="245473"/>
                  </a:lnTo>
                  <a:lnTo>
                    <a:pt x="267225" y="2454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4478162" y="4006231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4968075" y="3360987"/>
              <a:ext cx="0" cy="252486"/>
            </a:xfrm>
            <a:custGeom>
              <a:avLst/>
              <a:gdLst/>
              <a:ahLst/>
              <a:cxnLst/>
              <a:rect l="0" t="0" r="0" b="0"/>
              <a:pathLst>
                <a:path h="252486">
                  <a:moveTo>
                    <a:pt x="0" y="252486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4968075" y="4062339"/>
              <a:ext cx="0" cy="561081"/>
            </a:xfrm>
            <a:custGeom>
              <a:avLst/>
              <a:gdLst/>
              <a:ahLst/>
              <a:cxnLst/>
              <a:rect l="0" t="0" r="0" b="0"/>
              <a:pathLst>
                <a:path h="561081">
                  <a:moveTo>
                    <a:pt x="0" y="0"/>
                  </a:moveTo>
                  <a:lnTo>
                    <a:pt x="0" y="56108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g69"/>
            <p:cNvSpPr/>
            <p:nvPr/>
          </p:nvSpPr>
          <p:spPr>
            <a:xfrm>
              <a:off x="4834463" y="3613474"/>
              <a:ext cx="267225" cy="448865"/>
            </a:xfrm>
            <a:custGeom>
              <a:avLst/>
              <a:gdLst/>
              <a:ahLst/>
              <a:cxnLst/>
              <a:rect l="0" t="0" r="0" b="0"/>
              <a:pathLst>
                <a:path w="267225" h="448865">
                  <a:moveTo>
                    <a:pt x="0" y="0"/>
                  </a:moveTo>
                  <a:lnTo>
                    <a:pt x="0" y="448865"/>
                  </a:lnTo>
                  <a:lnTo>
                    <a:pt x="267225" y="44886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4834463" y="3809853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t71"/>
            <p:cNvSpPr/>
            <p:nvPr/>
          </p:nvSpPr>
          <p:spPr>
            <a:xfrm>
              <a:off x="5299550" y="457054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t72"/>
            <p:cNvSpPr/>
            <p:nvPr/>
          </p:nvSpPr>
          <p:spPr>
            <a:xfrm>
              <a:off x="5299550" y="431805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t73"/>
            <p:cNvSpPr/>
            <p:nvPr/>
          </p:nvSpPr>
          <p:spPr>
            <a:xfrm>
              <a:off x="5299550" y="3364215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324376" y="3417095"/>
              <a:ext cx="0" cy="336649"/>
            </a:xfrm>
            <a:custGeom>
              <a:avLst/>
              <a:gdLst/>
              <a:ahLst/>
              <a:cxnLst/>
              <a:rect l="0" t="0" r="0" b="0"/>
              <a:pathLst>
                <a:path h="336649">
                  <a:moveTo>
                    <a:pt x="0" y="3366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324376" y="3978177"/>
              <a:ext cx="0" cy="280540"/>
            </a:xfrm>
            <a:custGeom>
              <a:avLst/>
              <a:gdLst/>
              <a:ahLst/>
              <a:cxnLst/>
              <a:rect l="0" t="0" r="0" b="0"/>
              <a:pathLst>
                <a:path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g76"/>
            <p:cNvSpPr/>
            <p:nvPr/>
          </p:nvSpPr>
          <p:spPr>
            <a:xfrm>
              <a:off x="5190763" y="3753744"/>
              <a:ext cx="267225" cy="224432"/>
            </a:xfrm>
            <a:custGeom>
              <a:avLst/>
              <a:gdLst/>
              <a:ahLst/>
              <a:cxnLst/>
              <a:rect l="0" t="0" r="0" b="0"/>
              <a:pathLst>
                <a:path w="267225" h="224432">
                  <a:moveTo>
                    <a:pt x="0" y="0"/>
                  </a:moveTo>
                  <a:lnTo>
                    <a:pt x="0" y="224432"/>
                  </a:lnTo>
                  <a:lnTo>
                    <a:pt x="267225" y="224432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pl77"/>
            <p:cNvSpPr/>
            <p:nvPr/>
          </p:nvSpPr>
          <p:spPr>
            <a:xfrm>
              <a:off x="5190763" y="3865961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pl78"/>
            <p:cNvSpPr/>
            <p:nvPr/>
          </p:nvSpPr>
          <p:spPr>
            <a:xfrm>
              <a:off x="5680677" y="3304879"/>
              <a:ext cx="0" cy="210405"/>
            </a:xfrm>
            <a:custGeom>
              <a:avLst/>
              <a:gdLst/>
              <a:ahLst/>
              <a:cxnLst/>
              <a:rect l="0" t="0" r="0" b="0"/>
              <a:pathLst>
                <a:path h="210405">
                  <a:moveTo>
                    <a:pt x="0" y="21040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pl79"/>
            <p:cNvSpPr/>
            <p:nvPr/>
          </p:nvSpPr>
          <p:spPr>
            <a:xfrm>
              <a:off x="5680677" y="3865961"/>
              <a:ext cx="0" cy="280540"/>
            </a:xfrm>
            <a:custGeom>
              <a:avLst/>
              <a:gdLst/>
              <a:ahLst/>
              <a:cxnLst/>
              <a:rect l="0" t="0" r="0" b="0"/>
              <a:pathLst>
                <a:path h="280540">
                  <a:moveTo>
                    <a:pt x="0" y="0"/>
                  </a:moveTo>
                  <a:lnTo>
                    <a:pt x="0" y="28054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pg80"/>
            <p:cNvSpPr/>
            <p:nvPr/>
          </p:nvSpPr>
          <p:spPr>
            <a:xfrm>
              <a:off x="5547064" y="3515285"/>
              <a:ext cx="267225" cy="350676"/>
            </a:xfrm>
            <a:custGeom>
              <a:avLst/>
              <a:gdLst/>
              <a:ahLst/>
              <a:cxnLst/>
              <a:rect l="0" t="0" r="0" b="0"/>
              <a:pathLst>
                <a:path w="267225" h="350676">
                  <a:moveTo>
                    <a:pt x="0" y="0"/>
                  </a:moveTo>
                  <a:lnTo>
                    <a:pt x="0" y="350676"/>
                  </a:lnTo>
                  <a:lnTo>
                    <a:pt x="267225" y="350676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pl81"/>
            <p:cNvSpPr/>
            <p:nvPr/>
          </p:nvSpPr>
          <p:spPr>
            <a:xfrm>
              <a:off x="5547064" y="3697636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pt82"/>
            <p:cNvSpPr/>
            <p:nvPr/>
          </p:nvSpPr>
          <p:spPr>
            <a:xfrm>
              <a:off x="6012152" y="2775079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pl83"/>
            <p:cNvSpPr/>
            <p:nvPr/>
          </p:nvSpPr>
          <p:spPr>
            <a:xfrm>
              <a:off x="6036978" y="2968230"/>
              <a:ext cx="0" cy="483933"/>
            </a:xfrm>
            <a:custGeom>
              <a:avLst/>
              <a:gdLst/>
              <a:ahLst/>
              <a:cxnLst/>
              <a:rect l="0" t="0" r="0" b="0"/>
              <a:pathLst>
                <a:path h="483933">
                  <a:moveTo>
                    <a:pt x="0" y="48393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pl84"/>
            <p:cNvSpPr/>
            <p:nvPr/>
          </p:nvSpPr>
          <p:spPr>
            <a:xfrm>
              <a:off x="6036978" y="3781798"/>
              <a:ext cx="0" cy="336649"/>
            </a:xfrm>
            <a:custGeom>
              <a:avLst/>
              <a:gdLst/>
              <a:ahLst/>
              <a:cxnLst/>
              <a:rect l="0" t="0" r="0" b="0"/>
              <a:pathLst>
                <a:path h="336649">
                  <a:moveTo>
                    <a:pt x="0" y="0"/>
                  </a:moveTo>
                  <a:lnTo>
                    <a:pt x="0" y="336649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pg85"/>
            <p:cNvSpPr/>
            <p:nvPr/>
          </p:nvSpPr>
          <p:spPr>
            <a:xfrm>
              <a:off x="5903365" y="3452163"/>
              <a:ext cx="267225" cy="329635"/>
            </a:xfrm>
            <a:custGeom>
              <a:avLst/>
              <a:gdLst/>
              <a:ahLst/>
              <a:cxnLst/>
              <a:rect l="0" t="0" r="0" b="0"/>
              <a:pathLst>
                <a:path w="267225" h="329635">
                  <a:moveTo>
                    <a:pt x="0" y="0"/>
                  </a:moveTo>
                  <a:lnTo>
                    <a:pt x="0" y="329635"/>
                  </a:lnTo>
                  <a:lnTo>
                    <a:pt x="267225" y="329635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pl86"/>
            <p:cNvSpPr/>
            <p:nvPr/>
          </p:nvSpPr>
          <p:spPr>
            <a:xfrm>
              <a:off x="5903365" y="3669582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6368453" y="3813081"/>
              <a:ext cx="49651" cy="4965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900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pl88"/>
            <p:cNvSpPr/>
            <p:nvPr/>
          </p:nvSpPr>
          <p:spPr>
            <a:xfrm>
              <a:off x="6393279" y="4174556"/>
              <a:ext cx="0" cy="56108"/>
            </a:xfrm>
            <a:custGeom>
              <a:avLst/>
              <a:gdLst/>
              <a:ahLst/>
              <a:cxnLst/>
              <a:rect l="0" t="0" r="0" b="0"/>
              <a:pathLst>
                <a:path h="56108">
                  <a:moveTo>
                    <a:pt x="0" y="5610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pl89"/>
            <p:cNvSpPr/>
            <p:nvPr/>
          </p:nvSpPr>
          <p:spPr>
            <a:xfrm>
              <a:off x="6393279" y="4476137"/>
              <a:ext cx="0" cy="35067"/>
            </a:xfrm>
            <a:custGeom>
              <a:avLst/>
              <a:gdLst/>
              <a:ahLst/>
              <a:cxnLst/>
              <a:rect l="0" t="0" r="0" b="0"/>
              <a:pathLst>
                <a:path h="35067">
                  <a:moveTo>
                    <a:pt x="0" y="0"/>
                  </a:moveTo>
                  <a:lnTo>
                    <a:pt x="0" y="3506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pg90"/>
            <p:cNvSpPr/>
            <p:nvPr/>
          </p:nvSpPr>
          <p:spPr>
            <a:xfrm>
              <a:off x="6259666" y="4230664"/>
              <a:ext cx="267225" cy="245473"/>
            </a:xfrm>
            <a:custGeom>
              <a:avLst/>
              <a:gdLst/>
              <a:ahLst/>
              <a:cxnLst/>
              <a:rect l="0" t="0" r="0" b="0"/>
              <a:pathLst>
                <a:path w="267225" h="245473">
                  <a:moveTo>
                    <a:pt x="0" y="0"/>
                  </a:moveTo>
                  <a:lnTo>
                    <a:pt x="0" y="245473"/>
                  </a:lnTo>
                  <a:lnTo>
                    <a:pt x="267225" y="245473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pl91"/>
            <p:cNvSpPr/>
            <p:nvPr/>
          </p:nvSpPr>
          <p:spPr>
            <a:xfrm>
              <a:off x="6259666" y="4427043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pl92"/>
            <p:cNvSpPr/>
            <p:nvPr/>
          </p:nvSpPr>
          <p:spPr>
            <a:xfrm>
              <a:off x="6749580" y="3894015"/>
              <a:ext cx="0" cy="14027"/>
            </a:xfrm>
            <a:custGeom>
              <a:avLst/>
              <a:gdLst/>
              <a:ahLst/>
              <a:cxnLst/>
              <a:rect l="0" t="0" r="0" b="0"/>
              <a:pathLst>
                <a:path h="14027">
                  <a:moveTo>
                    <a:pt x="0" y="1402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pl93"/>
            <p:cNvSpPr/>
            <p:nvPr/>
          </p:nvSpPr>
          <p:spPr>
            <a:xfrm>
              <a:off x="6749580" y="4076367"/>
              <a:ext cx="0" cy="154297"/>
            </a:xfrm>
            <a:custGeom>
              <a:avLst/>
              <a:gdLst/>
              <a:ahLst/>
              <a:cxnLst/>
              <a:rect l="0" t="0" r="0" b="0"/>
              <a:pathLst>
                <a:path h="154297">
                  <a:moveTo>
                    <a:pt x="0" y="0"/>
                  </a:moveTo>
                  <a:lnTo>
                    <a:pt x="0" y="154297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pg94"/>
            <p:cNvSpPr/>
            <p:nvPr/>
          </p:nvSpPr>
          <p:spPr>
            <a:xfrm>
              <a:off x="6615967" y="3908042"/>
              <a:ext cx="267225" cy="168324"/>
            </a:xfrm>
            <a:custGeom>
              <a:avLst/>
              <a:gdLst/>
              <a:ahLst/>
              <a:cxnLst/>
              <a:rect l="0" t="0" r="0" b="0"/>
              <a:pathLst>
                <a:path w="267225" h="168324">
                  <a:moveTo>
                    <a:pt x="0" y="0"/>
                  </a:moveTo>
                  <a:lnTo>
                    <a:pt x="0" y="168324"/>
                  </a:lnTo>
                  <a:lnTo>
                    <a:pt x="267225" y="168324"/>
                  </a:lnTo>
                  <a:lnTo>
                    <a:pt x="267225" y="0"/>
                  </a:lnTo>
                  <a:close/>
                </a:path>
              </a:pathLst>
            </a:cu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pl95"/>
            <p:cNvSpPr/>
            <p:nvPr/>
          </p:nvSpPr>
          <p:spPr>
            <a:xfrm>
              <a:off x="6615967" y="3922069"/>
              <a:ext cx="267225" cy="0"/>
            </a:xfrm>
            <a:custGeom>
              <a:avLst/>
              <a:gdLst/>
              <a:ahLst/>
              <a:cxnLst/>
              <a:rect l="0" t="0" r="0" b="0"/>
              <a:pathLst>
                <a:path w="267225">
                  <a:moveTo>
                    <a:pt x="0" y="0"/>
                  </a:moveTo>
                  <a:lnTo>
                    <a:pt x="267225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tx9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112779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112779" y="2132856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bc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78731" y="5398879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978731" y="2564904"/>
              <a:ext cx="11649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0" name="tx28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0" name="tx30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1" name="tx30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2" name="tx30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3" name="tx30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0" name="tx31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0" name="tx320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2020559" y="5398879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2020559" y="2348880"/>
              <a:ext cx="19421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1" name="tx33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2" name="tx33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3" name="tx33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4" name="tx33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5" name="tx33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6" name="tx33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7" name="tx33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4" name="tx34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4913714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6" name="tx376"/>
            <p:cNvSpPr/>
            <p:nvPr/>
          </p:nvSpPr>
          <p:spPr>
            <a:xfrm>
              <a:off x="4913714" y="3184766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377" name="tx37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8" name="tx37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79" name="tx37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0" name="tx38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5" name="tx38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7" name="tx38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8" name="tx38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89" name="tx38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0" name="tx39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3" name="tx39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5" name="tx39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6" name="tx39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0" name="tx41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5" name="tx44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1" name="tx46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2" name="tx46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3" name="tx463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4" name="tx464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5" name="tx465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69" name="tx469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0" name="tx470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1683644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691680" y="1844824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7" name="tx477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5" name="tx485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6" name="tx486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4557413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4557413" y="3184766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1" name="tx50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2" name="tx50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3" name="tx50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7" name="tx50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8" name="tx50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09" name="tx50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5" name="tx51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6" name="tx51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7" name="tx51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8" name="tx51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19" name="tx51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0" name="tx52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1" name="tx52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2" name="tx52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3" name="tx52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4" name="tx52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5" name="tx52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6" name="tx52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7" name="tx52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8" name="tx52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29" name="tx52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0" name="tx53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1" name="tx53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2" name="tx53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3" name="tx55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4" name="tx55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5" name="tx55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6" name="tx55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7" name="tx55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8" name="tx55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59" name="tx55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0" name="tx56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1" name="tx56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2" name="tx56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3" name="tx56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4" name="tx56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5" name="tx56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6" name="tx56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7" name="tx56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8" name="tx568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69" name="tx569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0" name="tx570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1" name="tx571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2" name="tx572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5" name="tx575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6" name="tx576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7" name="tx577"/>
            <p:cNvSpPr/>
            <p:nvPr/>
          </p:nvSpPr>
          <p:spPr>
            <a:xfrm>
              <a:off x="2791408" y="5398879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78" name="tx578"/>
            <p:cNvSpPr/>
            <p:nvPr/>
          </p:nvSpPr>
          <p:spPr>
            <a:xfrm>
              <a:off x="2791408" y="1844824"/>
              <a:ext cx="7772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580" name="tx58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1" name="tx59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2" name="tx59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3" name="tx59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5" name="tx59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1" name="tx601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2" name="tx602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3" name="tx603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4" name="tx604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5" name="tx605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6" name="tx606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7" name="tx607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8" name="tx608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5602953" y="5398879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5602953" y="3140968"/>
              <a:ext cx="15544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gh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4" name="tx61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5" name="tx61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6" name="tx616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7" name="tx617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8" name="tx618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19" name="tx619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5" name="tx635"/>
            <p:cNvSpPr/>
            <p:nvPr/>
          </p:nvSpPr>
          <p:spPr>
            <a:xfrm>
              <a:off x="3763202" y="5398879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defg</a:t>
              </a:r>
            </a:p>
          </p:txBody>
        </p:sp>
        <p:sp>
          <p:nvSpPr>
            <p:cNvPr id="636" name="tx636"/>
            <p:cNvSpPr/>
            <p:nvPr/>
          </p:nvSpPr>
          <p:spPr>
            <a:xfrm>
              <a:off x="3763202" y="2708920"/>
              <a:ext cx="27194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</a:t>
              </a: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6598109" y="5398879"/>
              <a:ext cx="30294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6598109" y="5398879"/>
              <a:ext cx="30294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6598109" y="3717032"/>
              <a:ext cx="302940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efghi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7" name="tx647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8" name="tx648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49" name="tx649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0" name="tx650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1" name="tx651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2" name="tx652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3" name="tx653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5" name="tx655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6" name="tx656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7" name="tx657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8" name="tx658"/>
            <p:cNvSpPr/>
            <p:nvPr/>
          </p:nvSpPr>
          <p:spPr>
            <a:xfrm>
              <a:off x="3527373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59" name="tx659"/>
            <p:cNvSpPr/>
            <p:nvPr/>
          </p:nvSpPr>
          <p:spPr>
            <a:xfrm>
              <a:off x="3527373" y="3284984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0" name="tx660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1" name="tx661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2" name="tx662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3" name="tx663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4" name="tx664"/>
            <p:cNvSpPr/>
            <p:nvPr/>
          </p:nvSpPr>
          <p:spPr>
            <a:xfrm>
              <a:off x="6377780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5" name="tx665"/>
            <p:cNvSpPr/>
            <p:nvPr/>
          </p:nvSpPr>
          <p:spPr>
            <a:xfrm>
              <a:off x="6377780" y="3616814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666" name="tx66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7" name="tx66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8" name="tx66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69" name="tx66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0" name="tx67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0" name="tx68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1" name="tx68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2" name="tx68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3" name="tx68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5" name="tx68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6" name="tx68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7" name="tx68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8" name="tx68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89" name="tx68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0" name="tx69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1" name="tx69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2" name="tx69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3" name="tx69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4" name="tx69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5" name="tx69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6" name="tx69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7" name="tx69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8" name="tx69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699" name="tx69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0" name="tx70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5" name="tx72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6" name="tx72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7" name="tx72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8" name="tx72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29" name="tx72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0" name="tx73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1" name="tx73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2" name="tx73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3" name="tx733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4" name="tx734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5" name="tx735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6" name="tx736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7" name="tx737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8" name="tx738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39" name="tx739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1331275" y="5398879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1331640" y="1888622"/>
              <a:ext cx="1475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6" name="tx75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7" name="tx75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8" name="tx75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59" name="tx75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5" name="tx76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239975" y="5398879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4239975" y="3573016"/>
              <a:ext cx="3099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89" name="tx78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1" name="tx79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2" name="tx79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3" name="tx79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4" name="tx79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5" name="tx79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6" name="tx79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7" name="tx79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8" name="tx79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0" name="tx81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1" name="tx81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2" name="tx81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3" name="tx81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8" name="tx82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0" name="tx83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1" name="tx83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2" name="tx83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3" name="tx83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4" name="tx83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5" name="tx83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6" name="tx83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7" name="tx83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8" name="tx83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39" name="tx83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0" name="tx84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1" name="tx84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2" name="tx84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3" name="tx84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4" name="tx84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5" name="tx84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7" name="tx847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8" name="tx848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49" name="tx849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0" name="tx850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1" name="tx851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2" name="tx852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3" name="tx853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4" name="tx854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5" name="tx855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56" name="tx856"/>
            <p:cNvSpPr/>
            <p:nvPr/>
          </p:nvSpPr>
          <p:spPr>
            <a:xfrm>
              <a:off x="2361315" y="5398879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4" name="tx864"/>
            <p:cNvSpPr/>
            <p:nvPr/>
          </p:nvSpPr>
          <p:spPr>
            <a:xfrm>
              <a:off x="2361315" y="2060848"/>
              <a:ext cx="225308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cde</a:t>
              </a:r>
            </a:p>
          </p:txBody>
        </p:sp>
        <p:sp>
          <p:nvSpPr>
            <p:cNvPr id="865" name="tx86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6" name="tx86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7" name="tx86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69" name="tx86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0" name="tx87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1" name="tx87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2" name="tx87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3" name="tx87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4" name="tx87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5" name="tx87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6" name="tx87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5270015" y="5398879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5270015" y="3184766"/>
              <a:ext cx="108722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hi</a:t>
              </a:r>
            </a:p>
          </p:txBody>
        </p:sp>
        <p:sp>
          <p:nvSpPr>
            <p:cNvPr id="916" name="pl916"/>
            <p:cNvSpPr/>
            <p:nvPr/>
          </p:nvSpPr>
          <p:spPr>
            <a:xfrm flipH="1">
              <a:off x="899592" y="1772817"/>
              <a:ext cx="45719" cy="3950326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tx917"/>
            <p:cNvSpPr/>
            <p:nvPr/>
          </p:nvSpPr>
          <p:spPr>
            <a:xfrm>
              <a:off x="817066" y="5537210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754887" y="4835858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754887" y="413450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754887" y="343315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692708" y="2731800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923" name="pl923"/>
            <p:cNvSpPr/>
            <p:nvPr/>
          </p:nvSpPr>
          <p:spPr>
            <a:xfrm>
              <a:off x="907081" y="55772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pl924"/>
            <p:cNvSpPr/>
            <p:nvPr/>
          </p:nvSpPr>
          <p:spPr>
            <a:xfrm>
              <a:off x="907081" y="487590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pl925"/>
            <p:cNvSpPr/>
            <p:nvPr/>
          </p:nvSpPr>
          <p:spPr>
            <a:xfrm>
              <a:off x="907081" y="417455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pl926"/>
            <p:cNvSpPr/>
            <p:nvPr/>
          </p:nvSpPr>
          <p:spPr>
            <a:xfrm>
              <a:off x="907081" y="347320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pl927"/>
            <p:cNvSpPr/>
            <p:nvPr/>
          </p:nvSpPr>
          <p:spPr>
            <a:xfrm>
              <a:off x="907081" y="27718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pl928"/>
            <p:cNvSpPr/>
            <p:nvPr/>
          </p:nvSpPr>
          <p:spPr>
            <a:xfrm>
              <a:off x="907081" y="207049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pl929"/>
            <p:cNvSpPr/>
            <p:nvPr/>
          </p:nvSpPr>
          <p:spPr>
            <a:xfrm>
              <a:off x="941876" y="5723142"/>
              <a:ext cx="6270894" cy="0"/>
            </a:xfrm>
            <a:custGeom>
              <a:avLst/>
              <a:gdLst/>
              <a:ahLst/>
              <a:cxnLst/>
              <a:rect l="0" t="0" r="0" b="0"/>
              <a:pathLst>
                <a:path w="6270894">
                  <a:moveTo>
                    <a:pt x="0" y="0"/>
                  </a:moveTo>
                  <a:lnTo>
                    <a:pt x="627089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pl930"/>
            <p:cNvSpPr/>
            <p:nvPr/>
          </p:nvSpPr>
          <p:spPr>
            <a:xfrm>
              <a:off x="265212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pl931"/>
            <p:cNvSpPr/>
            <p:nvPr/>
          </p:nvSpPr>
          <p:spPr>
            <a:xfrm>
              <a:off x="550252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tx932"/>
            <p:cNvSpPr/>
            <p:nvPr/>
          </p:nvSpPr>
          <p:spPr>
            <a:xfrm>
              <a:off x="2416113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5257285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3529918" y="5925448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935" name="tx9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936" name="rc936"/>
            <p:cNvSpPr/>
            <p:nvPr/>
          </p:nvSpPr>
          <p:spPr>
            <a:xfrm>
              <a:off x="7771235" y="2762083"/>
              <a:ext cx="1265261" cy="20955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7" name="tx937"/>
            <p:cNvSpPr/>
            <p:nvPr/>
          </p:nvSpPr>
          <p:spPr>
            <a:xfrm>
              <a:off x="7838405" y="2847125"/>
              <a:ext cx="112608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Broodstock Group</a:t>
              </a:r>
            </a:p>
          </p:txBody>
        </p:sp>
        <p:sp>
          <p:nvSpPr>
            <p:cNvPr id="938" name="rc938"/>
            <p:cNvSpPr/>
            <p:nvPr/>
          </p:nvSpPr>
          <p:spPr>
            <a:xfrm>
              <a:off x="7421538" y="30323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9" name="pl939"/>
            <p:cNvSpPr/>
            <p:nvPr/>
          </p:nvSpPr>
          <p:spPr>
            <a:xfrm>
              <a:off x="8028384" y="3196978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pl940"/>
            <p:cNvSpPr/>
            <p:nvPr/>
          </p:nvSpPr>
          <p:spPr>
            <a:xfrm>
              <a:off x="8028384" y="3054331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rc941"/>
            <p:cNvSpPr/>
            <p:nvPr/>
          </p:nvSpPr>
          <p:spPr>
            <a:xfrm>
              <a:off x="7935800" y="3087250"/>
              <a:ext cx="164592" cy="109727"/>
            </a:xfrm>
            <a:prstGeom prst="rect">
              <a:avLst/>
            </a:prstGeom>
            <a:solidFill>
              <a:srgbClr val="365C8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pl942"/>
            <p:cNvSpPr/>
            <p:nvPr/>
          </p:nvSpPr>
          <p:spPr>
            <a:xfrm>
              <a:off x="7935801" y="3142114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pl943"/>
            <p:cNvSpPr/>
            <p:nvPr/>
          </p:nvSpPr>
          <p:spPr>
            <a:xfrm>
              <a:off x="7531266" y="3229896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pl944"/>
            <p:cNvSpPr/>
            <p:nvPr/>
          </p:nvSpPr>
          <p:spPr>
            <a:xfrm>
              <a:off x="7531266" y="3054331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rc945"/>
            <p:cNvSpPr/>
            <p:nvPr/>
          </p:nvSpPr>
          <p:spPr>
            <a:xfrm>
              <a:off x="7952945" y="325184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6" name="pl946"/>
            <p:cNvSpPr/>
            <p:nvPr/>
          </p:nvSpPr>
          <p:spPr>
            <a:xfrm>
              <a:off x="8028384" y="3416434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pl947"/>
            <p:cNvSpPr/>
            <p:nvPr/>
          </p:nvSpPr>
          <p:spPr>
            <a:xfrm>
              <a:off x="8028384" y="3273787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rc948"/>
            <p:cNvSpPr/>
            <p:nvPr/>
          </p:nvSpPr>
          <p:spPr>
            <a:xfrm>
              <a:off x="7935800" y="3306706"/>
              <a:ext cx="164592" cy="109727"/>
            </a:xfrm>
            <a:prstGeom prst="rect">
              <a:avLst/>
            </a:prstGeom>
            <a:solidFill>
              <a:srgbClr val="277F8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pl949"/>
            <p:cNvSpPr/>
            <p:nvPr/>
          </p:nvSpPr>
          <p:spPr>
            <a:xfrm>
              <a:off x="7935801" y="3361570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pl950"/>
            <p:cNvSpPr/>
            <p:nvPr/>
          </p:nvSpPr>
          <p:spPr>
            <a:xfrm>
              <a:off x="7531266" y="3449352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pl951"/>
            <p:cNvSpPr/>
            <p:nvPr/>
          </p:nvSpPr>
          <p:spPr>
            <a:xfrm>
              <a:off x="7531266" y="3273787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rc952"/>
            <p:cNvSpPr/>
            <p:nvPr/>
          </p:nvSpPr>
          <p:spPr>
            <a:xfrm>
              <a:off x="7952945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53" name="pl953"/>
            <p:cNvSpPr/>
            <p:nvPr/>
          </p:nvSpPr>
          <p:spPr>
            <a:xfrm>
              <a:off x="8028384" y="3635890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pl954"/>
            <p:cNvSpPr/>
            <p:nvPr/>
          </p:nvSpPr>
          <p:spPr>
            <a:xfrm>
              <a:off x="8028384" y="3493243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rc955"/>
            <p:cNvSpPr/>
            <p:nvPr/>
          </p:nvSpPr>
          <p:spPr>
            <a:xfrm>
              <a:off x="7935800" y="3526162"/>
              <a:ext cx="164592" cy="109727"/>
            </a:xfrm>
            <a:prstGeom prst="rect">
              <a:avLst/>
            </a:prstGeom>
            <a:solidFill>
              <a:srgbClr val="1FA18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pl956"/>
            <p:cNvSpPr/>
            <p:nvPr/>
          </p:nvSpPr>
          <p:spPr>
            <a:xfrm>
              <a:off x="7935801" y="3581026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pl957"/>
            <p:cNvSpPr/>
            <p:nvPr/>
          </p:nvSpPr>
          <p:spPr>
            <a:xfrm>
              <a:off x="7531266" y="366880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pl958"/>
            <p:cNvSpPr/>
            <p:nvPr/>
          </p:nvSpPr>
          <p:spPr>
            <a:xfrm>
              <a:off x="7531266" y="3493243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rc959"/>
            <p:cNvSpPr/>
            <p:nvPr/>
          </p:nvSpPr>
          <p:spPr>
            <a:xfrm>
              <a:off x="7421538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0" name="pl960"/>
            <p:cNvSpPr/>
            <p:nvPr/>
          </p:nvSpPr>
          <p:spPr>
            <a:xfrm>
              <a:off x="8028384" y="3855346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pl961"/>
            <p:cNvSpPr/>
            <p:nvPr/>
          </p:nvSpPr>
          <p:spPr>
            <a:xfrm>
              <a:off x="8028384" y="3712699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rc962"/>
            <p:cNvSpPr/>
            <p:nvPr/>
          </p:nvSpPr>
          <p:spPr>
            <a:xfrm>
              <a:off x="7935800" y="3745618"/>
              <a:ext cx="164592" cy="109727"/>
            </a:xfrm>
            <a:prstGeom prst="rect">
              <a:avLst/>
            </a:prstGeom>
            <a:solidFill>
              <a:srgbClr val="4AC16D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pl963"/>
            <p:cNvSpPr/>
            <p:nvPr/>
          </p:nvSpPr>
          <p:spPr>
            <a:xfrm>
              <a:off x="7935801" y="3800482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pl964"/>
            <p:cNvSpPr/>
            <p:nvPr/>
          </p:nvSpPr>
          <p:spPr>
            <a:xfrm>
              <a:off x="7531266" y="3888264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pl965"/>
            <p:cNvSpPr/>
            <p:nvPr/>
          </p:nvSpPr>
          <p:spPr>
            <a:xfrm>
              <a:off x="7531266" y="3712699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rc966"/>
            <p:cNvSpPr/>
            <p:nvPr/>
          </p:nvSpPr>
          <p:spPr>
            <a:xfrm>
              <a:off x="7952945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7" name="pl967"/>
            <p:cNvSpPr/>
            <p:nvPr/>
          </p:nvSpPr>
          <p:spPr>
            <a:xfrm>
              <a:off x="8028384" y="4074802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pl968"/>
            <p:cNvSpPr/>
            <p:nvPr/>
          </p:nvSpPr>
          <p:spPr>
            <a:xfrm>
              <a:off x="8028384" y="3932155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rc969"/>
            <p:cNvSpPr/>
            <p:nvPr/>
          </p:nvSpPr>
          <p:spPr>
            <a:xfrm>
              <a:off x="7935800" y="3965074"/>
              <a:ext cx="164592" cy="109727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pl970"/>
            <p:cNvSpPr/>
            <p:nvPr/>
          </p:nvSpPr>
          <p:spPr>
            <a:xfrm>
              <a:off x="7935801" y="4019938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pl971"/>
            <p:cNvSpPr/>
            <p:nvPr/>
          </p:nvSpPr>
          <p:spPr>
            <a:xfrm>
              <a:off x="7531266" y="4107720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pl972"/>
            <p:cNvSpPr/>
            <p:nvPr/>
          </p:nvSpPr>
          <p:spPr>
            <a:xfrm>
              <a:off x="7531266" y="3932155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rc973"/>
            <p:cNvSpPr/>
            <p:nvPr/>
          </p:nvSpPr>
          <p:spPr>
            <a:xfrm>
              <a:off x="7952945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74" name="pl974"/>
            <p:cNvSpPr/>
            <p:nvPr/>
          </p:nvSpPr>
          <p:spPr>
            <a:xfrm>
              <a:off x="8028384" y="4294258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pl975"/>
            <p:cNvSpPr/>
            <p:nvPr/>
          </p:nvSpPr>
          <p:spPr>
            <a:xfrm>
              <a:off x="8028384" y="4151611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rc976"/>
            <p:cNvSpPr/>
            <p:nvPr/>
          </p:nvSpPr>
          <p:spPr>
            <a:xfrm>
              <a:off x="7935800" y="4184530"/>
              <a:ext cx="164592" cy="109727"/>
            </a:xfrm>
            <a:prstGeom prst="rect">
              <a:avLst/>
            </a:prstGeom>
            <a:solidFill>
              <a:srgbClr val="46337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pl977"/>
            <p:cNvSpPr/>
            <p:nvPr/>
          </p:nvSpPr>
          <p:spPr>
            <a:xfrm>
              <a:off x="7935801" y="4239394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pl978"/>
            <p:cNvSpPr/>
            <p:nvPr/>
          </p:nvSpPr>
          <p:spPr>
            <a:xfrm>
              <a:off x="7531266" y="4327176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pl979"/>
            <p:cNvSpPr/>
            <p:nvPr/>
          </p:nvSpPr>
          <p:spPr>
            <a:xfrm>
              <a:off x="7531266" y="4151611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rc980"/>
            <p:cNvSpPr/>
            <p:nvPr/>
          </p:nvSpPr>
          <p:spPr>
            <a:xfrm>
              <a:off x="7421538" y="434912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81" name="pl981"/>
            <p:cNvSpPr/>
            <p:nvPr/>
          </p:nvSpPr>
          <p:spPr>
            <a:xfrm>
              <a:off x="8028384" y="4513714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pl982"/>
            <p:cNvSpPr/>
            <p:nvPr/>
          </p:nvSpPr>
          <p:spPr>
            <a:xfrm>
              <a:off x="8028384" y="4371067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rc983"/>
            <p:cNvSpPr/>
            <p:nvPr/>
          </p:nvSpPr>
          <p:spPr>
            <a:xfrm>
              <a:off x="7935800" y="4403986"/>
              <a:ext cx="164592" cy="109727"/>
            </a:xfrm>
            <a:prstGeom prst="rect">
              <a:avLst/>
            </a:prstGeom>
            <a:solidFill>
              <a:srgbClr val="9FDA3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pl984"/>
            <p:cNvSpPr/>
            <p:nvPr/>
          </p:nvSpPr>
          <p:spPr>
            <a:xfrm>
              <a:off x="7935801" y="4458850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pl985"/>
            <p:cNvSpPr/>
            <p:nvPr/>
          </p:nvSpPr>
          <p:spPr>
            <a:xfrm>
              <a:off x="7531266" y="4546632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pl986"/>
            <p:cNvSpPr/>
            <p:nvPr/>
          </p:nvSpPr>
          <p:spPr>
            <a:xfrm>
              <a:off x="7531266" y="4371067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rc987"/>
            <p:cNvSpPr/>
            <p:nvPr/>
          </p:nvSpPr>
          <p:spPr>
            <a:xfrm>
              <a:off x="7952945" y="456857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88" name="pl988"/>
            <p:cNvSpPr/>
            <p:nvPr/>
          </p:nvSpPr>
          <p:spPr>
            <a:xfrm>
              <a:off x="8028384" y="4733170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pl989"/>
            <p:cNvSpPr/>
            <p:nvPr/>
          </p:nvSpPr>
          <p:spPr>
            <a:xfrm>
              <a:off x="8028384" y="4590523"/>
              <a:ext cx="0" cy="32918"/>
            </a:xfrm>
            <a:custGeom>
              <a:avLst/>
              <a:gdLst/>
              <a:ahLst/>
              <a:cxnLst/>
              <a:rect l="0" t="0" r="0" b="0"/>
              <a:pathLst>
                <a:path h="32918">
                  <a:moveTo>
                    <a:pt x="0" y="3291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rc990"/>
            <p:cNvSpPr/>
            <p:nvPr/>
          </p:nvSpPr>
          <p:spPr>
            <a:xfrm>
              <a:off x="7935800" y="4623442"/>
              <a:ext cx="164592" cy="109727"/>
            </a:xfrm>
            <a:prstGeom prst="rect">
              <a:avLst/>
            </a:prstGeom>
            <a:solidFill>
              <a:srgbClr val="FDE725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991" name="pl991"/>
            <p:cNvSpPr/>
            <p:nvPr/>
          </p:nvSpPr>
          <p:spPr>
            <a:xfrm>
              <a:off x="7935801" y="4678306"/>
              <a:ext cx="164591" cy="0"/>
            </a:xfrm>
            <a:custGeom>
              <a:avLst/>
              <a:gdLst/>
              <a:ahLst/>
              <a:cxnLst/>
              <a:rect l="0" t="0" r="0" b="0"/>
              <a:pathLst>
                <a:path w="164591">
                  <a:moveTo>
                    <a:pt x="0" y="0"/>
                  </a:moveTo>
                  <a:lnTo>
                    <a:pt x="164591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pl992"/>
            <p:cNvSpPr/>
            <p:nvPr/>
          </p:nvSpPr>
          <p:spPr>
            <a:xfrm>
              <a:off x="7531266" y="4766088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pl993"/>
            <p:cNvSpPr/>
            <p:nvPr/>
          </p:nvSpPr>
          <p:spPr>
            <a:xfrm>
              <a:off x="7531266" y="4590523"/>
              <a:ext cx="0" cy="0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tx994"/>
            <p:cNvSpPr/>
            <p:nvPr/>
          </p:nvSpPr>
          <p:spPr>
            <a:xfrm>
              <a:off x="8159914" y="3102063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8165949" y="3321519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996" name="tx996"/>
            <p:cNvSpPr/>
            <p:nvPr/>
          </p:nvSpPr>
          <p:spPr>
            <a:xfrm>
              <a:off x="8172258" y="3540975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997" name="tx997"/>
            <p:cNvSpPr/>
            <p:nvPr/>
          </p:nvSpPr>
          <p:spPr>
            <a:xfrm>
              <a:off x="8172400" y="3760431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998" name="tx998"/>
            <p:cNvSpPr/>
            <p:nvPr/>
          </p:nvSpPr>
          <p:spPr>
            <a:xfrm>
              <a:off x="8172400" y="3979887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999" name="tx999"/>
            <p:cNvSpPr/>
            <p:nvPr/>
          </p:nvSpPr>
          <p:spPr>
            <a:xfrm>
              <a:off x="8173354" y="4199343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000" name="tx1000"/>
            <p:cNvSpPr/>
            <p:nvPr/>
          </p:nvSpPr>
          <p:spPr>
            <a:xfrm>
              <a:off x="8172400" y="4418799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001" name="tx1001"/>
            <p:cNvSpPr/>
            <p:nvPr/>
          </p:nvSpPr>
          <p:spPr>
            <a:xfrm>
              <a:off x="8172400" y="4638255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002" name="tx1002"/>
            <p:cNvSpPr/>
            <p:nvPr/>
          </p:nvSpPr>
          <p:spPr>
            <a:xfrm>
              <a:off x="941876" y="1556792"/>
              <a:ext cx="301715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Length at Lewisetta and York River</a:t>
              </a:r>
            </a:p>
          </p:txBody>
        </p:sp>
      </p:grp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92D6A48F-64CA-8C7E-BC9A-8BA6994701E6}"/>
              </a:ext>
            </a:extLst>
          </p:cNvPr>
          <p:cNvSpPr/>
          <p:nvPr/>
        </p:nvSpPr>
        <p:spPr>
          <a:xfrm>
            <a:off x="1115616" y="5301208"/>
            <a:ext cx="5904656" cy="288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943</Words>
  <Application>Microsoft Macintosh PowerPoint</Application>
  <PresentationFormat>On-screen Show (4:3)</PresentationFormat>
  <Paragraphs>889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Helvetica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4</cp:revision>
  <dcterms:created xsi:type="dcterms:W3CDTF">2017-02-13T16:18:36Z</dcterms:created>
  <dcterms:modified xsi:type="dcterms:W3CDTF">2025-12-16T20:57:01Z</dcterms:modified>
  <cp:category/>
</cp:coreProperties>
</file>