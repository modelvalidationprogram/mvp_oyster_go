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9dcdb968f12d84efe5e54532474835856d51f21.png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9dcdb968f12d84efe5e54532474835856d51f21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9dcdb968f12d84efe5e54532474835856d51f2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9dcdb968f12d84efe5e54532474835856d51f21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258441" y="1953896"/>
              <a:ext cx="6250320" cy="376924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4996378" y="2360383"/>
              <a:ext cx="612776" cy="369533"/>
            </a:xfrm>
            <a:prstGeom prst="rect">
              <a:avLst/>
            </a:prstGeom>
            <a:solidFill>
              <a:srgbClr val="299A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2545272" y="2360383"/>
              <a:ext cx="612776" cy="369533"/>
            </a:xfrm>
            <a:prstGeom prst="rect">
              <a:avLst/>
            </a:prstGeom>
            <a:solidFill>
              <a:srgbClr val="60C06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5609155" y="2360383"/>
              <a:ext cx="612776" cy="369533"/>
            </a:xfrm>
            <a:prstGeom prst="rect">
              <a:avLst/>
            </a:prstGeom>
            <a:solidFill>
              <a:srgbClr val="52B87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6834708" y="2360383"/>
              <a:ext cx="612776" cy="369533"/>
            </a:xfrm>
            <a:prstGeom prst="rect">
              <a:avLst/>
            </a:prstGeom>
            <a:solidFill>
              <a:srgbClr val="2B918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158048" y="2360383"/>
              <a:ext cx="612776" cy="369533"/>
            </a:xfrm>
            <a:prstGeom prst="rect">
              <a:avLst/>
            </a:prstGeom>
            <a:solidFill>
              <a:srgbClr val="5FBF6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6221931" y="2360383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319719" y="2360383"/>
              <a:ext cx="612776" cy="369533"/>
            </a:xfrm>
            <a:prstGeom prst="rect">
              <a:avLst/>
            </a:prstGeom>
            <a:solidFill>
              <a:srgbClr val="289B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770825" y="2360383"/>
              <a:ext cx="612776" cy="369533"/>
            </a:xfrm>
            <a:prstGeom prst="rect">
              <a:avLst/>
            </a:prstGeom>
            <a:solidFill>
              <a:srgbClr val="45135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4383602" y="2360383"/>
              <a:ext cx="612776" cy="369533"/>
            </a:xfrm>
            <a:prstGeom prst="rect">
              <a:avLst/>
            </a:prstGeom>
            <a:solidFill>
              <a:srgbClr val="2B8C8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932495" y="2360383"/>
              <a:ext cx="612776" cy="369533"/>
            </a:xfrm>
            <a:prstGeom prst="rect">
              <a:avLst/>
            </a:prstGeom>
            <a:solidFill>
              <a:srgbClr val="346C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3158048" y="3838519"/>
              <a:ext cx="612776" cy="369533"/>
            </a:xfrm>
            <a:prstGeom prst="rect">
              <a:avLst/>
            </a:prstGeom>
            <a:solidFill>
              <a:srgbClr val="60C06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32495" y="3838519"/>
              <a:ext cx="612776" cy="369533"/>
            </a:xfrm>
            <a:prstGeom prst="rect">
              <a:avLst/>
            </a:prstGeom>
            <a:solidFill>
              <a:srgbClr val="2E73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6221931" y="3838519"/>
              <a:ext cx="612776" cy="369533"/>
            </a:xfrm>
            <a:prstGeom prst="rect">
              <a:avLst/>
            </a:prstGeom>
            <a:solidFill>
              <a:srgbClr val="45135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3770825" y="3838519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6834708" y="3838519"/>
              <a:ext cx="612776" cy="369533"/>
            </a:xfrm>
            <a:prstGeom prst="rect">
              <a:avLst/>
            </a:prstGeom>
            <a:solidFill>
              <a:srgbClr val="2B928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5609155" y="3838519"/>
              <a:ext cx="612776" cy="369533"/>
            </a:xfrm>
            <a:prstGeom prst="rect">
              <a:avLst/>
            </a:prstGeom>
            <a:solidFill>
              <a:srgbClr val="50B77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319719" y="3838519"/>
              <a:ext cx="612776" cy="369533"/>
            </a:xfrm>
            <a:prstGeom prst="rect">
              <a:avLst/>
            </a:prstGeom>
            <a:solidFill>
              <a:srgbClr val="27A08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4383602" y="3838519"/>
              <a:ext cx="612776" cy="369533"/>
            </a:xfrm>
            <a:prstGeom prst="rect">
              <a:avLst/>
            </a:prstGeom>
            <a:solidFill>
              <a:srgbClr val="2B8D8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545272" y="3838519"/>
              <a:ext cx="612776" cy="369533"/>
            </a:xfrm>
            <a:prstGeom prst="rect">
              <a:avLst/>
            </a:prstGeom>
            <a:solidFill>
              <a:srgbClr val="67C46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996378" y="3838519"/>
              <a:ext cx="612776" cy="369533"/>
            </a:xfrm>
            <a:prstGeom prst="rect">
              <a:avLst/>
            </a:prstGeom>
            <a:solidFill>
              <a:srgbClr val="2999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158048" y="3468985"/>
              <a:ext cx="612776" cy="369533"/>
            </a:xfrm>
            <a:prstGeom prst="rect">
              <a:avLst/>
            </a:prstGeom>
            <a:solidFill>
              <a:srgbClr val="3C5B8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383602" y="3468985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6834708" y="3468985"/>
              <a:ext cx="612776" cy="369533"/>
            </a:xfrm>
            <a:prstGeom prst="rect">
              <a:avLst/>
            </a:prstGeom>
            <a:solidFill>
              <a:srgbClr val="461F6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770825" y="3468985"/>
              <a:ext cx="612776" cy="369533"/>
            </a:xfrm>
            <a:prstGeom prst="rect">
              <a:avLst/>
            </a:prstGeom>
            <a:solidFill>
              <a:srgbClr val="2B8D8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09155" y="3468985"/>
              <a:ext cx="612776" cy="369533"/>
            </a:xfrm>
            <a:prstGeom prst="rect">
              <a:avLst/>
            </a:prstGeom>
            <a:solidFill>
              <a:srgbClr val="62C16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1319719" y="3468985"/>
              <a:ext cx="612776" cy="369533"/>
            </a:xfrm>
            <a:prstGeom prst="rect">
              <a:avLst/>
            </a:prstGeom>
            <a:solidFill>
              <a:srgbClr val="31AB8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21931" y="3468985"/>
              <a:ext cx="612776" cy="369533"/>
            </a:xfrm>
            <a:prstGeom prst="rect">
              <a:avLst/>
            </a:prstGeom>
            <a:solidFill>
              <a:srgbClr val="2B8C8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545272" y="3468985"/>
              <a:ext cx="612776" cy="369533"/>
            </a:xfrm>
            <a:prstGeom prst="rect">
              <a:avLst/>
            </a:prstGeom>
            <a:solidFill>
              <a:srgbClr val="51B87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932495" y="3468985"/>
              <a:ext cx="612776" cy="369533"/>
            </a:xfrm>
            <a:prstGeom prst="rect">
              <a:avLst/>
            </a:prstGeom>
            <a:solidFill>
              <a:srgbClr val="25A38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96378" y="3468985"/>
              <a:ext cx="612776" cy="369533"/>
            </a:xfrm>
            <a:prstGeom prst="rect">
              <a:avLst/>
            </a:prstGeom>
            <a:solidFill>
              <a:srgbClr val="26A28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609155" y="5316655"/>
              <a:ext cx="612776" cy="369533"/>
            </a:xfrm>
            <a:prstGeom prst="rect">
              <a:avLst/>
            </a:prstGeom>
            <a:solidFill>
              <a:srgbClr val="6AC661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932495" y="5316655"/>
              <a:ext cx="612776" cy="369533"/>
            </a:xfrm>
            <a:prstGeom prst="rect">
              <a:avLst/>
            </a:prstGeom>
            <a:solidFill>
              <a:srgbClr val="2E74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221931" y="5316655"/>
              <a:ext cx="612776" cy="369533"/>
            </a:xfrm>
            <a:prstGeom prst="rect">
              <a:avLst/>
            </a:prstGeom>
            <a:solidFill>
              <a:srgbClr val="289B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4383602" y="5316655"/>
              <a:ext cx="612776" cy="369533"/>
            </a:xfrm>
            <a:prstGeom prst="rect">
              <a:avLst/>
            </a:prstGeom>
            <a:solidFill>
              <a:srgbClr val="31AB8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319719" y="5316655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158048" y="5316655"/>
              <a:ext cx="612776" cy="369533"/>
            </a:xfrm>
            <a:prstGeom prst="rect">
              <a:avLst/>
            </a:prstGeom>
            <a:solidFill>
              <a:srgbClr val="82D24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6834708" y="5316655"/>
              <a:ext cx="612776" cy="369533"/>
            </a:xfrm>
            <a:prstGeom prst="rect">
              <a:avLst/>
            </a:prstGeom>
            <a:solidFill>
              <a:srgbClr val="26A98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770825" y="5316655"/>
              <a:ext cx="612776" cy="369533"/>
            </a:xfrm>
            <a:prstGeom prst="rect">
              <a:avLst/>
            </a:prstGeom>
            <a:solidFill>
              <a:srgbClr val="27A08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545272" y="5316655"/>
              <a:ext cx="612776" cy="369533"/>
            </a:xfrm>
            <a:prstGeom prst="rect">
              <a:avLst/>
            </a:prstGeom>
            <a:solidFill>
              <a:srgbClr val="2A7A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996378" y="5316655"/>
              <a:ext cx="612776" cy="369533"/>
            </a:xfrm>
            <a:prstGeom prst="rect">
              <a:avLst/>
            </a:prstGeom>
            <a:solidFill>
              <a:srgbClr val="2B918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96378" y="4947121"/>
              <a:ext cx="612776" cy="369533"/>
            </a:xfrm>
            <a:prstGeom prst="rect">
              <a:avLst/>
            </a:prstGeom>
            <a:solidFill>
              <a:srgbClr val="279E8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319719" y="4947121"/>
              <a:ext cx="612776" cy="369533"/>
            </a:xfrm>
            <a:prstGeom prst="rect">
              <a:avLst/>
            </a:prstGeom>
            <a:solidFill>
              <a:srgbClr val="2E74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6834708" y="4947121"/>
              <a:ext cx="612776" cy="369533"/>
            </a:xfrm>
            <a:prstGeom prst="rect">
              <a:avLst/>
            </a:prstGeom>
            <a:solidFill>
              <a:srgbClr val="26A18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770825" y="4947121"/>
              <a:ext cx="612776" cy="369533"/>
            </a:xfrm>
            <a:prstGeom prst="rect">
              <a:avLst/>
            </a:prstGeom>
            <a:solidFill>
              <a:srgbClr val="2E73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932495" y="4947121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383602" y="4947121"/>
              <a:ext cx="612776" cy="369533"/>
            </a:xfrm>
            <a:prstGeom prst="rect">
              <a:avLst/>
            </a:prstGeom>
            <a:solidFill>
              <a:srgbClr val="25A38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158048" y="4947121"/>
              <a:ext cx="612776" cy="369533"/>
            </a:xfrm>
            <a:prstGeom prst="rect">
              <a:avLst/>
            </a:prstGeom>
            <a:solidFill>
              <a:srgbClr val="75CE5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545272" y="4947121"/>
              <a:ext cx="612776" cy="369533"/>
            </a:xfrm>
            <a:prstGeom prst="rect">
              <a:avLst/>
            </a:prstGeom>
            <a:solidFill>
              <a:srgbClr val="28A98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09155" y="4947121"/>
              <a:ext cx="612776" cy="369533"/>
            </a:xfrm>
            <a:prstGeom prst="rect">
              <a:avLst/>
            </a:prstGeom>
            <a:solidFill>
              <a:srgbClr val="70CA5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221931" y="4947121"/>
              <a:ext cx="612776" cy="369533"/>
            </a:xfrm>
            <a:prstGeom prst="rect">
              <a:avLst/>
            </a:prstGeom>
            <a:solidFill>
              <a:srgbClr val="346C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1319719" y="4577587"/>
              <a:ext cx="612776" cy="369533"/>
            </a:xfrm>
            <a:prstGeom prst="rect">
              <a:avLst/>
            </a:prstGeom>
            <a:solidFill>
              <a:srgbClr val="2A7A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221931" y="4577587"/>
              <a:ext cx="612776" cy="369533"/>
            </a:xfrm>
            <a:prstGeom prst="rect">
              <a:avLst/>
            </a:prstGeom>
            <a:solidFill>
              <a:srgbClr val="60C06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932495" y="4577587"/>
              <a:ext cx="612776" cy="369533"/>
            </a:xfrm>
            <a:prstGeom prst="rect">
              <a:avLst/>
            </a:prstGeom>
            <a:solidFill>
              <a:srgbClr val="28A98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834708" y="4577587"/>
              <a:ext cx="612776" cy="369533"/>
            </a:xfrm>
            <a:prstGeom prst="rect">
              <a:avLst/>
            </a:prstGeom>
            <a:solidFill>
              <a:srgbClr val="41B17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3770825" y="4577587"/>
              <a:ext cx="612776" cy="369533"/>
            </a:xfrm>
            <a:prstGeom prst="rect">
              <a:avLst/>
            </a:prstGeom>
            <a:solidFill>
              <a:srgbClr val="67C46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158048" y="4577587"/>
              <a:ext cx="612776" cy="369533"/>
            </a:xfrm>
            <a:prstGeom prst="rect">
              <a:avLst/>
            </a:prstGeom>
            <a:solidFill>
              <a:srgbClr val="A4D84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996378" y="4577587"/>
              <a:ext cx="612776" cy="369533"/>
            </a:xfrm>
            <a:prstGeom prst="rect">
              <a:avLst/>
            </a:prstGeom>
            <a:solidFill>
              <a:srgbClr val="2A948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5609155" y="4577587"/>
              <a:ext cx="612776" cy="369533"/>
            </a:xfrm>
            <a:prstGeom prst="rect">
              <a:avLst/>
            </a:prstGeom>
            <a:solidFill>
              <a:srgbClr val="4CB67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383602" y="4577587"/>
              <a:ext cx="612776" cy="369533"/>
            </a:xfrm>
            <a:prstGeom prst="rect">
              <a:avLst/>
            </a:prstGeom>
            <a:solidFill>
              <a:srgbClr val="51B87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545272" y="4577587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545272" y="4208053"/>
              <a:ext cx="612776" cy="369533"/>
            </a:xfrm>
            <a:prstGeom prst="rect">
              <a:avLst/>
            </a:prstGeom>
            <a:solidFill>
              <a:srgbClr val="A4D84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932495" y="4208053"/>
              <a:ext cx="612776" cy="369533"/>
            </a:xfrm>
            <a:prstGeom prst="rect">
              <a:avLst/>
            </a:prstGeom>
            <a:solidFill>
              <a:srgbClr val="75CE5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4996378" y="4208053"/>
              <a:ext cx="612776" cy="369533"/>
            </a:xfrm>
            <a:prstGeom prst="rect">
              <a:avLst/>
            </a:prstGeom>
            <a:solidFill>
              <a:srgbClr val="6CC75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770825" y="4208053"/>
              <a:ext cx="612776" cy="369533"/>
            </a:xfrm>
            <a:prstGeom prst="rect">
              <a:avLst/>
            </a:prstGeom>
            <a:solidFill>
              <a:srgbClr val="60C06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158048" y="4208053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6834708" y="4208053"/>
              <a:ext cx="612776" cy="369533"/>
            </a:xfrm>
            <a:prstGeom prst="rect">
              <a:avLst/>
            </a:prstGeom>
            <a:solidFill>
              <a:srgbClr val="3A61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221931" y="4208053"/>
              <a:ext cx="612776" cy="369533"/>
            </a:xfrm>
            <a:prstGeom prst="rect">
              <a:avLst/>
            </a:prstGeom>
            <a:solidFill>
              <a:srgbClr val="5FBF6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609155" y="4208053"/>
              <a:ext cx="612776" cy="369533"/>
            </a:xfrm>
            <a:prstGeom prst="rect">
              <a:avLst/>
            </a:prstGeom>
            <a:solidFill>
              <a:srgbClr val="F2E52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83602" y="4208053"/>
              <a:ext cx="612776" cy="369533"/>
            </a:xfrm>
            <a:prstGeom prst="rect">
              <a:avLst/>
            </a:prstGeom>
            <a:solidFill>
              <a:srgbClr val="3C5B8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319719" y="4208053"/>
              <a:ext cx="612776" cy="369533"/>
            </a:xfrm>
            <a:prstGeom prst="rect">
              <a:avLst/>
            </a:prstGeom>
            <a:solidFill>
              <a:srgbClr val="82D24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834708" y="3099451"/>
              <a:ext cx="612776" cy="369533"/>
            </a:xfrm>
            <a:prstGeom prst="rect">
              <a:avLst/>
            </a:prstGeom>
            <a:solidFill>
              <a:srgbClr val="299A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1319719" y="3099451"/>
              <a:ext cx="612776" cy="369533"/>
            </a:xfrm>
            <a:prstGeom prst="rect">
              <a:avLst/>
            </a:prstGeom>
            <a:solidFill>
              <a:srgbClr val="2B918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1932495" y="3099451"/>
              <a:ext cx="612776" cy="369533"/>
            </a:xfrm>
            <a:prstGeom prst="rect">
              <a:avLst/>
            </a:prstGeom>
            <a:solidFill>
              <a:srgbClr val="279E8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221931" y="3099451"/>
              <a:ext cx="612776" cy="369533"/>
            </a:xfrm>
            <a:prstGeom prst="rect">
              <a:avLst/>
            </a:prstGeom>
            <a:solidFill>
              <a:srgbClr val="299A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158048" y="3099451"/>
              <a:ext cx="612776" cy="369533"/>
            </a:xfrm>
            <a:prstGeom prst="rect">
              <a:avLst/>
            </a:prstGeom>
            <a:solidFill>
              <a:srgbClr val="6CC75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770825" y="3099451"/>
              <a:ext cx="612776" cy="369533"/>
            </a:xfrm>
            <a:prstGeom prst="rect">
              <a:avLst/>
            </a:prstGeom>
            <a:solidFill>
              <a:srgbClr val="2999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545272" y="3099451"/>
              <a:ext cx="612776" cy="369533"/>
            </a:xfrm>
            <a:prstGeom prst="rect">
              <a:avLst/>
            </a:prstGeom>
            <a:solidFill>
              <a:srgbClr val="2A948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383602" y="3099451"/>
              <a:ext cx="612776" cy="369533"/>
            </a:xfrm>
            <a:prstGeom prst="rect">
              <a:avLst/>
            </a:prstGeom>
            <a:solidFill>
              <a:srgbClr val="26A28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996378" y="3099451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609155" y="3099451"/>
              <a:ext cx="612776" cy="369533"/>
            </a:xfrm>
            <a:prstGeom prst="rect">
              <a:avLst/>
            </a:prstGeom>
            <a:solidFill>
              <a:srgbClr val="25A98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383602" y="2729917"/>
              <a:ext cx="612776" cy="369533"/>
            </a:xfrm>
            <a:prstGeom prst="rect">
              <a:avLst/>
            </a:prstGeom>
            <a:solidFill>
              <a:srgbClr val="62C16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1932495" y="2729917"/>
              <a:ext cx="612776" cy="369533"/>
            </a:xfrm>
            <a:prstGeom prst="rect">
              <a:avLst/>
            </a:prstGeom>
            <a:solidFill>
              <a:srgbClr val="70CA5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158048" y="2729917"/>
              <a:ext cx="612776" cy="369533"/>
            </a:xfrm>
            <a:prstGeom prst="rect">
              <a:avLst/>
            </a:prstGeom>
            <a:solidFill>
              <a:srgbClr val="F2E52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1319719" y="2729917"/>
              <a:ext cx="612776" cy="369533"/>
            </a:xfrm>
            <a:prstGeom prst="rect">
              <a:avLst/>
            </a:prstGeom>
            <a:solidFill>
              <a:srgbClr val="6AC661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770825" y="2729917"/>
              <a:ext cx="612776" cy="369533"/>
            </a:xfrm>
            <a:prstGeom prst="rect">
              <a:avLst/>
            </a:prstGeom>
            <a:solidFill>
              <a:srgbClr val="50B77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221931" y="2729917"/>
              <a:ext cx="612776" cy="369533"/>
            </a:xfrm>
            <a:prstGeom prst="rect">
              <a:avLst/>
            </a:prstGeom>
            <a:solidFill>
              <a:srgbClr val="52B872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834708" y="2729917"/>
              <a:ext cx="612776" cy="369533"/>
            </a:xfrm>
            <a:prstGeom prst="rect">
              <a:avLst/>
            </a:prstGeom>
            <a:solidFill>
              <a:srgbClr val="58BB6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996378" y="2729917"/>
              <a:ext cx="612776" cy="369533"/>
            </a:xfrm>
            <a:prstGeom prst="rect">
              <a:avLst/>
            </a:prstGeom>
            <a:solidFill>
              <a:srgbClr val="25A98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609155" y="2729917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2545272" y="2729917"/>
              <a:ext cx="612776" cy="369533"/>
            </a:xfrm>
            <a:prstGeom prst="rect">
              <a:avLst/>
            </a:prstGeom>
            <a:solidFill>
              <a:srgbClr val="4CB67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932495" y="1990849"/>
              <a:ext cx="612776" cy="369533"/>
            </a:xfrm>
            <a:prstGeom prst="rect">
              <a:avLst/>
            </a:prstGeom>
            <a:solidFill>
              <a:srgbClr val="26A18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3770825" y="1990849"/>
              <a:ext cx="612776" cy="369533"/>
            </a:xfrm>
            <a:prstGeom prst="rect">
              <a:avLst/>
            </a:prstGeom>
            <a:solidFill>
              <a:srgbClr val="2B928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319719" y="1990849"/>
              <a:ext cx="612776" cy="369533"/>
            </a:xfrm>
            <a:prstGeom prst="rect">
              <a:avLst/>
            </a:prstGeom>
            <a:solidFill>
              <a:srgbClr val="26A98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545272" y="1990849"/>
              <a:ext cx="612776" cy="369533"/>
            </a:xfrm>
            <a:prstGeom prst="rect">
              <a:avLst/>
            </a:prstGeom>
            <a:solidFill>
              <a:srgbClr val="41B17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4383602" y="1990849"/>
              <a:ext cx="612776" cy="369533"/>
            </a:xfrm>
            <a:prstGeom prst="rect">
              <a:avLst/>
            </a:prstGeom>
            <a:solidFill>
              <a:srgbClr val="461F6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3158048" y="1990849"/>
              <a:ext cx="612776" cy="369533"/>
            </a:xfrm>
            <a:prstGeom prst="rect">
              <a:avLst/>
            </a:prstGeom>
            <a:solidFill>
              <a:srgbClr val="3A61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09155" y="1990849"/>
              <a:ext cx="612776" cy="369533"/>
            </a:xfrm>
            <a:prstGeom prst="rect">
              <a:avLst/>
            </a:prstGeom>
            <a:solidFill>
              <a:srgbClr val="58BB6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4996378" y="1990849"/>
              <a:ext cx="612776" cy="369533"/>
            </a:xfrm>
            <a:prstGeom prst="rect">
              <a:avLst/>
            </a:prstGeom>
            <a:solidFill>
              <a:srgbClr val="299A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6221931" y="1990849"/>
              <a:ext cx="612776" cy="369533"/>
            </a:xfrm>
            <a:prstGeom prst="rect">
              <a:avLst/>
            </a:prstGeom>
            <a:solidFill>
              <a:srgbClr val="2B918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834708" y="1990849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1258441" y="1953896"/>
              <a:ext cx="0" cy="3769246"/>
            </a:xfrm>
            <a:custGeom>
              <a:avLst/>
              <a:pathLst>
                <a:path w="0" h="3769246">
                  <a:moveTo>
                    <a:pt x="0" y="376924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tx107"/>
            <p:cNvSpPr/>
            <p:nvPr/>
          </p:nvSpPr>
          <p:spPr>
            <a:xfrm>
              <a:off x="823284" y="5461371"/>
              <a:ext cx="3725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829319" y="5091837"/>
              <a:ext cx="36649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835629" y="4722303"/>
              <a:ext cx="36018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816975" y="4352769"/>
              <a:ext cx="3788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711179" y="3983235"/>
              <a:ext cx="48463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92708" y="3613701"/>
              <a:ext cx="50310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804722" y="3244167"/>
              <a:ext cx="39108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798413" y="2874633"/>
              <a:ext cx="39739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723798" y="2505099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705327" y="2135565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117" name="pl117"/>
            <p:cNvSpPr/>
            <p:nvPr/>
          </p:nvSpPr>
          <p:spPr>
            <a:xfrm>
              <a:off x="1223647" y="550142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1223647" y="513188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1223647" y="47623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1223647" y="43928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1223647" y="40232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1223647" y="365375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1223647" y="32842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1223647" y="29146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1223647" y="25451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1223647" y="21756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1258441" y="5723142"/>
              <a:ext cx="6250320" cy="0"/>
            </a:xfrm>
            <a:custGeom>
              <a:avLst/>
              <a:pathLst>
                <a:path w="6250320" h="0">
                  <a:moveTo>
                    <a:pt x="0" y="0"/>
                  </a:moveTo>
                  <a:lnTo>
                    <a:pt x="625032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162610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223888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285166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346443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077213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468999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530276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5915543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6528319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714109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tx138"/>
            <p:cNvSpPr/>
            <p:nvPr/>
          </p:nvSpPr>
          <p:spPr>
            <a:xfrm>
              <a:off x="1439844" y="5785772"/>
              <a:ext cx="3725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2055638" y="5785772"/>
              <a:ext cx="36649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2671569" y="5785772"/>
              <a:ext cx="36018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3275019" y="5785772"/>
              <a:ext cx="3788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3834897" y="5785772"/>
              <a:ext cx="48463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4438438" y="5785772"/>
              <a:ext cx="50310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5107222" y="5785772"/>
              <a:ext cx="39108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5716844" y="5785772"/>
              <a:ext cx="39739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6292313" y="5785772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6895854" y="5785772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148" name="rc148"/>
            <p:cNvSpPr/>
            <p:nvPr/>
          </p:nvSpPr>
          <p:spPr>
            <a:xfrm>
              <a:off x="7647940" y="1953896"/>
              <a:ext cx="969270" cy="16649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tx149"/>
            <p:cNvSpPr/>
            <p:nvPr/>
          </p:nvSpPr>
          <p:spPr>
            <a:xfrm>
              <a:off x="7717529" y="2043144"/>
              <a:ext cx="83009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Euclidean 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717529" y="2235168"/>
              <a:ext cx="69156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151" name="pic15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17529" y="2451976"/>
              <a:ext cx="219455" cy="1097280"/>
            </a:xfrm>
            <a:prstGeom prst="rect">
              <a:avLst/>
            </a:prstGeom>
          </p:spPr>
        </p:pic>
        <p:sp>
          <p:nvSpPr>
            <p:cNvPr id="152" name="pl152"/>
            <p:cNvSpPr/>
            <p:nvPr/>
          </p:nvSpPr>
          <p:spPr>
            <a:xfrm>
              <a:off x="7893094" y="3547427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7893094" y="3234964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7893094" y="2922500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7893094" y="261003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7717529" y="3547427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7717529" y="3234964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7717529" y="2922500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7717529" y="261003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tx160"/>
            <p:cNvSpPr/>
            <p:nvPr/>
          </p:nvSpPr>
          <p:spPr>
            <a:xfrm>
              <a:off x="8006574" y="350737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1" name="tx161"/>
            <p:cNvSpPr/>
            <p:nvPr/>
          </p:nvSpPr>
          <p:spPr>
            <a:xfrm>
              <a:off x="8006574" y="319491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62" name="tx162"/>
            <p:cNvSpPr/>
            <p:nvPr/>
          </p:nvSpPr>
          <p:spPr>
            <a:xfrm>
              <a:off x="8006574" y="288244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63" name="tx163"/>
            <p:cNvSpPr/>
            <p:nvPr/>
          </p:nvSpPr>
          <p:spPr>
            <a:xfrm>
              <a:off x="8006574" y="256998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164" name="tx164"/>
            <p:cNvSpPr/>
            <p:nvPr/>
          </p:nvSpPr>
          <p:spPr>
            <a:xfrm>
              <a:off x="1258441" y="1669789"/>
              <a:ext cx="3913174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between Sites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258441" y="1953896"/>
              <a:ext cx="6250320" cy="376924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1542547" y="2459526"/>
              <a:ext cx="2841054" cy="459664"/>
            </a:xfrm>
            <a:prstGeom prst="rect">
              <a:avLst/>
            </a:prstGeom>
            <a:solidFill>
              <a:srgbClr val="57BB6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542547" y="4298183"/>
              <a:ext cx="2841054" cy="459664"/>
            </a:xfrm>
            <a:prstGeom prst="rect">
              <a:avLst/>
            </a:prstGeom>
            <a:solidFill>
              <a:srgbClr val="C9DE3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1542547" y="1999862"/>
              <a:ext cx="2841054" cy="459664"/>
            </a:xfrm>
            <a:prstGeom prst="rect">
              <a:avLst/>
            </a:prstGeom>
            <a:solidFill>
              <a:srgbClr val="ABD94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542547" y="3838519"/>
              <a:ext cx="2841054" cy="459664"/>
            </a:xfrm>
            <a:prstGeom prst="rect">
              <a:avLst/>
            </a:prstGeom>
            <a:solidFill>
              <a:srgbClr val="C7DE3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1542547" y="5217512"/>
              <a:ext cx="2841054" cy="459664"/>
            </a:xfrm>
            <a:prstGeom prst="rect">
              <a:avLst/>
            </a:prstGeom>
            <a:solidFill>
              <a:srgbClr val="58BB6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1542547" y="3378855"/>
              <a:ext cx="2841054" cy="459664"/>
            </a:xfrm>
            <a:prstGeom prst="rect">
              <a:avLst/>
            </a:prstGeom>
            <a:solidFill>
              <a:srgbClr val="45176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542547" y="2919191"/>
              <a:ext cx="2841054" cy="459664"/>
            </a:xfrm>
            <a:prstGeom prst="rect">
              <a:avLst/>
            </a:prstGeom>
            <a:solidFill>
              <a:srgbClr val="30AB8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1542547" y="4757847"/>
              <a:ext cx="2841054" cy="459664"/>
            </a:xfrm>
            <a:prstGeom prst="rect">
              <a:avLst/>
            </a:prstGeom>
            <a:solidFill>
              <a:srgbClr val="2C848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4383602" y="4757847"/>
              <a:ext cx="2841054" cy="459664"/>
            </a:xfrm>
            <a:prstGeom prst="rect">
              <a:avLst/>
            </a:prstGeom>
            <a:solidFill>
              <a:srgbClr val="63C26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4383602" y="3378855"/>
              <a:ext cx="2841054" cy="459664"/>
            </a:xfrm>
            <a:prstGeom prst="rect">
              <a:avLst/>
            </a:prstGeom>
            <a:solidFill>
              <a:srgbClr val="42B17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4383602" y="5217512"/>
              <a:ext cx="2841054" cy="459664"/>
            </a:xfrm>
            <a:prstGeom prst="rect">
              <a:avLst/>
            </a:prstGeom>
            <a:solidFill>
              <a:srgbClr val="71CB5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4383602" y="4298183"/>
              <a:ext cx="2841054" cy="459664"/>
            </a:xfrm>
            <a:prstGeom prst="rect">
              <a:avLst/>
            </a:prstGeom>
            <a:solidFill>
              <a:srgbClr val="8AD34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4383602" y="2919191"/>
              <a:ext cx="2841054" cy="459664"/>
            </a:xfrm>
            <a:prstGeom prst="rect">
              <a:avLst/>
            </a:prstGeom>
            <a:solidFill>
              <a:srgbClr val="46266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4383602" y="3838519"/>
              <a:ext cx="2841054" cy="459664"/>
            </a:xfrm>
            <a:prstGeom prst="rect">
              <a:avLst/>
            </a:prstGeom>
            <a:solidFill>
              <a:srgbClr val="2C76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4383602" y="1999862"/>
              <a:ext cx="2841054" cy="459664"/>
            </a:xfrm>
            <a:prstGeom prst="rect">
              <a:avLst/>
            </a:prstGeom>
            <a:solidFill>
              <a:srgbClr val="B7DB4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4383602" y="2459526"/>
              <a:ext cx="2841054" cy="459664"/>
            </a:xfrm>
            <a:prstGeom prst="rect">
              <a:avLst/>
            </a:prstGeom>
            <a:solidFill>
              <a:srgbClr val="56BA6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8441" y="1953896"/>
              <a:ext cx="0" cy="3769246"/>
            </a:xfrm>
            <a:custGeom>
              <a:avLst/>
              <a:pathLst>
                <a:path w="0" h="3769246">
                  <a:moveTo>
                    <a:pt x="0" y="376924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823284" y="5407293"/>
              <a:ext cx="3725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829319" y="4947629"/>
              <a:ext cx="36649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835629" y="4487965"/>
              <a:ext cx="36018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816975" y="4028300"/>
              <a:ext cx="3788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1179" y="3568636"/>
              <a:ext cx="48463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108972"/>
              <a:ext cx="50310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804722" y="2649308"/>
              <a:ext cx="39108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98413" y="2189644"/>
              <a:ext cx="39739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1223647" y="54473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23647" y="49876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3647" y="452801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23647" y="40683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23647" y="360868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23647" y="314902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23647" y="26893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23647" y="22296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58441" y="5723142"/>
              <a:ext cx="6250320" cy="0"/>
            </a:xfrm>
            <a:custGeom>
              <a:avLst/>
              <a:pathLst>
                <a:path w="6250320" h="0">
                  <a:moveTo>
                    <a:pt x="0" y="0"/>
                  </a:moveTo>
                  <a:lnTo>
                    <a:pt x="625032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96307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5804129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2727067" y="5785772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5558887" y="5785772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44" name="rc44"/>
            <p:cNvSpPr/>
            <p:nvPr/>
          </p:nvSpPr>
          <p:spPr>
            <a:xfrm>
              <a:off x="7647940" y="1953896"/>
              <a:ext cx="969270" cy="16649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7717529" y="2043144"/>
              <a:ext cx="83009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Euclidean 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717529" y="2235168"/>
              <a:ext cx="69156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47" name="pic4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17529" y="2451976"/>
              <a:ext cx="219455" cy="1097280"/>
            </a:xfrm>
            <a:prstGeom prst="rect">
              <a:avLst/>
            </a:prstGeom>
          </p:spPr>
        </p:pic>
        <p:sp>
          <p:nvSpPr>
            <p:cNvPr id="48" name="pl48"/>
            <p:cNvSpPr/>
            <p:nvPr/>
          </p:nvSpPr>
          <p:spPr>
            <a:xfrm>
              <a:off x="7893094" y="3547427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7893094" y="3348587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893094" y="314974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893094" y="295090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893094" y="275206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893094" y="25532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717529" y="3547427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717529" y="3348587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717529" y="314974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717529" y="295090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717529" y="275206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717529" y="25532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8006574" y="350737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006574" y="33085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006574" y="310969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006574" y="291085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8006574" y="271201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006574" y="251317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258441" y="1669789"/>
              <a:ext cx="3913174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between Sites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258441" y="1953896"/>
              <a:ext cx="6250320" cy="376924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4996378" y="2360383"/>
              <a:ext cx="612776" cy="369533"/>
            </a:xfrm>
            <a:prstGeom prst="rect">
              <a:avLst/>
            </a:prstGeom>
            <a:solidFill>
              <a:srgbClr val="2D75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2545272" y="2360383"/>
              <a:ext cx="612776" cy="369533"/>
            </a:xfrm>
            <a:prstGeom prst="rect">
              <a:avLst/>
            </a:prstGeom>
            <a:solidFill>
              <a:srgbClr val="6AC661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5609155" y="2360383"/>
              <a:ext cx="612776" cy="369533"/>
            </a:xfrm>
            <a:prstGeom prst="rect">
              <a:avLst/>
            </a:prstGeom>
            <a:solidFill>
              <a:srgbClr val="71CB5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6834708" y="2360383"/>
              <a:ext cx="612776" cy="369533"/>
            </a:xfrm>
            <a:prstGeom prst="rect">
              <a:avLst/>
            </a:prstGeom>
            <a:solidFill>
              <a:srgbClr val="404B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158048" y="2360383"/>
              <a:ext cx="612776" cy="369533"/>
            </a:xfrm>
            <a:prstGeom prst="rect">
              <a:avLst/>
            </a:prstGeom>
            <a:solidFill>
              <a:srgbClr val="46266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6221931" y="2360383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319719" y="2360383"/>
              <a:ext cx="612776" cy="369533"/>
            </a:xfrm>
            <a:prstGeom prst="rect">
              <a:avLst/>
            </a:prstGeom>
            <a:solidFill>
              <a:srgbClr val="47B37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770825" y="2360383"/>
              <a:ext cx="612776" cy="369533"/>
            </a:xfrm>
            <a:prstGeom prst="rect">
              <a:avLst/>
            </a:prstGeom>
            <a:solidFill>
              <a:srgbClr val="45176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4383602" y="2360383"/>
              <a:ext cx="612776" cy="369533"/>
            </a:xfrm>
            <a:prstGeom prst="rect">
              <a:avLst/>
            </a:prstGeom>
            <a:solidFill>
              <a:srgbClr val="4145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932495" y="2360383"/>
              <a:ext cx="612776" cy="369533"/>
            </a:xfrm>
            <a:prstGeom prst="rect">
              <a:avLst/>
            </a:prstGeom>
            <a:solidFill>
              <a:srgbClr val="2B7E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3158048" y="3838519"/>
              <a:ext cx="612776" cy="369533"/>
            </a:xfrm>
            <a:prstGeom prst="rect">
              <a:avLst/>
            </a:prstGeom>
            <a:solidFill>
              <a:srgbClr val="452C7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932495" y="3838519"/>
              <a:ext cx="612776" cy="369533"/>
            </a:xfrm>
            <a:prstGeom prst="rect">
              <a:avLst/>
            </a:prstGeom>
            <a:solidFill>
              <a:srgbClr val="2C87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6221931" y="3838519"/>
              <a:ext cx="612776" cy="369533"/>
            </a:xfrm>
            <a:prstGeom prst="rect">
              <a:avLst/>
            </a:prstGeom>
            <a:solidFill>
              <a:srgbClr val="45176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3770825" y="3838519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6834708" y="3838519"/>
              <a:ext cx="612776" cy="369533"/>
            </a:xfrm>
            <a:prstGeom prst="rect">
              <a:avLst/>
            </a:prstGeom>
            <a:solidFill>
              <a:srgbClr val="3F4E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5609155" y="3838519"/>
              <a:ext cx="612776" cy="369533"/>
            </a:xfrm>
            <a:prstGeom prst="rect">
              <a:avLst/>
            </a:prstGeom>
            <a:solidFill>
              <a:srgbClr val="6FC95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319719" y="3838519"/>
              <a:ext cx="612776" cy="369533"/>
            </a:xfrm>
            <a:prstGeom prst="rect">
              <a:avLst/>
            </a:prstGeom>
            <a:solidFill>
              <a:srgbClr val="53B971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4383602" y="3838519"/>
              <a:ext cx="612776" cy="369533"/>
            </a:xfrm>
            <a:prstGeom prst="rect">
              <a:avLst/>
            </a:prstGeom>
            <a:solidFill>
              <a:srgbClr val="4148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545272" y="3838519"/>
              <a:ext cx="612776" cy="369533"/>
            </a:xfrm>
            <a:prstGeom prst="rect">
              <a:avLst/>
            </a:prstGeom>
            <a:solidFill>
              <a:srgbClr val="73CC5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996378" y="3838519"/>
              <a:ext cx="612776" cy="369533"/>
            </a:xfrm>
            <a:prstGeom prst="rect">
              <a:avLst/>
            </a:prstGeom>
            <a:solidFill>
              <a:srgbClr val="3071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3158048" y="3468985"/>
              <a:ext cx="612776" cy="369533"/>
            </a:xfrm>
            <a:prstGeom prst="rect">
              <a:avLst/>
            </a:prstGeom>
            <a:solidFill>
              <a:srgbClr val="452B7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4383602" y="3468985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6834708" y="3468985"/>
              <a:ext cx="612776" cy="369533"/>
            </a:xfrm>
            <a:prstGeom prst="rect">
              <a:avLst/>
            </a:prstGeom>
            <a:solidFill>
              <a:srgbClr val="45155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770825" y="3468985"/>
              <a:ext cx="612776" cy="369533"/>
            </a:xfrm>
            <a:prstGeom prst="rect">
              <a:avLst/>
            </a:prstGeom>
            <a:solidFill>
              <a:srgbClr val="4148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5609155" y="3468985"/>
              <a:ext cx="612776" cy="369533"/>
            </a:xfrm>
            <a:prstGeom prst="rect">
              <a:avLst/>
            </a:prstGeom>
            <a:solidFill>
              <a:srgbClr val="23A88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1319719" y="3468985"/>
              <a:ext cx="612776" cy="369533"/>
            </a:xfrm>
            <a:prstGeom prst="rect">
              <a:avLst/>
            </a:prstGeom>
            <a:solidFill>
              <a:srgbClr val="26A08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6221931" y="3468985"/>
              <a:ext cx="612776" cy="369533"/>
            </a:xfrm>
            <a:prstGeom prst="rect">
              <a:avLst/>
            </a:prstGeom>
            <a:solidFill>
              <a:srgbClr val="4145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545272" y="3468985"/>
              <a:ext cx="612776" cy="369533"/>
            </a:xfrm>
            <a:prstGeom prst="rect">
              <a:avLst/>
            </a:prstGeom>
            <a:solidFill>
              <a:srgbClr val="24A48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1932495" y="3468985"/>
              <a:ext cx="612776" cy="369533"/>
            </a:xfrm>
            <a:prstGeom prst="rect">
              <a:avLst/>
            </a:prstGeom>
            <a:solidFill>
              <a:srgbClr val="2C88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4996378" y="3468985"/>
              <a:ext cx="612776" cy="369533"/>
            </a:xfrm>
            <a:prstGeom prst="rect">
              <a:avLst/>
            </a:prstGeom>
            <a:solidFill>
              <a:srgbClr val="3A5F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5609155" y="5316655"/>
              <a:ext cx="612776" cy="369533"/>
            </a:xfrm>
            <a:prstGeom prst="rect">
              <a:avLst/>
            </a:prstGeom>
            <a:solidFill>
              <a:srgbClr val="9DD74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932495" y="5316655"/>
              <a:ext cx="612776" cy="369533"/>
            </a:xfrm>
            <a:prstGeom prst="rect">
              <a:avLst/>
            </a:prstGeom>
            <a:solidFill>
              <a:srgbClr val="2C858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6221931" y="5316655"/>
              <a:ext cx="612776" cy="369533"/>
            </a:xfrm>
            <a:prstGeom prst="rect">
              <a:avLst/>
            </a:prstGeom>
            <a:solidFill>
              <a:srgbClr val="47B37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4383602" y="5316655"/>
              <a:ext cx="612776" cy="369533"/>
            </a:xfrm>
            <a:prstGeom prst="rect">
              <a:avLst/>
            </a:prstGeom>
            <a:solidFill>
              <a:srgbClr val="26A08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1319719" y="5316655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158048" y="5316655"/>
              <a:ext cx="612776" cy="369533"/>
            </a:xfrm>
            <a:prstGeom prst="rect">
              <a:avLst/>
            </a:prstGeom>
            <a:solidFill>
              <a:srgbClr val="28A98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6834708" y="5316655"/>
              <a:ext cx="612776" cy="369533"/>
            </a:xfrm>
            <a:prstGeom prst="rect">
              <a:avLst/>
            </a:prstGeom>
            <a:solidFill>
              <a:srgbClr val="299A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770825" y="5316655"/>
              <a:ext cx="612776" cy="369533"/>
            </a:xfrm>
            <a:prstGeom prst="rect">
              <a:avLst/>
            </a:prstGeom>
            <a:solidFill>
              <a:srgbClr val="53B971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2545272" y="5316655"/>
              <a:ext cx="612776" cy="369533"/>
            </a:xfrm>
            <a:prstGeom prst="rect">
              <a:avLst/>
            </a:prstGeom>
            <a:solidFill>
              <a:srgbClr val="2B7E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996378" y="5316655"/>
              <a:ext cx="612776" cy="369533"/>
            </a:xfrm>
            <a:prstGeom prst="rect">
              <a:avLst/>
            </a:prstGeom>
            <a:solidFill>
              <a:srgbClr val="2A97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996378" y="4947121"/>
              <a:ext cx="612776" cy="369533"/>
            </a:xfrm>
            <a:prstGeom prst="rect">
              <a:avLst/>
            </a:prstGeom>
            <a:solidFill>
              <a:srgbClr val="299B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319719" y="4947121"/>
              <a:ext cx="612776" cy="369533"/>
            </a:xfrm>
            <a:prstGeom prst="rect">
              <a:avLst/>
            </a:prstGeom>
            <a:solidFill>
              <a:srgbClr val="2C858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6834708" y="4947121"/>
              <a:ext cx="612776" cy="369533"/>
            </a:xfrm>
            <a:prstGeom prst="rect">
              <a:avLst/>
            </a:prstGeom>
            <a:solidFill>
              <a:srgbClr val="2C848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770825" y="4947121"/>
              <a:ext cx="612776" cy="369533"/>
            </a:xfrm>
            <a:prstGeom prst="rect">
              <a:avLst/>
            </a:prstGeom>
            <a:solidFill>
              <a:srgbClr val="2C87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932495" y="4947121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4383602" y="4947121"/>
              <a:ext cx="612776" cy="369533"/>
            </a:xfrm>
            <a:prstGeom prst="rect">
              <a:avLst/>
            </a:prstGeom>
            <a:solidFill>
              <a:srgbClr val="2C88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158048" y="4947121"/>
              <a:ext cx="612776" cy="369533"/>
            </a:xfrm>
            <a:prstGeom prst="rect">
              <a:avLst/>
            </a:prstGeom>
            <a:solidFill>
              <a:srgbClr val="2B7F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545272" y="4947121"/>
              <a:ext cx="612776" cy="369533"/>
            </a:xfrm>
            <a:prstGeom prst="rect">
              <a:avLst/>
            </a:prstGeom>
            <a:solidFill>
              <a:srgbClr val="43B27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609155" y="4947121"/>
              <a:ext cx="612776" cy="369533"/>
            </a:xfrm>
            <a:prstGeom prst="rect">
              <a:avLst/>
            </a:prstGeom>
            <a:solidFill>
              <a:srgbClr val="D6E13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6221931" y="4947121"/>
              <a:ext cx="612776" cy="369533"/>
            </a:xfrm>
            <a:prstGeom prst="rect">
              <a:avLst/>
            </a:prstGeom>
            <a:solidFill>
              <a:srgbClr val="2B7E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1319719" y="4577587"/>
              <a:ext cx="612776" cy="369533"/>
            </a:xfrm>
            <a:prstGeom prst="rect">
              <a:avLst/>
            </a:prstGeom>
            <a:solidFill>
              <a:srgbClr val="2B7E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6221931" y="4577587"/>
              <a:ext cx="612776" cy="369533"/>
            </a:xfrm>
            <a:prstGeom prst="rect">
              <a:avLst/>
            </a:prstGeom>
            <a:solidFill>
              <a:srgbClr val="6AC661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932495" y="4577587"/>
              <a:ext cx="612776" cy="369533"/>
            </a:xfrm>
            <a:prstGeom prst="rect">
              <a:avLst/>
            </a:prstGeom>
            <a:solidFill>
              <a:srgbClr val="43B27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6834708" y="4577587"/>
              <a:ext cx="612776" cy="369533"/>
            </a:xfrm>
            <a:prstGeom prst="rect">
              <a:avLst/>
            </a:prstGeom>
            <a:solidFill>
              <a:srgbClr val="289D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3770825" y="4577587"/>
              <a:ext cx="612776" cy="369533"/>
            </a:xfrm>
            <a:prstGeom prst="rect">
              <a:avLst/>
            </a:prstGeom>
            <a:solidFill>
              <a:srgbClr val="73CC5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158048" y="4577587"/>
              <a:ext cx="612776" cy="369533"/>
            </a:xfrm>
            <a:prstGeom prst="rect">
              <a:avLst/>
            </a:prstGeom>
            <a:solidFill>
              <a:srgbClr val="4CB57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4996378" y="4577587"/>
              <a:ext cx="612776" cy="369533"/>
            </a:xfrm>
            <a:prstGeom prst="rect">
              <a:avLst/>
            </a:prstGeom>
            <a:solidFill>
              <a:srgbClr val="46B37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5609155" y="4577587"/>
              <a:ext cx="612776" cy="369533"/>
            </a:xfrm>
            <a:prstGeom prst="rect">
              <a:avLst/>
            </a:prstGeom>
            <a:solidFill>
              <a:srgbClr val="4AB57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4383602" y="4577587"/>
              <a:ext cx="612776" cy="369533"/>
            </a:xfrm>
            <a:prstGeom prst="rect">
              <a:avLst/>
            </a:prstGeom>
            <a:solidFill>
              <a:srgbClr val="24A48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545272" y="4577587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545272" y="4208053"/>
              <a:ext cx="612776" cy="369533"/>
            </a:xfrm>
            <a:prstGeom prst="rect">
              <a:avLst/>
            </a:prstGeom>
            <a:solidFill>
              <a:srgbClr val="4CB57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1932495" y="4208053"/>
              <a:ext cx="612776" cy="369533"/>
            </a:xfrm>
            <a:prstGeom prst="rect">
              <a:avLst/>
            </a:prstGeom>
            <a:solidFill>
              <a:srgbClr val="2B7F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4996378" y="4208053"/>
              <a:ext cx="612776" cy="369533"/>
            </a:xfrm>
            <a:prstGeom prst="rect">
              <a:avLst/>
            </a:prstGeom>
            <a:solidFill>
              <a:srgbClr val="356A8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770825" y="4208053"/>
              <a:ext cx="612776" cy="369533"/>
            </a:xfrm>
            <a:prstGeom prst="rect">
              <a:avLst/>
            </a:prstGeom>
            <a:solidFill>
              <a:srgbClr val="452C7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158048" y="4208053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6834708" y="4208053"/>
              <a:ext cx="612776" cy="369533"/>
            </a:xfrm>
            <a:prstGeom prst="rect">
              <a:avLst/>
            </a:prstGeom>
            <a:solidFill>
              <a:srgbClr val="45337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221931" y="4208053"/>
              <a:ext cx="612776" cy="369533"/>
            </a:xfrm>
            <a:prstGeom prst="rect">
              <a:avLst/>
            </a:prstGeom>
            <a:solidFill>
              <a:srgbClr val="46266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5609155" y="4208053"/>
              <a:ext cx="612776" cy="369533"/>
            </a:xfrm>
            <a:prstGeom prst="rect">
              <a:avLst/>
            </a:prstGeom>
            <a:solidFill>
              <a:srgbClr val="59BC6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83602" y="4208053"/>
              <a:ext cx="612776" cy="369533"/>
            </a:xfrm>
            <a:prstGeom prst="rect">
              <a:avLst/>
            </a:prstGeom>
            <a:solidFill>
              <a:srgbClr val="452B7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1319719" y="4208053"/>
              <a:ext cx="612776" cy="369533"/>
            </a:xfrm>
            <a:prstGeom prst="rect">
              <a:avLst/>
            </a:prstGeom>
            <a:solidFill>
              <a:srgbClr val="28A983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6834708" y="3099451"/>
              <a:ext cx="612776" cy="369533"/>
            </a:xfrm>
            <a:prstGeom prst="rect">
              <a:avLst/>
            </a:prstGeom>
            <a:solidFill>
              <a:srgbClr val="3C5B8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1319719" y="3099451"/>
              <a:ext cx="612776" cy="369533"/>
            </a:xfrm>
            <a:prstGeom prst="rect">
              <a:avLst/>
            </a:prstGeom>
            <a:solidFill>
              <a:srgbClr val="2A97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1932495" y="3099451"/>
              <a:ext cx="612776" cy="369533"/>
            </a:xfrm>
            <a:prstGeom prst="rect">
              <a:avLst/>
            </a:prstGeom>
            <a:solidFill>
              <a:srgbClr val="299B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6221931" y="3099451"/>
              <a:ext cx="612776" cy="369533"/>
            </a:xfrm>
            <a:prstGeom prst="rect">
              <a:avLst/>
            </a:prstGeom>
            <a:solidFill>
              <a:srgbClr val="2D75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158048" y="3099451"/>
              <a:ext cx="612776" cy="369533"/>
            </a:xfrm>
            <a:prstGeom prst="rect">
              <a:avLst/>
            </a:prstGeom>
            <a:solidFill>
              <a:srgbClr val="356A8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770825" y="3099451"/>
              <a:ext cx="612776" cy="369533"/>
            </a:xfrm>
            <a:prstGeom prst="rect">
              <a:avLst/>
            </a:prstGeom>
            <a:solidFill>
              <a:srgbClr val="3071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2545272" y="3099451"/>
              <a:ext cx="612776" cy="369533"/>
            </a:xfrm>
            <a:prstGeom prst="rect">
              <a:avLst/>
            </a:prstGeom>
            <a:solidFill>
              <a:srgbClr val="46B37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383602" y="3099451"/>
              <a:ext cx="612776" cy="369533"/>
            </a:xfrm>
            <a:prstGeom prst="rect">
              <a:avLst/>
            </a:prstGeom>
            <a:solidFill>
              <a:srgbClr val="3A5F8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996378" y="3099451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609155" y="3099451"/>
              <a:ext cx="612776" cy="369533"/>
            </a:xfrm>
            <a:prstGeom prst="rect">
              <a:avLst/>
            </a:prstGeom>
            <a:solidFill>
              <a:srgbClr val="289D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383602" y="2729917"/>
              <a:ext cx="612776" cy="369533"/>
            </a:xfrm>
            <a:prstGeom prst="rect">
              <a:avLst/>
            </a:prstGeom>
            <a:solidFill>
              <a:srgbClr val="23A88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1932495" y="2729917"/>
              <a:ext cx="612776" cy="369533"/>
            </a:xfrm>
            <a:prstGeom prst="rect">
              <a:avLst/>
            </a:prstGeom>
            <a:solidFill>
              <a:srgbClr val="D6E13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3158048" y="2729917"/>
              <a:ext cx="612776" cy="369533"/>
            </a:xfrm>
            <a:prstGeom prst="rect">
              <a:avLst/>
            </a:prstGeom>
            <a:solidFill>
              <a:srgbClr val="59BC6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1319719" y="2729917"/>
              <a:ext cx="612776" cy="369533"/>
            </a:xfrm>
            <a:prstGeom prst="rect">
              <a:avLst/>
            </a:prstGeom>
            <a:solidFill>
              <a:srgbClr val="9DD749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3770825" y="2729917"/>
              <a:ext cx="612776" cy="369533"/>
            </a:xfrm>
            <a:prstGeom prst="rect">
              <a:avLst/>
            </a:prstGeom>
            <a:solidFill>
              <a:srgbClr val="6FC95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221931" y="2729917"/>
              <a:ext cx="612776" cy="369533"/>
            </a:xfrm>
            <a:prstGeom prst="rect">
              <a:avLst/>
            </a:prstGeom>
            <a:solidFill>
              <a:srgbClr val="71CB5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834708" y="2729917"/>
              <a:ext cx="612776" cy="369533"/>
            </a:xfrm>
            <a:prstGeom prst="rect">
              <a:avLst/>
            </a:prstGeom>
            <a:solidFill>
              <a:srgbClr val="25A38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996378" y="2729917"/>
              <a:ext cx="612776" cy="369533"/>
            </a:xfrm>
            <a:prstGeom prst="rect">
              <a:avLst/>
            </a:prstGeom>
            <a:solidFill>
              <a:srgbClr val="289D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609155" y="2729917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2545272" y="2729917"/>
              <a:ext cx="612776" cy="369533"/>
            </a:xfrm>
            <a:prstGeom prst="rect">
              <a:avLst/>
            </a:prstGeom>
            <a:solidFill>
              <a:srgbClr val="4AB576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1932495" y="1990849"/>
              <a:ext cx="612776" cy="369533"/>
            </a:xfrm>
            <a:prstGeom prst="rect">
              <a:avLst/>
            </a:prstGeom>
            <a:solidFill>
              <a:srgbClr val="2C848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3770825" y="1990849"/>
              <a:ext cx="612776" cy="369533"/>
            </a:xfrm>
            <a:prstGeom prst="rect">
              <a:avLst/>
            </a:prstGeom>
            <a:solidFill>
              <a:srgbClr val="3F4E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1319719" y="1990849"/>
              <a:ext cx="612776" cy="369533"/>
            </a:xfrm>
            <a:prstGeom prst="rect">
              <a:avLst/>
            </a:prstGeom>
            <a:solidFill>
              <a:srgbClr val="299A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2545272" y="1990849"/>
              <a:ext cx="612776" cy="369533"/>
            </a:xfrm>
            <a:prstGeom prst="rect">
              <a:avLst/>
            </a:prstGeom>
            <a:solidFill>
              <a:srgbClr val="289D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4383602" y="1990849"/>
              <a:ext cx="612776" cy="369533"/>
            </a:xfrm>
            <a:prstGeom prst="rect">
              <a:avLst/>
            </a:prstGeom>
            <a:solidFill>
              <a:srgbClr val="45155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3158048" y="1990849"/>
              <a:ext cx="612776" cy="369533"/>
            </a:xfrm>
            <a:prstGeom prst="rect">
              <a:avLst/>
            </a:prstGeom>
            <a:solidFill>
              <a:srgbClr val="45337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609155" y="1990849"/>
              <a:ext cx="612776" cy="369533"/>
            </a:xfrm>
            <a:prstGeom prst="rect">
              <a:avLst/>
            </a:prstGeom>
            <a:solidFill>
              <a:srgbClr val="25A38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4996378" y="1990849"/>
              <a:ext cx="612776" cy="369533"/>
            </a:xfrm>
            <a:prstGeom prst="rect">
              <a:avLst/>
            </a:prstGeom>
            <a:solidFill>
              <a:srgbClr val="3C5B8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6221931" y="1990849"/>
              <a:ext cx="612776" cy="369533"/>
            </a:xfrm>
            <a:prstGeom prst="rect">
              <a:avLst/>
            </a:prstGeom>
            <a:solidFill>
              <a:srgbClr val="404B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6834708" y="1990849"/>
              <a:ext cx="612776" cy="369533"/>
            </a:xfrm>
            <a:prstGeom prst="rect">
              <a:avLst/>
            </a:prstGeom>
            <a:solidFill>
              <a:srgbClr val="440154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1258441" y="1953896"/>
              <a:ext cx="0" cy="3769246"/>
            </a:xfrm>
            <a:custGeom>
              <a:avLst/>
              <a:pathLst>
                <a:path w="0" h="3769246">
                  <a:moveTo>
                    <a:pt x="0" y="376924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tx107"/>
            <p:cNvSpPr/>
            <p:nvPr/>
          </p:nvSpPr>
          <p:spPr>
            <a:xfrm>
              <a:off x="823284" y="5461371"/>
              <a:ext cx="3725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108" name="tx108"/>
            <p:cNvSpPr/>
            <p:nvPr/>
          </p:nvSpPr>
          <p:spPr>
            <a:xfrm>
              <a:off x="829319" y="5091837"/>
              <a:ext cx="36649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109" name="tx109"/>
            <p:cNvSpPr/>
            <p:nvPr/>
          </p:nvSpPr>
          <p:spPr>
            <a:xfrm>
              <a:off x="835629" y="4722303"/>
              <a:ext cx="36018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110" name="tx110"/>
            <p:cNvSpPr/>
            <p:nvPr/>
          </p:nvSpPr>
          <p:spPr>
            <a:xfrm>
              <a:off x="816975" y="4352769"/>
              <a:ext cx="3788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711179" y="3983235"/>
              <a:ext cx="48463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692708" y="3613701"/>
              <a:ext cx="50310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113" name="tx113"/>
            <p:cNvSpPr/>
            <p:nvPr/>
          </p:nvSpPr>
          <p:spPr>
            <a:xfrm>
              <a:off x="804722" y="3244167"/>
              <a:ext cx="39108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798413" y="2874633"/>
              <a:ext cx="39739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723798" y="2505099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705327" y="2135565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117" name="pl117"/>
            <p:cNvSpPr/>
            <p:nvPr/>
          </p:nvSpPr>
          <p:spPr>
            <a:xfrm>
              <a:off x="1223647" y="550142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1223647" y="513188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1223647" y="476235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1223647" y="439282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1223647" y="402328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1223647" y="365375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1223647" y="3284218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1223647" y="291468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1223647" y="2545150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1223647" y="21756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1258441" y="5723142"/>
              <a:ext cx="6250320" cy="0"/>
            </a:xfrm>
            <a:custGeom>
              <a:avLst/>
              <a:pathLst>
                <a:path w="6250320" h="0">
                  <a:moveTo>
                    <a:pt x="0" y="0"/>
                  </a:moveTo>
                  <a:lnTo>
                    <a:pt x="625032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162610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223888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285166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3464437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4077213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4689990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530276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5915543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6528319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7141096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tx138"/>
            <p:cNvSpPr/>
            <p:nvPr/>
          </p:nvSpPr>
          <p:spPr>
            <a:xfrm>
              <a:off x="1439844" y="5785772"/>
              <a:ext cx="3725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139" name="tx139"/>
            <p:cNvSpPr/>
            <p:nvPr/>
          </p:nvSpPr>
          <p:spPr>
            <a:xfrm>
              <a:off x="2055638" y="5785772"/>
              <a:ext cx="36649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140" name="tx140"/>
            <p:cNvSpPr/>
            <p:nvPr/>
          </p:nvSpPr>
          <p:spPr>
            <a:xfrm>
              <a:off x="2671569" y="5785772"/>
              <a:ext cx="36018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141" name="tx141"/>
            <p:cNvSpPr/>
            <p:nvPr/>
          </p:nvSpPr>
          <p:spPr>
            <a:xfrm>
              <a:off x="3275019" y="5785772"/>
              <a:ext cx="3788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142" name="tx142"/>
            <p:cNvSpPr/>
            <p:nvPr/>
          </p:nvSpPr>
          <p:spPr>
            <a:xfrm>
              <a:off x="3834897" y="5785772"/>
              <a:ext cx="48463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143" name="tx143"/>
            <p:cNvSpPr/>
            <p:nvPr/>
          </p:nvSpPr>
          <p:spPr>
            <a:xfrm>
              <a:off x="4438438" y="5785772"/>
              <a:ext cx="50310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144" name="tx144"/>
            <p:cNvSpPr/>
            <p:nvPr/>
          </p:nvSpPr>
          <p:spPr>
            <a:xfrm>
              <a:off x="5107222" y="5785772"/>
              <a:ext cx="39108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5716844" y="5785772"/>
              <a:ext cx="39739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6292313" y="5785772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6895854" y="5785772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148" name="rc148"/>
            <p:cNvSpPr/>
            <p:nvPr/>
          </p:nvSpPr>
          <p:spPr>
            <a:xfrm>
              <a:off x="7647940" y="1953896"/>
              <a:ext cx="969270" cy="16649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tx149"/>
            <p:cNvSpPr/>
            <p:nvPr/>
          </p:nvSpPr>
          <p:spPr>
            <a:xfrm>
              <a:off x="7717529" y="2043144"/>
              <a:ext cx="83009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Euclidean 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7717529" y="2235168"/>
              <a:ext cx="69156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151" name="pic151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17529" y="2451976"/>
              <a:ext cx="219455" cy="1097280"/>
            </a:xfrm>
            <a:prstGeom prst="rect">
              <a:avLst/>
            </a:prstGeom>
          </p:spPr>
        </p:pic>
        <p:sp>
          <p:nvSpPr>
            <p:cNvPr id="152" name="pl152"/>
            <p:cNvSpPr/>
            <p:nvPr/>
          </p:nvSpPr>
          <p:spPr>
            <a:xfrm>
              <a:off x="7893094" y="3547427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7893094" y="3348587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7893094" y="314974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7893094" y="295090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7893094" y="275206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7893094" y="25532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7717529" y="3547427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7717529" y="3348587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7717529" y="314974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7717529" y="295090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7717529" y="275206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7717529" y="25532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tx164"/>
            <p:cNvSpPr/>
            <p:nvPr/>
          </p:nvSpPr>
          <p:spPr>
            <a:xfrm>
              <a:off x="8006574" y="350737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65" name="tx165"/>
            <p:cNvSpPr/>
            <p:nvPr/>
          </p:nvSpPr>
          <p:spPr>
            <a:xfrm>
              <a:off x="8006574" y="33085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66" name="tx166"/>
            <p:cNvSpPr/>
            <p:nvPr/>
          </p:nvSpPr>
          <p:spPr>
            <a:xfrm>
              <a:off x="8006574" y="310969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67" name="tx167"/>
            <p:cNvSpPr/>
            <p:nvPr/>
          </p:nvSpPr>
          <p:spPr>
            <a:xfrm>
              <a:off x="8006574" y="291085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68" name="tx168"/>
            <p:cNvSpPr/>
            <p:nvPr/>
          </p:nvSpPr>
          <p:spPr>
            <a:xfrm>
              <a:off x="8006574" y="271201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69" name="tx169"/>
            <p:cNvSpPr/>
            <p:nvPr/>
          </p:nvSpPr>
          <p:spPr>
            <a:xfrm>
              <a:off x="8006574" y="251317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1258441" y="1669789"/>
              <a:ext cx="5348599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(Abiotic Only) between Sites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258441" y="1953896"/>
              <a:ext cx="6250320" cy="376924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1542547" y="2459526"/>
              <a:ext cx="2841054" cy="459664"/>
            </a:xfrm>
            <a:prstGeom prst="rect">
              <a:avLst/>
            </a:prstGeom>
            <a:solidFill>
              <a:srgbClr val="2D758E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542547" y="4298183"/>
              <a:ext cx="2841054" cy="459664"/>
            </a:xfrm>
            <a:prstGeom prst="rect">
              <a:avLst/>
            </a:prstGeom>
            <a:solidFill>
              <a:srgbClr val="6AC661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1542547" y="1999862"/>
              <a:ext cx="2841054" cy="459664"/>
            </a:xfrm>
            <a:prstGeom prst="rect">
              <a:avLst/>
            </a:prstGeom>
            <a:solidFill>
              <a:srgbClr val="71CB5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1542547" y="3838519"/>
              <a:ext cx="2841054" cy="459664"/>
            </a:xfrm>
            <a:prstGeom prst="rect">
              <a:avLst/>
            </a:prstGeom>
            <a:solidFill>
              <a:srgbClr val="46266B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1542547" y="5217512"/>
              <a:ext cx="2841054" cy="459664"/>
            </a:xfrm>
            <a:prstGeom prst="rect">
              <a:avLst/>
            </a:prstGeom>
            <a:solidFill>
              <a:srgbClr val="47B37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1542547" y="3378855"/>
              <a:ext cx="2841054" cy="459664"/>
            </a:xfrm>
            <a:prstGeom prst="rect">
              <a:avLst/>
            </a:prstGeom>
            <a:solidFill>
              <a:srgbClr val="451760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542547" y="2919191"/>
              <a:ext cx="2841054" cy="459664"/>
            </a:xfrm>
            <a:prstGeom prst="rect">
              <a:avLst/>
            </a:prstGeom>
            <a:solidFill>
              <a:srgbClr val="4145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1542547" y="4757847"/>
              <a:ext cx="2841054" cy="459664"/>
            </a:xfrm>
            <a:prstGeom prst="rect">
              <a:avLst/>
            </a:prstGeom>
            <a:solidFill>
              <a:srgbClr val="2B7E8D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4383602" y="4757847"/>
              <a:ext cx="2841054" cy="459664"/>
            </a:xfrm>
            <a:prstGeom prst="rect">
              <a:avLst/>
            </a:prstGeom>
            <a:solidFill>
              <a:srgbClr val="2C848C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4383602" y="3378855"/>
              <a:ext cx="2841054" cy="459664"/>
            </a:xfrm>
            <a:prstGeom prst="rect">
              <a:avLst/>
            </a:prstGeom>
            <a:solidFill>
              <a:srgbClr val="3F4E88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4383602" y="5217512"/>
              <a:ext cx="2841054" cy="459664"/>
            </a:xfrm>
            <a:prstGeom prst="rect">
              <a:avLst/>
            </a:prstGeom>
            <a:solidFill>
              <a:srgbClr val="299A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4383602" y="4298183"/>
              <a:ext cx="2841054" cy="459664"/>
            </a:xfrm>
            <a:prstGeom prst="rect">
              <a:avLst/>
            </a:prstGeom>
            <a:solidFill>
              <a:srgbClr val="289D8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4383602" y="2919191"/>
              <a:ext cx="2841054" cy="459664"/>
            </a:xfrm>
            <a:prstGeom prst="rect">
              <a:avLst/>
            </a:prstGeom>
            <a:solidFill>
              <a:srgbClr val="45155F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4383602" y="3838519"/>
              <a:ext cx="2841054" cy="459664"/>
            </a:xfrm>
            <a:prstGeom prst="rect">
              <a:avLst/>
            </a:prstGeom>
            <a:solidFill>
              <a:srgbClr val="453377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4383602" y="1999862"/>
              <a:ext cx="2841054" cy="459664"/>
            </a:xfrm>
            <a:prstGeom prst="rect">
              <a:avLst/>
            </a:prstGeom>
            <a:solidFill>
              <a:srgbClr val="25A385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4383602" y="2459526"/>
              <a:ext cx="2841054" cy="459664"/>
            </a:xfrm>
            <a:prstGeom prst="rect">
              <a:avLst/>
            </a:prstGeom>
            <a:solidFill>
              <a:srgbClr val="3C5B8A">
                <a:alpha val="100000"/>
              </a:srgbClr>
            </a:solidFill>
            <a:ln w="542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58441" y="1953896"/>
              <a:ext cx="0" cy="3769246"/>
            </a:xfrm>
            <a:custGeom>
              <a:avLst/>
              <a:pathLst>
                <a:path w="0" h="3769246">
                  <a:moveTo>
                    <a:pt x="0" y="3769246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823284" y="5407293"/>
              <a:ext cx="3725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W1_TX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829319" y="4947629"/>
              <a:ext cx="36649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W2_LA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835629" y="4487965"/>
              <a:ext cx="36018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W3_FL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816975" y="4028300"/>
              <a:ext cx="3788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W4_VA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1179" y="3568636"/>
              <a:ext cx="48463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S1_LOLA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108972"/>
              <a:ext cx="50310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S2_DEBY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804722" y="2649308"/>
              <a:ext cx="39108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W5_NH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98413" y="2189644"/>
              <a:ext cx="39739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W6_ME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1223647" y="544734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223647" y="49876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223647" y="452801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223647" y="4068351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23647" y="360868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223647" y="314902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1223647" y="268935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1223647" y="22296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58441" y="5723142"/>
              <a:ext cx="6250320" cy="0"/>
            </a:xfrm>
            <a:custGeom>
              <a:avLst/>
              <a:pathLst>
                <a:path w="6250320" h="0">
                  <a:moveTo>
                    <a:pt x="0" y="0"/>
                  </a:moveTo>
                  <a:lnTo>
                    <a:pt x="625032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2963074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5804129" y="572314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2"/>
            <p:cNvSpPr/>
            <p:nvPr/>
          </p:nvSpPr>
          <p:spPr>
            <a:xfrm>
              <a:off x="2727067" y="5785772"/>
              <a:ext cx="47201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Lewisetta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5558887" y="5785772"/>
              <a:ext cx="49048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YorkRiver</a:t>
              </a:r>
            </a:p>
          </p:txBody>
        </p:sp>
        <p:sp>
          <p:nvSpPr>
            <p:cNvPr id="44" name="rc44"/>
            <p:cNvSpPr/>
            <p:nvPr/>
          </p:nvSpPr>
          <p:spPr>
            <a:xfrm>
              <a:off x="7647940" y="1953896"/>
              <a:ext cx="969270" cy="166494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7717529" y="2043144"/>
              <a:ext cx="830092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Euclidean 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717529" y="2235168"/>
              <a:ext cx="69156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Distance</a:t>
              </a:r>
            </a:p>
          </p:txBody>
        </p:sp>
        <p:pic>
          <p:nvPicPr>
            <p:cNvPr id="47" name="pic4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717529" y="2451976"/>
              <a:ext cx="219455" cy="1097280"/>
            </a:xfrm>
            <a:prstGeom prst="rect">
              <a:avLst/>
            </a:prstGeom>
          </p:spPr>
        </p:pic>
        <p:sp>
          <p:nvSpPr>
            <p:cNvPr id="48" name="pl48"/>
            <p:cNvSpPr/>
            <p:nvPr/>
          </p:nvSpPr>
          <p:spPr>
            <a:xfrm>
              <a:off x="7893094" y="3547427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7893094" y="3348587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893094" y="314974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893094" y="2950906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7893094" y="275206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893094" y="2553225"/>
              <a:ext cx="43891" cy="0"/>
            </a:xfrm>
            <a:custGeom>
              <a:avLst/>
              <a:pathLst>
                <a:path w="43891" h="0">
                  <a:moveTo>
                    <a:pt x="0" y="0"/>
                  </a:moveTo>
                  <a:lnTo>
                    <a:pt x="43891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7717529" y="3547427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717529" y="3348587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7717529" y="314974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717529" y="2950906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7717529" y="275206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717529" y="2553225"/>
              <a:ext cx="43891" cy="0"/>
            </a:xfrm>
            <a:custGeom>
              <a:avLst/>
              <a:pathLst>
                <a:path w="43891" h="0">
                  <a:moveTo>
                    <a:pt x="43891" y="0"/>
                  </a:moveTo>
                  <a:lnTo>
                    <a:pt x="0" y="0"/>
                  </a:lnTo>
                </a:path>
              </a:pathLst>
            </a:custGeom>
            <a:ln w="4762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60"/>
            <p:cNvSpPr/>
            <p:nvPr/>
          </p:nvSpPr>
          <p:spPr>
            <a:xfrm>
              <a:off x="8006574" y="350737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006574" y="33085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8006574" y="310969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8006574" y="291085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8006574" y="271201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8006574" y="251317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1258441" y="1669789"/>
              <a:ext cx="5348599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Environmental Distance (Abiotic Only) between Sites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camillerumberger</cp:lastModifiedBy>
  <cp:revision>3</cp:revision>
  <dcterms:created xsi:type="dcterms:W3CDTF">2017-02-13T16:18:36Z</dcterms:created>
  <dcterms:modified xsi:type="dcterms:W3CDTF">2025-12-18T22:36:04Z</dcterms:modified>
  <cp:category/>
</cp:coreProperties>
</file>