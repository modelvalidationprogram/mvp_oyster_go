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9dcdb968f12d84efe5e54532474835856d51f21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9dcdb968f12d84efe5e54532474835856d51f21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9dcdb968f12d84efe5e54532474835856d51f21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9dcdb968f12d84efe5e54532474835856d51f2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58441" y="1953896"/>
              <a:ext cx="6250320" cy="3769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383602" y="2360383"/>
              <a:ext cx="612776" cy="369533"/>
            </a:xfrm>
            <a:prstGeom prst="rect">
              <a:avLst/>
            </a:prstGeom>
            <a:solidFill>
              <a:srgbClr val="55BA7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996378" y="2360383"/>
              <a:ext cx="612776" cy="369533"/>
            </a:xfrm>
            <a:prstGeom prst="rect">
              <a:avLst/>
            </a:prstGeom>
            <a:solidFill>
              <a:srgbClr val="2C87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1931" y="2360383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319719" y="2360383"/>
              <a:ext cx="612776" cy="369533"/>
            </a:xfrm>
            <a:prstGeom prst="rect">
              <a:avLst/>
            </a:prstGeom>
            <a:solidFill>
              <a:srgbClr val="2998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70825" y="2360383"/>
              <a:ext cx="612776" cy="369533"/>
            </a:xfrm>
            <a:prstGeom prst="rect">
              <a:avLst/>
            </a:prstGeom>
            <a:solidFill>
              <a:srgbClr val="45135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545272" y="2360383"/>
              <a:ext cx="612776" cy="369533"/>
            </a:xfrm>
            <a:prstGeom prst="rect">
              <a:avLst/>
            </a:prstGeom>
            <a:solidFill>
              <a:srgbClr val="24A4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609155" y="2360383"/>
              <a:ext cx="612776" cy="369533"/>
            </a:xfrm>
            <a:prstGeom prst="rect">
              <a:avLst/>
            </a:prstGeom>
            <a:solidFill>
              <a:srgbClr val="45B27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932495" y="2360383"/>
              <a:ext cx="612776" cy="369533"/>
            </a:xfrm>
            <a:prstGeom prst="rect">
              <a:avLst/>
            </a:prstGeom>
            <a:solidFill>
              <a:srgbClr val="2D75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158048" y="2360383"/>
              <a:ext cx="612776" cy="369533"/>
            </a:xfrm>
            <a:prstGeom prst="rect">
              <a:avLst/>
            </a:prstGeom>
            <a:solidFill>
              <a:srgbClr val="4145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834708" y="2360383"/>
              <a:ext cx="612776" cy="369533"/>
            </a:xfrm>
            <a:prstGeom prst="rect">
              <a:avLst/>
            </a:prstGeom>
            <a:solidFill>
              <a:srgbClr val="65C36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158048" y="3838519"/>
              <a:ext cx="612776" cy="369533"/>
            </a:xfrm>
            <a:prstGeom prst="rect">
              <a:avLst/>
            </a:prstGeom>
            <a:solidFill>
              <a:srgbClr val="4147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319719" y="3838519"/>
              <a:ext cx="612776" cy="369533"/>
            </a:xfrm>
            <a:prstGeom prst="rect">
              <a:avLst/>
            </a:prstGeom>
            <a:solidFill>
              <a:srgbClr val="289D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770825" y="3838519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996378" y="3838519"/>
              <a:ext cx="612776" cy="369533"/>
            </a:xfrm>
            <a:prstGeom prst="rect">
              <a:avLst/>
            </a:prstGeom>
            <a:solidFill>
              <a:srgbClr val="2C85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834708" y="3838519"/>
              <a:ext cx="612776" cy="369533"/>
            </a:xfrm>
            <a:prstGeom prst="rect">
              <a:avLst/>
            </a:prstGeom>
            <a:solidFill>
              <a:srgbClr val="66C36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609155" y="3838519"/>
              <a:ext cx="612776" cy="369533"/>
            </a:xfrm>
            <a:prstGeom prst="rect">
              <a:avLst/>
            </a:prstGeom>
            <a:solidFill>
              <a:srgbClr val="42B17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545272" y="3838519"/>
              <a:ext cx="612776" cy="369533"/>
            </a:xfrm>
            <a:prstGeom prst="rect">
              <a:avLst/>
            </a:prstGeom>
            <a:solidFill>
              <a:srgbClr val="29A98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6221931" y="3838519"/>
              <a:ext cx="612776" cy="369533"/>
            </a:xfrm>
            <a:prstGeom prst="rect">
              <a:avLst/>
            </a:prstGeom>
            <a:solidFill>
              <a:srgbClr val="45135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932495" y="3838519"/>
              <a:ext cx="612776" cy="369533"/>
            </a:xfrm>
            <a:prstGeom prst="rect">
              <a:avLst/>
            </a:prstGeom>
            <a:solidFill>
              <a:srgbClr val="2B7B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383602" y="3838519"/>
              <a:ext cx="612776" cy="369533"/>
            </a:xfrm>
            <a:prstGeom prst="rect">
              <a:avLst/>
            </a:prstGeom>
            <a:solidFill>
              <a:srgbClr val="56BA6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834708" y="3468985"/>
              <a:ext cx="612776" cy="369533"/>
            </a:xfrm>
            <a:prstGeom prst="rect">
              <a:avLst/>
            </a:prstGeom>
            <a:solidFill>
              <a:srgbClr val="4532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996378" y="3468985"/>
              <a:ext cx="612776" cy="369533"/>
            </a:xfrm>
            <a:prstGeom prst="rect">
              <a:avLst/>
            </a:prstGeom>
            <a:solidFill>
              <a:srgbClr val="5DBE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319719" y="3468985"/>
              <a:ext cx="612776" cy="369533"/>
            </a:xfrm>
            <a:prstGeom prst="rect">
              <a:avLst/>
            </a:prstGeom>
            <a:solidFill>
              <a:srgbClr val="A0D74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545272" y="3468985"/>
              <a:ext cx="612776" cy="369533"/>
            </a:xfrm>
            <a:prstGeom prst="rect">
              <a:avLst/>
            </a:prstGeom>
            <a:solidFill>
              <a:srgbClr val="87D34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221931" y="3468985"/>
              <a:ext cx="612776" cy="369533"/>
            </a:xfrm>
            <a:prstGeom prst="rect">
              <a:avLst/>
            </a:prstGeom>
            <a:solidFill>
              <a:srgbClr val="55BA7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609155" y="3468985"/>
              <a:ext cx="612776" cy="369533"/>
            </a:xfrm>
            <a:prstGeom prst="rect">
              <a:avLst/>
            </a:prstGeom>
            <a:solidFill>
              <a:srgbClr val="B7DB4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158048" y="3468985"/>
              <a:ext cx="612776" cy="369533"/>
            </a:xfrm>
            <a:prstGeom prst="rect">
              <a:avLst/>
            </a:prstGeom>
            <a:solidFill>
              <a:srgbClr val="68C56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770825" y="3468985"/>
              <a:ext cx="612776" cy="369533"/>
            </a:xfrm>
            <a:prstGeom prst="rect">
              <a:avLst/>
            </a:prstGeom>
            <a:solidFill>
              <a:srgbClr val="56BA6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383602" y="3468985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932495" y="3468985"/>
              <a:ext cx="612776" cy="369533"/>
            </a:xfrm>
            <a:prstGeom prst="rect">
              <a:avLst/>
            </a:prstGeom>
            <a:solidFill>
              <a:srgbClr val="96D64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834708" y="5316655"/>
              <a:ext cx="612776" cy="369533"/>
            </a:xfrm>
            <a:prstGeom prst="rect">
              <a:avLst/>
            </a:prstGeom>
            <a:solidFill>
              <a:srgbClr val="AFDA4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158048" y="5316655"/>
              <a:ext cx="612776" cy="369533"/>
            </a:xfrm>
            <a:prstGeom prst="rect">
              <a:avLst/>
            </a:prstGeom>
            <a:solidFill>
              <a:srgbClr val="2C8B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319719" y="5316655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770825" y="5316655"/>
              <a:ext cx="612776" cy="369533"/>
            </a:xfrm>
            <a:prstGeom prst="rect">
              <a:avLst/>
            </a:prstGeom>
            <a:solidFill>
              <a:srgbClr val="289D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932495" y="5316655"/>
              <a:ext cx="612776" cy="369533"/>
            </a:xfrm>
            <a:prstGeom prst="rect">
              <a:avLst/>
            </a:prstGeom>
            <a:solidFill>
              <a:srgbClr val="336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383602" y="5316655"/>
              <a:ext cx="612776" cy="369533"/>
            </a:xfrm>
            <a:prstGeom prst="rect">
              <a:avLst/>
            </a:prstGeom>
            <a:solidFill>
              <a:srgbClr val="A0D74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996378" y="5316655"/>
              <a:ext cx="612776" cy="369533"/>
            </a:xfrm>
            <a:prstGeom prst="rect">
              <a:avLst/>
            </a:prstGeom>
            <a:solidFill>
              <a:srgbClr val="26A1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5609155" y="5316655"/>
              <a:ext cx="612776" cy="369533"/>
            </a:xfrm>
            <a:prstGeom prst="rect">
              <a:avLst/>
            </a:prstGeom>
            <a:solidFill>
              <a:srgbClr val="4CB5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6221931" y="5316655"/>
              <a:ext cx="612776" cy="369533"/>
            </a:xfrm>
            <a:prstGeom prst="rect">
              <a:avLst/>
            </a:prstGeom>
            <a:solidFill>
              <a:srgbClr val="2998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545272" y="5316655"/>
              <a:ext cx="612776" cy="369533"/>
            </a:xfrm>
            <a:prstGeom prst="rect">
              <a:avLst/>
            </a:prstGeom>
            <a:solidFill>
              <a:srgbClr val="356B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319719" y="4947121"/>
              <a:ext cx="612776" cy="369533"/>
            </a:xfrm>
            <a:prstGeom prst="rect">
              <a:avLst/>
            </a:prstGeom>
            <a:solidFill>
              <a:srgbClr val="336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932495" y="4947121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996378" y="4947121"/>
              <a:ext cx="612776" cy="369533"/>
            </a:xfrm>
            <a:prstGeom prst="rect">
              <a:avLst/>
            </a:prstGeom>
            <a:solidFill>
              <a:srgbClr val="23A88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609155" y="4947121"/>
              <a:ext cx="612776" cy="369533"/>
            </a:xfrm>
            <a:prstGeom prst="rect">
              <a:avLst/>
            </a:prstGeom>
            <a:solidFill>
              <a:srgbClr val="64C26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158048" y="4947121"/>
              <a:ext cx="612776" cy="369533"/>
            </a:xfrm>
            <a:prstGeom prst="rect">
              <a:avLst/>
            </a:prstGeom>
            <a:solidFill>
              <a:srgbClr val="3669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383602" y="4947121"/>
              <a:ext cx="612776" cy="369533"/>
            </a:xfrm>
            <a:prstGeom prst="rect">
              <a:avLst/>
            </a:prstGeom>
            <a:solidFill>
              <a:srgbClr val="96D64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834708" y="4947121"/>
              <a:ext cx="612776" cy="369533"/>
            </a:xfrm>
            <a:prstGeom prst="rect">
              <a:avLst/>
            </a:prstGeom>
            <a:solidFill>
              <a:srgbClr val="A8D94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770825" y="4947121"/>
              <a:ext cx="612776" cy="369533"/>
            </a:xfrm>
            <a:prstGeom prst="rect">
              <a:avLst/>
            </a:prstGeom>
            <a:solidFill>
              <a:srgbClr val="2B7B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545272" y="4947121"/>
              <a:ext cx="612776" cy="369533"/>
            </a:xfrm>
            <a:prstGeom prst="rect">
              <a:avLst/>
            </a:prstGeom>
            <a:solidFill>
              <a:srgbClr val="2A97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221931" y="4947121"/>
              <a:ext cx="612776" cy="369533"/>
            </a:xfrm>
            <a:prstGeom prst="rect">
              <a:avLst/>
            </a:prstGeom>
            <a:solidFill>
              <a:srgbClr val="2D75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996378" y="4577587"/>
              <a:ext cx="612776" cy="369533"/>
            </a:xfrm>
            <a:prstGeom prst="rect">
              <a:avLst/>
            </a:prstGeom>
            <a:solidFill>
              <a:srgbClr val="32AC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545272" y="4577587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319719" y="4577587"/>
              <a:ext cx="612776" cy="369533"/>
            </a:xfrm>
            <a:prstGeom prst="rect">
              <a:avLst/>
            </a:prstGeom>
            <a:solidFill>
              <a:srgbClr val="356B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158048" y="4577587"/>
              <a:ext cx="612776" cy="369533"/>
            </a:xfrm>
            <a:prstGeom prst="rect">
              <a:avLst/>
            </a:prstGeom>
            <a:solidFill>
              <a:srgbClr val="289B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5609155" y="4577587"/>
              <a:ext cx="612776" cy="369533"/>
            </a:xfrm>
            <a:prstGeom prst="rect">
              <a:avLst/>
            </a:prstGeom>
            <a:solidFill>
              <a:srgbClr val="27A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4383602" y="4577587"/>
              <a:ext cx="612776" cy="369533"/>
            </a:xfrm>
            <a:prstGeom prst="rect">
              <a:avLst/>
            </a:prstGeom>
            <a:solidFill>
              <a:srgbClr val="87D34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221931" y="4577587"/>
              <a:ext cx="612776" cy="369533"/>
            </a:xfrm>
            <a:prstGeom prst="rect">
              <a:avLst/>
            </a:prstGeom>
            <a:solidFill>
              <a:srgbClr val="24A4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770825" y="4577587"/>
              <a:ext cx="612776" cy="369533"/>
            </a:xfrm>
            <a:prstGeom prst="rect">
              <a:avLst/>
            </a:prstGeom>
            <a:solidFill>
              <a:srgbClr val="29A98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932495" y="4577587"/>
              <a:ext cx="612776" cy="369533"/>
            </a:xfrm>
            <a:prstGeom prst="rect">
              <a:avLst/>
            </a:prstGeom>
            <a:solidFill>
              <a:srgbClr val="2A97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834708" y="4577587"/>
              <a:ext cx="612776" cy="369533"/>
            </a:xfrm>
            <a:prstGeom prst="rect">
              <a:avLst/>
            </a:prstGeom>
            <a:solidFill>
              <a:srgbClr val="97D64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834708" y="4208053"/>
              <a:ext cx="612776" cy="369533"/>
            </a:xfrm>
            <a:prstGeom prst="rect">
              <a:avLst/>
            </a:prstGeom>
            <a:solidFill>
              <a:srgbClr val="71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932495" y="4208053"/>
              <a:ext cx="612776" cy="369533"/>
            </a:xfrm>
            <a:prstGeom prst="rect">
              <a:avLst/>
            </a:prstGeom>
            <a:solidFill>
              <a:srgbClr val="3669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6221931" y="4208053"/>
              <a:ext cx="612776" cy="369533"/>
            </a:xfrm>
            <a:prstGeom prst="rect">
              <a:avLst/>
            </a:prstGeom>
            <a:solidFill>
              <a:srgbClr val="4145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545272" y="4208053"/>
              <a:ext cx="612776" cy="369533"/>
            </a:xfrm>
            <a:prstGeom prst="rect">
              <a:avLst/>
            </a:prstGeom>
            <a:solidFill>
              <a:srgbClr val="289B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4996378" y="4208053"/>
              <a:ext cx="612776" cy="369533"/>
            </a:xfrm>
            <a:prstGeom prst="rect">
              <a:avLst/>
            </a:prstGeom>
            <a:solidFill>
              <a:srgbClr val="2C8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383602" y="4208053"/>
              <a:ext cx="612776" cy="369533"/>
            </a:xfrm>
            <a:prstGeom prst="rect">
              <a:avLst/>
            </a:prstGeom>
            <a:solidFill>
              <a:srgbClr val="68C56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3158048" y="4208053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5609155" y="4208053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319719" y="4208053"/>
              <a:ext cx="612776" cy="369533"/>
            </a:xfrm>
            <a:prstGeom prst="rect">
              <a:avLst/>
            </a:prstGeom>
            <a:solidFill>
              <a:srgbClr val="2C8B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3770825" y="4208053"/>
              <a:ext cx="612776" cy="369533"/>
            </a:xfrm>
            <a:prstGeom prst="rect">
              <a:avLst/>
            </a:prstGeom>
            <a:solidFill>
              <a:srgbClr val="4147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996378" y="3099451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1932495" y="3099451"/>
              <a:ext cx="612776" cy="369533"/>
            </a:xfrm>
            <a:prstGeom prst="rect">
              <a:avLst/>
            </a:prstGeom>
            <a:solidFill>
              <a:srgbClr val="23A88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609155" y="3099451"/>
              <a:ext cx="612776" cy="369533"/>
            </a:xfrm>
            <a:prstGeom prst="rect">
              <a:avLst/>
            </a:prstGeom>
            <a:solidFill>
              <a:srgbClr val="289C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3158048" y="3099451"/>
              <a:ext cx="612776" cy="369533"/>
            </a:xfrm>
            <a:prstGeom prst="rect">
              <a:avLst/>
            </a:prstGeom>
            <a:solidFill>
              <a:srgbClr val="2C8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383602" y="3099451"/>
              <a:ext cx="612776" cy="369533"/>
            </a:xfrm>
            <a:prstGeom prst="rect">
              <a:avLst/>
            </a:prstGeom>
            <a:solidFill>
              <a:srgbClr val="5DBE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6221931" y="3099451"/>
              <a:ext cx="612776" cy="369533"/>
            </a:xfrm>
            <a:prstGeom prst="rect">
              <a:avLst/>
            </a:prstGeom>
            <a:solidFill>
              <a:srgbClr val="2C87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545272" y="3099451"/>
              <a:ext cx="612776" cy="369533"/>
            </a:xfrm>
            <a:prstGeom prst="rect">
              <a:avLst/>
            </a:prstGeom>
            <a:solidFill>
              <a:srgbClr val="32AC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1319719" y="3099451"/>
              <a:ext cx="612776" cy="369533"/>
            </a:xfrm>
            <a:prstGeom prst="rect">
              <a:avLst/>
            </a:prstGeom>
            <a:solidFill>
              <a:srgbClr val="26A1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6834708" y="3099451"/>
              <a:ext cx="612776" cy="369533"/>
            </a:xfrm>
            <a:prstGeom prst="rect">
              <a:avLst/>
            </a:prstGeom>
            <a:solidFill>
              <a:srgbClr val="51B8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3770825" y="3099451"/>
              <a:ext cx="612776" cy="369533"/>
            </a:xfrm>
            <a:prstGeom prst="rect">
              <a:avLst/>
            </a:prstGeom>
            <a:solidFill>
              <a:srgbClr val="2C85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6221931" y="2729917"/>
              <a:ext cx="612776" cy="369533"/>
            </a:xfrm>
            <a:prstGeom prst="rect">
              <a:avLst/>
            </a:prstGeom>
            <a:solidFill>
              <a:srgbClr val="45B27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383602" y="2729917"/>
              <a:ext cx="612776" cy="369533"/>
            </a:xfrm>
            <a:prstGeom prst="rect">
              <a:avLst/>
            </a:prstGeom>
            <a:solidFill>
              <a:srgbClr val="B7DB4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3158048" y="2729917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545272" y="2729917"/>
              <a:ext cx="612776" cy="369533"/>
            </a:xfrm>
            <a:prstGeom prst="rect">
              <a:avLst/>
            </a:prstGeom>
            <a:solidFill>
              <a:srgbClr val="27A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1932495" y="2729917"/>
              <a:ext cx="612776" cy="369533"/>
            </a:xfrm>
            <a:prstGeom prst="rect">
              <a:avLst/>
            </a:prstGeom>
            <a:solidFill>
              <a:srgbClr val="64C26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834708" y="2729917"/>
              <a:ext cx="612776" cy="369533"/>
            </a:xfrm>
            <a:prstGeom prst="rect">
              <a:avLst/>
            </a:prstGeom>
            <a:solidFill>
              <a:srgbClr val="B7DB4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1319719" y="2729917"/>
              <a:ext cx="612776" cy="369533"/>
            </a:xfrm>
            <a:prstGeom prst="rect">
              <a:avLst/>
            </a:prstGeom>
            <a:solidFill>
              <a:srgbClr val="4CB5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996378" y="2729917"/>
              <a:ext cx="612776" cy="369533"/>
            </a:xfrm>
            <a:prstGeom prst="rect">
              <a:avLst/>
            </a:prstGeom>
            <a:solidFill>
              <a:srgbClr val="289C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3770825" y="2729917"/>
              <a:ext cx="612776" cy="369533"/>
            </a:xfrm>
            <a:prstGeom prst="rect">
              <a:avLst/>
            </a:prstGeom>
            <a:solidFill>
              <a:srgbClr val="42B17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609155" y="2729917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221931" y="1990849"/>
              <a:ext cx="612776" cy="369533"/>
            </a:xfrm>
            <a:prstGeom prst="rect">
              <a:avLst/>
            </a:prstGeom>
            <a:solidFill>
              <a:srgbClr val="65C36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4383602" y="1990849"/>
              <a:ext cx="612776" cy="369533"/>
            </a:xfrm>
            <a:prstGeom prst="rect">
              <a:avLst/>
            </a:prstGeom>
            <a:solidFill>
              <a:srgbClr val="4532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609155" y="1990849"/>
              <a:ext cx="612776" cy="369533"/>
            </a:xfrm>
            <a:prstGeom prst="rect">
              <a:avLst/>
            </a:prstGeom>
            <a:solidFill>
              <a:srgbClr val="B7DB4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4996378" y="1990849"/>
              <a:ext cx="612776" cy="369533"/>
            </a:xfrm>
            <a:prstGeom prst="rect">
              <a:avLst/>
            </a:prstGeom>
            <a:solidFill>
              <a:srgbClr val="51B8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1319719" y="1990849"/>
              <a:ext cx="612776" cy="369533"/>
            </a:xfrm>
            <a:prstGeom prst="rect">
              <a:avLst/>
            </a:prstGeom>
            <a:solidFill>
              <a:srgbClr val="AFDA4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932495" y="1990849"/>
              <a:ext cx="612776" cy="369533"/>
            </a:xfrm>
            <a:prstGeom prst="rect">
              <a:avLst/>
            </a:prstGeom>
            <a:solidFill>
              <a:srgbClr val="A8D94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158048" y="1990849"/>
              <a:ext cx="612776" cy="369533"/>
            </a:xfrm>
            <a:prstGeom prst="rect">
              <a:avLst/>
            </a:prstGeom>
            <a:solidFill>
              <a:srgbClr val="71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545272" y="1990849"/>
              <a:ext cx="612776" cy="369533"/>
            </a:xfrm>
            <a:prstGeom prst="rect">
              <a:avLst/>
            </a:prstGeom>
            <a:solidFill>
              <a:srgbClr val="97D64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3770825" y="1990849"/>
              <a:ext cx="612776" cy="369533"/>
            </a:xfrm>
            <a:prstGeom prst="rect">
              <a:avLst/>
            </a:prstGeom>
            <a:solidFill>
              <a:srgbClr val="66C36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834708" y="1990849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258441" y="1953896"/>
              <a:ext cx="0" cy="3769246"/>
            </a:xfrm>
            <a:custGeom>
              <a:avLst/>
              <a:pathLst>
                <a:path w="0" h="3769246">
                  <a:moveTo>
                    <a:pt x="0" y="376924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>
              <a:off x="823284" y="5461371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829319" y="5091837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35629" y="4722303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16975" y="4352769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11179" y="3983235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92708" y="3613701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04722" y="3244167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98413" y="2874633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23798" y="2505099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05327" y="2135565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117" name="pl117"/>
            <p:cNvSpPr/>
            <p:nvPr/>
          </p:nvSpPr>
          <p:spPr>
            <a:xfrm>
              <a:off x="1223647" y="55014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223647" y="51318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223647" y="47623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1223647" y="43928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1223647" y="40232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1223647" y="36537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1223647" y="32842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1223647" y="29146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1223647" y="25451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1223647" y="21756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1258441" y="5723142"/>
              <a:ext cx="6250320" cy="0"/>
            </a:xfrm>
            <a:custGeom>
              <a:avLst/>
              <a:pathLst>
                <a:path w="6250320" h="0">
                  <a:moveTo>
                    <a:pt x="0" y="0"/>
                  </a:moveTo>
                  <a:lnTo>
                    <a:pt x="62503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162610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23888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166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46443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07721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68999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30276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91554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6528319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714109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8"/>
            <p:cNvSpPr/>
            <p:nvPr/>
          </p:nvSpPr>
          <p:spPr>
            <a:xfrm>
              <a:off x="1439844" y="5785772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055638" y="5785772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671569" y="5785772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3275019" y="5785772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834897" y="5785772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438438" y="5785772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107222" y="5785772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716844" y="5785772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92313" y="5785772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895854" y="5785772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148" name="rc148"/>
            <p:cNvSpPr/>
            <p:nvPr/>
          </p:nvSpPr>
          <p:spPr>
            <a:xfrm>
              <a:off x="7647940" y="1953896"/>
              <a:ext cx="969270" cy="16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tx149"/>
            <p:cNvSpPr/>
            <p:nvPr/>
          </p:nvSpPr>
          <p:spPr>
            <a:xfrm>
              <a:off x="7717529" y="2043144"/>
              <a:ext cx="830092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7717529" y="2235168"/>
              <a:ext cx="69156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</a:t>
              </a:r>
            </a:p>
          </p:txBody>
        </p:sp>
        <p:pic>
          <p:nvPicPr>
            <p:cNvPr id="151" name="pic1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29" y="2451976"/>
              <a:ext cx="219455" cy="1097280"/>
            </a:xfrm>
            <a:prstGeom prst="rect">
              <a:avLst/>
            </a:prstGeom>
          </p:spPr>
        </p:pic>
        <p:sp>
          <p:nvSpPr>
            <p:cNvPr id="152" name="pl152"/>
            <p:cNvSpPr/>
            <p:nvPr/>
          </p:nvSpPr>
          <p:spPr>
            <a:xfrm>
              <a:off x="7893094" y="354742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893094" y="323496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893094" y="292250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7893094" y="261003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7717529" y="354742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7717529" y="323496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7717529" y="292250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7717529" y="261003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tx160"/>
            <p:cNvSpPr/>
            <p:nvPr/>
          </p:nvSpPr>
          <p:spPr>
            <a:xfrm>
              <a:off x="8006574" y="350737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8006574" y="31949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8006574" y="288244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8006574" y="25699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1258441" y="1669789"/>
              <a:ext cx="3913174" cy="163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between Sites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58441" y="1953896"/>
              <a:ext cx="6250320" cy="3769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542547" y="2919191"/>
              <a:ext cx="2841054" cy="459664"/>
            </a:xfrm>
            <a:prstGeom prst="rect">
              <a:avLst/>
            </a:prstGeom>
            <a:solidFill>
              <a:srgbClr val="B0DA4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542547" y="2459526"/>
              <a:ext cx="2841054" cy="459664"/>
            </a:xfrm>
            <a:prstGeom prst="rect">
              <a:avLst/>
            </a:prstGeom>
            <a:solidFill>
              <a:srgbClr val="24A5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542547" y="5217512"/>
              <a:ext cx="2841054" cy="459664"/>
            </a:xfrm>
            <a:prstGeom prst="rect">
              <a:avLst/>
            </a:prstGeom>
            <a:solidFill>
              <a:srgbClr val="52B8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542547" y="3378855"/>
              <a:ext cx="2841054" cy="459664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542547" y="4298183"/>
              <a:ext cx="2841054" cy="459664"/>
            </a:xfrm>
            <a:prstGeom prst="rect">
              <a:avLst/>
            </a:prstGeom>
            <a:solidFill>
              <a:srgbClr val="69C56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542547" y="1999862"/>
              <a:ext cx="2841054" cy="459664"/>
            </a:xfrm>
            <a:prstGeom prst="rect">
              <a:avLst/>
            </a:prstGeom>
            <a:solidFill>
              <a:srgbClr val="90D54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542547" y="4757847"/>
              <a:ext cx="2841054" cy="459664"/>
            </a:xfrm>
            <a:prstGeom prst="rect">
              <a:avLst/>
            </a:prstGeom>
            <a:solidFill>
              <a:srgbClr val="2B8E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542547" y="3838519"/>
              <a:ext cx="2841054" cy="459664"/>
            </a:xfrm>
            <a:prstGeom prst="rect">
              <a:avLst/>
            </a:prstGeom>
            <a:solidFill>
              <a:srgbClr val="3E54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383602" y="2919191"/>
              <a:ext cx="2841054" cy="459664"/>
            </a:xfrm>
            <a:prstGeom prst="rect">
              <a:avLst/>
            </a:prstGeom>
            <a:solidFill>
              <a:srgbClr val="433D8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383602" y="1999862"/>
              <a:ext cx="2841054" cy="459664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83602" y="2459526"/>
              <a:ext cx="2841054" cy="459664"/>
            </a:xfrm>
            <a:prstGeom prst="rect">
              <a:avLst/>
            </a:prstGeom>
            <a:solidFill>
              <a:srgbClr val="A9D94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383602" y="5217512"/>
              <a:ext cx="2841054" cy="459664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383602" y="4757847"/>
              <a:ext cx="2841054" cy="459664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383602" y="3838519"/>
              <a:ext cx="2841054" cy="459664"/>
            </a:xfrm>
            <a:prstGeom prst="rect">
              <a:avLst/>
            </a:prstGeom>
            <a:solidFill>
              <a:srgbClr val="F1E52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383602" y="4298183"/>
              <a:ext cx="2841054" cy="459664"/>
            </a:xfrm>
            <a:prstGeom prst="rect">
              <a:avLst/>
            </a:pr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383602" y="3378855"/>
              <a:ext cx="2841054" cy="459664"/>
            </a:xfrm>
            <a:prstGeom prst="rect">
              <a:avLst/>
            </a:prstGeom>
            <a:solidFill>
              <a:srgbClr val="D6E13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58441" y="1953896"/>
              <a:ext cx="0" cy="3769246"/>
            </a:xfrm>
            <a:custGeom>
              <a:avLst/>
              <a:pathLst>
                <a:path w="0" h="3769246">
                  <a:moveTo>
                    <a:pt x="0" y="376924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823284" y="5407293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29319" y="4947629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835629" y="4487965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816975" y="4028300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1179" y="3568636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108972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04722" y="2649308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98413" y="2189644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1223647" y="54473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23647" y="49876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23647" y="452801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23647" y="40683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23647" y="36086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223647" y="31490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23647" y="26893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23647" y="22296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58441" y="5723142"/>
              <a:ext cx="6250320" cy="0"/>
            </a:xfrm>
            <a:custGeom>
              <a:avLst/>
              <a:pathLst>
                <a:path w="6250320" h="0">
                  <a:moveTo>
                    <a:pt x="0" y="0"/>
                  </a:moveTo>
                  <a:lnTo>
                    <a:pt x="62503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96307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804129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2727067" y="5785772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558887" y="5785772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7647940" y="1953896"/>
              <a:ext cx="969270" cy="16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7717529" y="2043144"/>
              <a:ext cx="830092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717529" y="2235168"/>
              <a:ext cx="69156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</a:t>
              </a:r>
            </a:p>
          </p:txBody>
        </p:sp>
        <p:pic>
          <p:nvPicPr>
            <p:cNvPr id="47" name="pic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29" y="2451976"/>
              <a:ext cx="219455" cy="1097280"/>
            </a:xfrm>
            <a:prstGeom prst="rect">
              <a:avLst/>
            </a:prstGeom>
          </p:spPr>
        </p:pic>
        <p:sp>
          <p:nvSpPr>
            <p:cNvPr id="48" name="pl48"/>
            <p:cNvSpPr/>
            <p:nvPr/>
          </p:nvSpPr>
          <p:spPr>
            <a:xfrm>
              <a:off x="7893094" y="354742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893094" y="334858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893094" y="314974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893094" y="295090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893094" y="275206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893094" y="255322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717529" y="354742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717529" y="334858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717529" y="314974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717529" y="295090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717529" y="275206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717529" y="255322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8006574" y="350737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006574" y="330853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006574" y="310969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006574" y="291085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006574" y="271201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006574" y="251317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258441" y="1669789"/>
              <a:ext cx="3913174" cy="163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between Sites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58441" y="1953896"/>
              <a:ext cx="6250320" cy="3769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383602" y="2360383"/>
              <a:ext cx="612776" cy="369533"/>
            </a:xfrm>
            <a:prstGeom prst="rect">
              <a:avLst/>
            </a:prstGeom>
            <a:solidFill>
              <a:srgbClr val="4144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996378" y="2360383"/>
              <a:ext cx="612776" cy="369533"/>
            </a:xfrm>
            <a:prstGeom prst="rect">
              <a:avLst/>
            </a:prstGeom>
            <a:solidFill>
              <a:srgbClr val="2F73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1931" y="2360383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319719" y="2360383"/>
              <a:ext cx="612776" cy="369533"/>
            </a:xfrm>
            <a:prstGeom prst="rect">
              <a:avLst/>
            </a:prstGeom>
            <a:solidFill>
              <a:srgbClr val="46B3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770825" y="2360383"/>
              <a:ext cx="612776" cy="369533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545272" y="2360383"/>
              <a:ext cx="612776" cy="369533"/>
            </a:xfrm>
            <a:prstGeom prst="rect">
              <a:avLst/>
            </a:prstGeom>
            <a:solidFill>
              <a:srgbClr val="69C56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609155" y="2360383"/>
              <a:ext cx="612776" cy="369533"/>
            </a:xfrm>
            <a:prstGeom prst="rect">
              <a:avLst/>
            </a:prstGeom>
            <a:solidFill>
              <a:srgbClr val="6BC6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932495" y="2360383"/>
              <a:ext cx="612776" cy="369533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158048" y="2360383"/>
              <a:ext cx="612776" cy="369533"/>
            </a:xfrm>
            <a:prstGeom prst="rect">
              <a:avLst/>
            </a:prstGeom>
            <a:solidFill>
              <a:srgbClr val="4625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834708" y="2360383"/>
              <a:ext cx="612776" cy="369533"/>
            </a:xfrm>
            <a:prstGeom prst="rect">
              <a:avLst/>
            </a:prstGeom>
            <a:solidFill>
              <a:srgbClr val="404A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158048" y="3838519"/>
              <a:ext cx="612776" cy="369533"/>
            </a:xfrm>
            <a:prstGeom prst="rect">
              <a:avLst/>
            </a:prstGeom>
            <a:solidFill>
              <a:srgbClr val="452C7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319719" y="3838519"/>
              <a:ext cx="612776" cy="369533"/>
            </a:xfrm>
            <a:prstGeom prst="rect">
              <a:avLst/>
            </a:prstGeom>
            <a:solidFill>
              <a:srgbClr val="52B8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770825" y="3838519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996378" y="3838519"/>
              <a:ext cx="612776" cy="369533"/>
            </a:xfrm>
            <a:prstGeom prst="rect">
              <a:avLst/>
            </a:prstGeom>
            <a:solidFill>
              <a:srgbClr val="3170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834708" y="3838519"/>
              <a:ext cx="612776" cy="369533"/>
            </a:xfrm>
            <a:prstGeom prst="rect">
              <a:avLst/>
            </a:prstGeom>
            <a:solidFill>
              <a:srgbClr val="404E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609155" y="3838519"/>
              <a:ext cx="612776" cy="369533"/>
            </a:xfrm>
            <a:prstGeom prst="rect">
              <a:avLst/>
            </a:prstGeom>
            <a:solidFill>
              <a:srgbClr val="69C56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545272" y="3838519"/>
              <a:ext cx="612776" cy="369533"/>
            </a:xfrm>
            <a:prstGeom prst="rect">
              <a:avLst/>
            </a:prstGeom>
            <a:solidFill>
              <a:srgbClr val="72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6221931" y="3838519"/>
              <a:ext cx="612776" cy="369533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932495" y="3838519"/>
              <a:ext cx="612776" cy="369533"/>
            </a:xfrm>
            <a:prstGeom prst="rect">
              <a:avLst/>
            </a:prstGeom>
            <a:solidFill>
              <a:srgbClr val="2C8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383602" y="3838519"/>
              <a:ext cx="612776" cy="369533"/>
            </a:xfrm>
            <a:prstGeom prst="rect">
              <a:avLst/>
            </a:prstGeom>
            <a:solidFill>
              <a:srgbClr val="4147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834708" y="3468985"/>
              <a:ext cx="612776" cy="369533"/>
            </a:xfrm>
            <a:prstGeom prst="rect">
              <a:avLst/>
            </a:prstGeom>
            <a:solidFill>
              <a:srgbClr val="4515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996378" y="3468985"/>
              <a:ext cx="612776" cy="369533"/>
            </a:xfrm>
            <a:prstGeom prst="rect">
              <a:avLst/>
            </a:prstGeom>
            <a:solidFill>
              <a:srgbClr val="3B5D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319719" y="3468985"/>
              <a:ext cx="612776" cy="369533"/>
            </a:xfrm>
            <a:prstGeom prst="rect">
              <a:avLst/>
            </a:prstGeom>
            <a:solidFill>
              <a:srgbClr val="279F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545272" y="3468985"/>
              <a:ext cx="612776" cy="369533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221931" y="3468985"/>
              <a:ext cx="612776" cy="369533"/>
            </a:xfrm>
            <a:prstGeom prst="rect">
              <a:avLst/>
            </a:prstGeom>
            <a:solidFill>
              <a:srgbClr val="4144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609155" y="3468985"/>
              <a:ext cx="612776" cy="369533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158048" y="3468985"/>
              <a:ext cx="612776" cy="369533"/>
            </a:xfrm>
            <a:prstGeom prst="rect">
              <a:avLst/>
            </a:prstGeom>
            <a:solidFill>
              <a:srgbClr val="452B6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770825" y="3468985"/>
              <a:ext cx="612776" cy="369533"/>
            </a:xfrm>
            <a:prstGeom prst="rect">
              <a:avLst/>
            </a:prstGeom>
            <a:solidFill>
              <a:srgbClr val="4147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383602" y="3468985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932495" y="3468985"/>
              <a:ext cx="612776" cy="369533"/>
            </a:xfrm>
            <a:prstGeom prst="rect">
              <a:avLst/>
            </a:prstGeom>
            <a:solidFill>
              <a:srgbClr val="2C87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834708" y="5316655"/>
              <a:ext cx="612776" cy="369533"/>
            </a:xfrm>
            <a:prstGeom prst="rect">
              <a:avLst/>
            </a:prstGeom>
            <a:solidFill>
              <a:srgbClr val="2999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158048" y="5316655"/>
              <a:ext cx="612776" cy="369533"/>
            </a:xfrm>
            <a:prstGeom prst="rect">
              <a:avLst/>
            </a:prstGeom>
            <a:solidFill>
              <a:srgbClr val="26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319719" y="5316655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770825" y="5316655"/>
              <a:ext cx="612776" cy="369533"/>
            </a:xfrm>
            <a:prstGeom prst="rect">
              <a:avLst/>
            </a:prstGeom>
            <a:solidFill>
              <a:srgbClr val="52B87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932495" y="5316655"/>
              <a:ext cx="612776" cy="369533"/>
            </a:xfrm>
            <a:prstGeom prst="rect">
              <a:avLst/>
            </a:prstGeom>
            <a:solidFill>
              <a:srgbClr val="2C8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383602" y="5316655"/>
              <a:ext cx="612776" cy="369533"/>
            </a:xfrm>
            <a:prstGeom prst="rect">
              <a:avLst/>
            </a:prstGeom>
            <a:solidFill>
              <a:srgbClr val="279F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996378" y="5316655"/>
              <a:ext cx="612776" cy="369533"/>
            </a:xfrm>
            <a:prstGeom prst="rect">
              <a:avLst/>
            </a:prstGeom>
            <a:solidFill>
              <a:srgbClr val="2A94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5609155" y="5316655"/>
              <a:ext cx="612776" cy="369533"/>
            </a:xfrm>
            <a:prstGeom prst="rect">
              <a:avLst/>
            </a:prstGeom>
            <a:solidFill>
              <a:srgbClr val="89D34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6221931" y="5316655"/>
              <a:ext cx="612776" cy="369533"/>
            </a:xfrm>
            <a:prstGeom prst="rect">
              <a:avLst/>
            </a:prstGeom>
            <a:solidFill>
              <a:srgbClr val="46B3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545272" y="5316655"/>
              <a:ext cx="612776" cy="369533"/>
            </a:xfrm>
            <a:prstGeom prst="rect">
              <a:avLst/>
            </a:prstGeom>
            <a:solidFill>
              <a:srgbClr val="2B7B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319719" y="4947121"/>
              <a:ext cx="612776" cy="369533"/>
            </a:xfrm>
            <a:prstGeom prst="rect">
              <a:avLst/>
            </a:prstGeom>
            <a:solidFill>
              <a:srgbClr val="2C84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932495" y="4947121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996378" y="4947121"/>
              <a:ext cx="612776" cy="369533"/>
            </a:xfrm>
            <a:prstGeom prst="rect">
              <a:avLst/>
            </a:prstGeom>
            <a:solidFill>
              <a:srgbClr val="2998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609155" y="4947121"/>
              <a:ext cx="612776" cy="369533"/>
            </a:xfrm>
            <a:prstGeom prst="rect">
              <a:avLst/>
            </a:prstGeom>
            <a:solidFill>
              <a:srgbClr val="C4DE3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158048" y="4947121"/>
              <a:ext cx="612776" cy="369533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383602" y="4947121"/>
              <a:ext cx="612776" cy="369533"/>
            </a:xfrm>
            <a:prstGeom prst="rect">
              <a:avLst/>
            </a:prstGeom>
            <a:solidFill>
              <a:srgbClr val="2C87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834708" y="4947121"/>
              <a:ext cx="612776" cy="369533"/>
            </a:xfrm>
            <a:prstGeom prst="rect">
              <a:avLst/>
            </a:prstGeom>
            <a:solidFill>
              <a:srgbClr val="2C83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770825" y="4947121"/>
              <a:ext cx="612776" cy="369533"/>
            </a:xfrm>
            <a:prstGeom prst="rect">
              <a:avLst/>
            </a:prstGeom>
            <a:solidFill>
              <a:srgbClr val="2C86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545272" y="4947121"/>
              <a:ext cx="612776" cy="369533"/>
            </a:xfrm>
            <a:prstGeom prst="rect">
              <a:avLst/>
            </a:prstGeom>
            <a:solidFill>
              <a:srgbClr val="3EB07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221931" y="4947121"/>
              <a:ext cx="612776" cy="369533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996378" y="4577587"/>
              <a:ext cx="612776" cy="369533"/>
            </a:xfrm>
            <a:prstGeom prst="rect">
              <a:avLst/>
            </a:prstGeom>
            <a:solidFill>
              <a:srgbClr val="41B17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545272" y="4577587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319719" y="4577587"/>
              <a:ext cx="612776" cy="369533"/>
            </a:xfrm>
            <a:prstGeom prst="rect">
              <a:avLst/>
            </a:prstGeom>
            <a:solidFill>
              <a:srgbClr val="2B7B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158048" y="4577587"/>
              <a:ext cx="612776" cy="369533"/>
            </a:xfrm>
            <a:prstGeom prst="rect">
              <a:avLst/>
            </a:prstGeom>
            <a:solidFill>
              <a:srgbClr val="4BB5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5609155" y="4577587"/>
              <a:ext cx="612776" cy="369533"/>
            </a:xfrm>
            <a:prstGeom prst="rect">
              <a:avLst/>
            </a:prstGeom>
            <a:solidFill>
              <a:srgbClr val="3FB07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4383602" y="4577587"/>
              <a:ext cx="612776" cy="369533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221931" y="4577587"/>
              <a:ext cx="612776" cy="369533"/>
            </a:xfrm>
            <a:prstGeom prst="rect">
              <a:avLst/>
            </a:prstGeom>
            <a:solidFill>
              <a:srgbClr val="69C56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770825" y="4577587"/>
              <a:ext cx="612776" cy="369533"/>
            </a:xfrm>
            <a:prstGeom prst="rect">
              <a:avLst/>
            </a:prstGeom>
            <a:solidFill>
              <a:srgbClr val="72CB5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932495" y="4577587"/>
              <a:ext cx="612776" cy="369533"/>
            </a:xfrm>
            <a:prstGeom prst="rect">
              <a:avLst/>
            </a:prstGeom>
            <a:solidFill>
              <a:srgbClr val="3EB07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834708" y="4577587"/>
              <a:ext cx="612776" cy="369533"/>
            </a:xfrm>
            <a:prstGeom prst="rect">
              <a:avLst/>
            </a:prstGeom>
            <a:solidFill>
              <a:srgbClr val="289C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834708" y="4208053"/>
              <a:ext cx="612776" cy="369533"/>
            </a:xfrm>
            <a:prstGeom prst="rect">
              <a:avLst/>
            </a:prstGeom>
            <a:solidFill>
              <a:srgbClr val="4532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932495" y="4208053"/>
              <a:ext cx="612776" cy="369533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6221931" y="4208053"/>
              <a:ext cx="612776" cy="369533"/>
            </a:xfrm>
            <a:prstGeom prst="rect">
              <a:avLst/>
            </a:prstGeom>
            <a:solidFill>
              <a:srgbClr val="4625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545272" y="4208053"/>
              <a:ext cx="612776" cy="369533"/>
            </a:xfrm>
            <a:prstGeom prst="rect">
              <a:avLst/>
            </a:prstGeom>
            <a:solidFill>
              <a:srgbClr val="4BB5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4996378" y="4208053"/>
              <a:ext cx="612776" cy="369533"/>
            </a:xfrm>
            <a:prstGeom prst="rect">
              <a:avLst/>
            </a:prstGeom>
            <a:solidFill>
              <a:srgbClr val="3768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383602" y="4208053"/>
              <a:ext cx="612776" cy="369533"/>
            </a:xfrm>
            <a:prstGeom prst="rect">
              <a:avLst/>
            </a:prstGeom>
            <a:solidFill>
              <a:srgbClr val="452B6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3158048" y="4208053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5609155" y="4208053"/>
              <a:ext cx="612776" cy="369533"/>
            </a:xfrm>
            <a:prstGeom prst="rect">
              <a:avLst/>
            </a:prstGeom>
            <a:solidFill>
              <a:srgbClr val="50B7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319719" y="4208053"/>
              <a:ext cx="612776" cy="369533"/>
            </a:xfrm>
            <a:prstGeom prst="rect">
              <a:avLst/>
            </a:prstGeom>
            <a:solidFill>
              <a:srgbClr val="26A9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3770825" y="4208053"/>
              <a:ext cx="612776" cy="369533"/>
            </a:xfrm>
            <a:prstGeom prst="rect">
              <a:avLst/>
            </a:prstGeom>
            <a:solidFill>
              <a:srgbClr val="452C7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996378" y="3099451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1932495" y="3099451"/>
              <a:ext cx="612776" cy="369533"/>
            </a:xfrm>
            <a:prstGeom prst="rect">
              <a:avLst/>
            </a:prstGeom>
            <a:solidFill>
              <a:srgbClr val="2998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609155" y="3099451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3158048" y="3099451"/>
              <a:ext cx="612776" cy="369533"/>
            </a:xfrm>
            <a:prstGeom prst="rect">
              <a:avLst/>
            </a:prstGeom>
            <a:solidFill>
              <a:srgbClr val="3768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383602" y="3099451"/>
              <a:ext cx="612776" cy="369533"/>
            </a:xfrm>
            <a:prstGeom prst="rect">
              <a:avLst/>
            </a:prstGeom>
            <a:solidFill>
              <a:srgbClr val="3B5D8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6221931" y="3099451"/>
              <a:ext cx="612776" cy="369533"/>
            </a:xfrm>
            <a:prstGeom prst="rect">
              <a:avLst/>
            </a:prstGeom>
            <a:solidFill>
              <a:srgbClr val="2F73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545272" y="3099451"/>
              <a:ext cx="612776" cy="369533"/>
            </a:xfrm>
            <a:prstGeom prst="rect">
              <a:avLst/>
            </a:prstGeom>
            <a:solidFill>
              <a:srgbClr val="41B17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1319719" y="3099451"/>
              <a:ext cx="612776" cy="369533"/>
            </a:xfrm>
            <a:prstGeom prst="rect">
              <a:avLst/>
            </a:prstGeom>
            <a:solidFill>
              <a:srgbClr val="2A94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6834708" y="3099451"/>
              <a:ext cx="612776" cy="369533"/>
            </a:xfrm>
            <a:prstGeom prst="rect">
              <a:avLst/>
            </a:prstGeom>
            <a:solidFill>
              <a:srgbClr val="3D59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3770825" y="3099451"/>
              <a:ext cx="612776" cy="369533"/>
            </a:xfrm>
            <a:prstGeom prst="rect">
              <a:avLst/>
            </a:prstGeom>
            <a:solidFill>
              <a:srgbClr val="3170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6221931" y="2729917"/>
              <a:ext cx="612776" cy="369533"/>
            </a:xfrm>
            <a:prstGeom prst="rect">
              <a:avLst/>
            </a:prstGeom>
            <a:solidFill>
              <a:srgbClr val="6BC6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383602" y="2729917"/>
              <a:ext cx="612776" cy="369533"/>
            </a:xfrm>
            <a:prstGeom prst="rect">
              <a:avLst/>
            </a:prstGeom>
            <a:solidFill>
              <a:srgbClr val="25A38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3158048" y="2729917"/>
              <a:ext cx="612776" cy="369533"/>
            </a:xfrm>
            <a:prstGeom prst="rect">
              <a:avLst/>
            </a:prstGeom>
            <a:solidFill>
              <a:srgbClr val="50B7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545272" y="2729917"/>
              <a:ext cx="612776" cy="369533"/>
            </a:xfrm>
            <a:prstGeom prst="rect">
              <a:avLst/>
            </a:prstGeom>
            <a:solidFill>
              <a:srgbClr val="3FB07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1932495" y="2729917"/>
              <a:ext cx="612776" cy="369533"/>
            </a:xfrm>
            <a:prstGeom prst="rect">
              <a:avLst/>
            </a:prstGeom>
            <a:solidFill>
              <a:srgbClr val="C4DE3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834708" y="2729917"/>
              <a:ext cx="612776" cy="369533"/>
            </a:xfrm>
            <a:prstGeom prst="rect">
              <a:avLst/>
            </a:prstGeom>
            <a:solidFill>
              <a:srgbClr val="279E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1319719" y="2729917"/>
              <a:ext cx="612776" cy="369533"/>
            </a:xfrm>
            <a:prstGeom prst="rect">
              <a:avLst/>
            </a:prstGeom>
            <a:solidFill>
              <a:srgbClr val="89D34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996378" y="2729917"/>
              <a:ext cx="612776" cy="369533"/>
            </a:xfrm>
            <a:prstGeom prst="rect">
              <a:avLst/>
            </a:prstGeom>
            <a:solidFill>
              <a:srgbClr val="299A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3770825" y="2729917"/>
              <a:ext cx="612776" cy="369533"/>
            </a:xfrm>
            <a:prstGeom prst="rect">
              <a:avLst/>
            </a:prstGeom>
            <a:solidFill>
              <a:srgbClr val="69C56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609155" y="2729917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221931" y="1990849"/>
              <a:ext cx="612776" cy="369533"/>
            </a:xfrm>
            <a:prstGeom prst="rect">
              <a:avLst/>
            </a:prstGeom>
            <a:solidFill>
              <a:srgbClr val="404A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4383602" y="1990849"/>
              <a:ext cx="612776" cy="369533"/>
            </a:xfrm>
            <a:prstGeom prst="rect">
              <a:avLst/>
            </a:prstGeom>
            <a:solidFill>
              <a:srgbClr val="4515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609155" y="1990849"/>
              <a:ext cx="612776" cy="369533"/>
            </a:xfrm>
            <a:prstGeom prst="rect">
              <a:avLst/>
            </a:prstGeom>
            <a:solidFill>
              <a:srgbClr val="279E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4996378" y="1990849"/>
              <a:ext cx="612776" cy="369533"/>
            </a:xfrm>
            <a:prstGeom prst="rect">
              <a:avLst/>
            </a:prstGeom>
            <a:solidFill>
              <a:srgbClr val="3D59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1319719" y="1990849"/>
              <a:ext cx="612776" cy="369533"/>
            </a:xfrm>
            <a:prstGeom prst="rect">
              <a:avLst/>
            </a:prstGeom>
            <a:solidFill>
              <a:srgbClr val="2999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1932495" y="1990849"/>
              <a:ext cx="612776" cy="369533"/>
            </a:xfrm>
            <a:prstGeom prst="rect">
              <a:avLst/>
            </a:prstGeom>
            <a:solidFill>
              <a:srgbClr val="2C83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158048" y="1990849"/>
              <a:ext cx="612776" cy="369533"/>
            </a:xfrm>
            <a:prstGeom prst="rect">
              <a:avLst/>
            </a:prstGeom>
            <a:solidFill>
              <a:srgbClr val="4532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545272" y="1990849"/>
              <a:ext cx="612776" cy="369533"/>
            </a:xfrm>
            <a:prstGeom prst="rect">
              <a:avLst/>
            </a:prstGeom>
            <a:solidFill>
              <a:srgbClr val="289C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3770825" y="1990849"/>
              <a:ext cx="612776" cy="369533"/>
            </a:xfrm>
            <a:prstGeom prst="rect">
              <a:avLst/>
            </a:prstGeom>
            <a:solidFill>
              <a:srgbClr val="404E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834708" y="1990849"/>
              <a:ext cx="612776" cy="369533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258441" y="1953896"/>
              <a:ext cx="0" cy="3769246"/>
            </a:xfrm>
            <a:custGeom>
              <a:avLst/>
              <a:pathLst>
                <a:path w="0" h="3769246">
                  <a:moveTo>
                    <a:pt x="0" y="376924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>
              <a:off x="823284" y="5461371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829319" y="5091837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35629" y="4722303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16975" y="4352769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11179" y="3983235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92708" y="3613701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04722" y="3244167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98413" y="2874633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23798" y="2505099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05327" y="2135565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117" name="pl117"/>
            <p:cNvSpPr/>
            <p:nvPr/>
          </p:nvSpPr>
          <p:spPr>
            <a:xfrm>
              <a:off x="1223647" y="55014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223647" y="51318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223647" y="47623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1223647" y="43928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1223647" y="40232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1223647" y="36537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1223647" y="32842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1223647" y="29146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1223647" y="25451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1223647" y="21756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1258441" y="5723142"/>
              <a:ext cx="6250320" cy="0"/>
            </a:xfrm>
            <a:custGeom>
              <a:avLst/>
              <a:pathLst>
                <a:path w="6250320" h="0">
                  <a:moveTo>
                    <a:pt x="0" y="0"/>
                  </a:moveTo>
                  <a:lnTo>
                    <a:pt x="62503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162610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23888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166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46443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07721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68999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30276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915543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6528319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7141096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8"/>
            <p:cNvSpPr/>
            <p:nvPr/>
          </p:nvSpPr>
          <p:spPr>
            <a:xfrm>
              <a:off x="1439844" y="5785772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055638" y="5785772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671569" y="5785772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3275019" y="5785772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834897" y="5785772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438438" y="5785772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107222" y="5785772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716844" y="5785772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92313" y="5785772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895854" y="5785772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148" name="rc148"/>
            <p:cNvSpPr/>
            <p:nvPr/>
          </p:nvSpPr>
          <p:spPr>
            <a:xfrm>
              <a:off x="7647940" y="1953896"/>
              <a:ext cx="969270" cy="16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tx149"/>
            <p:cNvSpPr/>
            <p:nvPr/>
          </p:nvSpPr>
          <p:spPr>
            <a:xfrm>
              <a:off x="7717529" y="2043144"/>
              <a:ext cx="830092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7717529" y="2235168"/>
              <a:ext cx="69156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</a:t>
              </a:r>
            </a:p>
          </p:txBody>
        </p:sp>
        <p:pic>
          <p:nvPicPr>
            <p:cNvPr id="151" name="pic1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29" y="2451976"/>
              <a:ext cx="219455" cy="1097280"/>
            </a:xfrm>
            <a:prstGeom prst="rect">
              <a:avLst/>
            </a:prstGeom>
          </p:spPr>
        </p:pic>
        <p:sp>
          <p:nvSpPr>
            <p:cNvPr id="152" name="pl152"/>
            <p:cNvSpPr/>
            <p:nvPr/>
          </p:nvSpPr>
          <p:spPr>
            <a:xfrm>
              <a:off x="7893094" y="354742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893094" y="334858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893094" y="314974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7893094" y="295090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7893094" y="275206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7893094" y="255322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7717529" y="354742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7717529" y="334858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7717529" y="314974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7717529" y="295090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7717529" y="275206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7717529" y="255322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tx164"/>
            <p:cNvSpPr/>
            <p:nvPr/>
          </p:nvSpPr>
          <p:spPr>
            <a:xfrm>
              <a:off x="8006574" y="350737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8006574" y="330853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8006574" y="310969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8006574" y="291085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8006574" y="271201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006574" y="251317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1258441" y="1669789"/>
              <a:ext cx="5348599" cy="163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(Abiotic Only) between Sites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58441" y="1953896"/>
              <a:ext cx="6250320" cy="376924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542547" y="2919191"/>
              <a:ext cx="2841054" cy="459664"/>
            </a:xfrm>
            <a:prstGeom prst="rect">
              <a:avLst/>
            </a:prstGeom>
            <a:solidFill>
              <a:srgbClr val="4144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542547" y="2459526"/>
              <a:ext cx="2841054" cy="459664"/>
            </a:xfrm>
            <a:prstGeom prst="rect">
              <a:avLst/>
            </a:prstGeom>
            <a:solidFill>
              <a:srgbClr val="2F73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542547" y="5217512"/>
              <a:ext cx="2841054" cy="459664"/>
            </a:xfrm>
            <a:prstGeom prst="rect">
              <a:avLst/>
            </a:prstGeom>
            <a:solidFill>
              <a:srgbClr val="46B37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542547" y="3378855"/>
              <a:ext cx="2841054" cy="459664"/>
            </a:xfrm>
            <a:prstGeom prst="rect">
              <a:avLst/>
            </a:prstGeom>
            <a:solidFill>
              <a:srgbClr val="4517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542547" y="4298183"/>
              <a:ext cx="2841054" cy="459664"/>
            </a:xfrm>
            <a:prstGeom prst="rect">
              <a:avLst/>
            </a:prstGeom>
            <a:solidFill>
              <a:srgbClr val="69C56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542547" y="1999862"/>
              <a:ext cx="2841054" cy="459664"/>
            </a:xfrm>
            <a:prstGeom prst="rect">
              <a:avLst/>
            </a:prstGeom>
            <a:solidFill>
              <a:srgbClr val="6BC66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542547" y="4757847"/>
              <a:ext cx="2841054" cy="459664"/>
            </a:xfrm>
            <a:prstGeom prst="rect">
              <a:avLst/>
            </a:prstGeom>
            <a:solidFill>
              <a:srgbClr val="2B7E8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542547" y="3838519"/>
              <a:ext cx="2841054" cy="459664"/>
            </a:xfrm>
            <a:prstGeom prst="rect">
              <a:avLst/>
            </a:prstGeom>
            <a:solidFill>
              <a:srgbClr val="46256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383602" y="2919191"/>
              <a:ext cx="2841054" cy="459664"/>
            </a:xfrm>
            <a:prstGeom prst="rect">
              <a:avLst/>
            </a:prstGeom>
            <a:solidFill>
              <a:srgbClr val="45155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383602" y="1999862"/>
              <a:ext cx="2841054" cy="459664"/>
            </a:xfrm>
            <a:prstGeom prst="rect">
              <a:avLst/>
            </a:prstGeom>
            <a:solidFill>
              <a:srgbClr val="279E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83602" y="2459526"/>
              <a:ext cx="2841054" cy="459664"/>
            </a:xfrm>
            <a:prstGeom prst="rect">
              <a:avLst/>
            </a:prstGeom>
            <a:solidFill>
              <a:srgbClr val="3D598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383602" y="5217512"/>
              <a:ext cx="2841054" cy="459664"/>
            </a:xfrm>
            <a:prstGeom prst="rect">
              <a:avLst/>
            </a:prstGeom>
            <a:solidFill>
              <a:srgbClr val="2999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383602" y="4757847"/>
              <a:ext cx="2841054" cy="459664"/>
            </a:xfrm>
            <a:prstGeom prst="rect">
              <a:avLst/>
            </a:prstGeom>
            <a:solidFill>
              <a:srgbClr val="2C838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383602" y="3838519"/>
              <a:ext cx="2841054" cy="459664"/>
            </a:xfrm>
            <a:prstGeom prst="rect">
              <a:avLst/>
            </a:prstGeom>
            <a:solidFill>
              <a:srgbClr val="4532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383602" y="4298183"/>
              <a:ext cx="2841054" cy="459664"/>
            </a:xfrm>
            <a:prstGeom prst="rect">
              <a:avLst/>
            </a:prstGeom>
            <a:solidFill>
              <a:srgbClr val="289C8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383602" y="3378855"/>
              <a:ext cx="2841054" cy="459664"/>
            </a:xfrm>
            <a:prstGeom prst="rect">
              <a:avLst/>
            </a:prstGeom>
            <a:solidFill>
              <a:srgbClr val="404E8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58441" y="1953896"/>
              <a:ext cx="0" cy="3769246"/>
            </a:xfrm>
            <a:custGeom>
              <a:avLst/>
              <a:pathLst>
                <a:path w="0" h="3769246">
                  <a:moveTo>
                    <a:pt x="0" y="376924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823284" y="5407293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829319" y="4947629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835629" y="4487965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816975" y="4028300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1179" y="3568636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108972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04722" y="2649308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98413" y="2189644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1223647" y="54473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223647" y="49876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23647" y="452801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23647" y="40683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23647" y="36086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223647" y="31490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23647" y="26893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23647" y="22296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258441" y="5723142"/>
              <a:ext cx="6250320" cy="0"/>
            </a:xfrm>
            <a:custGeom>
              <a:avLst/>
              <a:pathLst>
                <a:path w="6250320" h="0">
                  <a:moveTo>
                    <a:pt x="0" y="0"/>
                  </a:moveTo>
                  <a:lnTo>
                    <a:pt x="625032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96307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804129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2727067" y="5785772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5558887" y="5785772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7647940" y="1953896"/>
              <a:ext cx="969270" cy="16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7717529" y="2043144"/>
              <a:ext cx="830092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717529" y="2235168"/>
              <a:ext cx="69156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</a:t>
              </a:r>
            </a:p>
          </p:txBody>
        </p:sp>
        <p:pic>
          <p:nvPicPr>
            <p:cNvPr id="47" name="pic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29" y="2451976"/>
              <a:ext cx="219455" cy="1097280"/>
            </a:xfrm>
            <a:prstGeom prst="rect">
              <a:avLst/>
            </a:prstGeom>
          </p:spPr>
        </p:pic>
        <p:sp>
          <p:nvSpPr>
            <p:cNvPr id="48" name="pl48"/>
            <p:cNvSpPr/>
            <p:nvPr/>
          </p:nvSpPr>
          <p:spPr>
            <a:xfrm>
              <a:off x="7893094" y="354742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893094" y="334858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893094" y="314974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893094" y="295090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893094" y="275206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893094" y="255322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717529" y="354742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717529" y="334858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717529" y="314974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717529" y="295090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717529" y="275206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717529" y="255322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8006574" y="350737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006574" y="330853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006574" y="310969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006574" y="291085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006574" y="271201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006574" y="251317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258441" y="1669789"/>
              <a:ext cx="5348599" cy="163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(Abiotic Only) between Sites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2026-01-27T11:15:38Z</dcterms:modified>
  <cp:category/>
</cp:coreProperties>
</file>