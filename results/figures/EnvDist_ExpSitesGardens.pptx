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6858000" type="screen4x3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37"/>
  </p:normalViewPr>
  <p:slideViewPr>
    <p:cSldViewPr>
      <p:cViewPr varScale="1">
        <p:scale>
          <a:sx n="94" d="100"/>
          <a:sy n="94" d="100"/>
        </p:scale>
        <p:origin x="1968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gs" Target="tags/tag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10/02/2026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4996378" y="2360383"/>
              <a:ext cx="612776" cy="369533"/>
            </a:xfrm>
            <a:prstGeom prst="rect">
              <a:avLst/>
            </a:prstGeom>
            <a:solidFill>
              <a:srgbClr val="3DAF7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3158048" y="2360383"/>
              <a:ext cx="612776" cy="369533"/>
            </a:xfrm>
            <a:prstGeom prst="rect">
              <a:avLst/>
            </a:prstGeom>
            <a:solidFill>
              <a:srgbClr val="452F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5609155" y="2360383"/>
              <a:ext cx="612776" cy="369533"/>
            </a:xfrm>
            <a:prstGeom prst="rect">
              <a:avLst/>
            </a:prstGeom>
            <a:solidFill>
              <a:srgbClr val="68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4383602" y="2360383"/>
              <a:ext cx="612776" cy="369533"/>
            </a:xfrm>
            <a:prstGeom prst="rect">
              <a:avLst/>
            </a:prstGeom>
            <a:solidFill>
              <a:srgbClr val="3A60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10"/>
            <p:cNvSpPr/>
            <p:nvPr/>
          </p:nvSpPr>
          <p:spPr>
            <a:xfrm>
              <a:off x="6221931" y="236038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1"/>
            <p:cNvSpPr/>
            <p:nvPr/>
          </p:nvSpPr>
          <p:spPr>
            <a:xfrm>
              <a:off x="2545272" y="2360383"/>
              <a:ext cx="612776" cy="369533"/>
            </a:xfrm>
            <a:prstGeom prst="rect">
              <a:avLst/>
            </a:prstGeom>
            <a:solidFill>
              <a:srgbClr val="72CB5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rc12"/>
            <p:cNvSpPr/>
            <p:nvPr/>
          </p:nvSpPr>
          <p:spPr>
            <a:xfrm>
              <a:off x="1932495" y="2360383"/>
              <a:ext cx="612776" cy="369533"/>
            </a:xfrm>
            <a:prstGeom prst="rect">
              <a:avLst/>
            </a:prstGeom>
            <a:solidFill>
              <a:srgbClr val="2C76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3"/>
            <p:cNvSpPr/>
            <p:nvPr/>
          </p:nvSpPr>
          <p:spPr>
            <a:xfrm>
              <a:off x="6834708" y="2360383"/>
              <a:ext cx="612776" cy="369533"/>
            </a:xfrm>
            <a:prstGeom prst="rect">
              <a:avLst/>
            </a:prstGeom>
            <a:solidFill>
              <a:srgbClr val="2B7D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4"/>
            <p:cNvSpPr/>
            <p:nvPr/>
          </p:nvSpPr>
          <p:spPr>
            <a:xfrm>
              <a:off x="1319719" y="2360383"/>
              <a:ext cx="612776" cy="369533"/>
            </a:xfrm>
            <a:prstGeom prst="rect">
              <a:avLst/>
            </a:prstGeom>
            <a:solidFill>
              <a:srgbClr val="39AE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/>
            <p:cNvSpPr/>
            <p:nvPr/>
          </p:nvSpPr>
          <p:spPr>
            <a:xfrm>
              <a:off x="3770825" y="2360383"/>
              <a:ext cx="612776" cy="369533"/>
            </a:xfrm>
            <a:prstGeom prst="rect">
              <a:avLst/>
            </a:prstGeom>
            <a:solidFill>
              <a:srgbClr val="4516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/>
            <p:cNvSpPr/>
            <p:nvPr/>
          </p:nvSpPr>
          <p:spPr>
            <a:xfrm>
              <a:off x="6834708" y="3838519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/>
            <p:cNvSpPr/>
            <p:nvPr/>
          </p:nvSpPr>
          <p:spPr>
            <a:xfrm>
              <a:off x="5609155" y="3838519"/>
              <a:ext cx="612776" cy="369533"/>
            </a:xfrm>
            <a:prstGeom prst="rect">
              <a:avLst/>
            </a:prstGeom>
            <a:solidFill>
              <a:srgbClr val="65C3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8"/>
            <p:cNvSpPr/>
            <p:nvPr/>
          </p:nvSpPr>
          <p:spPr>
            <a:xfrm>
              <a:off x="6221931" y="3838519"/>
              <a:ext cx="612776" cy="369533"/>
            </a:xfrm>
            <a:prstGeom prst="rect">
              <a:avLst/>
            </a:prstGeom>
            <a:solidFill>
              <a:srgbClr val="4516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rc19"/>
            <p:cNvSpPr/>
            <p:nvPr/>
          </p:nvSpPr>
          <p:spPr>
            <a:xfrm>
              <a:off x="1932495" y="3838519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rc20"/>
            <p:cNvSpPr/>
            <p:nvPr/>
          </p:nvSpPr>
          <p:spPr>
            <a:xfrm>
              <a:off x="4996378" y="3838519"/>
              <a:ext cx="612776" cy="369533"/>
            </a:xfrm>
            <a:prstGeom prst="rect">
              <a:avLst/>
            </a:prstGeom>
            <a:solidFill>
              <a:srgbClr val="39AE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c21"/>
            <p:cNvSpPr/>
            <p:nvPr/>
          </p:nvSpPr>
          <p:spPr>
            <a:xfrm>
              <a:off x="4383602" y="3838519"/>
              <a:ext cx="612776" cy="369533"/>
            </a:xfrm>
            <a:prstGeom prst="rect">
              <a:avLst/>
            </a:prstGeom>
            <a:solidFill>
              <a:srgbClr val="3962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rc22"/>
            <p:cNvSpPr/>
            <p:nvPr/>
          </p:nvSpPr>
          <p:spPr>
            <a:xfrm>
              <a:off x="2545272" y="3838519"/>
              <a:ext cx="612776" cy="369533"/>
            </a:xfrm>
            <a:prstGeom prst="rect">
              <a:avLst/>
            </a:prstGeom>
            <a:solidFill>
              <a:srgbClr val="79D05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rc23"/>
            <p:cNvSpPr/>
            <p:nvPr/>
          </p:nvSpPr>
          <p:spPr>
            <a:xfrm>
              <a:off x="1319719" y="3838519"/>
              <a:ext cx="612776" cy="369533"/>
            </a:xfrm>
            <a:prstGeom prst="rect">
              <a:avLst/>
            </a:prstGeom>
            <a:solidFill>
              <a:srgbClr val="45B37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rc24"/>
            <p:cNvSpPr/>
            <p:nvPr/>
          </p:nvSpPr>
          <p:spPr>
            <a:xfrm>
              <a:off x="3770825" y="383851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rc25"/>
            <p:cNvSpPr/>
            <p:nvPr/>
          </p:nvSpPr>
          <p:spPr>
            <a:xfrm>
              <a:off x="3158048" y="3838519"/>
              <a:ext cx="612776" cy="369533"/>
            </a:xfrm>
            <a:prstGeom prst="rect">
              <a:avLst/>
            </a:prstGeom>
            <a:solidFill>
              <a:srgbClr val="45337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rc26"/>
            <p:cNvSpPr/>
            <p:nvPr/>
          </p:nvSpPr>
          <p:spPr>
            <a:xfrm>
              <a:off x="4383602" y="346898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rc27"/>
            <p:cNvSpPr/>
            <p:nvPr/>
          </p:nvSpPr>
          <p:spPr>
            <a:xfrm>
              <a:off x="6221931" y="3468985"/>
              <a:ext cx="612776" cy="369533"/>
            </a:xfrm>
            <a:prstGeom prst="rect">
              <a:avLst/>
            </a:prstGeom>
            <a:solidFill>
              <a:srgbClr val="3A60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rc28"/>
            <p:cNvSpPr/>
            <p:nvPr/>
          </p:nvSpPr>
          <p:spPr>
            <a:xfrm>
              <a:off x="2545272" y="3468985"/>
              <a:ext cx="612776" cy="369533"/>
            </a:xfrm>
            <a:prstGeom prst="rect">
              <a:avLst/>
            </a:prstGeom>
            <a:solidFill>
              <a:srgbClr val="24A5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rc29"/>
            <p:cNvSpPr/>
            <p:nvPr/>
          </p:nvSpPr>
          <p:spPr>
            <a:xfrm>
              <a:off x="1319719" y="3468985"/>
              <a:ext cx="612776" cy="369533"/>
            </a:xfrm>
            <a:prstGeom prst="rect">
              <a:avLst/>
            </a:prstGeom>
            <a:solidFill>
              <a:srgbClr val="28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rc30"/>
            <p:cNvSpPr/>
            <p:nvPr/>
          </p:nvSpPr>
          <p:spPr>
            <a:xfrm>
              <a:off x="4996378" y="3468985"/>
              <a:ext cx="612776" cy="369533"/>
            </a:xfrm>
            <a:prstGeom prst="rect">
              <a:avLst/>
            </a:prstGeom>
            <a:solidFill>
              <a:srgbClr val="2A78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rc31"/>
            <p:cNvSpPr/>
            <p:nvPr/>
          </p:nvSpPr>
          <p:spPr>
            <a:xfrm>
              <a:off x="3158048" y="3468985"/>
              <a:ext cx="612776" cy="369533"/>
            </a:xfrm>
            <a:prstGeom prst="rect">
              <a:avLst/>
            </a:prstGeom>
            <a:solidFill>
              <a:srgbClr val="423F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rc32"/>
            <p:cNvSpPr/>
            <p:nvPr/>
          </p:nvSpPr>
          <p:spPr>
            <a:xfrm>
              <a:off x="5609155" y="3468985"/>
              <a:ext cx="612776" cy="369533"/>
            </a:xfrm>
            <a:prstGeom prst="rect">
              <a:avLst/>
            </a:prstGeom>
            <a:solidFill>
              <a:srgbClr val="3CAF7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rc33"/>
            <p:cNvSpPr/>
            <p:nvPr/>
          </p:nvSpPr>
          <p:spPr>
            <a:xfrm>
              <a:off x="3770825" y="3468985"/>
              <a:ext cx="612776" cy="369533"/>
            </a:xfrm>
            <a:prstGeom prst="rect">
              <a:avLst/>
            </a:prstGeom>
            <a:solidFill>
              <a:srgbClr val="3962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rc34"/>
            <p:cNvSpPr/>
            <p:nvPr/>
          </p:nvSpPr>
          <p:spPr>
            <a:xfrm>
              <a:off x="1932495" y="3468985"/>
              <a:ext cx="612776" cy="369533"/>
            </a:xfrm>
            <a:prstGeom prst="rect">
              <a:avLst/>
            </a:prstGeom>
            <a:solidFill>
              <a:srgbClr val="2B8D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rc35"/>
            <p:cNvSpPr/>
            <p:nvPr/>
          </p:nvSpPr>
          <p:spPr>
            <a:xfrm>
              <a:off x="6834708" y="3468985"/>
              <a:ext cx="612776" cy="369533"/>
            </a:xfrm>
            <a:prstGeom prst="rect">
              <a:avLst/>
            </a:prstGeom>
            <a:solidFill>
              <a:srgbClr val="44387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rc36"/>
            <p:cNvSpPr/>
            <p:nvPr/>
          </p:nvSpPr>
          <p:spPr>
            <a:xfrm>
              <a:off x="4996378" y="5316655"/>
              <a:ext cx="612776" cy="369533"/>
            </a:xfrm>
            <a:prstGeom prst="rect">
              <a:avLst/>
            </a:prstGeom>
            <a:solidFill>
              <a:srgbClr val="43B27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rc37"/>
            <p:cNvSpPr/>
            <p:nvPr/>
          </p:nvSpPr>
          <p:spPr>
            <a:xfrm>
              <a:off x="3770825" y="5316655"/>
              <a:ext cx="612776" cy="369533"/>
            </a:xfrm>
            <a:prstGeom prst="rect">
              <a:avLst/>
            </a:prstGeom>
            <a:solidFill>
              <a:srgbClr val="45B37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rc38"/>
            <p:cNvSpPr/>
            <p:nvPr/>
          </p:nvSpPr>
          <p:spPr>
            <a:xfrm>
              <a:off x="1932495" y="5316655"/>
              <a:ext cx="612776" cy="369533"/>
            </a:xfrm>
            <a:prstGeom prst="rect">
              <a:avLst/>
            </a:prstGeom>
            <a:solidFill>
              <a:srgbClr val="2C83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rc39"/>
            <p:cNvSpPr/>
            <p:nvPr/>
          </p:nvSpPr>
          <p:spPr>
            <a:xfrm>
              <a:off x="3158048" y="5316655"/>
              <a:ext cx="612776" cy="369533"/>
            </a:xfrm>
            <a:prstGeom prst="rect">
              <a:avLst/>
            </a:prstGeom>
            <a:solidFill>
              <a:srgbClr val="26A1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rc40"/>
            <p:cNvSpPr/>
            <p:nvPr/>
          </p:nvSpPr>
          <p:spPr>
            <a:xfrm>
              <a:off x="1319719" y="531665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rc41"/>
            <p:cNvSpPr/>
            <p:nvPr/>
          </p:nvSpPr>
          <p:spPr>
            <a:xfrm>
              <a:off x="4383602" y="5316655"/>
              <a:ext cx="612776" cy="369533"/>
            </a:xfrm>
            <a:prstGeom prst="rect">
              <a:avLst/>
            </a:prstGeom>
            <a:solidFill>
              <a:srgbClr val="28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rc42"/>
            <p:cNvSpPr/>
            <p:nvPr/>
          </p:nvSpPr>
          <p:spPr>
            <a:xfrm>
              <a:off x="6221931" y="5316655"/>
              <a:ext cx="612776" cy="369533"/>
            </a:xfrm>
            <a:prstGeom prst="rect">
              <a:avLst/>
            </a:prstGeom>
            <a:solidFill>
              <a:srgbClr val="39AE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rc43"/>
            <p:cNvSpPr/>
            <p:nvPr/>
          </p:nvSpPr>
          <p:spPr>
            <a:xfrm>
              <a:off x="5609155" y="5316655"/>
              <a:ext cx="612776" cy="369533"/>
            </a:xfrm>
            <a:prstGeom prst="rect">
              <a:avLst/>
            </a:prstGeom>
            <a:solidFill>
              <a:srgbClr val="A5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rc44"/>
            <p:cNvSpPr/>
            <p:nvPr/>
          </p:nvSpPr>
          <p:spPr>
            <a:xfrm>
              <a:off x="6834708" y="5316655"/>
              <a:ext cx="612776" cy="369533"/>
            </a:xfrm>
            <a:prstGeom prst="rect">
              <a:avLst/>
            </a:prstGeom>
            <a:solidFill>
              <a:srgbClr val="23A6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rc45"/>
            <p:cNvSpPr/>
            <p:nvPr/>
          </p:nvSpPr>
          <p:spPr>
            <a:xfrm>
              <a:off x="2545272" y="5316655"/>
              <a:ext cx="612776" cy="369533"/>
            </a:xfrm>
            <a:prstGeom prst="rect">
              <a:avLst/>
            </a:prstGeom>
            <a:solidFill>
              <a:srgbClr val="2B7D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rc46"/>
            <p:cNvSpPr/>
            <p:nvPr/>
          </p:nvSpPr>
          <p:spPr>
            <a:xfrm>
              <a:off x="2545272" y="4947121"/>
              <a:ext cx="612776" cy="369533"/>
            </a:xfrm>
            <a:prstGeom prst="rect">
              <a:avLst/>
            </a:prstGeom>
            <a:solidFill>
              <a:srgbClr val="52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rc47"/>
            <p:cNvSpPr/>
            <p:nvPr/>
          </p:nvSpPr>
          <p:spPr>
            <a:xfrm>
              <a:off x="4996378" y="4947121"/>
              <a:ext cx="612776" cy="369533"/>
            </a:xfrm>
            <a:prstGeom prst="rect">
              <a:avLst/>
            </a:prstGeom>
            <a:solidFill>
              <a:srgbClr val="60C0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rc48"/>
            <p:cNvSpPr/>
            <p:nvPr/>
          </p:nvSpPr>
          <p:spPr>
            <a:xfrm>
              <a:off x="3158048" y="4947121"/>
              <a:ext cx="612776" cy="369533"/>
            </a:xfrm>
            <a:prstGeom prst="rect">
              <a:avLst/>
            </a:prstGeom>
            <a:solidFill>
              <a:srgbClr val="2A78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rc49"/>
            <p:cNvSpPr/>
            <p:nvPr/>
          </p:nvSpPr>
          <p:spPr>
            <a:xfrm>
              <a:off x="3770825" y="4947121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rc50"/>
            <p:cNvSpPr/>
            <p:nvPr/>
          </p:nvSpPr>
          <p:spPr>
            <a:xfrm>
              <a:off x="1319719" y="4947121"/>
              <a:ext cx="612776" cy="369533"/>
            </a:xfrm>
            <a:prstGeom prst="rect">
              <a:avLst/>
            </a:prstGeom>
            <a:solidFill>
              <a:srgbClr val="2C83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rc51"/>
            <p:cNvSpPr/>
            <p:nvPr/>
          </p:nvSpPr>
          <p:spPr>
            <a:xfrm>
              <a:off x="1932495" y="494712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rc52"/>
            <p:cNvSpPr/>
            <p:nvPr/>
          </p:nvSpPr>
          <p:spPr>
            <a:xfrm>
              <a:off x="6221931" y="4947121"/>
              <a:ext cx="612776" cy="369533"/>
            </a:xfrm>
            <a:prstGeom prst="rect">
              <a:avLst/>
            </a:prstGeom>
            <a:solidFill>
              <a:srgbClr val="2C76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rc53"/>
            <p:cNvSpPr/>
            <p:nvPr/>
          </p:nvSpPr>
          <p:spPr>
            <a:xfrm>
              <a:off x="6834708" y="4947121"/>
              <a:ext cx="612776" cy="369533"/>
            </a:xfrm>
            <a:prstGeom prst="rect">
              <a:avLst/>
            </a:prstGeom>
            <a:solidFill>
              <a:srgbClr val="29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rc54"/>
            <p:cNvSpPr/>
            <p:nvPr/>
          </p:nvSpPr>
          <p:spPr>
            <a:xfrm>
              <a:off x="5609155" y="4947121"/>
              <a:ext cx="612776" cy="369533"/>
            </a:xfrm>
            <a:prstGeom prst="rect">
              <a:avLst/>
            </a:prstGeom>
            <a:solidFill>
              <a:srgbClr val="B8DB4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rc55"/>
            <p:cNvSpPr/>
            <p:nvPr/>
          </p:nvSpPr>
          <p:spPr>
            <a:xfrm>
              <a:off x="4383602" y="4947121"/>
              <a:ext cx="612776" cy="369533"/>
            </a:xfrm>
            <a:prstGeom prst="rect">
              <a:avLst/>
            </a:prstGeom>
            <a:solidFill>
              <a:srgbClr val="2B8D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rc56"/>
            <p:cNvSpPr/>
            <p:nvPr/>
          </p:nvSpPr>
          <p:spPr>
            <a:xfrm>
              <a:off x="3158048" y="4577587"/>
              <a:ext cx="612776" cy="369533"/>
            </a:xfrm>
            <a:prstGeom prst="rect">
              <a:avLst/>
            </a:prstGeom>
            <a:solidFill>
              <a:srgbClr val="51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rc57"/>
            <p:cNvSpPr/>
            <p:nvPr/>
          </p:nvSpPr>
          <p:spPr>
            <a:xfrm>
              <a:off x="4383602" y="4577587"/>
              <a:ext cx="612776" cy="369533"/>
            </a:xfrm>
            <a:prstGeom prst="rect">
              <a:avLst/>
            </a:prstGeom>
            <a:solidFill>
              <a:srgbClr val="24A5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rc58"/>
            <p:cNvSpPr/>
            <p:nvPr/>
          </p:nvSpPr>
          <p:spPr>
            <a:xfrm>
              <a:off x="6834708" y="4577587"/>
              <a:ext cx="612776" cy="369533"/>
            </a:xfrm>
            <a:prstGeom prst="rect">
              <a:avLst/>
            </a:prstGeom>
            <a:solidFill>
              <a:srgbClr val="36AD7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rc59"/>
            <p:cNvSpPr/>
            <p:nvPr/>
          </p:nvSpPr>
          <p:spPr>
            <a:xfrm>
              <a:off x="1319719" y="4577587"/>
              <a:ext cx="612776" cy="369533"/>
            </a:xfrm>
            <a:prstGeom prst="rect">
              <a:avLst/>
            </a:prstGeom>
            <a:solidFill>
              <a:srgbClr val="2B7D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rc60"/>
            <p:cNvSpPr/>
            <p:nvPr/>
          </p:nvSpPr>
          <p:spPr>
            <a:xfrm>
              <a:off x="5609155" y="4577587"/>
              <a:ext cx="612776" cy="369533"/>
            </a:xfrm>
            <a:prstGeom prst="rect">
              <a:avLst/>
            </a:prstGeom>
            <a:solidFill>
              <a:srgbClr val="79D15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rc61"/>
            <p:cNvSpPr/>
            <p:nvPr/>
          </p:nvSpPr>
          <p:spPr>
            <a:xfrm>
              <a:off x="1932495" y="4577587"/>
              <a:ext cx="612776" cy="369533"/>
            </a:xfrm>
            <a:prstGeom prst="rect">
              <a:avLst/>
            </a:prstGeom>
            <a:solidFill>
              <a:srgbClr val="52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rc62"/>
            <p:cNvSpPr/>
            <p:nvPr/>
          </p:nvSpPr>
          <p:spPr>
            <a:xfrm>
              <a:off x="2545272" y="457758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rc63"/>
            <p:cNvSpPr/>
            <p:nvPr/>
          </p:nvSpPr>
          <p:spPr>
            <a:xfrm>
              <a:off x="3770825" y="4577587"/>
              <a:ext cx="612776" cy="369533"/>
            </a:xfrm>
            <a:prstGeom prst="rect">
              <a:avLst/>
            </a:prstGeom>
            <a:solidFill>
              <a:srgbClr val="79D05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rc64"/>
            <p:cNvSpPr/>
            <p:nvPr/>
          </p:nvSpPr>
          <p:spPr>
            <a:xfrm>
              <a:off x="6221931" y="4577587"/>
              <a:ext cx="612776" cy="369533"/>
            </a:xfrm>
            <a:prstGeom prst="rect">
              <a:avLst/>
            </a:prstGeom>
            <a:solidFill>
              <a:srgbClr val="72CB5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rc65"/>
            <p:cNvSpPr/>
            <p:nvPr/>
          </p:nvSpPr>
          <p:spPr>
            <a:xfrm>
              <a:off x="4996378" y="4577587"/>
              <a:ext cx="612776" cy="369533"/>
            </a:xfrm>
            <a:prstGeom prst="rect">
              <a:avLst/>
            </a:prstGeom>
            <a:solidFill>
              <a:srgbClr val="61C06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rc66"/>
            <p:cNvSpPr/>
            <p:nvPr/>
          </p:nvSpPr>
          <p:spPr>
            <a:xfrm>
              <a:off x="2545272" y="4208053"/>
              <a:ext cx="612776" cy="369533"/>
            </a:xfrm>
            <a:prstGeom prst="rect">
              <a:avLst/>
            </a:prstGeom>
            <a:solidFill>
              <a:srgbClr val="51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rc67"/>
            <p:cNvSpPr/>
            <p:nvPr/>
          </p:nvSpPr>
          <p:spPr>
            <a:xfrm>
              <a:off x="3770825" y="4208053"/>
              <a:ext cx="612776" cy="369533"/>
            </a:xfrm>
            <a:prstGeom prst="rect">
              <a:avLst/>
            </a:prstGeom>
            <a:solidFill>
              <a:srgbClr val="45337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rc68"/>
            <p:cNvSpPr/>
            <p:nvPr/>
          </p:nvSpPr>
          <p:spPr>
            <a:xfrm>
              <a:off x="5609155" y="4208053"/>
              <a:ext cx="612776" cy="369533"/>
            </a:xfrm>
            <a:prstGeom prst="rect">
              <a:avLst/>
            </a:prstGeom>
            <a:solidFill>
              <a:srgbClr val="51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rc69"/>
            <p:cNvSpPr/>
            <p:nvPr/>
          </p:nvSpPr>
          <p:spPr>
            <a:xfrm>
              <a:off x="6221931" y="4208053"/>
              <a:ext cx="612776" cy="369533"/>
            </a:xfrm>
            <a:prstGeom prst="rect">
              <a:avLst/>
            </a:prstGeom>
            <a:solidFill>
              <a:srgbClr val="452F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rc70"/>
            <p:cNvSpPr/>
            <p:nvPr/>
          </p:nvSpPr>
          <p:spPr>
            <a:xfrm>
              <a:off x="4996378" y="4208053"/>
              <a:ext cx="612776" cy="369533"/>
            </a:xfrm>
            <a:prstGeom prst="rect">
              <a:avLst/>
            </a:prstGeom>
            <a:solidFill>
              <a:srgbClr val="2999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rc71"/>
            <p:cNvSpPr/>
            <p:nvPr/>
          </p:nvSpPr>
          <p:spPr>
            <a:xfrm>
              <a:off x="3158048" y="420805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rc72"/>
            <p:cNvSpPr/>
            <p:nvPr/>
          </p:nvSpPr>
          <p:spPr>
            <a:xfrm>
              <a:off x="1932495" y="4208053"/>
              <a:ext cx="612776" cy="369533"/>
            </a:xfrm>
            <a:prstGeom prst="rect">
              <a:avLst/>
            </a:prstGeom>
            <a:solidFill>
              <a:srgbClr val="2A78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rc73"/>
            <p:cNvSpPr/>
            <p:nvPr/>
          </p:nvSpPr>
          <p:spPr>
            <a:xfrm>
              <a:off x="6834708" y="4208053"/>
              <a:ext cx="612776" cy="369533"/>
            </a:xfrm>
            <a:prstGeom prst="rect">
              <a:avLst/>
            </a:prstGeom>
            <a:solidFill>
              <a:srgbClr val="3A5F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rc74"/>
            <p:cNvSpPr/>
            <p:nvPr/>
          </p:nvSpPr>
          <p:spPr>
            <a:xfrm>
              <a:off x="1319719" y="4208053"/>
              <a:ext cx="612776" cy="369533"/>
            </a:xfrm>
            <a:prstGeom prst="rect">
              <a:avLst/>
            </a:prstGeom>
            <a:solidFill>
              <a:srgbClr val="26A1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rc75"/>
            <p:cNvSpPr/>
            <p:nvPr/>
          </p:nvSpPr>
          <p:spPr>
            <a:xfrm>
              <a:off x="4383602" y="4208053"/>
              <a:ext cx="612776" cy="369533"/>
            </a:xfrm>
            <a:prstGeom prst="rect">
              <a:avLst/>
            </a:prstGeom>
            <a:solidFill>
              <a:srgbClr val="423F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rc76"/>
            <p:cNvSpPr/>
            <p:nvPr/>
          </p:nvSpPr>
          <p:spPr>
            <a:xfrm>
              <a:off x="1932495" y="3099451"/>
              <a:ext cx="612776" cy="369533"/>
            </a:xfrm>
            <a:prstGeom prst="rect">
              <a:avLst/>
            </a:prstGeom>
            <a:solidFill>
              <a:srgbClr val="60C0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rc77"/>
            <p:cNvSpPr/>
            <p:nvPr/>
          </p:nvSpPr>
          <p:spPr>
            <a:xfrm>
              <a:off x="3158048" y="3099451"/>
              <a:ext cx="612776" cy="369533"/>
            </a:xfrm>
            <a:prstGeom prst="rect">
              <a:avLst/>
            </a:prstGeom>
            <a:solidFill>
              <a:srgbClr val="2999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rc78"/>
            <p:cNvSpPr/>
            <p:nvPr/>
          </p:nvSpPr>
          <p:spPr>
            <a:xfrm>
              <a:off x="4996378" y="309945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rc79"/>
            <p:cNvSpPr/>
            <p:nvPr/>
          </p:nvSpPr>
          <p:spPr>
            <a:xfrm>
              <a:off x="2545272" y="3099451"/>
              <a:ext cx="612776" cy="369533"/>
            </a:xfrm>
            <a:prstGeom prst="rect">
              <a:avLst/>
            </a:prstGeom>
            <a:solidFill>
              <a:srgbClr val="61C06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rc80"/>
            <p:cNvSpPr/>
            <p:nvPr/>
          </p:nvSpPr>
          <p:spPr>
            <a:xfrm>
              <a:off x="6834708" y="3099451"/>
              <a:ext cx="612776" cy="369533"/>
            </a:xfrm>
            <a:prstGeom prst="rect">
              <a:avLst/>
            </a:prstGeom>
            <a:solidFill>
              <a:srgbClr val="3864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rc81"/>
            <p:cNvSpPr/>
            <p:nvPr/>
          </p:nvSpPr>
          <p:spPr>
            <a:xfrm>
              <a:off x="5609155" y="3099451"/>
              <a:ext cx="612776" cy="369533"/>
            </a:xfrm>
            <a:prstGeom prst="rect">
              <a:avLst/>
            </a:prstGeom>
            <a:solidFill>
              <a:srgbClr val="67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4383602" y="3099451"/>
              <a:ext cx="612776" cy="369533"/>
            </a:xfrm>
            <a:prstGeom prst="rect">
              <a:avLst/>
            </a:prstGeom>
            <a:solidFill>
              <a:srgbClr val="2A78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rc83"/>
            <p:cNvSpPr/>
            <p:nvPr/>
          </p:nvSpPr>
          <p:spPr>
            <a:xfrm>
              <a:off x="3770825" y="3099451"/>
              <a:ext cx="612776" cy="369533"/>
            </a:xfrm>
            <a:prstGeom prst="rect">
              <a:avLst/>
            </a:prstGeom>
            <a:solidFill>
              <a:srgbClr val="39AE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6221931" y="3099451"/>
              <a:ext cx="612776" cy="369533"/>
            </a:xfrm>
            <a:prstGeom prst="rect">
              <a:avLst/>
            </a:prstGeom>
            <a:solidFill>
              <a:srgbClr val="3DAF7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rc85"/>
            <p:cNvSpPr/>
            <p:nvPr/>
          </p:nvSpPr>
          <p:spPr>
            <a:xfrm>
              <a:off x="1319719" y="3099451"/>
              <a:ext cx="612776" cy="369533"/>
            </a:xfrm>
            <a:prstGeom prst="rect">
              <a:avLst/>
            </a:prstGeom>
            <a:solidFill>
              <a:srgbClr val="43B27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2545272" y="2729917"/>
              <a:ext cx="612776" cy="369533"/>
            </a:xfrm>
            <a:prstGeom prst="rect">
              <a:avLst/>
            </a:prstGeom>
            <a:solidFill>
              <a:srgbClr val="79D15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rc87"/>
            <p:cNvSpPr/>
            <p:nvPr/>
          </p:nvSpPr>
          <p:spPr>
            <a:xfrm>
              <a:off x="3770825" y="2729917"/>
              <a:ext cx="612776" cy="369533"/>
            </a:xfrm>
            <a:prstGeom prst="rect">
              <a:avLst/>
            </a:prstGeom>
            <a:solidFill>
              <a:srgbClr val="65C3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4383602" y="2729917"/>
              <a:ext cx="612776" cy="369533"/>
            </a:xfrm>
            <a:prstGeom prst="rect">
              <a:avLst/>
            </a:prstGeom>
            <a:solidFill>
              <a:srgbClr val="3CAF7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rc89"/>
            <p:cNvSpPr/>
            <p:nvPr/>
          </p:nvSpPr>
          <p:spPr>
            <a:xfrm>
              <a:off x="6221931" y="2729917"/>
              <a:ext cx="612776" cy="369533"/>
            </a:xfrm>
            <a:prstGeom prst="rect">
              <a:avLst/>
            </a:prstGeom>
            <a:solidFill>
              <a:srgbClr val="68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rc90"/>
            <p:cNvSpPr/>
            <p:nvPr/>
          </p:nvSpPr>
          <p:spPr>
            <a:xfrm>
              <a:off x="6834708" y="2729917"/>
              <a:ext cx="612776" cy="369533"/>
            </a:xfrm>
            <a:prstGeom prst="rect">
              <a:avLst/>
            </a:prstGeom>
            <a:solidFill>
              <a:srgbClr val="3BAF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rc91"/>
            <p:cNvSpPr/>
            <p:nvPr/>
          </p:nvSpPr>
          <p:spPr>
            <a:xfrm>
              <a:off x="4996378" y="2729917"/>
              <a:ext cx="612776" cy="369533"/>
            </a:xfrm>
            <a:prstGeom prst="rect">
              <a:avLst/>
            </a:prstGeom>
            <a:solidFill>
              <a:srgbClr val="67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92"/>
            <p:cNvSpPr/>
            <p:nvPr/>
          </p:nvSpPr>
          <p:spPr>
            <a:xfrm>
              <a:off x="1319719" y="2729917"/>
              <a:ext cx="612776" cy="369533"/>
            </a:xfrm>
            <a:prstGeom prst="rect">
              <a:avLst/>
            </a:prstGeom>
            <a:solidFill>
              <a:srgbClr val="A5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93"/>
            <p:cNvSpPr/>
            <p:nvPr/>
          </p:nvSpPr>
          <p:spPr>
            <a:xfrm>
              <a:off x="5609155" y="272991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rc94"/>
            <p:cNvSpPr/>
            <p:nvPr/>
          </p:nvSpPr>
          <p:spPr>
            <a:xfrm>
              <a:off x="3158048" y="2729917"/>
              <a:ext cx="612776" cy="369533"/>
            </a:xfrm>
            <a:prstGeom prst="rect">
              <a:avLst/>
            </a:prstGeom>
            <a:solidFill>
              <a:srgbClr val="51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rc95"/>
            <p:cNvSpPr/>
            <p:nvPr/>
          </p:nvSpPr>
          <p:spPr>
            <a:xfrm>
              <a:off x="1932495" y="2729917"/>
              <a:ext cx="612776" cy="369533"/>
            </a:xfrm>
            <a:prstGeom prst="rect">
              <a:avLst/>
            </a:prstGeom>
            <a:solidFill>
              <a:srgbClr val="B8DB4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rc96"/>
            <p:cNvSpPr/>
            <p:nvPr/>
          </p:nvSpPr>
          <p:spPr>
            <a:xfrm>
              <a:off x="2545272" y="1990849"/>
              <a:ext cx="612776" cy="369533"/>
            </a:xfrm>
            <a:prstGeom prst="rect">
              <a:avLst/>
            </a:prstGeom>
            <a:solidFill>
              <a:srgbClr val="36AD7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rc97"/>
            <p:cNvSpPr/>
            <p:nvPr/>
          </p:nvSpPr>
          <p:spPr>
            <a:xfrm>
              <a:off x="4383602" y="1990849"/>
              <a:ext cx="612776" cy="369533"/>
            </a:xfrm>
            <a:prstGeom prst="rect">
              <a:avLst/>
            </a:prstGeom>
            <a:solidFill>
              <a:srgbClr val="44387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rc98"/>
            <p:cNvSpPr/>
            <p:nvPr/>
          </p:nvSpPr>
          <p:spPr>
            <a:xfrm>
              <a:off x="3770825" y="1990849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rc99"/>
            <p:cNvSpPr/>
            <p:nvPr/>
          </p:nvSpPr>
          <p:spPr>
            <a:xfrm>
              <a:off x="1319719" y="1990849"/>
              <a:ext cx="612776" cy="369533"/>
            </a:xfrm>
            <a:prstGeom prst="rect">
              <a:avLst/>
            </a:prstGeom>
            <a:solidFill>
              <a:srgbClr val="23A6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rc100"/>
            <p:cNvSpPr/>
            <p:nvPr/>
          </p:nvSpPr>
          <p:spPr>
            <a:xfrm>
              <a:off x="3158048" y="1990849"/>
              <a:ext cx="612776" cy="369533"/>
            </a:xfrm>
            <a:prstGeom prst="rect">
              <a:avLst/>
            </a:prstGeom>
            <a:solidFill>
              <a:srgbClr val="3A5F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rc101"/>
            <p:cNvSpPr/>
            <p:nvPr/>
          </p:nvSpPr>
          <p:spPr>
            <a:xfrm>
              <a:off x="1932495" y="1990849"/>
              <a:ext cx="612776" cy="369533"/>
            </a:xfrm>
            <a:prstGeom prst="rect">
              <a:avLst/>
            </a:prstGeom>
            <a:solidFill>
              <a:srgbClr val="29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rc102"/>
            <p:cNvSpPr/>
            <p:nvPr/>
          </p:nvSpPr>
          <p:spPr>
            <a:xfrm>
              <a:off x="5609155" y="1990849"/>
              <a:ext cx="612776" cy="369533"/>
            </a:xfrm>
            <a:prstGeom prst="rect">
              <a:avLst/>
            </a:prstGeom>
            <a:solidFill>
              <a:srgbClr val="3BAF7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rc103"/>
            <p:cNvSpPr/>
            <p:nvPr/>
          </p:nvSpPr>
          <p:spPr>
            <a:xfrm>
              <a:off x="4996378" y="1990849"/>
              <a:ext cx="612776" cy="369533"/>
            </a:xfrm>
            <a:prstGeom prst="rect">
              <a:avLst/>
            </a:prstGeom>
            <a:solidFill>
              <a:srgbClr val="3864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rc104"/>
            <p:cNvSpPr/>
            <p:nvPr/>
          </p:nvSpPr>
          <p:spPr>
            <a:xfrm>
              <a:off x="6221931" y="1990849"/>
              <a:ext cx="612776" cy="369533"/>
            </a:xfrm>
            <a:prstGeom prst="rect">
              <a:avLst/>
            </a:prstGeom>
            <a:solidFill>
              <a:srgbClr val="2B7D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rc105"/>
            <p:cNvSpPr/>
            <p:nvPr/>
          </p:nvSpPr>
          <p:spPr>
            <a:xfrm>
              <a:off x="6834708" y="199084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gdLst/>
              <a:ahLst/>
              <a:cxnLst/>
              <a:rect l="0" t="0" r="0" b="0"/>
              <a:pathLst>
                <a:path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x107"/>
            <p:cNvSpPr/>
            <p:nvPr/>
          </p:nvSpPr>
          <p:spPr>
            <a:xfrm>
              <a:off x="823284" y="5461371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829319" y="5091837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835629" y="4722303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816975" y="4352769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1179" y="3983235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2708" y="3613701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804722" y="3244167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98413" y="2874633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23798" y="250509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05327" y="2135565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7" name="pl117"/>
            <p:cNvSpPr/>
            <p:nvPr/>
          </p:nvSpPr>
          <p:spPr>
            <a:xfrm>
              <a:off x="1223647" y="55014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1223647" y="51318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1223647" y="47623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1223647" y="439282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1223647" y="402328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1223647" y="365375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1223647" y="32842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1223647" y="291468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1223647" y="25451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1223647" y="21756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gdLst/>
              <a:ahLst/>
              <a:cxnLst/>
              <a:rect l="0" t="0" r="0" b="0"/>
              <a:pathLst>
                <a:path w="625032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62610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223888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285166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34644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407721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468999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530276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591554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65283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714109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tx138"/>
            <p:cNvSpPr/>
            <p:nvPr/>
          </p:nvSpPr>
          <p:spPr>
            <a:xfrm>
              <a:off x="1439844" y="5785772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055638" y="5785772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671569" y="5785772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275019" y="5785772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834897" y="5785772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438438" y="5785772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5107222" y="5785772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716844" y="5785772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6292313" y="5785772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6895854" y="578577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48" name="rc148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tx149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51" name="pic15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152" name="pl152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7893094" y="33651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7893094" y="318288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7893094" y="300061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7893094" y="281834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7893094" y="26360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7893094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7717529" y="33651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7717529" y="318288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7717529" y="300061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7717529" y="281834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7717529" y="26360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7717529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tx166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006574" y="332510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8006574" y="314283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8006574" y="296056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006574" y="277829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006574" y="25960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006574" y="241375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258441" y="1669789"/>
              <a:ext cx="3913174" cy="1639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between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1542547" y="2459526"/>
              <a:ext cx="2841054" cy="459664"/>
            </a:xfrm>
            <a:prstGeom prst="rect">
              <a:avLst/>
            </a:prstGeom>
            <a:solidFill>
              <a:srgbClr val="3A336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1542547" y="3838519"/>
              <a:ext cx="2841054" cy="459664"/>
            </a:xfrm>
            <a:prstGeom prst="rect">
              <a:avLst/>
            </a:prstGeom>
            <a:solidFill>
              <a:srgbClr val="83D8B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1542547" y="1999862"/>
              <a:ext cx="2841054" cy="459664"/>
            </a:xfrm>
            <a:prstGeom prst="rect">
              <a:avLst/>
            </a:prstGeom>
            <a:solidFill>
              <a:srgbClr val="251C3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1542547" y="2919191"/>
              <a:ext cx="2841054" cy="459664"/>
            </a:xfrm>
            <a:prstGeom prst="rect">
              <a:avLst/>
            </a:prstGeom>
            <a:solidFill>
              <a:srgbClr val="3D9F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10"/>
            <p:cNvSpPr/>
            <p:nvPr/>
          </p:nvSpPr>
          <p:spPr>
            <a:xfrm>
              <a:off x="1542547" y="4298183"/>
              <a:ext cx="2841054" cy="459664"/>
            </a:xfrm>
            <a:prstGeom prst="rect">
              <a:avLst/>
            </a:prstGeom>
            <a:solidFill>
              <a:srgbClr val="1D162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1"/>
            <p:cNvSpPr/>
            <p:nvPr/>
          </p:nvSpPr>
          <p:spPr>
            <a:xfrm>
              <a:off x="1542547" y="4757847"/>
              <a:ext cx="2841054" cy="459664"/>
            </a:xfrm>
            <a:prstGeom prst="rect">
              <a:avLst/>
            </a:prstGeom>
            <a:solidFill>
              <a:srgbClr val="3983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rc12"/>
            <p:cNvSpPr/>
            <p:nvPr/>
          </p:nvSpPr>
          <p:spPr>
            <a:xfrm>
              <a:off x="1542547" y="5217512"/>
              <a:ext cx="2841054" cy="459664"/>
            </a:xfrm>
            <a:prstGeom prst="rect">
              <a:avLst/>
            </a:prstGeom>
            <a:solidFill>
              <a:srgbClr val="3A35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3"/>
            <p:cNvSpPr/>
            <p:nvPr/>
          </p:nvSpPr>
          <p:spPr>
            <a:xfrm>
              <a:off x="1542547" y="3378855"/>
              <a:ext cx="2841054" cy="459664"/>
            </a:xfrm>
            <a:prstGeom prst="rect">
              <a:avLst/>
            </a:prstGeom>
            <a:solidFill>
              <a:srgbClr val="BFEBD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4"/>
            <p:cNvSpPr/>
            <p:nvPr/>
          </p:nvSpPr>
          <p:spPr>
            <a:xfrm>
              <a:off x="4383602" y="4298183"/>
              <a:ext cx="2841054" cy="459664"/>
            </a:xfrm>
            <a:prstGeom prst="rect">
              <a:avLst/>
            </a:prstGeom>
            <a:solidFill>
              <a:srgbClr val="3B376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/>
            <p:cNvSpPr/>
            <p:nvPr/>
          </p:nvSpPr>
          <p:spPr>
            <a:xfrm>
              <a:off x="4383602" y="2919191"/>
              <a:ext cx="2841054" cy="459664"/>
            </a:xfrm>
            <a:prstGeom prst="rect">
              <a:avLst/>
            </a:prstGeom>
            <a:solidFill>
              <a:srgbClr val="6AD1B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/>
            <p:cNvSpPr/>
            <p:nvPr/>
          </p:nvSpPr>
          <p:spPr>
            <a:xfrm>
              <a:off x="4383602" y="3378855"/>
              <a:ext cx="2841054" cy="459664"/>
            </a:xfrm>
            <a:prstGeom prst="rect">
              <a:avLst/>
            </a:prstGeom>
            <a:solidFill>
              <a:srgbClr val="3A77A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/>
            <p:cNvSpPr/>
            <p:nvPr/>
          </p:nvSpPr>
          <p:spPr>
            <a:xfrm>
              <a:off x="4383602" y="5217512"/>
              <a:ext cx="2841054" cy="459664"/>
            </a:xfrm>
            <a:prstGeom prst="rect">
              <a:avLst/>
            </a:prstGeom>
            <a:solidFill>
              <a:srgbClr val="3C41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8"/>
            <p:cNvSpPr/>
            <p:nvPr/>
          </p:nvSpPr>
          <p:spPr>
            <a:xfrm>
              <a:off x="4383602" y="3838519"/>
              <a:ext cx="2841054" cy="459664"/>
            </a:xfrm>
            <a:prstGeom prst="rect">
              <a:avLst/>
            </a:prstGeom>
            <a:solidFill>
              <a:srgbClr val="3EA1A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rc19"/>
            <p:cNvSpPr/>
            <p:nvPr/>
          </p:nvSpPr>
          <p:spPr>
            <a:xfrm>
              <a:off x="4383602" y="4757847"/>
              <a:ext cx="2841054" cy="459664"/>
            </a:xfrm>
            <a:prstGeom prst="rect">
              <a:avLst/>
            </a:prstGeom>
            <a:solidFill>
              <a:srgbClr val="3B4F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rc20"/>
            <p:cNvSpPr/>
            <p:nvPr/>
          </p:nvSpPr>
          <p:spPr>
            <a:xfrm>
              <a:off x="4383602" y="1999862"/>
              <a:ext cx="2841054" cy="459664"/>
            </a:xfrm>
            <a:prstGeom prst="rect">
              <a:avLst/>
            </a:prstGeom>
            <a:solidFill>
              <a:srgbClr val="3A346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c21"/>
            <p:cNvSpPr/>
            <p:nvPr/>
          </p:nvSpPr>
          <p:spPr>
            <a:xfrm>
              <a:off x="4383602" y="2459526"/>
              <a:ext cx="2841054" cy="459664"/>
            </a:xfrm>
            <a:prstGeom prst="rect">
              <a:avLst/>
            </a:prstGeom>
            <a:solidFill>
              <a:srgbClr val="389AA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gdLst/>
              <a:ahLst/>
              <a:cxnLst/>
              <a:rect l="0" t="0" r="0" b="0"/>
              <a:pathLst>
                <a:path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tx23"/>
            <p:cNvSpPr/>
            <p:nvPr/>
          </p:nvSpPr>
          <p:spPr>
            <a:xfrm>
              <a:off x="823284" y="5407293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29319" y="4947629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5629" y="4487965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6975" y="4028300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1179" y="3568636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08972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04722" y="2649308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98413" y="2189644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1223647" y="54473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3647" y="498767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3647" y="45280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l34"/>
            <p:cNvSpPr/>
            <p:nvPr/>
          </p:nvSpPr>
          <p:spPr>
            <a:xfrm>
              <a:off x="1223647" y="40683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l35"/>
            <p:cNvSpPr/>
            <p:nvPr/>
          </p:nvSpPr>
          <p:spPr>
            <a:xfrm>
              <a:off x="1223647" y="360868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l36"/>
            <p:cNvSpPr/>
            <p:nvPr/>
          </p:nvSpPr>
          <p:spPr>
            <a:xfrm>
              <a:off x="1223647" y="314902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l37"/>
            <p:cNvSpPr/>
            <p:nvPr/>
          </p:nvSpPr>
          <p:spPr>
            <a:xfrm>
              <a:off x="1223647" y="268935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l38"/>
            <p:cNvSpPr/>
            <p:nvPr/>
          </p:nvSpPr>
          <p:spPr>
            <a:xfrm>
              <a:off x="1223647" y="222969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gdLst/>
              <a:ahLst/>
              <a:cxnLst/>
              <a:rect l="0" t="0" r="0" b="0"/>
              <a:pathLst>
                <a:path w="625032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/>
            <p:cNvSpPr/>
            <p:nvPr/>
          </p:nvSpPr>
          <p:spPr>
            <a:xfrm>
              <a:off x="296307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580412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x42"/>
            <p:cNvSpPr/>
            <p:nvPr/>
          </p:nvSpPr>
          <p:spPr>
            <a:xfrm>
              <a:off x="2727067" y="5785772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558887" y="578577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44" name="rc44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x45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7" name="pic4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48" name="pl48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7893094" y="33287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l50"/>
            <p:cNvSpPr/>
            <p:nvPr/>
          </p:nvSpPr>
          <p:spPr>
            <a:xfrm>
              <a:off x="7893094" y="310997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7893094" y="289125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l52"/>
            <p:cNvSpPr/>
            <p:nvPr/>
          </p:nvSpPr>
          <p:spPr>
            <a:xfrm>
              <a:off x="7893094" y="267252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7893094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7717529" y="33287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7717529" y="310997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7717529" y="289125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7717529" y="267252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7717529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tx60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006574" y="328865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006574" y="306992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006574" y="285120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006574" y="2632478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006574" y="241375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258441" y="1669789"/>
              <a:ext cx="3913174" cy="1639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between Sites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4996378" y="2360383"/>
              <a:ext cx="612776" cy="369533"/>
            </a:xfrm>
            <a:prstGeom prst="rect">
              <a:avLst/>
            </a:prstGeom>
            <a:solidFill>
              <a:srgbClr val="346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3158048" y="2360383"/>
              <a:ext cx="612776" cy="369533"/>
            </a:xfrm>
            <a:prstGeom prst="rect">
              <a:avLst/>
            </a:prstGeom>
            <a:solidFill>
              <a:srgbClr val="4623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5609155" y="2360383"/>
              <a:ext cx="612776" cy="369533"/>
            </a:xfrm>
            <a:prstGeom prst="rect">
              <a:avLst/>
            </a:prstGeom>
            <a:solidFill>
              <a:srgbClr val="5CBE6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4383602" y="2360383"/>
              <a:ext cx="612776" cy="369533"/>
            </a:xfrm>
            <a:prstGeom prst="rect">
              <a:avLst/>
            </a:prstGeom>
            <a:solidFill>
              <a:srgbClr val="4240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10"/>
            <p:cNvSpPr/>
            <p:nvPr/>
          </p:nvSpPr>
          <p:spPr>
            <a:xfrm>
              <a:off x="6221931" y="236038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1"/>
            <p:cNvSpPr/>
            <p:nvPr/>
          </p:nvSpPr>
          <p:spPr>
            <a:xfrm>
              <a:off x="2545272" y="2360383"/>
              <a:ext cx="612776" cy="369533"/>
            </a:xfrm>
            <a:prstGeom prst="rect">
              <a:avLst/>
            </a:prstGeom>
            <a:solidFill>
              <a:srgbClr val="54B97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rc12"/>
            <p:cNvSpPr/>
            <p:nvPr/>
          </p:nvSpPr>
          <p:spPr>
            <a:xfrm>
              <a:off x="1932495" y="2360383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3"/>
            <p:cNvSpPr/>
            <p:nvPr/>
          </p:nvSpPr>
          <p:spPr>
            <a:xfrm>
              <a:off x="6834708" y="2360383"/>
              <a:ext cx="612776" cy="369533"/>
            </a:xfrm>
            <a:prstGeom prst="rect">
              <a:avLst/>
            </a:prstGeom>
            <a:solidFill>
              <a:srgbClr val="4146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4"/>
            <p:cNvSpPr/>
            <p:nvPr/>
          </p:nvSpPr>
          <p:spPr>
            <a:xfrm>
              <a:off x="1319719" y="2360383"/>
              <a:ext cx="612776" cy="369533"/>
            </a:xfrm>
            <a:prstGeom prst="rect">
              <a:avLst/>
            </a:prstGeom>
            <a:solidFill>
              <a:srgbClr val="23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/>
            <p:cNvSpPr/>
            <p:nvPr/>
          </p:nvSpPr>
          <p:spPr>
            <a:xfrm>
              <a:off x="3770825" y="2360383"/>
              <a:ext cx="612776" cy="369533"/>
            </a:xfrm>
            <a:prstGeom prst="rect">
              <a:avLst/>
            </a:prstGeom>
            <a:solidFill>
              <a:srgbClr val="4516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/>
            <p:cNvSpPr/>
            <p:nvPr/>
          </p:nvSpPr>
          <p:spPr>
            <a:xfrm>
              <a:off x="6834708" y="3838519"/>
              <a:ext cx="612776" cy="369533"/>
            </a:xfrm>
            <a:prstGeom prst="rect">
              <a:avLst/>
            </a:prstGeom>
            <a:solidFill>
              <a:srgbClr val="4049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/>
            <p:cNvSpPr/>
            <p:nvPr/>
          </p:nvSpPr>
          <p:spPr>
            <a:xfrm>
              <a:off x="5609155" y="3838519"/>
              <a:ext cx="612776" cy="369533"/>
            </a:xfrm>
            <a:prstGeom prst="rect">
              <a:avLst/>
            </a:prstGeom>
            <a:solidFill>
              <a:srgbClr val="5ABC6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8"/>
            <p:cNvSpPr/>
            <p:nvPr/>
          </p:nvSpPr>
          <p:spPr>
            <a:xfrm>
              <a:off x="6221931" y="3838519"/>
              <a:ext cx="612776" cy="369533"/>
            </a:xfrm>
            <a:prstGeom prst="rect">
              <a:avLst/>
            </a:prstGeom>
            <a:solidFill>
              <a:srgbClr val="4516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rc19"/>
            <p:cNvSpPr/>
            <p:nvPr/>
          </p:nvSpPr>
          <p:spPr>
            <a:xfrm>
              <a:off x="1932495" y="3838519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rc20"/>
            <p:cNvSpPr/>
            <p:nvPr/>
          </p:nvSpPr>
          <p:spPr>
            <a:xfrm>
              <a:off x="4996378" y="3838519"/>
              <a:ext cx="612776" cy="369533"/>
            </a:xfrm>
            <a:prstGeom prst="rect">
              <a:avLst/>
            </a:prstGeom>
            <a:solidFill>
              <a:srgbClr val="3669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c21"/>
            <p:cNvSpPr/>
            <p:nvPr/>
          </p:nvSpPr>
          <p:spPr>
            <a:xfrm>
              <a:off x="4383602" y="3838519"/>
              <a:ext cx="612776" cy="369533"/>
            </a:xfrm>
            <a:prstGeom prst="rect">
              <a:avLst/>
            </a:prstGeom>
            <a:solidFill>
              <a:srgbClr val="4143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rc22"/>
            <p:cNvSpPr/>
            <p:nvPr/>
          </p:nvSpPr>
          <p:spPr>
            <a:xfrm>
              <a:off x="2545272" y="3838519"/>
              <a:ext cx="612776" cy="369533"/>
            </a:xfrm>
            <a:prstGeom prst="rect">
              <a:avLst/>
            </a:prstGeom>
            <a:solidFill>
              <a:srgbClr val="5EBF6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rc23"/>
            <p:cNvSpPr/>
            <p:nvPr/>
          </p:nvSpPr>
          <p:spPr>
            <a:xfrm>
              <a:off x="1319719" y="3838519"/>
              <a:ext cx="612776" cy="369533"/>
            </a:xfrm>
            <a:prstGeom prst="rect">
              <a:avLst/>
            </a:prstGeom>
            <a:solidFill>
              <a:srgbClr val="36AD7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4" name="rc24"/>
            <p:cNvSpPr/>
            <p:nvPr/>
          </p:nvSpPr>
          <p:spPr>
            <a:xfrm>
              <a:off x="3770825" y="383851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5" name="rc25"/>
            <p:cNvSpPr/>
            <p:nvPr/>
          </p:nvSpPr>
          <p:spPr>
            <a:xfrm>
              <a:off x="3158048" y="3838519"/>
              <a:ext cx="612776" cy="369533"/>
            </a:xfrm>
            <a:prstGeom prst="rect">
              <a:avLst/>
            </a:prstGeom>
            <a:solidFill>
              <a:srgbClr val="4629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6" name="rc26"/>
            <p:cNvSpPr/>
            <p:nvPr/>
          </p:nvSpPr>
          <p:spPr>
            <a:xfrm>
              <a:off x="4383602" y="346898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7" name="rc27"/>
            <p:cNvSpPr/>
            <p:nvPr/>
          </p:nvSpPr>
          <p:spPr>
            <a:xfrm>
              <a:off x="6221931" y="3468985"/>
              <a:ext cx="612776" cy="369533"/>
            </a:xfrm>
            <a:prstGeom prst="rect">
              <a:avLst/>
            </a:prstGeom>
            <a:solidFill>
              <a:srgbClr val="4240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rc28"/>
            <p:cNvSpPr/>
            <p:nvPr/>
          </p:nvSpPr>
          <p:spPr>
            <a:xfrm>
              <a:off x="2545272" y="3468985"/>
              <a:ext cx="612776" cy="369533"/>
            </a:xfrm>
            <a:prstGeom prst="rect">
              <a:avLst/>
            </a:prstGeom>
            <a:solidFill>
              <a:srgbClr val="2998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rc29"/>
            <p:cNvSpPr/>
            <p:nvPr/>
          </p:nvSpPr>
          <p:spPr>
            <a:xfrm>
              <a:off x="1319719" y="3468985"/>
              <a:ext cx="612776" cy="369533"/>
            </a:xfrm>
            <a:prstGeom prst="rect">
              <a:avLst/>
            </a:prstGeom>
            <a:solidFill>
              <a:srgbClr val="2A95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0" name="rc30"/>
            <p:cNvSpPr/>
            <p:nvPr/>
          </p:nvSpPr>
          <p:spPr>
            <a:xfrm>
              <a:off x="4996378" y="3468985"/>
              <a:ext cx="612776" cy="369533"/>
            </a:xfrm>
            <a:prstGeom prst="rect">
              <a:avLst/>
            </a:prstGeom>
            <a:solidFill>
              <a:srgbClr val="3D59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1" name="rc31"/>
            <p:cNvSpPr/>
            <p:nvPr/>
          </p:nvSpPr>
          <p:spPr>
            <a:xfrm>
              <a:off x="3158048" y="3468985"/>
              <a:ext cx="612776" cy="369533"/>
            </a:xfrm>
            <a:prstGeom prst="rect">
              <a:avLst/>
            </a:prstGeom>
            <a:solidFill>
              <a:srgbClr val="4629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rc32"/>
            <p:cNvSpPr/>
            <p:nvPr/>
          </p:nvSpPr>
          <p:spPr>
            <a:xfrm>
              <a:off x="5609155" y="3468985"/>
              <a:ext cx="612776" cy="369533"/>
            </a:xfrm>
            <a:prstGeom prst="rect">
              <a:avLst/>
            </a:prstGeom>
            <a:solidFill>
              <a:srgbClr val="289C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rc33"/>
            <p:cNvSpPr/>
            <p:nvPr/>
          </p:nvSpPr>
          <p:spPr>
            <a:xfrm>
              <a:off x="3770825" y="3468985"/>
              <a:ext cx="612776" cy="369533"/>
            </a:xfrm>
            <a:prstGeom prst="rect">
              <a:avLst/>
            </a:prstGeom>
            <a:solidFill>
              <a:srgbClr val="4143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rc34"/>
            <p:cNvSpPr/>
            <p:nvPr/>
          </p:nvSpPr>
          <p:spPr>
            <a:xfrm>
              <a:off x="1932495" y="3468985"/>
              <a:ext cx="612776" cy="369533"/>
            </a:xfrm>
            <a:prstGeom prst="rect">
              <a:avLst/>
            </a:prstGeom>
            <a:solidFill>
              <a:srgbClr val="2B7F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rc35"/>
            <p:cNvSpPr/>
            <p:nvPr/>
          </p:nvSpPr>
          <p:spPr>
            <a:xfrm>
              <a:off x="6834708" y="3468985"/>
              <a:ext cx="612776" cy="369533"/>
            </a:xfrm>
            <a:prstGeom prst="rect">
              <a:avLst/>
            </a:prstGeom>
            <a:solidFill>
              <a:srgbClr val="4514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rc36"/>
            <p:cNvSpPr/>
            <p:nvPr/>
          </p:nvSpPr>
          <p:spPr>
            <a:xfrm>
              <a:off x="4996378" y="5316655"/>
              <a:ext cx="612776" cy="369533"/>
            </a:xfrm>
            <a:prstGeom prst="rect">
              <a:avLst/>
            </a:prstGeom>
            <a:solidFill>
              <a:srgbClr val="2B8C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rc37"/>
            <p:cNvSpPr/>
            <p:nvPr/>
          </p:nvSpPr>
          <p:spPr>
            <a:xfrm>
              <a:off x="3770825" y="5316655"/>
              <a:ext cx="612776" cy="369533"/>
            </a:xfrm>
            <a:prstGeom prst="rect">
              <a:avLst/>
            </a:prstGeom>
            <a:solidFill>
              <a:srgbClr val="36AD7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rc38"/>
            <p:cNvSpPr/>
            <p:nvPr/>
          </p:nvSpPr>
          <p:spPr>
            <a:xfrm>
              <a:off x="1932495" y="5316655"/>
              <a:ext cx="612776" cy="369533"/>
            </a:xfrm>
            <a:prstGeom prst="rect">
              <a:avLst/>
            </a:prstGeom>
            <a:solidFill>
              <a:srgbClr val="2B7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rc39"/>
            <p:cNvSpPr/>
            <p:nvPr/>
          </p:nvSpPr>
          <p:spPr>
            <a:xfrm>
              <a:off x="3158048" y="5316655"/>
              <a:ext cx="612776" cy="369533"/>
            </a:xfrm>
            <a:prstGeom prst="rect">
              <a:avLst/>
            </a:prstGeom>
            <a:solidFill>
              <a:srgbClr val="289D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rc40"/>
            <p:cNvSpPr/>
            <p:nvPr/>
          </p:nvSpPr>
          <p:spPr>
            <a:xfrm>
              <a:off x="1319719" y="531665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rc41"/>
            <p:cNvSpPr/>
            <p:nvPr/>
          </p:nvSpPr>
          <p:spPr>
            <a:xfrm>
              <a:off x="4383602" y="5316655"/>
              <a:ext cx="612776" cy="369533"/>
            </a:xfrm>
            <a:prstGeom prst="rect">
              <a:avLst/>
            </a:prstGeom>
            <a:solidFill>
              <a:srgbClr val="2A95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rc42"/>
            <p:cNvSpPr/>
            <p:nvPr/>
          </p:nvSpPr>
          <p:spPr>
            <a:xfrm>
              <a:off x="6221931" y="5316655"/>
              <a:ext cx="612776" cy="369533"/>
            </a:xfrm>
            <a:prstGeom prst="rect">
              <a:avLst/>
            </a:prstGeom>
            <a:solidFill>
              <a:srgbClr val="23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3" name="rc43"/>
            <p:cNvSpPr/>
            <p:nvPr/>
          </p:nvSpPr>
          <p:spPr>
            <a:xfrm>
              <a:off x="5609155" y="5316655"/>
              <a:ext cx="612776" cy="369533"/>
            </a:xfrm>
            <a:prstGeom prst="rect">
              <a:avLst/>
            </a:prstGeom>
            <a:solidFill>
              <a:srgbClr val="73CC5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4" name="rc44"/>
            <p:cNvSpPr/>
            <p:nvPr/>
          </p:nvSpPr>
          <p:spPr>
            <a:xfrm>
              <a:off x="6834708" y="5316655"/>
              <a:ext cx="612776" cy="369533"/>
            </a:xfrm>
            <a:prstGeom prst="rect">
              <a:avLst/>
            </a:prstGeom>
            <a:solidFill>
              <a:srgbClr val="2B8F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5" name="rc45"/>
            <p:cNvSpPr/>
            <p:nvPr/>
          </p:nvSpPr>
          <p:spPr>
            <a:xfrm>
              <a:off x="2545272" y="5316655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6" name="rc46"/>
            <p:cNvSpPr/>
            <p:nvPr/>
          </p:nvSpPr>
          <p:spPr>
            <a:xfrm>
              <a:off x="2545272" y="4947121"/>
              <a:ext cx="612776" cy="369533"/>
            </a:xfrm>
            <a:prstGeom prst="rect">
              <a:avLst/>
            </a:prstGeom>
            <a:solidFill>
              <a:srgbClr val="23A7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7" name="rc47"/>
            <p:cNvSpPr/>
            <p:nvPr/>
          </p:nvSpPr>
          <p:spPr>
            <a:xfrm>
              <a:off x="4996378" y="4947121"/>
              <a:ext cx="612776" cy="369533"/>
            </a:xfrm>
            <a:prstGeom prst="rect">
              <a:avLst/>
            </a:prstGeom>
            <a:solidFill>
              <a:srgbClr val="2B90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8" name="rc48"/>
            <p:cNvSpPr/>
            <p:nvPr/>
          </p:nvSpPr>
          <p:spPr>
            <a:xfrm>
              <a:off x="3158048" y="4947121"/>
              <a:ext cx="612776" cy="369533"/>
            </a:xfrm>
            <a:prstGeom prst="rect">
              <a:avLst/>
            </a:prstGeom>
            <a:solidFill>
              <a:srgbClr val="2C77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rc49"/>
            <p:cNvSpPr/>
            <p:nvPr/>
          </p:nvSpPr>
          <p:spPr>
            <a:xfrm>
              <a:off x="3770825" y="4947121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rc50"/>
            <p:cNvSpPr/>
            <p:nvPr/>
          </p:nvSpPr>
          <p:spPr>
            <a:xfrm>
              <a:off x="1319719" y="4947121"/>
              <a:ext cx="612776" cy="369533"/>
            </a:xfrm>
            <a:prstGeom prst="rect">
              <a:avLst/>
            </a:prstGeom>
            <a:solidFill>
              <a:srgbClr val="2B7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rc51"/>
            <p:cNvSpPr/>
            <p:nvPr/>
          </p:nvSpPr>
          <p:spPr>
            <a:xfrm>
              <a:off x="1932495" y="494712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rc52"/>
            <p:cNvSpPr/>
            <p:nvPr/>
          </p:nvSpPr>
          <p:spPr>
            <a:xfrm>
              <a:off x="6221931" y="4947121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rc53"/>
            <p:cNvSpPr/>
            <p:nvPr/>
          </p:nvSpPr>
          <p:spPr>
            <a:xfrm>
              <a:off x="6834708" y="4947121"/>
              <a:ext cx="612776" cy="369533"/>
            </a:xfrm>
            <a:prstGeom prst="rect">
              <a:avLst/>
            </a:prstGeom>
            <a:solidFill>
              <a:srgbClr val="2B7B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rc54"/>
            <p:cNvSpPr/>
            <p:nvPr/>
          </p:nvSpPr>
          <p:spPr>
            <a:xfrm>
              <a:off x="5609155" y="4947121"/>
              <a:ext cx="612776" cy="369533"/>
            </a:xfrm>
            <a:prstGeom prst="rect">
              <a:avLst/>
            </a:prstGeom>
            <a:solidFill>
              <a:srgbClr val="A4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rc55"/>
            <p:cNvSpPr/>
            <p:nvPr/>
          </p:nvSpPr>
          <p:spPr>
            <a:xfrm>
              <a:off x="4383602" y="4947121"/>
              <a:ext cx="612776" cy="369533"/>
            </a:xfrm>
            <a:prstGeom prst="rect">
              <a:avLst/>
            </a:prstGeom>
            <a:solidFill>
              <a:srgbClr val="2B7F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rc56"/>
            <p:cNvSpPr/>
            <p:nvPr/>
          </p:nvSpPr>
          <p:spPr>
            <a:xfrm>
              <a:off x="3158048" y="4577587"/>
              <a:ext cx="612776" cy="369533"/>
            </a:xfrm>
            <a:prstGeom prst="rect">
              <a:avLst/>
            </a:prstGeom>
            <a:solidFill>
              <a:srgbClr val="2CAA8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rc57"/>
            <p:cNvSpPr/>
            <p:nvPr/>
          </p:nvSpPr>
          <p:spPr>
            <a:xfrm>
              <a:off x="4383602" y="4577587"/>
              <a:ext cx="612776" cy="369533"/>
            </a:xfrm>
            <a:prstGeom prst="rect">
              <a:avLst/>
            </a:prstGeom>
            <a:solidFill>
              <a:srgbClr val="2998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rc58"/>
            <p:cNvSpPr/>
            <p:nvPr/>
          </p:nvSpPr>
          <p:spPr>
            <a:xfrm>
              <a:off x="6834708" y="4577587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rc59"/>
            <p:cNvSpPr/>
            <p:nvPr/>
          </p:nvSpPr>
          <p:spPr>
            <a:xfrm>
              <a:off x="1319719" y="4577587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rc60"/>
            <p:cNvSpPr/>
            <p:nvPr/>
          </p:nvSpPr>
          <p:spPr>
            <a:xfrm>
              <a:off x="5609155" y="4577587"/>
              <a:ext cx="612776" cy="369533"/>
            </a:xfrm>
            <a:prstGeom prst="rect">
              <a:avLst/>
            </a:prstGeom>
            <a:solidFill>
              <a:srgbClr val="29AA8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1" name="rc61"/>
            <p:cNvSpPr/>
            <p:nvPr/>
          </p:nvSpPr>
          <p:spPr>
            <a:xfrm>
              <a:off x="1932495" y="4577587"/>
              <a:ext cx="612776" cy="369533"/>
            </a:xfrm>
            <a:prstGeom prst="rect">
              <a:avLst/>
            </a:prstGeom>
            <a:solidFill>
              <a:srgbClr val="23A7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2" name="rc62"/>
            <p:cNvSpPr/>
            <p:nvPr/>
          </p:nvSpPr>
          <p:spPr>
            <a:xfrm>
              <a:off x="2545272" y="457758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3" name="rc63"/>
            <p:cNvSpPr/>
            <p:nvPr/>
          </p:nvSpPr>
          <p:spPr>
            <a:xfrm>
              <a:off x="3770825" y="4577587"/>
              <a:ext cx="612776" cy="369533"/>
            </a:xfrm>
            <a:prstGeom prst="rect">
              <a:avLst/>
            </a:prstGeom>
            <a:solidFill>
              <a:srgbClr val="5EBF6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4" name="rc64"/>
            <p:cNvSpPr/>
            <p:nvPr/>
          </p:nvSpPr>
          <p:spPr>
            <a:xfrm>
              <a:off x="6221931" y="4577587"/>
              <a:ext cx="612776" cy="369533"/>
            </a:xfrm>
            <a:prstGeom prst="rect">
              <a:avLst/>
            </a:prstGeom>
            <a:solidFill>
              <a:srgbClr val="54B97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5" name="rc65"/>
            <p:cNvSpPr/>
            <p:nvPr/>
          </p:nvSpPr>
          <p:spPr>
            <a:xfrm>
              <a:off x="4996378" y="4577587"/>
              <a:ext cx="612776" cy="369533"/>
            </a:xfrm>
            <a:prstGeom prst="rect">
              <a:avLst/>
            </a:prstGeom>
            <a:solidFill>
              <a:srgbClr val="22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6" name="rc66"/>
            <p:cNvSpPr/>
            <p:nvPr/>
          </p:nvSpPr>
          <p:spPr>
            <a:xfrm>
              <a:off x="2545272" y="4208053"/>
              <a:ext cx="612776" cy="369533"/>
            </a:xfrm>
            <a:prstGeom prst="rect">
              <a:avLst/>
            </a:prstGeom>
            <a:solidFill>
              <a:srgbClr val="2CAA8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7" name="rc67"/>
            <p:cNvSpPr/>
            <p:nvPr/>
          </p:nvSpPr>
          <p:spPr>
            <a:xfrm>
              <a:off x="3770825" y="4208053"/>
              <a:ext cx="612776" cy="369533"/>
            </a:xfrm>
            <a:prstGeom prst="rect">
              <a:avLst/>
            </a:prstGeom>
            <a:solidFill>
              <a:srgbClr val="4629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8" name="rc68"/>
            <p:cNvSpPr/>
            <p:nvPr/>
          </p:nvSpPr>
          <p:spPr>
            <a:xfrm>
              <a:off x="5609155" y="4208053"/>
              <a:ext cx="612776" cy="369533"/>
            </a:xfrm>
            <a:prstGeom prst="rect">
              <a:avLst/>
            </a:prstGeom>
            <a:solidFill>
              <a:srgbClr val="3FB07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9" name="rc69"/>
            <p:cNvSpPr/>
            <p:nvPr/>
          </p:nvSpPr>
          <p:spPr>
            <a:xfrm>
              <a:off x="6221931" y="4208053"/>
              <a:ext cx="612776" cy="369533"/>
            </a:xfrm>
            <a:prstGeom prst="rect">
              <a:avLst/>
            </a:prstGeom>
            <a:solidFill>
              <a:srgbClr val="4623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0" name="rc70"/>
            <p:cNvSpPr/>
            <p:nvPr/>
          </p:nvSpPr>
          <p:spPr>
            <a:xfrm>
              <a:off x="4996378" y="4208053"/>
              <a:ext cx="612776" cy="369533"/>
            </a:xfrm>
            <a:prstGeom prst="rect">
              <a:avLst/>
            </a:prstGeom>
            <a:solidFill>
              <a:srgbClr val="3962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1" name="rc71"/>
            <p:cNvSpPr/>
            <p:nvPr/>
          </p:nvSpPr>
          <p:spPr>
            <a:xfrm>
              <a:off x="3158048" y="420805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2" name="rc72"/>
            <p:cNvSpPr/>
            <p:nvPr/>
          </p:nvSpPr>
          <p:spPr>
            <a:xfrm>
              <a:off x="1932495" y="4208053"/>
              <a:ext cx="612776" cy="369533"/>
            </a:xfrm>
            <a:prstGeom prst="rect">
              <a:avLst/>
            </a:prstGeom>
            <a:solidFill>
              <a:srgbClr val="2C77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3" name="rc73"/>
            <p:cNvSpPr/>
            <p:nvPr/>
          </p:nvSpPr>
          <p:spPr>
            <a:xfrm>
              <a:off x="6834708" y="4208053"/>
              <a:ext cx="612776" cy="369533"/>
            </a:xfrm>
            <a:prstGeom prst="rect">
              <a:avLst/>
            </a:prstGeom>
            <a:solidFill>
              <a:srgbClr val="4530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4" name="rc74"/>
            <p:cNvSpPr/>
            <p:nvPr/>
          </p:nvSpPr>
          <p:spPr>
            <a:xfrm>
              <a:off x="1319719" y="4208053"/>
              <a:ext cx="612776" cy="369533"/>
            </a:xfrm>
            <a:prstGeom prst="rect">
              <a:avLst/>
            </a:prstGeom>
            <a:solidFill>
              <a:srgbClr val="289D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5" name="rc75"/>
            <p:cNvSpPr/>
            <p:nvPr/>
          </p:nvSpPr>
          <p:spPr>
            <a:xfrm>
              <a:off x="4383602" y="4208053"/>
              <a:ext cx="612776" cy="369533"/>
            </a:xfrm>
            <a:prstGeom prst="rect">
              <a:avLst/>
            </a:prstGeom>
            <a:solidFill>
              <a:srgbClr val="4629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6" name="rc76"/>
            <p:cNvSpPr/>
            <p:nvPr/>
          </p:nvSpPr>
          <p:spPr>
            <a:xfrm>
              <a:off x="1932495" y="3099451"/>
              <a:ext cx="612776" cy="369533"/>
            </a:xfrm>
            <a:prstGeom prst="rect">
              <a:avLst/>
            </a:prstGeom>
            <a:solidFill>
              <a:srgbClr val="2B90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7" name="rc77"/>
            <p:cNvSpPr/>
            <p:nvPr/>
          </p:nvSpPr>
          <p:spPr>
            <a:xfrm>
              <a:off x="3158048" y="3099451"/>
              <a:ext cx="612776" cy="369533"/>
            </a:xfrm>
            <a:prstGeom prst="rect">
              <a:avLst/>
            </a:prstGeom>
            <a:solidFill>
              <a:srgbClr val="3962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8" name="rc78"/>
            <p:cNvSpPr/>
            <p:nvPr/>
          </p:nvSpPr>
          <p:spPr>
            <a:xfrm>
              <a:off x="4996378" y="309945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9" name="rc79"/>
            <p:cNvSpPr/>
            <p:nvPr/>
          </p:nvSpPr>
          <p:spPr>
            <a:xfrm>
              <a:off x="2545272" y="3099451"/>
              <a:ext cx="612776" cy="369533"/>
            </a:xfrm>
            <a:prstGeom prst="rect">
              <a:avLst/>
            </a:prstGeom>
            <a:solidFill>
              <a:srgbClr val="22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0" name="rc80"/>
            <p:cNvSpPr/>
            <p:nvPr/>
          </p:nvSpPr>
          <p:spPr>
            <a:xfrm>
              <a:off x="6834708" y="3099451"/>
              <a:ext cx="612776" cy="369533"/>
            </a:xfrm>
            <a:prstGeom prst="rect">
              <a:avLst/>
            </a:prstGeom>
            <a:solidFill>
              <a:srgbClr val="3E55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1" name="rc81"/>
            <p:cNvSpPr/>
            <p:nvPr/>
          </p:nvSpPr>
          <p:spPr>
            <a:xfrm>
              <a:off x="5609155" y="3099451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2" name="rc82"/>
            <p:cNvSpPr/>
            <p:nvPr/>
          </p:nvSpPr>
          <p:spPr>
            <a:xfrm>
              <a:off x="4383602" y="3099451"/>
              <a:ext cx="612776" cy="369533"/>
            </a:xfrm>
            <a:prstGeom prst="rect">
              <a:avLst/>
            </a:prstGeom>
            <a:solidFill>
              <a:srgbClr val="3D59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3" name="rc83"/>
            <p:cNvSpPr/>
            <p:nvPr/>
          </p:nvSpPr>
          <p:spPr>
            <a:xfrm>
              <a:off x="3770825" y="3099451"/>
              <a:ext cx="612776" cy="369533"/>
            </a:xfrm>
            <a:prstGeom prst="rect">
              <a:avLst/>
            </a:prstGeom>
            <a:solidFill>
              <a:srgbClr val="3669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4" name="rc84"/>
            <p:cNvSpPr/>
            <p:nvPr/>
          </p:nvSpPr>
          <p:spPr>
            <a:xfrm>
              <a:off x="6221931" y="3099451"/>
              <a:ext cx="612776" cy="369533"/>
            </a:xfrm>
            <a:prstGeom prst="rect">
              <a:avLst/>
            </a:prstGeom>
            <a:solidFill>
              <a:srgbClr val="346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5" name="rc85"/>
            <p:cNvSpPr/>
            <p:nvPr/>
          </p:nvSpPr>
          <p:spPr>
            <a:xfrm>
              <a:off x="1319719" y="3099451"/>
              <a:ext cx="612776" cy="369533"/>
            </a:xfrm>
            <a:prstGeom prst="rect">
              <a:avLst/>
            </a:prstGeom>
            <a:solidFill>
              <a:srgbClr val="2B8C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6" name="rc86"/>
            <p:cNvSpPr/>
            <p:nvPr/>
          </p:nvSpPr>
          <p:spPr>
            <a:xfrm>
              <a:off x="2545272" y="2729917"/>
              <a:ext cx="612776" cy="369533"/>
            </a:xfrm>
            <a:prstGeom prst="rect">
              <a:avLst/>
            </a:prstGeom>
            <a:solidFill>
              <a:srgbClr val="29AA8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7" name="rc87"/>
            <p:cNvSpPr/>
            <p:nvPr/>
          </p:nvSpPr>
          <p:spPr>
            <a:xfrm>
              <a:off x="3770825" y="2729917"/>
              <a:ext cx="612776" cy="369533"/>
            </a:xfrm>
            <a:prstGeom prst="rect">
              <a:avLst/>
            </a:prstGeom>
            <a:solidFill>
              <a:srgbClr val="5ABC6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8" name="rc88"/>
            <p:cNvSpPr/>
            <p:nvPr/>
          </p:nvSpPr>
          <p:spPr>
            <a:xfrm>
              <a:off x="4383602" y="2729917"/>
              <a:ext cx="612776" cy="369533"/>
            </a:xfrm>
            <a:prstGeom prst="rect">
              <a:avLst/>
            </a:prstGeom>
            <a:solidFill>
              <a:srgbClr val="289C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9" name="rc89"/>
            <p:cNvSpPr/>
            <p:nvPr/>
          </p:nvSpPr>
          <p:spPr>
            <a:xfrm>
              <a:off x="6221931" y="2729917"/>
              <a:ext cx="612776" cy="369533"/>
            </a:xfrm>
            <a:prstGeom prst="rect">
              <a:avLst/>
            </a:prstGeom>
            <a:solidFill>
              <a:srgbClr val="5CBE6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0" name="rc90"/>
            <p:cNvSpPr/>
            <p:nvPr/>
          </p:nvSpPr>
          <p:spPr>
            <a:xfrm>
              <a:off x="6834708" y="2729917"/>
              <a:ext cx="612776" cy="369533"/>
            </a:xfrm>
            <a:prstGeom prst="rect">
              <a:avLst/>
            </a:prstGeom>
            <a:solidFill>
              <a:srgbClr val="2A97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1" name="rc91"/>
            <p:cNvSpPr/>
            <p:nvPr/>
          </p:nvSpPr>
          <p:spPr>
            <a:xfrm>
              <a:off x="4996378" y="2729917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2" name="rc92"/>
            <p:cNvSpPr/>
            <p:nvPr/>
          </p:nvSpPr>
          <p:spPr>
            <a:xfrm>
              <a:off x="1319719" y="2729917"/>
              <a:ext cx="612776" cy="369533"/>
            </a:xfrm>
            <a:prstGeom prst="rect">
              <a:avLst/>
            </a:prstGeom>
            <a:solidFill>
              <a:srgbClr val="73CC5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3" name="rc93"/>
            <p:cNvSpPr/>
            <p:nvPr/>
          </p:nvSpPr>
          <p:spPr>
            <a:xfrm>
              <a:off x="5609155" y="272991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4" name="rc94"/>
            <p:cNvSpPr/>
            <p:nvPr/>
          </p:nvSpPr>
          <p:spPr>
            <a:xfrm>
              <a:off x="3158048" y="2729917"/>
              <a:ext cx="612776" cy="369533"/>
            </a:xfrm>
            <a:prstGeom prst="rect">
              <a:avLst/>
            </a:prstGeom>
            <a:solidFill>
              <a:srgbClr val="3FB07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5" name="rc95"/>
            <p:cNvSpPr/>
            <p:nvPr/>
          </p:nvSpPr>
          <p:spPr>
            <a:xfrm>
              <a:off x="1932495" y="2729917"/>
              <a:ext cx="612776" cy="369533"/>
            </a:xfrm>
            <a:prstGeom prst="rect">
              <a:avLst/>
            </a:prstGeom>
            <a:solidFill>
              <a:srgbClr val="A4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6" name="rc96"/>
            <p:cNvSpPr/>
            <p:nvPr/>
          </p:nvSpPr>
          <p:spPr>
            <a:xfrm>
              <a:off x="2545272" y="1990849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7" name="rc97"/>
            <p:cNvSpPr/>
            <p:nvPr/>
          </p:nvSpPr>
          <p:spPr>
            <a:xfrm>
              <a:off x="4383602" y="1990849"/>
              <a:ext cx="612776" cy="369533"/>
            </a:xfrm>
            <a:prstGeom prst="rect">
              <a:avLst/>
            </a:prstGeom>
            <a:solidFill>
              <a:srgbClr val="45145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8" name="rc98"/>
            <p:cNvSpPr/>
            <p:nvPr/>
          </p:nvSpPr>
          <p:spPr>
            <a:xfrm>
              <a:off x="3770825" y="1990849"/>
              <a:ext cx="612776" cy="369533"/>
            </a:xfrm>
            <a:prstGeom prst="rect">
              <a:avLst/>
            </a:prstGeom>
            <a:solidFill>
              <a:srgbClr val="4049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9" name="rc99"/>
            <p:cNvSpPr/>
            <p:nvPr/>
          </p:nvSpPr>
          <p:spPr>
            <a:xfrm>
              <a:off x="1319719" y="1990849"/>
              <a:ext cx="612776" cy="369533"/>
            </a:xfrm>
            <a:prstGeom prst="rect">
              <a:avLst/>
            </a:prstGeom>
            <a:solidFill>
              <a:srgbClr val="2B8F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0" name="rc100"/>
            <p:cNvSpPr/>
            <p:nvPr/>
          </p:nvSpPr>
          <p:spPr>
            <a:xfrm>
              <a:off x="3158048" y="1990849"/>
              <a:ext cx="612776" cy="369533"/>
            </a:xfrm>
            <a:prstGeom prst="rect">
              <a:avLst/>
            </a:prstGeom>
            <a:solidFill>
              <a:srgbClr val="45307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1" name="rc101"/>
            <p:cNvSpPr/>
            <p:nvPr/>
          </p:nvSpPr>
          <p:spPr>
            <a:xfrm>
              <a:off x="1932495" y="1990849"/>
              <a:ext cx="612776" cy="369533"/>
            </a:xfrm>
            <a:prstGeom prst="rect">
              <a:avLst/>
            </a:prstGeom>
            <a:solidFill>
              <a:srgbClr val="2B7B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2" name="rc102"/>
            <p:cNvSpPr/>
            <p:nvPr/>
          </p:nvSpPr>
          <p:spPr>
            <a:xfrm>
              <a:off x="5609155" y="1990849"/>
              <a:ext cx="612776" cy="369533"/>
            </a:xfrm>
            <a:prstGeom prst="rect">
              <a:avLst/>
            </a:prstGeom>
            <a:solidFill>
              <a:srgbClr val="2A97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3" name="rc103"/>
            <p:cNvSpPr/>
            <p:nvPr/>
          </p:nvSpPr>
          <p:spPr>
            <a:xfrm>
              <a:off x="4996378" y="1990849"/>
              <a:ext cx="612776" cy="369533"/>
            </a:xfrm>
            <a:prstGeom prst="rect">
              <a:avLst/>
            </a:prstGeom>
            <a:solidFill>
              <a:srgbClr val="3E55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4" name="rc104"/>
            <p:cNvSpPr/>
            <p:nvPr/>
          </p:nvSpPr>
          <p:spPr>
            <a:xfrm>
              <a:off x="6221931" y="1990849"/>
              <a:ext cx="612776" cy="369533"/>
            </a:xfrm>
            <a:prstGeom prst="rect">
              <a:avLst/>
            </a:prstGeom>
            <a:solidFill>
              <a:srgbClr val="4146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5" name="rc105"/>
            <p:cNvSpPr/>
            <p:nvPr/>
          </p:nvSpPr>
          <p:spPr>
            <a:xfrm>
              <a:off x="6834708" y="199084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6" name="pl106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gdLst/>
              <a:ahLst/>
              <a:cxnLst/>
              <a:rect l="0" t="0" r="0" b="0"/>
              <a:pathLst>
                <a:path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7" name="tx107"/>
            <p:cNvSpPr/>
            <p:nvPr/>
          </p:nvSpPr>
          <p:spPr>
            <a:xfrm>
              <a:off x="823284" y="5461371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829319" y="5091837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835629" y="4722303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816975" y="4352769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1179" y="3983235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2708" y="3613701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804722" y="3244167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98413" y="2874633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23798" y="2505099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05327" y="2135565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7" name="pl117"/>
            <p:cNvSpPr/>
            <p:nvPr/>
          </p:nvSpPr>
          <p:spPr>
            <a:xfrm>
              <a:off x="1223647" y="550142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8" name="pl118"/>
            <p:cNvSpPr/>
            <p:nvPr/>
          </p:nvSpPr>
          <p:spPr>
            <a:xfrm>
              <a:off x="1223647" y="513188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9" name="pl119"/>
            <p:cNvSpPr/>
            <p:nvPr/>
          </p:nvSpPr>
          <p:spPr>
            <a:xfrm>
              <a:off x="1223647" y="476235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0" name="pl120"/>
            <p:cNvSpPr/>
            <p:nvPr/>
          </p:nvSpPr>
          <p:spPr>
            <a:xfrm>
              <a:off x="1223647" y="439282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1" name="pl121"/>
            <p:cNvSpPr/>
            <p:nvPr/>
          </p:nvSpPr>
          <p:spPr>
            <a:xfrm>
              <a:off x="1223647" y="402328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2" name="pl122"/>
            <p:cNvSpPr/>
            <p:nvPr/>
          </p:nvSpPr>
          <p:spPr>
            <a:xfrm>
              <a:off x="1223647" y="3653752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3" name="pl123"/>
            <p:cNvSpPr/>
            <p:nvPr/>
          </p:nvSpPr>
          <p:spPr>
            <a:xfrm>
              <a:off x="1223647" y="3284218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4" name="pl124"/>
            <p:cNvSpPr/>
            <p:nvPr/>
          </p:nvSpPr>
          <p:spPr>
            <a:xfrm>
              <a:off x="1223647" y="291468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5" name="pl125"/>
            <p:cNvSpPr/>
            <p:nvPr/>
          </p:nvSpPr>
          <p:spPr>
            <a:xfrm>
              <a:off x="1223647" y="2545150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6" name="pl126"/>
            <p:cNvSpPr/>
            <p:nvPr/>
          </p:nvSpPr>
          <p:spPr>
            <a:xfrm>
              <a:off x="1223647" y="2175616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7" name="pl127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gdLst/>
              <a:ahLst/>
              <a:cxnLst/>
              <a:rect l="0" t="0" r="0" b="0"/>
              <a:pathLst>
                <a:path w="625032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8" name="pl128"/>
            <p:cNvSpPr/>
            <p:nvPr/>
          </p:nvSpPr>
          <p:spPr>
            <a:xfrm>
              <a:off x="162610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9" name="pl129"/>
            <p:cNvSpPr/>
            <p:nvPr/>
          </p:nvSpPr>
          <p:spPr>
            <a:xfrm>
              <a:off x="223888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0" name="pl130"/>
            <p:cNvSpPr/>
            <p:nvPr/>
          </p:nvSpPr>
          <p:spPr>
            <a:xfrm>
              <a:off x="285166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" name="pl131"/>
            <p:cNvSpPr/>
            <p:nvPr/>
          </p:nvSpPr>
          <p:spPr>
            <a:xfrm>
              <a:off x="3464437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" name="pl132"/>
            <p:cNvSpPr/>
            <p:nvPr/>
          </p:nvSpPr>
          <p:spPr>
            <a:xfrm>
              <a:off x="407721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" name="pl133"/>
            <p:cNvSpPr/>
            <p:nvPr/>
          </p:nvSpPr>
          <p:spPr>
            <a:xfrm>
              <a:off x="4689990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" name="pl134"/>
            <p:cNvSpPr/>
            <p:nvPr/>
          </p:nvSpPr>
          <p:spPr>
            <a:xfrm>
              <a:off x="530276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" name="pl135"/>
            <p:cNvSpPr/>
            <p:nvPr/>
          </p:nvSpPr>
          <p:spPr>
            <a:xfrm>
              <a:off x="5915543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" name="pl136"/>
            <p:cNvSpPr/>
            <p:nvPr/>
          </p:nvSpPr>
          <p:spPr>
            <a:xfrm>
              <a:off x="652831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" name="pl137"/>
            <p:cNvSpPr/>
            <p:nvPr/>
          </p:nvSpPr>
          <p:spPr>
            <a:xfrm>
              <a:off x="7141096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8" name="tx138"/>
            <p:cNvSpPr/>
            <p:nvPr/>
          </p:nvSpPr>
          <p:spPr>
            <a:xfrm>
              <a:off x="1439844" y="5785772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055638" y="5785772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671569" y="5785772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275019" y="5785772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834897" y="5785772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438438" y="5785772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5107222" y="5785772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716844" y="5785772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6292313" y="5785772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6895854" y="578577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48" name="rc148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9" name="tx149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51" name="pic15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152" name="pl152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3" name="pl153"/>
            <p:cNvSpPr/>
            <p:nvPr/>
          </p:nvSpPr>
          <p:spPr>
            <a:xfrm>
              <a:off x="7893094" y="33651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4" name="pl154"/>
            <p:cNvSpPr/>
            <p:nvPr/>
          </p:nvSpPr>
          <p:spPr>
            <a:xfrm>
              <a:off x="7893094" y="318288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5" name="pl155"/>
            <p:cNvSpPr/>
            <p:nvPr/>
          </p:nvSpPr>
          <p:spPr>
            <a:xfrm>
              <a:off x="7893094" y="300061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6" name="pl156"/>
            <p:cNvSpPr/>
            <p:nvPr/>
          </p:nvSpPr>
          <p:spPr>
            <a:xfrm>
              <a:off x="7893094" y="281834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7" name="pl157"/>
            <p:cNvSpPr/>
            <p:nvPr/>
          </p:nvSpPr>
          <p:spPr>
            <a:xfrm>
              <a:off x="7893094" y="26360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8" name="pl158"/>
            <p:cNvSpPr/>
            <p:nvPr/>
          </p:nvSpPr>
          <p:spPr>
            <a:xfrm>
              <a:off x="7893094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9" name="pl159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0" name="pl160"/>
            <p:cNvSpPr/>
            <p:nvPr/>
          </p:nvSpPr>
          <p:spPr>
            <a:xfrm>
              <a:off x="7717529" y="336515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1" name="pl161"/>
            <p:cNvSpPr/>
            <p:nvPr/>
          </p:nvSpPr>
          <p:spPr>
            <a:xfrm>
              <a:off x="7717529" y="318288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2" name="pl162"/>
            <p:cNvSpPr/>
            <p:nvPr/>
          </p:nvSpPr>
          <p:spPr>
            <a:xfrm>
              <a:off x="7717529" y="300061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3" name="pl163"/>
            <p:cNvSpPr/>
            <p:nvPr/>
          </p:nvSpPr>
          <p:spPr>
            <a:xfrm>
              <a:off x="7717529" y="2818346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4" name="pl164"/>
            <p:cNvSpPr/>
            <p:nvPr/>
          </p:nvSpPr>
          <p:spPr>
            <a:xfrm>
              <a:off x="7717529" y="263607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5" name="pl165"/>
            <p:cNvSpPr/>
            <p:nvPr/>
          </p:nvSpPr>
          <p:spPr>
            <a:xfrm>
              <a:off x="7717529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" name="tx166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006574" y="332510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8006574" y="314283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8006574" y="296056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006574" y="2778295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8006574" y="259602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8006574" y="241375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1258441" y="1669789"/>
              <a:ext cx="5348599" cy="1639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(Abiotic Only) between Sites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6" name="rc6"/>
            <p:cNvSpPr/>
            <p:nvPr/>
          </p:nvSpPr>
          <p:spPr>
            <a:xfrm>
              <a:off x="1542547" y="2459526"/>
              <a:ext cx="2841054" cy="459664"/>
            </a:xfrm>
            <a:prstGeom prst="rect">
              <a:avLst/>
            </a:prstGeom>
            <a:solidFill>
              <a:srgbClr val="3690A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7" name="rc7"/>
            <p:cNvSpPr/>
            <p:nvPr/>
          </p:nvSpPr>
          <p:spPr>
            <a:xfrm>
              <a:off x="1542547" y="3838519"/>
              <a:ext cx="2841054" cy="459664"/>
            </a:xfrm>
            <a:prstGeom prst="rect">
              <a:avLst/>
            </a:prstGeom>
            <a:solidFill>
              <a:srgbClr val="A3E2C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8" name="rc8"/>
            <p:cNvSpPr/>
            <p:nvPr/>
          </p:nvSpPr>
          <p:spPr>
            <a:xfrm>
              <a:off x="1542547" y="1999862"/>
              <a:ext cx="2841054" cy="459664"/>
            </a:xfrm>
            <a:prstGeom prst="rect">
              <a:avLst/>
            </a:prstGeom>
            <a:solidFill>
              <a:srgbClr val="2E224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9" name="rc9"/>
            <p:cNvSpPr/>
            <p:nvPr/>
          </p:nvSpPr>
          <p:spPr>
            <a:xfrm>
              <a:off x="1542547" y="2919191"/>
              <a:ext cx="2841054" cy="459664"/>
            </a:xfrm>
            <a:prstGeom prst="rect">
              <a:avLst/>
            </a:prstGeom>
            <a:solidFill>
              <a:srgbClr val="5CC8A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0" name="rc10"/>
            <p:cNvSpPr/>
            <p:nvPr/>
          </p:nvSpPr>
          <p:spPr>
            <a:xfrm>
              <a:off x="1542547" y="4298183"/>
              <a:ext cx="2841054" cy="459664"/>
            </a:xfrm>
            <a:prstGeom prst="rect">
              <a:avLst/>
            </a:prstGeom>
            <a:solidFill>
              <a:srgbClr val="33264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1" name="rc11"/>
            <p:cNvSpPr/>
            <p:nvPr/>
          </p:nvSpPr>
          <p:spPr>
            <a:xfrm>
              <a:off x="1542547" y="4757847"/>
              <a:ext cx="2841054" cy="459664"/>
            </a:xfrm>
            <a:prstGeom prst="rect">
              <a:avLst/>
            </a:prstGeom>
            <a:solidFill>
              <a:srgbClr val="3983A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2" name="rc12"/>
            <p:cNvSpPr/>
            <p:nvPr/>
          </p:nvSpPr>
          <p:spPr>
            <a:xfrm>
              <a:off x="1542547" y="5217512"/>
              <a:ext cx="2841054" cy="459664"/>
            </a:xfrm>
            <a:prstGeom prst="rect">
              <a:avLst/>
            </a:prstGeom>
            <a:solidFill>
              <a:srgbClr val="3B3E6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" name="rc13"/>
            <p:cNvSpPr/>
            <p:nvPr/>
          </p:nvSpPr>
          <p:spPr>
            <a:xfrm>
              <a:off x="1542547" y="3378855"/>
              <a:ext cx="2841054" cy="459664"/>
            </a:xfrm>
            <a:prstGeom prst="rect">
              <a:avLst/>
            </a:prstGeom>
            <a:solidFill>
              <a:srgbClr val="BFEBD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" name="rc14"/>
            <p:cNvSpPr/>
            <p:nvPr/>
          </p:nvSpPr>
          <p:spPr>
            <a:xfrm>
              <a:off x="4383602" y="4298183"/>
              <a:ext cx="2841054" cy="459664"/>
            </a:xfrm>
            <a:prstGeom prst="rect">
              <a:avLst/>
            </a:prstGeom>
            <a:solidFill>
              <a:srgbClr val="3A5A9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5" name="rc15"/>
            <p:cNvSpPr/>
            <p:nvPr/>
          </p:nvSpPr>
          <p:spPr>
            <a:xfrm>
              <a:off x="4383602" y="2919191"/>
              <a:ext cx="2841054" cy="459664"/>
            </a:xfrm>
            <a:prstGeom prst="rect">
              <a:avLst/>
            </a:prstGeom>
            <a:solidFill>
              <a:srgbClr val="C3ECD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" name="rc16"/>
            <p:cNvSpPr/>
            <p:nvPr/>
          </p:nvSpPr>
          <p:spPr>
            <a:xfrm>
              <a:off x="4383602" y="3378855"/>
              <a:ext cx="2841054" cy="459664"/>
            </a:xfrm>
            <a:prstGeom prst="rect">
              <a:avLst/>
            </a:prstGeom>
            <a:solidFill>
              <a:srgbClr val="54BC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" name="rc17"/>
            <p:cNvSpPr/>
            <p:nvPr/>
          </p:nvSpPr>
          <p:spPr>
            <a:xfrm>
              <a:off x="4383602" y="5217512"/>
              <a:ext cx="2841054" cy="459664"/>
            </a:xfrm>
            <a:prstGeom prst="rect">
              <a:avLst/>
            </a:prstGeom>
            <a:solidFill>
              <a:srgbClr val="395E9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" name="rc18"/>
            <p:cNvSpPr/>
            <p:nvPr/>
          </p:nvSpPr>
          <p:spPr>
            <a:xfrm>
              <a:off x="4383602" y="3838519"/>
              <a:ext cx="2841054" cy="459664"/>
            </a:xfrm>
            <a:prstGeom prst="rect">
              <a:avLst/>
            </a:prstGeom>
            <a:solidFill>
              <a:srgbClr val="83D8B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9" name="rc19"/>
            <p:cNvSpPr/>
            <p:nvPr/>
          </p:nvSpPr>
          <p:spPr>
            <a:xfrm>
              <a:off x="4383602" y="4757847"/>
              <a:ext cx="2841054" cy="459664"/>
            </a:xfrm>
            <a:prstGeom prst="rect">
              <a:avLst/>
            </a:prstGeom>
            <a:solidFill>
              <a:srgbClr val="3A7AA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rc20"/>
            <p:cNvSpPr/>
            <p:nvPr/>
          </p:nvSpPr>
          <p:spPr>
            <a:xfrm>
              <a:off x="4383602" y="1999862"/>
              <a:ext cx="2841054" cy="459664"/>
            </a:xfrm>
            <a:prstGeom prst="rect">
              <a:avLst/>
            </a:prstGeom>
            <a:solidFill>
              <a:srgbClr val="3B53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1" name="rc21"/>
            <p:cNvSpPr/>
            <p:nvPr/>
          </p:nvSpPr>
          <p:spPr>
            <a:xfrm>
              <a:off x="4383602" y="2459526"/>
              <a:ext cx="2841054" cy="459664"/>
            </a:xfrm>
            <a:prstGeom prst="rect">
              <a:avLst/>
            </a:prstGeom>
            <a:solidFill>
              <a:srgbClr val="4AAEA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2" name="pl22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gdLst/>
              <a:ahLst/>
              <a:cxnLst/>
              <a:rect l="0" t="0" r="0" b="0"/>
              <a:pathLst>
                <a:path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3" name="tx23"/>
            <p:cNvSpPr/>
            <p:nvPr/>
          </p:nvSpPr>
          <p:spPr>
            <a:xfrm>
              <a:off x="823284" y="5407293"/>
              <a:ext cx="372526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29319" y="4947629"/>
              <a:ext cx="36649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5629" y="4487965"/>
              <a:ext cx="36018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6975" y="4028300"/>
              <a:ext cx="378835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1179" y="3568636"/>
              <a:ext cx="484631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08972"/>
              <a:ext cx="503102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04722" y="2649308"/>
              <a:ext cx="39108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98413" y="2189644"/>
              <a:ext cx="397398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1223647" y="544734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2" name="pl32"/>
            <p:cNvSpPr/>
            <p:nvPr/>
          </p:nvSpPr>
          <p:spPr>
            <a:xfrm>
              <a:off x="1223647" y="498767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3" name="pl33"/>
            <p:cNvSpPr/>
            <p:nvPr/>
          </p:nvSpPr>
          <p:spPr>
            <a:xfrm>
              <a:off x="1223647" y="4528015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4" name="pl34"/>
            <p:cNvSpPr/>
            <p:nvPr/>
          </p:nvSpPr>
          <p:spPr>
            <a:xfrm>
              <a:off x="1223647" y="4068351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5" name="pl35"/>
            <p:cNvSpPr/>
            <p:nvPr/>
          </p:nvSpPr>
          <p:spPr>
            <a:xfrm>
              <a:off x="1223647" y="3608687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6" name="pl36"/>
            <p:cNvSpPr/>
            <p:nvPr/>
          </p:nvSpPr>
          <p:spPr>
            <a:xfrm>
              <a:off x="1223647" y="3149023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7" name="pl37"/>
            <p:cNvSpPr/>
            <p:nvPr/>
          </p:nvSpPr>
          <p:spPr>
            <a:xfrm>
              <a:off x="1223647" y="2689359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8" name="pl38"/>
            <p:cNvSpPr/>
            <p:nvPr/>
          </p:nvSpPr>
          <p:spPr>
            <a:xfrm>
              <a:off x="1223647" y="2229694"/>
              <a:ext cx="34794" cy="0"/>
            </a:xfrm>
            <a:custGeom>
              <a:avLst/>
              <a:gdLst/>
              <a:ahLst/>
              <a:cxnLst/>
              <a:rect l="0" t="0" r="0" b="0"/>
              <a:pathLst>
                <a:path w="34794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39" name="pl39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gdLst/>
              <a:ahLst/>
              <a:cxnLst/>
              <a:rect l="0" t="0" r="0" b="0"/>
              <a:pathLst>
                <a:path w="625032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0" name="pl40"/>
            <p:cNvSpPr/>
            <p:nvPr/>
          </p:nvSpPr>
          <p:spPr>
            <a:xfrm>
              <a:off x="2963074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1" name="pl41"/>
            <p:cNvSpPr/>
            <p:nvPr/>
          </p:nvSpPr>
          <p:spPr>
            <a:xfrm>
              <a:off x="5804129" y="5723142"/>
              <a:ext cx="0" cy="34794"/>
            </a:xfrm>
            <a:custGeom>
              <a:avLst/>
              <a:gdLst/>
              <a:ahLst/>
              <a:cxnLst/>
              <a:rect l="0" t="0" r="0" b="0"/>
              <a:pathLst>
                <a:path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2" name="tx42"/>
            <p:cNvSpPr/>
            <p:nvPr/>
          </p:nvSpPr>
          <p:spPr>
            <a:xfrm>
              <a:off x="2727067" y="5785772"/>
              <a:ext cx="472013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558887" y="5785772"/>
              <a:ext cx="490484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44" name="rc44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5" name="tx45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7" name="pic4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48" name="pl48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49" name="pl49"/>
            <p:cNvSpPr/>
            <p:nvPr/>
          </p:nvSpPr>
          <p:spPr>
            <a:xfrm>
              <a:off x="7893094" y="33287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0" name="pl50"/>
            <p:cNvSpPr/>
            <p:nvPr/>
          </p:nvSpPr>
          <p:spPr>
            <a:xfrm>
              <a:off x="7893094" y="310997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1" name="pl51"/>
            <p:cNvSpPr/>
            <p:nvPr/>
          </p:nvSpPr>
          <p:spPr>
            <a:xfrm>
              <a:off x="7893094" y="289125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2" name="pl52"/>
            <p:cNvSpPr/>
            <p:nvPr/>
          </p:nvSpPr>
          <p:spPr>
            <a:xfrm>
              <a:off x="7893094" y="267252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3" name="pl53"/>
            <p:cNvSpPr/>
            <p:nvPr/>
          </p:nvSpPr>
          <p:spPr>
            <a:xfrm>
              <a:off x="7893094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4" name="pl54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5" name="pl55"/>
            <p:cNvSpPr/>
            <p:nvPr/>
          </p:nvSpPr>
          <p:spPr>
            <a:xfrm>
              <a:off x="7717529" y="3328703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6" name="pl56"/>
            <p:cNvSpPr/>
            <p:nvPr/>
          </p:nvSpPr>
          <p:spPr>
            <a:xfrm>
              <a:off x="7717529" y="3109978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7" name="pl57"/>
            <p:cNvSpPr/>
            <p:nvPr/>
          </p:nvSpPr>
          <p:spPr>
            <a:xfrm>
              <a:off x="7717529" y="2891254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8" name="pl58"/>
            <p:cNvSpPr/>
            <p:nvPr/>
          </p:nvSpPr>
          <p:spPr>
            <a:xfrm>
              <a:off x="7717529" y="2672529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59" name="pl59"/>
            <p:cNvSpPr/>
            <p:nvPr/>
          </p:nvSpPr>
          <p:spPr>
            <a:xfrm>
              <a:off x="7717529" y="2453805"/>
              <a:ext cx="43891" cy="0"/>
            </a:xfrm>
            <a:custGeom>
              <a:avLst/>
              <a:gdLst/>
              <a:ahLst/>
              <a:cxnLst/>
              <a:rect l="0" t="0" r="0" b="0"/>
              <a:pathLst>
                <a:path w="43891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60" name="tx60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006574" y="3288652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006574" y="3069927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006574" y="2851203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006574" y="2632478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006574" y="2413754"/>
              <a:ext cx="62179" cy="8010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258441" y="1669789"/>
              <a:ext cx="5348599" cy="163951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(Abiotic Only) between Sites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214</Words>
  <Application>Microsoft Macintosh PowerPoint</Application>
  <PresentationFormat>On-screen Show (4:3)</PresentationFormat>
  <Paragraphs>98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3</cp:revision>
  <dcterms:created xsi:type="dcterms:W3CDTF">2017-02-13T16:18:36Z</dcterms:created>
  <dcterms:modified xsi:type="dcterms:W3CDTF">2026-02-10T19:58:33Z</dcterms:modified>
  <cp:category/>
</cp:coreProperties>
</file>