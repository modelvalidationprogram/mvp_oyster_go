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71169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9225" y="31452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9225" y="282532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9225" y="277823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76016" y="323456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76016" y="309853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676016" y="29609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59731" y="33942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959731" y="28531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959731" y="295553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497479" y="27393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497479" y="20474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497479" y="22159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732144" y="36987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732144" y="24429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732144" y="33521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44846" y="346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44846" y="389968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44846" y="3566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74794" y="54011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74794" y="51580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74794" y="53170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900288" y="50693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900288" y="47816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900288" y="51872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7927" y="2390979"/>
              <a:ext cx="5701062" cy="3140727"/>
            </a:xfrm>
            <a:custGeom>
              <a:avLst/>
              <a:pathLst>
                <a:path w="5701062" h="3140727">
                  <a:moveTo>
                    <a:pt x="0" y="0"/>
                  </a:moveTo>
                  <a:lnTo>
                    <a:pt x="72165" y="33504"/>
                  </a:lnTo>
                  <a:lnTo>
                    <a:pt x="144330" y="66852"/>
                  </a:lnTo>
                  <a:lnTo>
                    <a:pt x="216496" y="100034"/>
                  </a:lnTo>
                  <a:lnTo>
                    <a:pt x="288661" y="133041"/>
                  </a:lnTo>
                  <a:lnTo>
                    <a:pt x="360826" y="165863"/>
                  </a:lnTo>
                  <a:lnTo>
                    <a:pt x="432992" y="198488"/>
                  </a:lnTo>
                  <a:lnTo>
                    <a:pt x="505157" y="230905"/>
                  </a:lnTo>
                  <a:lnTo>
                    <a:pt x="577322" y="263103"/>
                  </a:lnTo>
                  <a:lnTo>
                    <a:pt x="649488" y="295067"/>
                  </a:lnTo>
                  <a:lnTo>
                    <a:pt x="721653" y="326786"/>
                  </a:lnTo>
                  <a:lnTo>
                    <a:pt x="793818" y="358245"/>
                  </a:lnTo>
                  <a:lnTo>
                    <a:pt x="865984" y="389430"/>
                  </a:lnTo>
                  <a:lnTo>
                    <a:pt x="938149" y="420326"/>
                  </a:lnTo>
                  <a:lnTo>
                    <a:pt x="1010314" y="450917"/>
                  </a:lnTo>
                  <a:lnTo>
                    <a:pt x="1082480" y="481187"/>
                  </a:lnTo>
                  <a:lnTo>
                    <a:pt x="1154645" y="511121"/>
                  </a:lnTo>
                  <a:lnTo>
                    <a:pt x="1226811" y="540701"/>
                  </a:lnTo>
                  <a:lnTo>
                    <a:pt x="1298976" y="569911"/>
                  </a:lnTo>
                  <a:lnTo>
                    <a:pt x="1371141" y="598736"/>
                  </a:lnTo>
                  <a:lnTo>
                    <a:pt x="1443307" y="627158"/>
                  </a:lnTo>
                  <a:lnTo>
                    <a:pt x="1515472" y="655162"/>
                  </a:lnTo>
                  <a:lnTo>
                    <a:pt x="1587637" y="682733"/>
                  </a:lnTo>
                  <a:lnTo>
                    <a:pt x="1659803" y="709857"/>
                  </a:lnTo>
                  <a:lnTo>
                    <a:pt x="1731968" y="736519"/>
                  </a:lnTo>
                  <a:lnTo>
                    <a:pt x="1804133" y="762709"/>
                  </a:lnTo>
                  <a:lnTo>
                    <a:pt x="1876299" y="788416"/>
                  </a:lnTo>
                  <a:lnTo>
                    <a:pt x="1948464" y="813631"/>
                  </a:lnTo>
                  <a:lnTo>
                    <a:pt x="2020629" y="838347"/>
                  </a:lnTo>
                  <a:lnTo>
                    <a:pt x="2092795" y="862560"/>
                  </a:lnTo>
                  <a:lnTo>
                    <a:pt x="2164960" y="886266"/>
                  </a:lnTo>
                  <a:lnTo>
                    <a:pt x="2237125" y="909465"/>
                  </a:lnTo>
                  <a:lnTo>
                    <a:pt x="2309291" y="932159"/>
                  </a:lnTo>
                  <a:lnTo>
                    <a:pt x="2381456" y="954351"/>
                  </a:lnTo>
                  <a:lnTo>
                    <a:pt x="2453622" y="976047"/>
                  </a:lnTo>
                  <a:lnTo>
                    <a:pt x="2525787" y="997255"/>
                  </a:lnTo>
                  <a:lnTo>
                    <a:pt x="2597952" y="1017984"/>
                  </a:lnTo>
                  <a:lnTo>
                    <a:pt x="2670118" y="1038245"/>
                  </a:lnTo>
                  <a:lnTo>
                    <a:pt x="2742283" y="1058052"/>
                  </a:lnTo>
                  <a:lnTo>
                    <a:pt x="2814448" y="1077418"/>
                  </a:lnTo>
                  <a:lnTo>
                    <a:pt x="2886614" y="1096357"/>
                  </a:lnTo>
                  <a:lnTo>
                    <a:pt x="2958779" y="1114884"/>
                  </a:lnTo>
                  <a:lnTo>
                    <a:pt x="3030944" y="1133017"/>
                  </a:lnTo>
                  <a:lnTo>
                    <a:pt x="3103110" y="1150771"/>
                  </a:lnTo>
                  <a:lnTo>
                    <a:pt x="3175275" y="1168163"/>
                  </a:lnTo>
                  <a:lnTo>
                    <a:pt x="3247440" y="1185208"/>
                  </a:lnTo>
                  <a:lnTo>
                    <a:pt x="3319606" y="1201925"/>
                  </a:lnTo>
                  <a:lnTo>
                    <a:pt x="3391771" y="1218327"/>
                  </a:lnTo>
                  <a:lnTo>
                    <a:pt x="3463936" y="1234432"/>
                  </a:lnTo>
                  <a:lnTo>
                    <a:pt x="3536102" y="1250255"/>
                  </a:lnTo>
                  <a:lnTo>
                    <a:pt x="3608267" y="1265810"/>
                  </a:lnTo>
                  <a:lnTo>
                    <a:pt x="3680433" y="1281111"/>
                  </a:lnTo>
                  <a:lnTo>
                    <a:pt x="3752598" y="1296173"/>
                  </a:lnTo>
                  <a:lnTo>
                    <a:pt x="3824763" y="1311007"/>
                  </a:lnTo>
                  <a:lnTo>
                    <a:pt x="3896929" y="1325627"/>
                  </a:lnTo>
                  <a:lnTo>
                    <a:pt x="3969094" y="1340045"/>
                  </a:lnTo>
                  <a:lnTo>
                    <a:pt x="4041259" y="1354271"/>
                  </a:lnTo>
                  <a:lnTo>
                    <a:pt x="4113425" y="1368316"/>
                  </a:lnTo>
                  <a:lnTo>
                    <a:pt x="4185590" y="1382190"/>
                  </a:lnTo>
                  <a:lnTo>
                    <a:pt x="4257755" y="1395903"/>
                  </a:lnTo>
                  <a:lnTo>
                    <a:pt x="4329921" y="1409463"/>
                  </a:lnTo>
                  <a:lnTo>
                    <a:pt x="4402086" y="1422879"/>
                  </a:lnTo>
                  <a:lnTo>
                    <a:pt x="4474251" y="1436159"/>
                  </a:lnTo>
                  <a:lnTo>
                    <a:pt x="4546417" y="1449310"/>
                  </a:lnTo>
                  <a:lnTo>
                    <a:pt x="4618582" y="1462338"/>
                  </a:lnTo>
                  <a:lnTo>
                    <a:pt x="4690748" y="1475252"/>
                  </a:lnTo>
                  <a:lnTo>
                    <a:pt x="4762913" y="1488056"/>
                  </a:lnTo>
                  <a:lnTo>
                    <a:pt x="4835078" y="1500757"/>
                  </a:lnTo>
                  <a:lnTo>
                    <a:pt x="4907244" y="1513360"/>
                  </a:lnTo>
                  <a:lnTo>
                    <a:pt x="4979409" y="1525870"/>
                  </a:lnTo>
                  <a:lnTo>
                    <a:pt x="5051574" y="1538292"/>
                  </a:lnTo>
                  <a:lnTo>
                    <a:pt x="5123740" y="1550630"/>
                  </a:lnTo>
                  <a:lnTo>
                    <a:pt x="5195905" y="1562889"/>
                  </a:lnTo>
                  <a:lnTo>
                    <a:pt x="5268070" y="1575072"/>
                  </a:lnTo>
                  <a:lnTo>
                    <a:pt x="5340236" y="1587183"/>
                  </a:lnTo>
                  <a:lnTo>
                    <a:pt x="5412401" y="1599227"/>
                  </a:lnTo>
                  <a:lnTo>
                    <a:pt x="5484566" y="1611206"/>
                  </a:lnTo>
                  <a:lnTo>
                    <a:pt x="5556732" y="1623122"/>
                  </a:lnTo>
                  <a:lnTo>
                    <a:pt x="5628897" y="1634981"/>
                  </a:lnTo>
                  <a:lnTo>
                    <a:pt x="5701062" y="1646783"/>
                  </a:lnTo>
                  <a:lnTo>
                    <a:pt x="5701062" y="3140727"/>
                  </a:lnTo>
                  <a:lnTo>
                    <a:pt x="5628897" y="3105397"/>
                  </a:lnTo>
                  <a:lnTo>
                    <a:pt x="5556732" y="3070124"/>
                  </a:lnTo>
                  <a:lnTo>
                    <a:pt x="5484566" y="3034909"/>
                  </a:lnTo>
                  <a:lnTo>
                    <a:pt x="5412401" y="2999756"/>
                  </a:lnTo>
                  <a:lnTo>
                    <a:pt x="5340236" y="2964667"/>
                  </a:lnTo>
                  <a:lnTo>
                    <a:pt x="5268070" y="2929647"/>
                  </a:lnTo>
                  <a:lnTo>
                    <a:pt x="5195905" y="2894699"/>
                  </a:lnTo>
                  <a:lnTo>
                    <a:pt x="5123740" y="2859826"/>
                  </a:lnTo>
                  <a:lnTo>
                    <a:pt x="5051574" y="2825032"/>
                  </a:lnTo>
                  <a:lnTo>
                    <a:pt x="4979409" y="2790322"/>
                  </a:lnTo>
                  <a:lnTo>
                    <a:pt x="4907244" y="2755701"/>
                  </a:lnTo>
                  <a:lnTo>
                    <a:pt x="4835078" y="2721172"/>
                  </a:lnTo>
                  <a:lnTo>
                    <a:pt x="4762913" y="2686741"/>
                  </a:lnTo>
                  <a:lnTo>
                    <a:pt x="4690748" y="2652413"/>
                  </a:lnTo>
                  <a:lnTo>
                    <a:pt x="4618582" y="2618195"/>
                  </a:lnTo>
                  <a:lnTo>
                    <a:pt x="4546417" y="2584092"/>
                  </a:lnTo>
                  <a:lnTo>
                    <a:pt x="4474251" y="2550111"/>
                  </a:lnTo>
                  <a:lnTo>
                    <a:pt x="4402086" y="2516259"/>
                  </a:lnTo>
                  <a:lnTo>
                    <a:pt x="4329921" y="2482544"/>
                  </a:lnTo>
                  <a:lnTo>
                    <a:pt x="4257755" y="2448972"/>
                  </a:lnTo>
                  <a:lnTo>
                    <a:pt x="4185590" y="2415553"/>
                  </a:lnTo>
                  <a:lnTo>
                    <a:pt x="4113425" y="2382296"/>
                  </a:lnTo>
                  <a:lnTo>
                    <a:pt x="4041259" y="2349209"/>
                  </a:lnTo>
                  <a:lnTo>
                    <a:pt x="3969094" y="2316303"/>
                  </a:lnTo>
                  <a:lnTo>
                    <a:pt x="3896929" y="2283589"/>
                  </a:lnTo>
                  <a:lnTo>
                    <a:pt x="3824763" y="2251077"/>
                  </a:lnTo>
                  <a:lnTo>
                    <a:pt x="3752598" y="2218780"/>
                  </a:lnTo>
                  <a:lnTo>
                    <a:pt x="3680433" y="2186710"/>
                  </a:lnTo>
                  <a:lnTo>
                    <a:pt x="3608267" y="2154880"/>
                  </a:lnTo>
                  <a:lnTo>
                    <a:pt x="3536102" y="2123303"/>
                  </a:lnTo>
                  <a:lnTo>
                    <a:pt x="3463936" y="2091994"/>
                  </a:lnTo>
                  <a:lnTo>
                    <a:pt x="3391771" y="2060967"/>
                  </a:lnTo>
                  <a:lnTo>
                    <a:pt x="3319606" y="2030238"/>
                  </a:lnTo>
                  <a:lnTo>
                    <a:pt x="3247440" y="1999822"/>
                  </a:lnTo>
                  <a:lnTo>
                    <a:pt x="3175275" y="1969736"/>
                  </a:lnTo>
                  <a:lnTo>
                    <a:pt x="3103110" y="1939996"/>
                  </a:lnTo>
                  <a:lnTo>
                    <a:pt x="3030944" y="1910618"/>
                  </a:lnTo>
                  <a:lnTo>
                    <a:pt x="2958779" y="1881619"/>
                  </a:lnTo>
                  <a:lnTo>
                    <a:pt x="2886614" y="1853015"/>
                  </a:lnTo>
                  <a:lnTo>
                    <a:pt x="2814448" y="1824823"/>
                  </a:lnTo>
                  <a:lnTo>
                    <a:pt x="2742283" y="1797056"/>
                  </a:lnTo>
                  <a:lnTo>
                    <a:pt x="2670118" y="1769731"/>
                  </a:lnTo>
                  <a:lnTo>
                    <a:pt x="2597952" y="1742861"/>
                  </a:lnTo>
                  <a:lnTo>
                    <a:pt x="2525787" y="1716459"/>
                  </a:lnTo>
                  <a:lnTo>
                    <a:pt x="2453622" y="1690535"/>
                  </a:lnTo>
                  <a:lnTo>
                    <a:pt x="2381456" y="1665099"/>
                  </a:lnTo>
                  <a:lnTo>
                    <a:pt x="2309291" y="1640160"/>
                  </a:lnTo>
                  <a:lnTo>
                    <a:pt x="2237125" y="1615722"/>
                  </a:lnTo>
                  <a:lnTo>
                    <a:pt x="2164960" y="1591789"/>
                  </a:lnTo>
                  <a:lnTo>
                    <a:pt x="2092795" y="1568363"/>
                  </a:lnTo>
                  <a:lnTo>
                    <a:pt x="2020629" y="1545444"/>
                  </a:lnTo>
                  <a:lnTo>
                    <a:pt x="1948464" y="1523029"/>
                  </a:lnTo>
                  <a:lnTo>
                    <a:pt x="1876299" y="1501112"/>
                  </a:lnTo>
                  <a:lnTo>
                    <a:pt x="1804133" y="1479687"/>
                  </a:lnTo>
                  <a:lnTo>
                    <a:pt x="1731968" y="1458745"/>
                  </a:lnTo>
                  <a:lnTo>
                    <a:pt x="1659803" y="1438276"/>
                  </a:lnTo>
                  <a:lnTo>
                    <a:pt x="1587637" y="1418268"/>
                  </a:lnTo>
                  <a:lnTo>
                    <a:pt x="1515472" y="1398707"/>
                  </a:lnTo>
                  <a:lnTo>
                    <a:pt x="1443307" y="1379579"/>
                  </a:lnTo>
                  <a:lnTo>
                    <a:pt x="1371141" y="1360870"/>
                  </a:lnTo>
                  <a:lnTo>
                    <a:pt x="1298976" y="1342562"/>
                  </a:lnTo>
                  <a:lnTo>
                    <a:pt x="1226811" y="1324641"/>
                  </a:lnTo>
                  <a:lnTo>
                    <a:pt x="1154645" y="1307090"/>
                  </a:lnTo>
                  <a:lnTo>
                    <a:pt x="1082480" y="1289892"/>
                  </a:lnTo>
                  <a:lnTo>
                    <a:pt x="1010314" y="1273030"/>
                  </a:lnTo>
                  <a:lnTo>
                    <a:pt x="938149" y="1256490"/>
                  </a:lnTo>
                  <a:lnTo>
                    <a:pt x="865984" y="1240253"/>
                  </a:lnTo>
                  <a:lnTo>
                    <a:pt x="793818" y="1224307"/>
                  </a:lnTo>
                  <a:lnTo>
                    <a:pt x="721653" y="1208634"/>
                  </a:lnTo>
                  <a:lnTo>
                    <a:pt x="649488" y="1193221"/>
                  </a:lnTo>
                  <a:lnTo>
                    <a:pt x="577322" y="1178054"/>
                  </a:lnTo>
                  <a:lnTo>
                    <a:pt x="505157" y="1163120"/>
                  </a:lnTo>
                  <a:lnTo>
                    <a:pt x="432992" y="1148405"/>
                  </a:lnTo>
                  <a:lnTo>
                    <a:pt x="360826" y="1133899"/>
                  </a:lnTo>
                  <a:lnTo>
                    <a:pt x="288661" y="1119588"/>
                  </a:lnTo>
                  <a:lnTo>
                    <a:pt x="216496" y="1105464"/>
                  </a:lnTo>
                  <a:lnTo>
                    <a:pt x="144330" y="1091514"/>
                  </a:lnTo>
                  <a:lnTo>
                    <a:pt x="72165" y="1077731"/>
                  </a:lnTo>
                  <a:lnTo>
                    <a:pt x="0" y="1064103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7927" y="2390979"/>
              <a:ext cx="5701062" cy="1646783"/>
            </a:xfrm>
            <a:custGeom>
              <a:avLst/>
              <a:pathLst>
                <a:path w="5701062" h="1646783">
                  <a:moveTo>
                    <a:pt x="0" y="0"/>
                  </a:moveTo>
                  <a:lnTo>
                    <a:pt x="72165" y="33504"/>
                  </a:lnTo>
                  <a:lnTo>
                    <a:pt x="144330" y="66852"/>
                  </a:lnTo>
                  <a:lnTo>
                    <a:pt x="216496" y="100034"/>
                  </a:lnTo>
                  <a:lnTo>
                    <a:pt x="288661" y="133041"/>
                  </a:lnTo>
                  <a:lnTo>
                    <a:pt x="360826" y="165863"/>
                  </a:lnTo>
                  <a:lnTo>
                    <a:pt x="432992" y="198488"/>
                  </a:lnTo>
                  <a:lnTo>
                    <a:pt x="505157" y="230905"/>
                  </a:lnTo>
                  <a:lnTo>
                    <a:pt x="577322" y="263103"/>
                  </a:lnTo>
                  <a:lnTo>
                    <a:pt x="649488" y="295067"/>
                  </a:lnTo>
                  <a:lnTo>
                    <a:pt x="721653" y="326786"/>
                  </a:lnTo>
                  <a:lnTo>
                    <a:pt x="793818" y="358245"/>
                  </a:lnTo>
                  <a:lnTo>
                    <a:pt x="865984" y="389430"/>
                  </a:lnTo>
                  <a:lnTo>
                    <a:pt x="938149" y="420326"/>
                  </a:lnTo>
                  <a:lnTo>
                    <a:pt x="1010314" y="450917"/>
                  </a:lnTo>
                  <a:lnTo>
                    <a:pt x="1082480" y="481187"/>
                  </a:lnTo>
                  <a:lnTo>
                    <a:pt x="1154645" y="511121"/>
                  </a:lnTo>
                  <a:lnTo>
                    <a:pt x="1226811" y="540701"/>
                  </a:lnTo>
                  <a:lnTo>
                    <a:pt x="1298976" y="569911"/>
                  </a:lnTo>
                  <a:lnTo>
                    <a:pt x="1371141" y="598736"/>
                  </a:lnTo>
                  <a:lnTo>
                    <a:pt x="1443307" y="627158"/>
                  </a:lnTo>
                  <a:lnTo>
                    <a:pt x="1515472" y="655162"/>
                  </a:lnTo>
                  <a:lnTo>
                    <a:pt x="1587637" y="682733"/>
                  </a:lnTo>
                  <a:lnTo>
                    <a:pt x="1659803" y="709857"/>
                  </a:lnTo>
                  <a:lnTo>
                    <a:pt x="1731968" y="736519"/>
                  </a:lnTo>
                  <a:lnTo>
                    <a:pt x="1804133" y="762709"/>
                  </a:lnTo>
                  <a:lnTo>
                    <a:pt x="1876299" y="788416"/>
                  </a:lnTo>
                  <a:lnTo>
                    <a:pt x="1948464" y="813631"/>
                  </a:lnTo>
                  <a:lnTo>
                    <a:pt x="2020629" y="838347"/>
                  </a:lnTo>
                  <a:lnTo>
                    <a:pt x="2092795" y="862560"/>
                  </a:lnTo>
                  <a:lnTo>
                    <a:pt x="2164960" y="886266"/>
                  </a:lnTo>
                  <a:lnTo>
                    <a:pt x="2237125" y="909465"/>
                  </a:lnTo>
                  <a:lnTo>
                    <a:pt x="2309291" y="932159"/>
                  </a:lnTo>
                  <a:lnTo>
                    <a:pt x="2381456" y="954351"/>
                  </a:lnTo>
                  <a:lnTo>
                    <a:pt x="2453622" y="976047"/>
                  </a:lnTo>
                  <a:lnTo>
                    <a:pt x="2525787" y="997255"/>
                  </a:lnTo>
                  <a:lnTo>
                    <a:pt x="2597952" y="1017984"/>
                  </a:lnTo>
                  <a:lnTo>
                    <a:pt x="2670118" y="1038245"/>
                  </a:lnTo>
                  <a:lnTo>
                    <a:pt x="2742283" y="1058052"/>
                  </a:lnTo>
                  <a:lnTo>
                    <a:pt x="2814448" y="1077418"/>
                  </a:lnTo>
                  <a:lnTo>
                    <a:pt x="2886614" y="1096357"/>
                  </a:lnTo>
                  <a:lnTo>
                    <a:pt x="2958779" y="1114884"/>
                  </a:lnTo>
                  <a:lnTo>
                    <a:pt x="3030944" y="1133017"/>
                  </a:lnTo>
                  <a:lnTo>
                    <a:pt x="3103110" y="1150771"/>
                  </a:lnTo>
                  <a:lnTo>
                    <a:pt x="3175275" y="1168163"/>
                  </a:lnTo>
                  <a:lnTo>
                    <a:pt x="3247440" y="1185208"/>
                  </a:lnTo>
                  <a:lnTo>
                    <a:pt x="3319606" y="1201925"/>
                  </a:lnTo>
                  <a:lnTo>
                    <a:pt x="3391771" y="1218327"/>
                  </a:lnTo>
                  <a:lnTo>
                    <a:pt x="3463936" y="1234432"/>
                  </a:lnTo>
                  <a:lnTo>
                    <a:pt x="3536102" y="1250255"/>
                  </a:lnTo>
                  <a:lnTo>
                    <a:pt x="3608267" y="1265810"/>
                  </a:lnTo>
                  <a:lnTo>
                    <a:pt x="3680433" y="1281111"/>
                  </a:lnTo>
                  <a:lnTo>
                    <a:pt x="3752598" y="1296173"/>
                  </a:lnTo>
                  <a:lnTo>
                    <a:pt x="3824763" y="1311007"/>
                  </a:lnTo>
                  <a:lnTo>
                    <a:pt x="3896929" y="1325627"/>
                  </a:lnTo>
                  <a:lnTo>
                    <a:pt x="3969094" y="1340045"/>
                  </a:lnTo>
                  <a:lnTo>
                    <a:pt x="4041259" y="1354271"/>
                  </a:lnTo>
                  <a:lnTo>
                    <a:pt x="4113425" y="1368316"/>
                  </a:lnTo>
                  <a:lnTo>
                    <a:pt x="4185590" y="1382190"/>
                  </a:lnTo>
                  <a:lnTo>
                    <a:pt x="4257755" y="1395903"/>
                  </a:lnTo>
                  <a:lnTo>
                    <a:pt x="4329921" y="1409463"/>
                  </a:lnTo>
                  <a:lnTo>
                    <a:pt x="4402086" y="1422879"/>
                  </a:lnTo>
                  <a:lnTo>
                    <a:pt x="4474251" y="1436159"/>
                  </a:lnTo>
                  <a:lnTo>
                    <a:pt x="4546417" y="1449310"/>
                  </a:lnTo>
                  <a:lnTo>
                    <a:pt x="4618582" y="1462338"/>
                  </a:lnTo>
                  <a:lnTo>
                    <a:pt x="4690748" y="1475252"/>
                  </a:lnTo>
                  <a:lnTo>
                    <a:pt x="4762913" y="1488056"/>
                  </a:lnTo>
                  <a:lnTo>
                    <a:pt x="4835078" y="1500757"/>
                  </a:lnTo>
                  <a:lnTo>
                    <a:pt x="4907244" y="1513360"/>
                  </a:lnTo>
                  <a:lnTo>
                    <a:pt x="4979409" y="1525870"/>
                  </a:lnTo>
                  <a:lnTo>
                    <a:pt x="5051574" y="1538292"/>
                  </a:lnTo>
                  <a:lnTo>
                    <a:pt x="5123740" y="1550630"/>
                  </a:lnTo>
                  <a:lnTo>
                    <a:pt x="5195905" y="1562889"/>
                  </a:lnTo>
                  <a:lnTo>
                    <a:pt x="5268070" y="1575072"/>
                  </a:lnTo>
                  <a:lnTo>
                    <a:pt x="5340236" y="1587183"/>
                  </a:lnTo>
                  <a:lnTo>
                    <a:pt x="5412401" y="1599227"/>
                  </a:lnTo>
                  <a:lnTo>
                    <a:pt x="5484566" y="1611206"/>
                  </a:lnTo>
                  <a:lnTo>
                    <a:pt x="5556732" y="1623122"/>
                  </a:lnTo>
                  <a:lnTo>
                    <a:pt x="5628897" y="1634981"/>
                  </a:lnTo>
                  <a:lnTo>
                    <a:pt x="5701062" y="164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7927" y="3455083"/>
              <a:ext cx="5701062" cy="2076623"/>
            </a:xfrm>
            <a:custGeom>
              <a:avLst/>
              <a:pathLst>
                <a:path w="5701062" h="2076623">
                  <a:moveTo>
                    <a:pt x="5701062" y="2076623"/>
                  </a:moveTo>
                  <a:lnTo>
                    <a:pt x="5628897" y="2041293"/>
                  </a:lnTo>
                  <a:lnTo>
                    <a:pt x="5556732" y="2006020"/>
                  </a:lnTo>
                  <a:lnTo>
                    <a:pt x="5484566" y="1970805"/>
                  </a:lnTo>
                  <a:lnTo>
                    <a:pt x="5412401" y="1935652"/>
                  </a:lnTo>
                  <a:lnTo>
                    <a:pt x="5340236" y="1900564"/>
                  </a:lnTo>
                  <a:lnTo>
                    <a:pt x="5268070" y="1865544"/>
                  </a:lnTo>
                  <a:lnTo>
                    <a:pt x="5195905" y="1830595"/>
                  </a:lnTo>
                  <a:lnTo>
                    <a:pt x="5123740" y="1795722"/>
                  </a:lnTo>
                  <a:lnTo>
                    <a:pt x="5051574" y="1760929"/>
                  </a:lnTo>
                  <a:lnTo>
                    <a:pt x="4979409" y="1726219"/>
                  </a:lnTo>
                  <a:lnTo>
                    <a:pt x="4907244" y="1691597"/>
                  </a:lnTo>
                  <a:lnTo>
                    <a:pt x="4835078" y="1657068"/>
                  </a:lnTo>
                  <a:lnTo>
                    <a:pt x="4762913" y="1622637"/>
                  </a:lnTo>
                  <a:lnTo>
                    <a:pt x="4690748" y="1588310"/>
                  </a:lnTo>
                  <a:lnTo>
                    <a:pt x="4618582" y="1554091"/>
                  </a:lnTo>
                  <a:lnTo>
                    <a:pt x="4546417" y="1519988"/>
                  </a:lnTo>
                  <a:lnTo>
                    <a:pt x="4474251" y="1486008"/>
                  </a:lnTo>
                  <a:lnTo>
                    <a:pt x="4402086" y="1452155"/>
                  </a:lnTo>
                  <a:lnTo>
                    <a:pt x="4329921" y="1418440"/>
                  </a:lnTo>
                  <a:lnTo>
                    <a:pt x="4257755" y="1384868"/>
                  </a:lnTo>
                  <a:lnTo>
                    <a:pt x="4185590" y="1351449"/>
                  </a:lnTo>
                  <a:lnTo>
                    <a:pt x="4113425" y="1318192"/>
                  </a:lnTo>
                  <a:lnTo>
                    <a:pt x="4041259" y="1285105"/>
                  </a:lnTo>
                  <a:lnTo>
                    <a:pt x="3969094" y="1252199"/>
                  </a:lnTo>
                  <a:lnTo>
                    <a:pt x="3896929" y="1219485"/>
                  </a:lnTo>
                  <a:lnTo>
                    <a:pt x="3824763" y="1186974"/>
                  </a:lnTo>
                  <a:lnTo>
                    <a:pt x="3752598" y="1154676"/>
                  </a:lnTo>
                  <a:lnTo>
                    <a:pt x="3680433" y="1122606"/>
                  </a:lnTo>
                  <a:lnTo>
                    <a:pt x="3608267" y="1090776"/>
                  </a:lnTo>
                  <a:lnTo>
                    <a:pt x="3536102" y="1059199"/>
                  </a:lnTo>
                  <a:lnTo>
                    <a:pt x="3463936" y="1027890"/>
                  </a:lnTo>
                  <a:lnTo>
                    <a:pt x="3391771" y="996863"/>
                  </a:lnTo>
                  <a:lnTo>
                    <a:pt x="3319606" y="966134"/>
                  </a:lnTo>
                  <a:lnTo>
                    <a:pt x="3247440" y="935719"/>
                  </a:lnTo>
                  <a:lnTo>
                    <a:pt x="3175275" y="905633"/>
                  </a:lnTo>
                  <a:lnTo>
                    <a:pt x="3103110" y="875892"/>
                  </a:lnTo>
                  <a:lnTo>
                    <a:pt x="3030944" y="846515"/>
                  </a:lnTo>
                  <a:lnTo>
                    <a:pt x="2958779" y="817515"/>
                  </a:lnTo>
                  <a:lnTo>
                    <a:pt x="2886614" y="788912"/>
                  </a:lnTo>
                  <a:lnTo>
                    <a:pt x="2814448" y="760719"/>
                  </a:lnTo>
                  <a:lnTo>
                    <a:pt x="2742283" y="732953"/>
                  </a:lnTo>
                  <a:lnTo>
                    <a:pt x="2670118" y="705628"/>
                  </a:lnTo>
                  <a:lnTo>
                    <a:pt x="2597952" y="678758"/>
                  </a:lnTo>
                  <a:lnTo>
                    <a:pt x="2525787" y="652355"/>
                  </a:lnTo>
                  <a:lnTo>
                    <a:pt x="2453622" y="626431"/>
                  </a:lnTo>
                  <a:lnTo>
                    <a:pt x="2381456" y="600996"/>
                  </a:lnTo>
                  <a:lnTo>
                    <a:pt x="2309291" y="576056"/>
                  </a:lnTo>
                  <a:lnTo>
                    <a:pt x="2237125" y="551618"/>
                  </a:lnTo>
                  <a:lnTo>
                    <a:pt x="2164960" y="527685"/>
                  </a:lnTo>
                  <a:lnTo>
                    <a:pt x="2092795" y="504260"/>
                  </a:lnTo>
                  <a:lnTo>
                    <a:pt x="2020629" y="481340"/>
                  </a:lnTo>
                  <a:lnTo>
                    <a:pt x="1948464" y="458925"/>
                  </a:lnTo>
                  <a:lnTo>
                    <a:pt x="1876299" y="437008"/>
                  </a:lnTo>
                  <a:lnTo>
                    <a:pt x="1804133" y="415583"/>
                  </a:lnTo>
                  <a:lnTo>
                    <a:pt x="1731968" y="394641"/>
                  </a:lnTo>
                  <a:lnTo>
                    <a:pt x="1659803" y="374172"/>
                  </a:lnTo>
                  <a:lnTo>
                    <a:pt x="1587637" y="354164"/>
                  </a:lnTo>
                  <a:lnTo>
                    <a:pt x="1515472" y="334603"/>
                  </a:lnTo>
                  <a:lnTo>
                    <a:pt x="1443307" y="315475"/>
                  </a:lnTo>
                  <a:lnTo>
                    <a:pt x="1371141" y="296766"/>
                  </a:lnTo>
                  <a:lnTo>
                    <a:pt x="1298976" y="278459"/>
                  </a:lnTo>
                  <a:lnTo>
                    <a:pt x="1226811" y="260538"/>
                  </a:lnTo>
                  <a:lnTo>
                    <a:pt x="1154645" y="242986"/>
                  </a:lnTo>
                  <a:lnTo>
                    <a:pt x="1082480" y="225788"/>
                  </a:lnTo>
                  <a:lnTo>
                    <a:pt x="1010314" y="208927"/>
                  </a:lnTo>
                  <a:lnTo>
                    <a:pt x="938149" y="192386"/>
                  </a:lnTo>
                  <a:lnTo>
                    <a:pt x="865984" y="176150"/>
                  </a:lnTo>
                  <a:lnTo>
                    <a:pt x="793818" y="160203"/>
                  </a:lnTo>
                  <a:lnTo>
                    <a:pt x="721653" y="144530"/>
                  </a:lnTo>
                  <a:lnTo>
                    <a:pt x="649488" y="129117"/>
                  </a:lnTo>
                  <a:lnTo>
                    <a:pt x="577322" y="113950"/>
                  </a:lnTo>
                  <a:lnTo>
                    <a:pt x="505157" y="99016"/>
                  </a:lnTo>
                  <a:lnTo>
                    <a:pt x="432992" y="84301"/>
                  </a:lnTo>
                  <a:lnTo>
                    <a:pt x="360826" y="69795"/>
                  </a:lnTo>
                  <a:lnTo>
                    <a:pt x="288661" y="55485"/>
                  </a:lnTo>
                  <a:lnTo>
                    <a:pt x="216496" y="41360"/>
                  </a:lnTo>
                  <a:lnTo>
                    <a:pt x="144330" y="27411"/>
                  </a:lnTo>
                  <a:lnTo>
                    <a:pt x="72165" y="136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7927" y="2923031"/>
              <a:ext cx="5701062" cy="1861703"/>
            </a:xfrm>
            <a:custGeom>
              <a:avLst/>
              <a:pathLst>
                <a:path w="5701062" h="1861703">
                  <a:moveTo>
                    <a:pt x="0" y="0"/>
                  </a:moveTo>
                  <a:lnTo>
                    <a:pt x="72165" y="23565"/>
                  </a:lnTo>
                  <a:lnTo>
                    <a:pt x="144330" y="47131"/>
                  </a:lnTo>
                  <a:lnTo>
                    <a:pt x="216496" y="70697"/>
                  </a:lnTo>
                  <a:lnTo>
                    <a:pt x="288661" y="94263"/>
                  </a:lnTo>
                  <a:lnTo>
                    <a:pt x="360826" y="117829"/>
                  </a:lnTo>
                  <a:lnTo>
                    <a:pt x="432992" y="141395"/>
                  </a:lnTo>
                  <a:lnTo>
                    <a:pt x="505157" y="164961"/>
                  </a:lnTo>
                  <a:lnTo>
                    <a:pt x="577322" y="188526"/>
                  </a:lnTo>
                  <a:lnTo>
                    <a:pt x="649488" y="212092"/>
                  </a:lnTo>
                  <a:lnTo>
                    <a:pt x="721653" y="235658"/>
                  </a:lnTo>
                  <a:lnTo>
                    <a:pt x="793818" y="259224"/>
                  </a:lnTo>
                  <a:lnTo>
                    <a:pt x="865984" y="282790"/>
                  </a:lnTo>
                  <a:lnTo>
                    <a:pt x="938149" y="306356"/>
                  </a:lnTo>
                  <a:lnTo>
                    <a:pt x="1010314" y="329922"/>
                  </a:lnTo>
                  <a:lnTo>
                    <a:pt x="1082480" y="353487"/>
                  </a:lnTo>
                  <a:lnTo>
                    <a:pt x="1154645" y="377053"/>
                  </a:lnTo>
                  <a:lnTo>
                    <a:pt x="1226811" y="400619"/>
                  </a:lnTo>
                  <a:lnTo>
                    <a:pt x="1298976" y="424185"/>
                  </a:lnTo>
                  <a:lnTo>
                    <a:pt x="1371141" y="447751"/>
                  </a:lnTo>
                  <a:lnTo>
                    <a:pt x="1443307" y="471317"/>
                  </a:lnTo>
                  <a:lnTo>
                    <a:pt x="1515472" y="494883"/>
                  </a:lnTo>
                  <a:lnTo>
                    <a:pt x="1587637" y="518449"/>
                  </a:lnTo>
                  <a:lnTo>
                    <a:pt x="1659803" y="542014"/>
                  </a:lnTo>
                  <a:lnTo>
                    <a:pt x="1731968" y="565580"/>
                  </a:lnTo>
                  <a:lnTo>
                    <a:pt x="1804133" y="589146"/>
                  </a:lnTo>
                  <a:lnTo>
                    <a:pt x="1876299" y="612712"/>
                  </a:lnTo>
                  <a:lnTo>
                    <a:pt x="1948464" y="636278"/>
                  </a:lnTo>
                  <a:lnTo>
                    <a:pt x="2020629" y="659844"/>
                  </a:lnTo>
                  <a:lnTo>
                    <a:pt x="2092795" y="683410"/>
                  </a:lnTo>
                  <a:lnTo>
                    <a:pt x="2164960" y="706975"/>
                  </a:lnTo>
                  <a:lnTo>
                    <a:pt x="2237125" y="730541"/>
                  </a:lnTo>
                  <a:lnTo>
                    <a:pt x="2309291" y="754107"/>
                  </a:lnTo>
                  <a:lnTo>
                    <a:pt x="2381456" y="777673"/>
                  </a:lnTo>
                  <a:lnTo>
                    <a:pt x="2453622" y="801239"/>
                  </a:lnTo>
                  <a:lnTo>
                    <a:pt x="2525787" y="824805"/>
                  </a:lnTo>
                  <a:lnTo>
                    <a:pt x="2597952" y="848371"/>
                  </a:lnTo>
                  <a:lnTo>
                    <a:pt x="2670118" y="871937"/>
                  </a:lnTo>
                  <a:lnTo>
                    <a:pt x="2742283" y="895502"/>
                  </a:lnTo>
                  <a:lnTo>
                    <a:pt x="2814448" y="919068"/>
                  </a:lnTo>
                  <a:lnTo>
                    <a:pt x="2886614" y="942634"/>
                  </a:lnTo>
                  <a:lnTo>
                    <a:pt x="2958779" y="966200"/>
                  </a:lnTo>
                  <a:lnTo>
                    <a:pt x="3030944" y="989766"/>
                  </a:lnTo>
                  <a:lnTo>
                    <a:pt x="3103110" y="1013332"/>
                  </a:lnTo>
                  <a:lnTo>
                    <a:pt x="3175275" y="1036898"/>
                  </a:lnTo>
                  <a:lnTo>
                    <a:pt x="3247440" y="1060463"/>
                  </a:lnTo>
                  <a:lnTo>
                    <a:pt x="3319606" y="1084029"/>
                  </a:lnTo>
                  <a:lnTo>
                    <a:pt x="3391771" y="1107595"/>
                  </a:lnTo>
                  <a:lnTo>
                    <a:pt x="3463936" y="1131161"/>
                  </a:lnTo>
                  <a:lnTo>
                    <a:pt x="3536102" y="1154727"/>
                  </a:lnTo>
                  <a:lnTo>
                    <a:pt x="3608267" y="1178293"/>
                  </a:lnTo>
                  <a:lnTo>
                    <a:pt x="3680433" y="1201859"/>
                  </a:lnTo>
                  <a:lnTo>
                    <a:pt x="3752598" y="1225425"/>
                  </a:lnTo>
                  <a:lnTo>
                    <a:pt x="3824763" y="1248990"/>
                  </a:lnTo>
                  <a:lnTo>
                    <a:pt x="3896929" y="1272556"/>
                  </a:lnTo>
                  <a:lnTo>
                    <a:pt x="3969094" y="1296122"/>
                  </a:lnTo>
                  <a:lnTo>
                    <a:pt x="4041259" y="1319688"/>
                  </a:lnTo>
                  <a:lnTo>
                    <a:pt x="4113425" y="1343254"/>
                  </a:lnTo>
                  <a:lnTo>
                    <a:pt x="4185590" y="1366820"/>
                  </a:lnTo>
                  <a:lnTo>
                    <a:pt x="4257755" y="1390386"/>
                  </a:lnTo>
                  <a:lnTo>
                    <a:pt x="4329921" y="1413951"/>
                  </a:lnTo>
                  <a:lnTo>
                    <a:pt x="4402086" y="1437517"/>
                  </a:lnTo>
                  <a:lnTo>
                    <a:pt x="4474251" y="1461083"/>
                  </a:lnTo>
                  <a:lnTo>
                    <a:pt x="4546417" y="1484649"/>
                  </a:lnTo>
                  <a:lnTo>
                    <a:pt x="4618582" y="1508215"/>
                  </a:lnTo>
                  <a:lnTo>
                    <a:pt x="4690748" y="1531781"/>
                  </a:lnTo>
                  <a:lnTo>
                    <a:pt x="4762913" y="1555347"/>
                  </a:lnTo>
                  <a:lnTo>
                    <a:pt x="4835078" y="1578912"/>
                  </a:lnTo>
                  <a:lnTo>
                    <a:pt x="4907244" y="1602478"/>
                  </a:lnTo>
                  <a:lnTo>
                    <a:pt x="4979409" y="1626044"/>
                  </a:lnTo>
                  <a:lnTo>
                    <a:pt x="5051574" y="1649610"/>
                  </a:lnTo>
                  <a:lnTo>
                    <a:pt x="5123740" y="1673176"/>
                  </a:lnTo>
                  <a:lnTo>
                    <a:pt x="5195905" y="1696742"/>
                  </a:lnTo>
                  <a:lnTo>
                    <a:pt x="5268070" y="1720308"/>
                  </a:lnTo>
                  <a:lnTo>
                    <a:pt x="5340236" y="1743874"/>
                  </a:lnTo>
                  <a:lnTo>
                    <a:pt x="5412401" y="1767439"/>
                  </a:lnTo>
                  <a:lnTo>
                    <a:pt x="5484566" y="1791005"/>
                  </a:lnTo>
                  <a:lnTo>
                    <a:pt x="5556732" y="1814571"/>
                  </a:lnTo>
                  <a:lnTo>
                    <a:pt x="5628897" y="1838137"/>
                  </a:lnTo>
                  <a:lnTo>
                    <a:pt x="5701062" y="1861703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254360" y="44687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54360" y="45971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254360" y="46830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280969" y="402379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280969" y="43221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280969" y="39212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04183" y="421866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504183" y="381048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504183" y="416330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30496" y="48704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830496" y="44819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830496" y="483322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164850" y="36917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164850" y="40701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64850" y="39060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713741" y="37630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13741" y="40200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13741" y="40141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058939" y="541629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058939" y="53804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212201" y="5492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2201" y="53766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339672" y="3790724"/>
              <a:ext cx="3931231" cy="1646978"/>
            </a:xfrm>
            <a:custGeom>
              <a:avLst/>
              <a:pathLst>
                <a:path w="3931231" h="1646978">
                  <a:moveTo>
                    <a:pt x="0" y="0"/>
                  </a:moveTo>
                  <a:lnTo>
                    <a:pt x="49762" y="17044"/>
                  </a:lnTo>
                  <a:lnTo>
                    <a:pt x="99524" y="33995"/>
                  </a:lnTo>
                  <a:lnTo>
                    <a:pt x="149287" y="50846"/>
                  </a:lnTo>
                  <a:lnTo>
                    <a:pt x="199049" y="67592"/>
                  </a:lnTo>
                  <a:lnTo>
                    <a:pt x="248812" y="84225"/>
                  </a:lnTo>
                  <a:lnTo>
                    <a:pt x="298574" y="100740"/>
                  </a:lnTo>
                  <a:lnTo>
                    <a:pt x="348336" y="117127"/>
                  </a:lnTo>
                  <a:lnTo>
                    <a:pt x="398099" y="133379"/>
                  </a:lnTo>
                  <a:lnTo>
                    <a:pt x="447861" y="149488"/>
                  </a:lnTo>
                  <a:lnTo>
                    <a:pt x="497624" y="165444"/>
                  </a:lnTo>
                  <a:lnTo>
                    <a:pt x="547386" y="181237"/>
                  </a:lnTo>
                  <a:lnTo>
                    <a:pt x="597149" y="196858"/>
                  </a:lnTo>
                  <a:lnTo>
                    <a:pt x="646911" y="212295"/>
                  </a:lnTo>
                  <a:lnTo>
                    <a:pt x="696673" y="227537"/>
                  </a:lnTo>
                  <a:lnTo>
                    <a:pt x="746436" y="242572"/>
                  </a:lnTo>
                  <a:lnTo>
                    <a:pt x="796198" y="257386"/>
                  </a:lnTo>
                  <a:lnTo>
                    <a:pt x="845961" y="271968"/>
                  </a:lnTo>
                  <a:lnTo>
                    <a:pt x="895723" y="286302"/>
                  </a:lnTo>
                  <a:lnTo>
                    <a:pt x="945486" y="300376"/>
                  </a:lnTo>
                  <a:lnTo>
                    <a:pt x="995248" y="314175"/>
                  </a:lnTo>
                  <a:lnTo>
                    <a:pt x="1045010" y="327684"/>
                  </a:lnTo>
                  <a:lnTo>
                    <a:pt x="1094773" y="340889"/>
                  </a:lnTo>
                  <a:lnTo>
                    <a:pt x="1144535" y="353775"/>
                  </a:lnTo>
                  <a:lnTo>
                    <a:pt x="1194298" y="366328"/>
                  </a:lnTo>
                  <a:lnTo>
                    <a:pt x="1244060" y="378535"/>
                  </a:lnTo>
                  <a:lnTo>
                    <a:pt x="1293822" y="390381"/>
                  </a:lnTo>
                  <a:lnTo>
                    <a:pt x="1343585" y="401856"/>
                  </a:lnTo>
                  <a:lnTo>
                    <a:pt x="1393347" y="412948"/>
                  </a:lnTo>
                  <a:lnTo>
                    <a:pt x="1443110" y="423647"/>
                  </a:lnTo>
                  <a:lnTo>
                    <a:pt x="1492872" y="433947"/>
                  </a:lnTo>
                  <a:lnTo>
                    <a:pt x="1542635" y="443840"/>
                  </a:lnTo>
                  <a:lnTo>
                    <a:pt x="1592397" y="453323"/>
                  </a:lnTo>
                  <a:lnTo>
                    <a:pt x="1642159" y="462393"/>
                  </a:lnTo>
                  <a:lnTo>
                    <a:pt x="1691922" y="471051"/>
                  </a:lnTo>
                  <a:lnTo>
                    <a:pt x="1741684" y="479298"/>
                  </a:lnTo>
                  <a:lnTo>
                    <a:pt x="1791447" y="487138"/>
                  </a:lnTo>
                  <a:lnTo>
                    <a:pt x="1841209" y="494578"/>
                  </a:lnTo>
                  <a:lnTo>
                    <a:pt x="1890972" y="501626"/>
                  </a:lnTo>
                  <a:lnTo>
                    <a:pt x="1940734" y="508290"/>
                  </a:lnTo>
                  <a:lnTo>
                    <a:pt x="1990496" y="514582"/>
                  </a:lnTo>
                  <a:lnTo>
                    <a:pt x="2040259" y="520513"/>
                  </a:lnTo>
                  <a:lnTo>
                    <a:pt x="2090021" y="526097"/>
                  </a:lnTo>
                  <a:lnTo>
                    <a:pt x="2139784" y="531347"/>
                  </a:lnTo>
                  <a:lnTo>
                    <a:pt x="2189546" y="536278"/>
                  </a:lnTo>
                  <a:lnTo>
                    <a:pt x="2239309" y="540904"/>
                  </a:lnTo>
                  <a:lnTo>
                    <a:pt x="2289071" y="545239"/>
                  </a:lnTo>
                  <a:lnTo>
                    <a:pt x="2338833" y="549298"/>
                  </a:lnTo>
                  <a:lnTo>
                    <a:pt x="2388596" y="553096"/>
                  </a:lnTo>
                  <a:lnTo>
                    <a:pt x="2438358" y="556647"/>
                  </a:lnTo>
                  <a:lnTo>
                    <a:pt x="2488121" y="559964"/>
                  </a:lnTo>
                  <a:lnTo>
                    <a:pt x="2537883" y="563060"/>
                  </a:lnTo>
                  <a:lnTo>
                    <a:pt x="2587645" y="565948"/>
                  </a:lnTo>
                  <a:lnTo>
                    <a:pt x="2637408" y="568641"/>
                  </a:lnTo>
                  <a:lnTo>
                    <a:pt x="2687170" y="571149"/>
                  </a:lnTo>
                  <a:lnTo>
                    <a:pt x="2736933" y="573484"/>
                  </a:lnTo>
                  <a:lnTo>
                    <a:pt x="2786695" y="575657"/>
                  </a:lnTo>
                  <a:lnTo>
                    <a:pt x="2836458" y="577675"/>
                  </a:lnTo>
                  <a:lnTo>
                    <a:pt x="2886220" y="579550"/>
                  </a:lnTo>
                  <a:lnTo>
                    <a:pt x="2935982" y="581290"/>
                  </a:lnTo>
                  <a:lnTo>
                    <a:pt x="2985745" y="582902"/>
                  </a:lnTo>
                  <a:lnTo>
                    <a:pt x="3035507" y="584395"/>
                  </a:lnTo>
                  <a:lnTo>
                    <a:pt x="3085270" y="585774"/>
                  </a:lnTo>
                  <a:lnTo>
                    <a:pt x="3135032" y="587048"/>
                  </a:lnTo>
                  <a:lnTo>
                    <a:pt x="3184795" y="588223"/>
                  </a:lnTo>
                  <a:lnTo>
                    <a:pt x="3234557" y="589303"/>
                  </a:lnTo>
                  <a:lnTo>
                    <a:pt x="3284319" y="590295"/>
                  </a:lnTo>
                  <a:lnTo>
                    <a:pt x="3334082" y="591204"/>
                  </a:lnTo>
                  <a:lnTo>
                    <a:pt x="3383844" y="592034"/>
                  </a:lnTo>
                  <a:lnTo>
                    <a:pt x="3433607" y="592789"/>
                  </a:lnTo>
                  <a:lnTo>
                    <a:pt x="3483369" y="593475"/>
                  </a:lnTo>
                  <a:lnTo>
                    <a:pt x="3533132" y="594094"/>
                  </a:lnTo>
                  <a:lnTo>
                    <a:pt x="3582894" y="594651"/>
                  </a:lnTo>
                  <a:lnTo>
                    <a:pt x="3632656" y="595149"/>
                  </a:lnTo>
                  <a:lnTo>
                    <a:pt x="3682419" y="595590"/>
                  </a:lnTo>
                  <a:lnTo>
                    <a:pt x="3732181" y="595978"/>
                  </a:lnTo>
                  <a:lnTo>
                    <a:pt x="3781944" y="596316"/>
                  </a:lnTo>
                  <a:lnTo>
                    <a:pt x="3831706" y="596607"/>
                  </a:lnTo>
                  <a:lnTo>
                    <a:pt x="3881468" y="596852"/>
                  </a:lnTo>
                  <a:lnTo>
                    <a:pt x="3931231" y="597054"/>
                  </a:lnTo>
                  <a:lnTo>
                    <a:pt x="3931231" y="1646978"/>
                  </a:lnTo>
                  <a:lnTo>
                    <a:pt x="3881468" y="1629060"/>
                  </a:lnTo>
                  <a:lnTo>
                    <a:pt x="3831706" y="1611184"/>
                  </a:lnTo>
                  <a:lnTo>
                    <a:pt x="3781944" y="1593354"/>
                  </a:lnTo>
                  <a:lnTo>
                    <a:pt x="3732181" y="1575572"/>
                  </a:lnTo>
                  <a:lnTo>
                    <a:pt x="3682419" y="1557840"/>
                  </a:lnTo>
                  <a:lnTo>
                    <a:pt x="3632656" y="1540161"/>
                  </a:lnTo>
                  <a:lnTo>
                    <a:pt x="3582894" y="1522538"/>
                  </a:lnTo>
                  <a:lnTo>
                    <a:pt x="3533132" y="1504974"/>
                  </a:lnTo>
                  <a:lnTo>
                    <a:pt x="3483369" y="1487473"/>
                  </a:lnTo>
                  <a:lnTo>
                    <a:pt x="3433607" y="1470038"/>
                  </a:lnTo>
                  <a:lnTo>
                    <a:pt x="3383844" y="1452674"/>
                  </a:lnTo>
                  <a:lnTo>
                    <a:pt x="3334082" y="1435383"/>
                  </a:lnTo>
                  <a:lnTo>
                    <a:pt x="3284319" y="1418171"/>
                  </a:lnTo>
                  <a:lnTo>
                    <a:pt x="3234557" y="1401043"/>
                  </a:lnTo>
                  <a:lnTo>
                    <a:pt x="3184795" y="1384003"/>
                  </a:lnTo>
                  <a:lnTo>
                    <a:pt x="3135032" y="1367057"/>
                  </a:lnTo>
                  <a:lnTo>
                    <a:pt x="3085270" y="1350210"/>
                  </a:lnTo>
                  <a:lnTo>
                    <a:pt x="3035507" y="1333470"/>
                  </a:lnTo>
                  <a:lnTo>
                    <a:pt x="2985745" y="1316842"/>
                  </a:lnTo>
                  <a:lnTo>
                    <a:pt x="2935982" y="1300334"/>
                  </a:lnTo>
                  <a:lnTo>
                    <a:pt x="2886220" y="1283953"/>
                  </a:lnTo>
                  <a:lnTo>
                    <a:pt x="2836458" y="1267707"/>
                  </a:lnTo>
                  <a:lnTo>
                    <a:pt x="2786695" y="1251606"/>
                  </a:lnTo>
                  <a:lnTo>
                    <a:pt x="2736933" y="1235657"/>
                  </a:lnTo>
                  <a:lnTo>
                    <a:pt x="2687170" y="1219872"/>
                  </a:lnTo>
                  <a:lnTo>
                    <a:pt x="2637408" y="1204260"/>
                  </a:lnTo>
                  <a:lnTo>
                    <a:pt x="2587645" y="1188832"/>
                  </a:lnTo>
                  <a:lnTo>
                    <a:pt x="2537883" y="1173600"/>
                  </a:lnTo>
                  <a:lnTo>
                    <a:pt x="2488121" y="1158576"/>
                  </a:lnTo>
                  <a:lnTo>
                    <a:pt x="2438358" y="1143772"/>
                  </a:lnTo>
                  <a:lnTo>
                    <a:pt x="2388596" y="1129203"/>
                  </a:lnTo>
                  <a:lnTo>
                    <a:pt x="2338833" y="1114880"/>
                  </a:lnTo>
                  <a:lnTo>
                    <a:pt x="2289071" y="1100819"/>
                  </a:lnTo>
                  <a:lnTo>
                    <a:pt x="2239309" y="1087034"/>
                  </a:lnTo>
                  <a:lnTo>
                    <a:pt x="2189546" y="1073540"/>
                  </a:lnTo>
                  <a:lnTo>
                    <a:pt x="2139784" y="1060350"/>
                  </a:lnTo>
                  <a:lnTo>
                    <a:pt x="2090021" y="1047480"/>
                  </a:lnTo>
                  <a:lnTo>
                    <a:pt x="2040259" y="1034943"/>
                  </a:lnTo>
                  <a:lnTo>
                    <a:pt x="1990496" y="1022754"/>
                  </a:lnTo>
                  <a:lnTo>
                    <a:pt x="1940734" y="1010925"/>
                  </a:lnTo>
                  <a:lnTo>
                    <a:pt x="1890972" y="999469"/>
                  </a:lnTo>
                  <a:lnTo>
                    <a:pt x="1841209" y="988396"/>
                  </a:lnTo>
                  <a:lnTo>
                    <a:pt x="1791447" y="977716"/>
                  </a:lnTo>
                  <a:lnTo>
                    <a:pt x="1741684" y="967436"/>
                  </a:lnTo>
                  <a:lnTo>
                    <a:pt x="1691922" y="957562"/>
                  </a:lnTo>
                  <a:lnTo>
                    <a:pt x="1642159" y="948099"/>
                  </a:lnTo>
                  <a:lnTo>
                    <a:pt x="1592397" y="939049"/>
                  </a:lnTo>
                  <a:lnTo>
                    <a:pt x="1542635" y="930412"/>
                  </a:lnTo>
                  <a:lnTo>
                    <a:pt x="1492872" y="922185"/>
                  </a:lnTo>
                  <a:lnTo>
                    <a:pt x="1443110" y="914364"/>
                  </a:lnTo>
                  <a:lnTo>
                    <a:pt x="1393347" y="906943"/>
                  </a:lnTo>
                  <a:lnTo>
                    <a:pt x="1343585" y="899915"/>
                  </a:lnTo>
                  <a:lnTo>
                    <a:pt x="1293822" y="893269"/>
                  </a:lnTo>
                  <a:lnTo>
                    <a:pt x="1244060" y="886995"/>
                  </a:lnTo>
                  <a:lnTo>
                    <a:pt x="1194298" y="881081"/>
                  </a:lnTo>
                  <a:lnTo>
                    <a:pt x="1144535" y="875513"/>
                  </a:lnTo>
                  <a:lnTo>
                    <a:pt x="1094773" y="870279"/>
                  </a:lnTo>
                  <a:lnTo>
                    <a:pt x="1045010" y="865364"/>
                  </a:lnTo>
                  <a:lnTo>
                    <a:pt x="995248" y="860752"/>
                  </a:lnTo>
                  <a:lnTo>
                    <a:pt x="945486" y="856431"/>
                  </a:lnTo>
                  <a:lnTo>
                    <a:pt x="895723" y="852384"/>
                  </a:lnTo>
                  <a:lnTo>
                    <a:pt x="845961" y="848599"/>
                  </a:lnTo>
                  <a:lnTo>
                    <a:pt x="796198" y="845060"/>
                  </a:lnTo>
                  <a:lnTo>
                    <a:pt x="746436" y="841754"/>
                  </a:lnTo>
                  <a:lnTo>
                    <a:pt x="696673" y="838668"/>
                  </a:lnTo>
                  <a:lnTo>
                    <a:pt x="646911" y="835789"/>
                  </a:lnTo>
                  <a:lnTo>
                    <a:pt x="597149" y="833106"/>
                  </a:lnTo>
                  <a:lnTo>
                    <a:pt x="547386" y="830606"/>
                  </a:lnTo>
                  <a:lnTo>
                    <a:pt x="497624" y="828279"/>
                  </a:lnTo>
                  <a:lnTo>
                    <a:pt x="447861" y="826115"/>
                  </a:lnTo>
                  <a:lnTo>
                    <a:pt x="398099" y="824103"/>
                  </a:lnTo>
                  <a:lnTo>
                    <a:pt x="348336" y="822235"/>
                  </a:lnTo>
                  <a:lnTo>
                    <a:pt x="298574" y="820502"/>
                  </a:lnTo>
                  <a:lnTo>
                    <a:pt x="248812" y="818896"/>
                  </a:lnTo>
                  <a:lnTo>
                    <a:pt x="199049" y="817409"/>
                  </a:lnTo>
                  <a:lnTo>
                    <a:pt x="149287" y="816034"/>
                  </a:lnTo>
                  <a:lnTo>
                    <a:pt x="99524" y="814765"/>
                  </a:lnTo>
                  <a:lnTo>
                    <a:pt x="49762" y="813596"/>
                  </a:lnTo>
                  <a:lnTo>
                    <a:pt x="0" y="812520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339672" y="3790724"/>
              <a:ext cx="3931231" cy="597054"/>
            </a:xfrm>
            <a:custGeom>
              <a:avLst/>
              <a:pathLst>
                <a:path w="3931231" h="597054">
                  <a:moveTo>
                    <a:pt x="0" y="0"/>
                  </a:moveTo>
                  <a:lnTo>
                    <a:pt x="49762" y="17044"/>
                  </a:lnTo>
                  <a:lnTo>
                    <a:pt x="99524" y="33995"/>
                  </a:lnTo>
                  <a:lnTo>
                    <a:pt x="149287" y="50846"/>
                  </a:lnTo>
                  <a:lnTo>
                    <a:pt x="199049" y="67592"/>
                  </a:lnTo>
                  <a:lnTo>
                    <a:pt x="248812" y="84225"/>
                  </a:lnTo>
                  <a:lnTo>
                    <a:pt x="298574" y="100740"/>
                  </a:lnTo>
                  <a:lnTo>
                    <a:pt x="348336" y="117127"/>
                  </a:lnTo>
                  <a:lnTo>
                    <a:pt x="398099" y="133379"/>
                  </a:lnTo>
                  <a:lnTo>
                    <a:pt x="447861" y="149488"/>
                  </a:lnTo>
                  <a:lnTo>
                    <a:pt x="497624" y="165444"/>
                  </a:lnTo>
                  <a:lnTo>
                    <a:pt x="547386" y="181237"/>
                  </a:lnTo>
                  <a:lnTo>
                    <a:pt x="597149" y="196858"/>
                  </a:lnTo>
                  <a:lnTo>
                    <a:pt x="646911" y="212295"/>
                  </a:lnTo>
                  <a:lnTo>
                    <a:pt x="696673" y="227537"/>
                  </a:lnTo>
                  <a:lnTo>
                    <a:pt x="746436" y="242572"/>
                  </a:lnTo>
                  <a:lnTo>
                    <a:pt x="796198" y="257386"/>
                  </a:lnTo>
                  <a:lnTo>
                    <a:pt x="845961" y="271968"/>
                  </a:lnTo>
                  <a:lnTo>
                    <a:pt x="895723" y="286302"/>
                  </a:lnTo>
                  <a:lnTo>
                    <a:pt x="945486" y="300376"/>
                  </a:lnTo>
                  <a:lnTo>
                    <a:pt x="995248" y="314175"/>
                  </a:lnTo>
                  <a:lnTo>
                    <a:pt x="1045010" y="327684"/>
                  </a:lnTo>
                  <a:lnTo>
                    <a:pt x="1094773" y="340889"/>
                  </a:lnTo>
                  <a:lnTo>
                    <a:pt x="1144535" y="353775"/>
                  </a:lnTo>
                  <a:lnTo>
                    <a:pt x="1194298" y="366328"/>
                  </a:lnTo>
                  <a:lnTo>
                    <a:pt x="1244060" y="378535"/>
                  </a:lnTo>
                  <a:lnTo>
                    <a:pt x="1293822" y="390381"/>
                  </a:lnTo>
                  <a:lnTo>
                    <a:pt x="1343585" y="401856"/>
                  </a:lnTo>
                  <a:lnTo>
                    <a:pt x="1393347" y="412948"/>
                  </a:lnTo>
                  <a:lnTo>
                    <a:pt x="1443110" y="423647"/>
                  </a:lnTo>
                  <a:lnTo>
                    <a:pt x="1492872" y="433947"/>
                  </a:lnTo>
                  <a:lnTo>
                    <a:pt x="1542635" y="443840"/>
                  </a:lnTo>
                  <a:lnTo>
                    <a:pt x="1592397" y="453323"/>
                  </a:lnTo>
                  <a:lnTo>
                    <a:pt x="1642159" y="462393"/>
                  </a:lnTo>
                  <a:lnTo>
                    <a:pt x="1691922" y="471051"/>
                  </a:lnTo>
                  <a:lnTo>
                    <a:pt x="1741684" y="479298"/>
                  </a:lnTo>
                  <a:lnTo>
                    <a:pt x="1791447" y="487138"/>
                  </a:lnTo>
                  <a:lnTo>
                    <a:pt x="1841209" y="494578"/>
                  </a:lnTo>
                  <a:lnTo>
                    <a:pt x="1890972" y="501626"/>
                  </a:lnTo>
                  <a:lnTo>
                    <a:pt x="1940734" y="508290"/>
                  </a:lnTo>
                  <a:lnTo>
                    <a:pt x="1990496" y="514582"/>
                  </a:lnTo>
                  <a:lnTo>
                    <a:pt x="2040259" y="520513"/>
                  </a:lnTo>
                  <a:lnTo>
                    <a:pt x="2090021" y="526097"/>
                  </a:lnTo>
                  <a:lnTo>
                    <a:pt x="2139784" y="531347"/>
                  </a:lnTo>
                  <a:lnTo>
                    <a:pt x="2189546" y="536278"/>
                  </a:lnTo>
                  <a:lnTo>
                    <a:pt x="2239309" y="540904"/>
                  </a:lnTo>
                  <a:lnTo>
                    <a:pt x="2289071" y="545239"/>
                  </a:lnTo>
                  <a:lnTo>
                    <a:pt x="2338833" y="549298"/>
                  </a:lnTo>
                  <a:lnTo>
                    <a:pt x="2388596" y="553096"/>
                  </a:lnTo>
                  <a:lnTo>
                    <a:pt x="2438358" y="556647"/>
                  </a:lnTo>
                  <a:lnTo>
                    <a:pt x="2488121" y="559964"/>
                  </a:lnTo>
                  <a:lnTo>
                    <a:pt x="2537883" y="563060"/>
                  </a:lnTo>
                  <a:lnTo>
                    <a:pt x="2587645" y="565948"/>
                  </a:lnTo>
                  <a:lnTo>
                    <a:pt x="2637408" y="568641"/>
                  </a:lnTo>
                  <a:lnTo>
                    <a:pt x="2687170" y="571149"/>
                  </a:lnTo>
                  <a:lnTo>
                    <a:pt x="2736933" y="573484"/>
                  </a:lnTo>
                  <a:lnTo>
                    <a:pt x="2786695" y="575657"/>
                  </a:lnTo>
                  <a:lnTo>
                    <a:pt x="2836458" y="577675"/>
                  </a:lnTo>
                  <a:lnTo>
                    <a:pt x="2886220" y="579550"/>
                  </a:lnTo>
                  <a:lnTo>
                    <a:pt x="2935982" y="581290"/>
                  </a:lnTo>
                  <a:lnTo>
                    <a:pt x="2985745" y="582902"/>
                  </a:lnTo>
                  <a:lnTo>
                    <a:pt x="3035507" y="584395"/>
                  </a:lnTo>
                  <a:lnTo>
                    <a:pt x="3085270" y="585774"/>
                  </a:lnTo>
                  <a:lnTo>
                    <a:pt x="3135032" y="587048"/>
                  </a:lnTo>
                  <a:lnTo>
                    <a:pt x="3184795" y="588223"/>
                  </a:lnTo>
                  <a:lnTo>
                    <a:pt x="3234557" y="589303"/>
                  </a:lnTo>
                  <a:lnTo>
                    <a:pt x="3284319" y="590295"/>
                  </a:lnTo>
                  <a:lnTo>
                    <a:pt x="3334082" y="591204"/>
                  </a:lnTo>
                  <a:lnTo>
                    <a:pt x="3383844" y="592034"/>
                  </a:lnTo>
                  <a:lnTo>
                    <a:pt x="3433607" y="592789"/>
                  </a:lnTo>
                  <a:lnTo>
                    <a:pt x="3483369" y="593475"/>
                  </a:lnTo>
                  <a:lnTo>
                    <a:pt x="3533132" y="594094"/>
                  </a:lnTo>
                  <a:lnTo>
                    <a:pt x="3582894" y="594651"/>
                  </a:lnTo>
                  <a:lnTo>
                    <a:pt x="3632656" y="595149"/>
                  </a:lnTo>
                  <a:lnTo>
                    <a:pt x="3682419" y="595590"/>
                  </a:lnTo>
                  <a:lnTo>
                    <a:pt x="3732181" y="595978"/>
                  </a:lnTo>
                  <a:lnTo>
                    <a:pt x="3781944" y="596316"/>
                  </a:lnTo>
                  <a:lnTo>
                    <a:pt x="3831706" y="596607"/>
                  </a:lnTo>
                  <a:lnTo>
                    <a:pt x="3881468" y="596852"/>
                  </a:lnTo>
                  <a:lnTo>
                    <a:pt x="3931231" y="5970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39672" y="4603244"/>
              <a:ext cx="3931231" cy="834458"/>
            </a:xfrm>
            <a:custGeom>
              <a:avLst/>
              <a:pathLst>
                <a:path w="3931231" h="834458">
                  <a:moveTo>
                    <a:pt x="3931231" y="834458"/>
                  </a:moveTo>
                  <a:lnTo>
                    <a:pt x="3881468" y="816539"/>
                  </a:lnTo>
                  <a:lnTo>
                    <a:pt x="3831706" y="798664"/>
                  </a:lnTo>
                  <a:lnTo>
                    <a:pt x="3781944" y="780834"/>
                  </a:lnTo>
                  <a:lnTo>
                    <a:pt x="3732181" y="763051"/>
                  </a:lnTo>
                  <a:lnTo>
                    <a:pt x="3682419" y="745319"/>
                  </a:lnTo>
                  <a:lnTo>
                    <a:pt x="3632656" y="727640"/>
                  </a:lnTo>
                  <a:lnTo>
                    <a:pt x="3582894" y="710018"/>
                  </a:lnTo>
                  <a:lnTo>
                    <a:pt x="3533132" y="692454"/>
                  </a:lnTo>
                  <a:lnTo>
                    <a:pt x="3483369" y="674953"/>
                  </a:lnTo>
                  <a:lnTo>
                    <a:pt x="3433607" y="657518"/>
                  </a:lnTo>
                  <a:lnTo>
                    <a:pt x="3383844" y="640153"/>
                  </a:lnTo>
                  <a:lnTo>
                    <a:pt x="3334082" y="622863"/>
                  </a:lnTo>
                  <a:lnTo>
                    <a:pt x="3284319" y="605651"/>
                  </a:lnTo>
                  <a:lnTo>
                    <a:pt x="3234557" y="588522"/>
                  </a:lnTo>
                  <a:lnTo>
                    <a:pt x="3184795" y="571483"/>
                  </a:lnTo>
                  <a:lnTo>
                    <a:pt x="3135032" y="554536"/>
                  </a:lnTo>
                  <a:lnTo>
                    <a:pt x="3085270" y="537690"/>
                  </a:lnTo>
                  <a:lnTo>
                    <a:pt x="3035507" y="520950"/>
                  </a:lnTo>
                  <a:lnTo>
                    <a:pt x="2985745" y="504322"/>
                  </a:lnTo>
                  <a:lnTo>
                    <a:pt x="2935982" y="487813"/>
                  </a:lnTo>
                  <a:lnTo>
                    <a:pt x="2886220" y="471433"/>
                  </a:lnTo>
                  <a:lnTo>
                    <a:pt x="2836458" y="455187"/>
                  </a:lnTo>
                  <a:lnTo>
                    <a:pt x="2786695" y="439085"/>
                  </a:lnTo>
                  <a:lnTo>
                    <a:pt x="2736933" y="423137"/>
                  </a:lnTo>
                  <a:lnTo>
                    <a:pt x="2687170" y="407352"/>
                  </a:lnTo>
                  <a:lnTo>
                    <a:pt x="2637408" y="391740"/>
                  </a:lnTo>
                  <a:lnTo>
                    <a:pt x="2587645" y="376312"/>
                  </a:lnTo>
                  <a:lnTo>
                    <a:pt x="2537883" y="361080"/>
                  </a:lnTo>
                  <a:lnTo>
                    <a:pt x="2488121" y="346056"/>
                  </a:lnTo>
                  <a:lnTo>
                    <a:pt x="2438358" y="331252"/>
                  </a:lnTo>
                  <a:lnTo>
                    <a:pt x="2388596" y="316682"/>
                  </a:lnTo>
                  <a:lnTo>
                    <a:pt x="2338833" y="302360"/>
                  </a:lnTo>
                  <a:lnTo>
                    <a:pt x="2289071" y="288299"/>
                  </a:lnTo>
                  <a:lnTo>
                    <a:pt x="2239309" y="274514"/>
                  </a:lnTo>
                  <a:lnTo>
                    <a:pt x="2189546" y="261019"/>
                  </a:lnTo>
                  <a:lnTo>
                    <a:pt x="2139784" y="247830"/>
                  </a:lnTo>
                  <a:lnTo>
                    <a:pt x="2090021" y="234959"/>
                  </a:lnTo>
                  <a:lnTo>
                    <a:pt x="2040259" y="222423"/>
                  </a:lnTo>
                  <a:lnTo>
                    <a:pt x="1990496" y="210234"/>
                  </a:lnTo>
                  <a:lnTo>
                    <a:pt x="1940734" y="198405"/>
                  </a:lnTo>
                  <a:lnTo>
                    <a:pt x="1890972" y="186949"/>
                  </a:lnTo>
                  <a:lnTo>
                    <a:pt x="1841209" y="175876"/>
                  </a:lnTo>
                  <a:lnTo>
                    <a:pt x="1791447" y="165195"/>
                  </a:lnTo>
                  <a:lnTo>
                    <a:pt x="1741684" y="154915"/>
                  </a:lnTo>
                  <a:lnTo>
                    <a:pt x="1691922" y="145042"/>
                  </a:lnTo>
                  <a:lnTo>
                    <a:pt x="1642159" y="135579"/>
                  </a:lnTo>
                  <a:lnTo>
                    <a:pt x="1592397" y="126529"/>
                  </a:lnTo>
                  <a:lnTo>
                    <a:pt x="1542635" y="117891"/>
                  </a:lnTo>
                  <a:lnTo>
                    <a:pt x="1492872" y="109664"/>
                  </a:lnTo>
                  <a:lnTo>
                    <a:pt x="1443110" y="101843"/>
                  </a:lnTo>
                  <a:lnTo>
                    <a:pt x="1393347" y="94423"/>
                  </a:lnTo>
                  <a:lnTo>
                    <a:pt x="1343585" y="87394"/>
                  </a:lnTo>
                  <a:lnTo>
                    <a:pt x="1293822" y="80749"/>
                  </a:lnTo>
                  <a:lnTo>
                    <a:pt x="1244060" y="74475"/>
                  </a:lnTo>
                  <a:lnTo>
                    <a:pt x="1194298" y="68561"/>
                  </a:lnTo>
                  <a:lnTo>
                    <a:pt x="1144535" y="62993"/>
                  </a:lnTo>
                  <a:lnTo>
                    <a:pt x="1094773" y="57759"/>
                  </a:lnTo>
                  <a:lnTo>
                    <a:pt x="1045010" y="52843"/>
                  </a:lnTo>
                  <a:lnTo>
                    <a:pt x="995248" y="48232"/>
                  </a:lnTo>
                  <a:lnTo>
                    <a:pt x="945486" y="43910"/>
                  </a:lnTo>
                  <a:lnTo>
                    <a:pt x="895723" y="39864"/>
                  </a:lnTo>
                  <a:lnTo>
                    <a:pt x="845961" y="36078"/>
                  </a:lnTo>
                  <a:lnTo>
                    <a:pt x="796198" y="32539"/>
                  </a:lnTo>
                  <a:lnTo>
                    <a:pt x="746436" y="29234"/>
                  </a:lnTo>
                  <a:lnTo>
                    <a:pt x="696673" y="26148"/>
                  </a:lnTo>
                  <a:lnTo>
                    <a:pt x="646911" y="23269"/>
                  </a:lnTo>
                  <a:lnTo>
                    <a:pt x="597149" y="20586"/>
                  </a:lnTo>
                  <a:lnTo>
                    <a:pt x="547386" y="18086"/>
                  </a:lnTo>
                  <a:lnTo>
                    <a:pt x="497624" y="15759"/>
                  </a:lnTo>
                  <a:lnTo>
                    <a:pt x="447861" y="13595"/>
                  </a:lnTo>
                  <a:lnTo>
                    <a:pt x="398099" y="11583"/>
                  </a:lnTo>
                  <a:lnTo>
                    <a:pt x="348336" y="9715"/>
                  </a:lnTo>
                  <a:lnTo>
                    <a:pt x="298574" y="7982"/>
                  </a:lnTo>
                  <a:lnTo>
                    <a:pt x="248812" y="6376"/>
                  </a:lnTo>
                  <a:lnTo>
                    <a:pt x="199049" y="4889"/>
                  </a:lnTo>
                  <a:lnTo>
                    <a:pt x="149287" y="3514"/>
                  </a:lnTo>
                  <a:lnTo>
                    <a:pt x="99524" y="2245"/>
                  </a:lnTo>
                  <a:lnTo>
                    <a:pt x="49762" y="1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339672" y="4196984"/>
              <a:ext cx="3931231" cy="715756"/>
            </a:xfrm>
            <a:custGeom>
              <a:avLst/>
              <a:pathLst>
                <a:path w="3931231" h="715756">
                  <a:moveTo>
                    <a:pt x="0" y="0"/>
                  </a:moveTo>
                  <a:lnTo>
                    <a:pt x="49762" y="9060"/>
                  </a:lnTo>
                  <a:lnTo>
                    <a:pt x="99524" y="18120"/>
                  </a:lnTo>
                  <a:lnTo>
                    <a:pt x="149287" y="27180"/>
                  </a:lnTo>
                  <a:lnTo>
                    <a:pt x="199049" y="36240"/>
                  </a:lnTo>
                  <a:lnTo>
                    <a:pt x="248812" y="45301"/>
                  </a:lnTo>
                  <a:lnTo>
                    <a:pt x="298574" y="54361"/>
                  </a:lnTo>
                  <a:lnTo>
                    <a:pt x="348336" y="63421"/>
                  </a:lnTo>
                  <a:lnTo>
                    <a:pt x="398099" y="72481"/>
                  </a:lnTo>
                  <a:lnTo>
                    <a:pt x="447861" y="81541"/>
                  </a:lnTo>
                  <a:lnTo>
                    <a:pt x="497624" y="90602"/>
                  </a:lnTo>
                  <a:lnTo>
                    <a:pt x="547386" y="99662"/>
                  </a:lnTo>
                  <a:lnTo>
                    <a:pt x="597149" y="108722"/>
                  </a:lnTo>
                  <a:lnTo>
                    <a:pt x="646911" y="117782"/>
                  </a:lnTo>
                  <a:lnTo>
                    <a:pt x="696673" y="126842"/>
                  </a:lnTo>
                  <a:lnTo>
                    <a:pt x="746436" y="135903"/>
                  </a:lnTo>
                  <a:lnTo>
                    <a:pt x="796198" y="144963"/>
                  </a:lnTo>
                  <a:lnTo>
                    <a:pt x="845961" y="154023"/>
                  </a:lnTo>
                  <a:lnTo>
                    <a:pt x="895723" y="163083"/>
                  </a:lnTo>
                  <a:lnTo>
                    <a:pt x="945486" y="172143"/>
                  </a:lnTo>
                  <a:lnTo>
                    <a:pt x="995248" y="181204"/>
                  </a:lnTo>
                  <a:lnTo>
                    <a:pt x="1045010" y="190264"/>
                  </a:lnTo>
                  <a:lnTo>
                    <a:pt x="1094773" y="199324"/>
                  </a:lnTo>
                  <a:lnTo>
                    <a:pt x="1144535" y="208384"/>
                  </a:lnTo>
                  <a:lnTo>
                    <a:pt x="1194298" y="217444"/>
                  </a:lnTo>
                  <a:lnTo>
                    <a:pt x="1244060" y="226505"/>
                  </a:lnTo>
                  <a:lnTo>
                    <a:pt x="1293822" y="235565"/>
                  </a:lnTo>
                  <a:lnTo>
                    <a:pt x="1343585" y="244625"/>
                  </a:lnTo>
                  <a:lnTo>
                    <a:pt x="1393347" y="253685"/>
                  </a:lnTo>
                  <a:lnTo>
                    <a:pt x="1443110" y="262745"/>
                  </a:lnTo>
                  <a:lnTo>
                    <a:pt x="1492872" y="271806"/>
                  </a:lnTo>
                  <a:lnTo>
                    <a:pt x="1542635" y="280866"/>
                  </a:lnTo>
                  <a:lnTo>
                    <a:pt x="1592397" y="289926"/>
                  </a:lnTo>
                  <a:lnTo>
                    <a:pt x="1642159" y="298986"/>
                  </a:lnTo>
                  <a:lnTo>
                    <a:pt x="1691922" y="308046"/>
                  </a:lnTo>
                  <a:lnTo>
                    <a:pt x="1741684" y="317107"/>
                  </a:lnTo>
                  <a:lnTo>
                    <a:pt x="1791447" y="326167"/>
                  </a:lnTo>
                  <a:lnTo>
                    <a:pt x="1841209" y="335227"/>
                  </a:lnTo>
                  <a:lnTo>
                    <a:pt x="1890972" y="344287"/>
                  </a:lnTo>
                  <a:lnTo>
                    <a:pt x="1940734" y="353348"/>
                  </a:lnTo>
                  <a:lnTo>
                    <a:pt x="1990496" y="362408"/>
                  </a:lnTo>
                  <a:lnTo>
                    <a:pt x="2040259" y="371468"/>
                  </a:lnTo>
                  <a:lnTo>
                    <a:pt x="2090021" y="380528"/>
                  </a:lnTo>
                  <a:lnTo>
                    <a:pt x="2139784" y="389588"/>
                  </a:lnTo>
                  <a:lnTo>
                    <a:pt x="2189546" y="398649"/>
                  </a:lnTo>
                  <a:lnTo>
                    <a:pt x="2239309" y="407709"/>
                  </a:lnTo>
                  <a:lnTo>
                    <a:pt x="2289071" y="416769"/>
                  </a:lnTo>
                  <a:lnTo>
                    <a:pt x="2338833" y="425829"/>
                  </a:lnTo>
                  <a:lnTo>
                    <a:pt x="2388596" y="434889"/>
                  </a:lnTo>
                  <a:lnTo>
                    <a:pt x="2438358" y="443950"/>
                  </a:lnTo>
                  <a:lnTo>
                    <a:pt x="2488121" y="453010"/>
                  </a:lnTo>
                  <a:lnTo>
                    <a:pt x="2537883" y="462070"/>
                  </a:lnTo>
                  <a:lnTo>
                    <a:pt x="2587645" y="471130"/>
                  </a:lnTo>
                  <a:lnTo>
                    <a:pt x="2637408" y="480190"/>
                  </a:lnTo>
                  <a:lnTo>
                    <a:pt x="2687170" y="489251"/>
                  </a:lnTo>
                  <a:lnTo>
                    <a:pt x="2736933" y="498311"/>
                  </a:lnTo>
                  <a:lnTo>
                    <a:pt x="2786695" y="507371"/>
                  </a:lnTo>
                  <a:lnTo>
                    <a:pt x="2836458" y="516431"/>
                  </a:lnTo>
                  <a:lnTo>
                    <a:pt x="2886220" y="525491"/>
                  </a:lnTo>
                  <a:lnTo>
                    <a:pt x="2935982" y="534552"/>
                  </a:lnTo>
                  <a:lnTo>
                    <a:pt x="2985745" y="543612"/>
                  </a:lnTo>
                  <a:lnTo>
                    <a:pt x="3035507" y="552672"/>
                  </a:lnTo>
                  <a:lnTo>
                    <a:pt x="3085270" y="561732"/>
                  </a:lnTo>
                  <a:lnTo>
                    <a:pt x="3135032" y="570792"/>
                  </a:lnTo>
                  <a:lnTo>
                    <a:pt x="3184795" y="579853"/>
                  </a:lnTo>
                  <a:lnTo>
                    <a:pt x="3234557" y="588913"/>
                  </a:lnTo>
                  <a:lnTo>
                    <a:pt x="3284319" y="597973"/>
                  </a:lnTo>
                  <a:lnTo>
                    <a:pt x="3334082" y="607033"/>
                  </a:lnTo>
                  <a:lnTo>
                    <a:pt x="3383844" y="616093"/>
                  </a:lnTo>
                  <a:lnTo>
                    <a:pt x="3433607" y="625154"/>
                  </a:lnTo>
                  <a:lnTo>
                    <a:pt x="3483369" y="634214"/>
                  </a:lnTo>
                  <a:lnTo>
                    <a:pt x="3533132" y="643274"/>
                  </a:lnTo>
                  <a:lnTo>
                    <a:pt x="3582894" y="652334"/>
                  </a:lnTo>
                  <a:lnTo>
                    <a:pt x="3632656" y="661394"/>
                  </a:lnTo>
                  <a:lnTo>
                    <a:pt x="3682419" y="670455"/>
                  </a:lnTo>
                  <a:lnTo>
                    <a:pt x="3732181" y="679515"/>
                  </a:lnTo>
                  <a:lnTo>
                    <a:pt x="3781944" y="688575"/>
                  </a:lnTo>
                  <a:lnTo>
                    <a:pt x="3831706" y="697635"/>
                  </a:lnTo>
                  <a:lnTo>
                    <a:pt x="3881468" y="706696"/>
                  </a:lnTo>
                  <a:lnTo>
                    <a:pt x="3931231" y="715756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54342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219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700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791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583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38079" y="46620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3740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28191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2501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31919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41338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50757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60176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669594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111624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21042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30461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39880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49299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58717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770771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39150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>
              <a:off x="7452810" y="3524192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7604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452810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503836" y="3979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7741855" y="3779130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741855" y="3998586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Predicted 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997002" y="1673080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09017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20191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313659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378855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411408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443961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502574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2567770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600323" y="1673080"/>
              <a:ext cx="12660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Survival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71169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260451" y="31452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260451" y="282532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260451" y="277823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707250" y="323456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707250" y="309853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707250" y="29609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25230" y="33942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25230" y="28531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25230" y="295553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70104" y="27393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70104" y="20474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70104" y="22159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5780468" y="36987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780468" y="24429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780468" y="33521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34129" y="346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434129" y="389968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34129" y="3566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10116" y="54011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10116" y="51580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10116" y="53170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46689" y="50693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46689" y="47816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46689" y="51872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319154" y="2194789"/>
              <a:ext cx="5586237" cy="2616854"/>
            </a:xfrm>
            <a:custGeom>
              <a:avLst/>
              <a:pathLst>
                <a:path w="5586237" h="2616854">
                  <a:moveTo>
                    <a:pt x="0" y="0"/>
                  </a:moveTo>
                  <a:lnTo>
                    <a:pt x="70711" y="27820"/>
                  </a:lnTo>
                  <a:lnTo>
                    <a:pt x="141423" y="55555"/>
                  </a:lnTo>
                  <a:lnTo>
                    <a:pt x="212135" y="83198"/>
                  </a:lnTo>
                  <a:lnTo>
                    <a:pt x="282847" y="110745"/>
                  </a:lnTo>
                  <a:lnTo>
                    <a:pt x="353559" y="138191"/>
                  </a:lnTo>
                  <a:lnTo>
                    <a:pt x="424271" y="165529"/>
                  </a:lnTo>
                  <a:lnTo>
                    <a:pt x="494983" y="192754"/>
                  </a:lnTo>
                  <a:lnTo>
                    <a:pt x="565694" y="219858"/>
                  </a:lnTo>
                  <a:lnTo>
                    <a:pt x="636406" y="246836"/>
                  </a:lnTo>
                  <a:lnTo>
                    <a:pt x="707118" y="273679"/>
                  </a:lnTo>
                  <a:lnTo>
                    <a:pt x="777830" y="300379"/>
                  </a:lnTo>
                  <a:lnTo>
                    <a:pt x="848542" y="326927"/>
                  </a:lnTo>
                  <a:lnTo>
                    <a:pt x="919254" y="353315"/>
                  </a:lnTo>
                  <a:lnTo>
                    <a:pt x="989966" y="379532"/>
                  </a:lnTo>
                  <a:lnTo>
                    <a:pt x="1060678" y="405568"/>
                  </a:lnTo>
                  <a:lnTo>
                    <a:pt x="1131389" y="431411"/>
                  </a:lnTo>
                  <a:lnTo>
                    <a:pt x="1202101" y="457049"/>
                  </a:lnTo>
                  <a:lnTo>
                    <a:pt x="1272813" y="482469"/>
                  </a:lnTo>
                  <a:lnTo>
                    <a:pt x="1343525" y="507658"/>
                  </a:lnTo>
                  <a:lnTo>
                    <a:pt x="1414237" y="532600"/>
                  </a:lnTo>
                  <a:lnTo>
                    <a:pt x="1484949" y="557280"/>
                  </a:lnTo>
                  <a:lnTo>
                    <a:pt x="1555661" y="581680"/>
                  </a:lnTo>
                  <a:lnTo>
                    <a:pt x="1626372" y="605784"/>
                  </a:lnTo>
                  <a:lnTo>
                    <a:pt x="1697084" y="629572"/>
                  </a:lnTo>
                  <a:lnTo>
                    <a:pt x="1767796" y="653024"/>
                  </a:lnTo>
                  <a:lnTo>
                    <a:pt x="1838508" y="676120"/>
                  </a:lnTo>
                  <a:lnTo>
                    <a:pt x="1909220" y="698838"/>
                  </a:lnTo>
                  <a:lnTo>
                    <a:pt x="1979932" y="721154"/>
                  </a:lnTo>
                  <a:lnTo>
                    <a:pt x="2050644" y="743044"/>
                  </a:lnTo>
                  <a:lnTo>
                    <a:pt x="2121356" y="764485"/>
                  </a:lnTo>
                  <a:lnTo>
                    <a:pt x="2192067" y="785451"/>
                  </a:lnTo>
                  <a:lnTo>
                    <a:pt x="2262779" y="805916"/>
                  </a:lnTo>
                  <a:lnTo>
                    <a:pt x="2333491" y="825854"/>
                  </a:lnTo>
                  <a:lnTo>
                    <a:pt x="2404203" y="845241"/>
                  </a:lnTo>
                  <a:lnTo>
                    <a:pt x="2474915" y="864049"/>
                  </a:lnTo>
                  <a:lnTo>
                    <a:pt x="2545627" y="882255"/>
                  </a:lnTo>
                  <a:lnTo>
                    <a:pt x="2616339" y="899834"/>
                  </a:lnTo>
                  <a:lnTo>
                    <a:pt x="2687050" y="916766"/>
                  </a:lnTo>
                  <a:lnTo>
                    <a:pt x="2757762" y="933029"/>
                  </a:lnTo>
                  <a:lnTo>
                    <a:pt x="2828474" y="948605"/>
                  </a:lnTo>
                  <a:lnTo>
                    <a:pt x="2899186" y="963479"/>
                  </a:lnTo>
                  <a:lnTo>
                    <a:pt x="2969898" y="977640"/>
                  </a:lnTo>
                  <a:lnTo>
                    <a:pt x="3040610" y="991078"/>
                  </a:lnTo>
                  <a:lnTo>
                    <a:pt x="3111322" y="1003788"/>
                  </a:lnTo>
                  <a:lnTo>
                    <a:pt x="3182034" y="1015768"/>
                  </a:lnTo>
                  <a:lnTo>
                    <a:pt x="3252745" y="1027021"/>
                  </a:lnTo>
                  <a:lnTo>
                    <a:pt x="3323457" y="1037552"/>
                  </a:lnTo>
                  <a:lnTo>
                    <a:pt x="3394169" y="1047371"/>
                  </a:lnTo>
                  <a:lnTo>
                    <a:pt x="3464881" y="1056490"/>
                  </a:lnTo>
                  <a:lnTo>
                    <a:pt x="3535593" y="1064925"/>
                  </a:lnTo>
                  <a:lnTo>
                    <a:pt x="3606305" y="1072694"/>
                  </a:lnTo>
                  <a:lnTo>
                    <a:pt x="3677017" y="1079817"/>
                  </a:lnTo>
                  <a:lnTo>
                    <a:pt x="3747728" y="1086318"/>
                  </a:lnTo>
                  <a:lnTo>
                    <a:pt x="3818440" y="1092220"/>
                  </a:lnTo>
                  <a:lnTo>
                    <a:pt x="3889152" y="1097547"/>
                  </a:lnTo>
                  <a:lnTo>
                    <a:pt x="3959864" y="1102326"/>
                  </a:lnTo>
                  <a:lnTo>
                    <a:pt x="4030576" y="1106581"/>
                  </a:lnTo>
                  <a:lnTo>
                    <a:pt x="4101288" y="1110340"/>
                  </a:lnTo>
                  <a:lnTo>
                    <a:pt x="4172000" y="1113627"/>
                  </a:lnTo>
                  <a:lnTo>
                    <a:pt x="4242712" y="1116468"/>
                  </a:lnTo>
                  <a:lnTo>
                    <a:pt x="4313423" y="1118887"/>
                  </a:lnTo>
                  <a:lnTo>
                    <a:pt x="4384135" y="1120908"/>
                  </a:lnTo>
                  <a:lnTo>
                    <a:pt x="4454847" y="1122553"/>
                  </a:lnTo>
                  <a:lnTo>
                    <a:pt x="4525559" y="1123845"/>
                  </a:lnTo>
                  <a:lnTo>
                    <a:pt x="4596271" y="1124804"/>
                  </a:lnTo>
                  <a:lnTo>
                    <a:pt x="4666983" y="1125451"/>
                  </a:lnTo>
                  <a:lnTo>
                    <a:pt x="4737695" y="1125802"/>
                  </a:lnTo>
                  <a:lnTo>
                    <a:pt x="4808406" y="1125877"/>
                  </a:lnTo>
                  <a:lnTo>
                    <a:pt x="4879118" y="1125693"/>
                  </a:lnTo>
                  <a:lnTo>
                    <a:pt x="4949830" y="1125263"/>
                  </a:lnTo>
                  <a:lnTo>
                    <a:pt x="5020542" y="1124604"/>
                  </a:lnTo>
                  <a:lnTo>
                    <a:pt x="5091254" y="1123729"/>
                  </a:lnTo>
                  <a:lnTo>
                    <a:pt x="5161966" y="1122651"/>
                  </a:lnTo>
                  <a:lnTo>
                    <a:pt x="5232678" y="1121382"/>
                  </a:lnTo>
                  <a:lnTo>
                    <a:pt x="5303390" y="1119933"/>
                  </a:lnTo>
                  <a:lnTo>
                    <a:pt x="5374101" y="1118315"/>
                  </a:lnTo>
                  <a:lnTo>
                    <a:pt x="5444813" y="1116537"/>
                  </a:lnTo>
                  <a:lnTo>
                    <a:pt x="5515525" y="1114609"/>
                  </a:lnTo>
                  <a:lnTo>
                    <a:pt x="5586237" y="1112540"/>
                  </a:lnTo>
                  <a:lnTo>
                    <a:pt x="5586237" y="2616854"/>
                  </a:lnTo>
                  <a:lnTo>
                    <a:pt x="5515525" y="2589992"/>
                  </a:lnTo>
                  <a:lnTo>
                    <a:pt x="5444813" y="2563271"/>
                  </a:lnTo>
                  <a:lnTo>
                    <a:pt x="5374101" y="2536701"/>
                  </a:lnTo>
                  <a:lnTo>
                    <a:pt x="5303390" y="2510290"/>
                  </a:lnTo>
                  <a:lnTo>
                    <a:pt x="5232678" y="2484048"/>
                  </a:lnTo>
                  <a:lnTo>
                    <a:pt x="5161966" y="2457986"/>
                  </a:lnTo>
                  <a:lnTo>
                    <a:pt x="5091254" y="2432116"/>
                  </a:lnTo>
                  <a:lnTo>
                    <a:pt x="5020542" y="2406448"/>
                  </a:lnTo>
                  <a:lnTo>
                    <a:pt x="4949830" y="2380996"/>
                  </a:lnTo>
                  <a:lnTo>
                    <a:pt x="4879118" y="2355774"/>
                  </a:lnTo>
                  <a:lnTo>
                    <a:pt x="4808406" y="2330796"/>
                  </a:lnTo>
                  <a:lnTo>
                    <a:pt x="4737695" y="2306079"/>
                  </a:lnTo>
                  <a:lnTo>
                    <a:pt x="4666983" y="2281638"/>
                  </a:lnTo>
                  <a:lnTo>
                    <a:pt x="4596271" y="2257491"/>
                  </a:lnTo>
                  <a:lnTo>
                    <a:pt x="4525559" y="2233658"/>
                  </a:lnTo>
                  <a:lnTo>
                    <a:pt x="4454847" y="2210157"/>
                  </a:lnTo>
                  <a:lnTo>
                    <a:pt x="4384135" y="2187010"/>
                  </a:lnTo>
                  <a:lnTo>
                    <a:pt x="4313423" y="2164238"/>
                  </a:lnTo>
                  <a:lnTo>
                    <a:pt x="4242712" y="2141864"/>
                  </a:lnTo>
                  <a:lnTo>
                    <a:pt x="4172000" y="2119912"/>
                  </a:lnTo>
                  <a:lnTo>
                    <a:pt x="4101288" y="2098407"/>
                  </a:lnTo>
                  <a:lnTo>
                    <a:pt x="4030576" y="2077373"/>
                  </a:lnTo>
                  <a:lnTo>
                    <a:pt x="3959864" y="2056835"/>
                  </a:lnTo>
                  <a:lnTo>
                    <a:pt x="3889152" y="2036821"/>
                  </a:lnTo>
                  <a:lnTo>
                    <a:pt x="3818440" y="2017356"/>
                  </a:lnTo>
                  <a:lnTo>
                    <a:pt x="3747728" y="1998465"/>
                  </a:lnTo>
                  <a:lnTo>
                    <a:pt x="3677017" y="1980173"/>
                  </a:lnTo>
                  <a:lnTo>
                    <a:pt x="3606305" y="1962504"/>
                  </a:lnTo>
                  <a:lnTo>
                    <a:pt x="3535593" y="1945480"/>
                  </a:lnTo>
                  <a:lnTo>
                    <a:pt x="3464881" y="1929122"/>
                  </a:lnTo>
                  <a:lnTo>
                    <a:pt x="3394169" y="1913449"/>
                  </a:lnTo>
                  <a:lnTo>
                    <a:pt x="3323457" y="1898475"/>
                  </a:lnTo>
                  <a:lnTo>
                    <a:pt x="3252745" y="1884213"/>
                  </a:lnTo>
                  <a:lnTo>
                    <a:pt x="3182034" y="1870673"/>
                  </a:lnTo>
                  <a:lnTo>
                    <a:pt x="3111322" y="1857861"/>
                  </a:lnTo>
                  <a:lnTo>
                    <a:pt x="3040610" y="1845778"/>
                  </a:lnTo>
                  <a:lnTo>
                    <a:pt x="2969898" y="1834423"/>
                  </a:lnTo>
                  <a:lnTo>
                    <a:pt x="2899186" y="1823791"/>
                  </a:lnTo>
                  <a:lnTo>
                    <a:pt x="2828474" y="1813873"/>
                  </a:lnTo>
                  <a:lnTo>
                    <a:pt x="2757762" y="1804656"/>
                  </a:lnTo>
                  <a:lnTo>
                    <a:pt x="2687050" y="1796126"/>
                  </a:lnTo>
                  <a:lnTo>
                    <a:pt x="2616339" y="1788265"/>
                  </a:lnTo>
                  <a:lnTo>
                    <a:pt x="2545627" y="1781052"/>
                  </a:lnTo>
                  <a:lnTo>
                    <a:pt x="2474915" y="1774465"/>
                  </a:lnTo>
                  <a:lnTo>
                    <a:pt x="2404203" y="1768481"/>
                  </a:lnTo>
                  <a:lnTo>
                    <a:pt x="2333491" y="1763074"/>
                  </a:lnTo>
                  <a:lnTo>
                    <a:pt x="2262779" y="1758220"/>
                  </a:lnTo>
                  <a:lnTo>
                    <a:pt x="2192067" y="1753892"/>
                  </a:lnTo>
                  <a:lnTo>
                    <a:pt x="2121356" y="1750066"/>
                  </a:lnTo>
                  <a:lnTo>
                    <a:pt x="2050644" y="1746714"/>
                  </a:lnTo>
                  <a:lnTo>
                    <a:pt x="1979932" y="1743812"/>
                  </a:lnTo>
                  <a:lnTo>
                    <a:pt x="1909220" y="1741335"/>
                  </a:lnTo>
                  <a:lnTo>
                    <a:pt x="1838508" y="1739259"/>
                  </a:lnTo>
                  <a:lnTo>
                    <a:pt x="1767796" y="1737562"/>
                  </a:lnTo>
                  <a:lnTo>
                    <a:pt x="1697084" y="1736222"/>
                  </a:lnTo>
                  <a:lnTo>
                    <a:pt x="1626372" y="1735217"/>
                  </a:lnTo>
                  <a:lnTo>
                    <a:pt x="1555661" y="1734529"/>
                  </a:lnTo>
                  <a:lnTo>
                    <a:pt x="1484949" y="1734136"/>
                  </a:lnTo>
                  <a:lnTo>
                    <a:pt x="1414237" y="1734023"/>
                  </a:lnTo>
                  <a:lnTo>
                    <a:pt x="1343525" y="1734173"/>
                  </a:lnTo>
                  <a:lnTo>
                    <a:pt x="1272813" y="1734569"/>
                  </a:lnTo>
                  <a:lnTo>
                    <a:pt x="1202101" y="1735196"/>
                  </a:lnTo>
                  <a:lnTo>
                    <a:pt x="1131389" y="1736042"/>
                  </a:lnTo>
                  <a:lnTo>
                    <a:pt x="1060678" y="1737092"/>
                  </a:lnTo>
                  <a:lnTo>
                    <a:pt x="989966" y="1738335"/>
                  </a:lnTo>
                  <a:lnTo>
                    <a:pt x="919254" y="1739759"/>
                  </a:lnTo>
                  <a:lnTo>
                    <a:pt x="848542" y="1741354"/>
                  </a:lnTo>
                  <a:lnTo>
                    <a:pt x="777830" y="1743110"/>
                  </a:lnTo>
                  <a:lnTo>
                    <a:pt x="707118" y="1745017"/>
                  </a:lnTo>
                  <a:lnTo>
                    <a:pt x="636406" y="1747068"/>
                  </a:lnTo>
                  <a:lnTo>
                    <a:pt x="565694" y="1749252"/>
                  </a:lnTo>
                  <a:lnTo>
                    <a:pt x="494983" y="1751564"/>
                  </a:lnTo>
                  <a:lnTo>
                    <a:pt x="424271" y="1753996"/>
                  </a:lnTo>
                  <a:lnTo>
                    <a:pt x="353559" y="1756542"/>
                  </a:lnTo>
                  <a:lnTo>
                    <a:pt x="282847" y="1759195"/>
                  </a:lnTo>
                  <a:lnTo>
                    <a:pt x="212135" y="1761949"/>
                  </a:lnTo>
                  <a:lnTo>
                    <a:pt x="141423" y="1764800"/>
                  </a:lnTo>
                  <a:lnTo>
                    <a:pt x="70711" y="1767741"/>
                  </a:lnTo>
                  <a:lnTo>
                    <a:pt x="0" y="1770769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9154" y="2194789"/>
              <a:ext cx="5586237" cy="1125877"/>
            </a:xfrm>
            <a:custGeom>
              <a:avLst/>
              <a:pathLst>
                <a:path w="5586237" h="1125877">
                  <a:moveTo>
                    <a:pt x="0" y="0"/>
                  </a:moveTo>
                  <a:lnTo>
                    <a:pt x="70711" y="27820"/>
                  </a:lnTo>
                  <a:lnTo>
                    <a:pt x="141423" y="55555"/>
                  </a:lnTo>
                  <a:lnTo>
                    <a:pt x="212135" y="83198"/>
                  </a:lnTo>
                  <a:lnTo>
                    <a:pt x="282847" y="110745"/>
                  </a:lnTo>
                  <a:lnTo>
                    <a:pt x="353559" y="138191"/>
                  </a:lnTo>
                  <a:lnTo>
                    <a:pt x="424271" y="165529"/>
                  </a:lnTo>
                  <a:lnTo>
                    <a:pt x="494983" y="192754"/>
                  </a:lnTo>
                  <a:lnTo>
                    <a:pt x="565694" y="219858"/>
                  </a:lnTo>
                  <a:lnTo>
                    <a:pt x="636406" y="246836"/>
                  </a:lnTo>
                  <a:lnTo>
                    <a:pt x="707118" y="273679"/>
                  </a:lnTo>
                  <a:lnTo>
                    <a:pt x="777830" y="300379"/>
                  </a:lnTo>
                  <a:lnTo>
                    <a:pt x="848542" y="326927"/>
                  </a:lnTo>
                  <a:lnTo>
                    <a:pt x="919254" y="353315"/>
                  </a:lnTo>
                  <a:lnTo>
                    <a:pt x="989966" y="379532"/>
                  </a:lnTo>
                  <a:lnTo>
                    <a:pt x="1060678" y="405568"/>
                  </a:lnTo>
                  <a:lnTo>
                    <a:pt x="1131389" y="431411"/>
                  </a:lnTo>
                  <a:lnTo>
                    <a:pt x="1202101" y="457049"/>
                  </a:lnTo>
                  <a:lnTo>
                    <a:pt x="1272813" y="482469"/>
                  </a:lnTo>
                  <a:lnTo>
                    <a:pt x="1343525" y="507658"/>
                  </a:lnTo>
                  <a:lnTo>
                    <a:pt x="1414237" y="532600"/>
                  </a:lnTo>
                  <a:lnTo>
                    <a:pt x="1484949" y="557280"/>
                  </a:lnTo>
                  <a:lnTo>
                    <a:pt x="1555661" y="581680"/>
                  </a:lnTo>
                  <a:lnTo>
                    <a:pt x="1626372" y="605784"/>
                  </a:lnTo>
                  <a:lnTo>
                    <a:pt x="1697084" y="629572"/>
                  </a:lnTo>
                  <a:lnTo>
                    <a:pt x="1767796" y="653024"/>
                  </a:lnTo>
                  <a:lnTo>
                    <a:pt x="1838508" y="676120"/>
                  </a:lnTo>
                  <a:lnTo>
                    <a:pt x="1909220" y="698838"/>
                  </a:lnTo>
                  <a:lnTo>
                    <a:pt x="1979932" y="721154"/>
                  </a:lnTo>
                  <a:lnTo>
                    <a:pt x="2050644" y="743044"/>
                  </a:lnTo>
                  <a:lnTo>
                    <a:pt x="2121356" y="764485"/>
                  </a:lnTo>
                  <a:lnTo>
                    <a:pt x="2192067" y="785451"/>
                  </a:lnTo>
                  <a:lnTo>
                    <a:pt x="2262779" y="805916"/>
                  </a:lnTo>
                  <a:lnTo>
                    <a:pt x="2333491" y="825854"/>
                  </a:lnTo>
                  <a:lnTo>
                    <a:pt x="2404203" y="845241"/>
                  </a:lnTo>
                  <a:lnTo>
                    <a:pt x="2474915" y="864049"/>
                  </a:lnTo>
                  <a:lnTo>
                    <a:pt x="2545627" y="882255"/>
                  </a:lnTo>
                  <a:lnTo>
                    <a:pt x="2616339" y="899834"/>
                  </a:lnTo>
                  <a:lnTo>
                    <a:pt x="2687050" y="916766"/>
                  </a:lnTo>
                  <a:lnTo>
                    <a:pt x="2757762" y="933029"/>
                  </a:lnTo>
                  <a:lnTo>
                    <a:pt x="2828474" y="948605"/>
                  </a:lnTo>
                  <a:lnTo>
                    <a:pt x="2899186" y="963479"/>
                  </a:lnTo>
                  <a:lnTo>
                    <a:pt x="2969898" y="977640"/>
                  </a:lnTo>
                  <a:lnTo>
                    <a:pt x="3040610" y="991078"/>
                  </a:lnTo>
                  <a:lnTo>
                    <a:pt x="3111322" y="1003788"/>
                  </a:lnTo>
                  <a:lnTo>
                    <a:pt x="3182034" y="1015768"/>
                  </a:lnTo>
                  <a:lnTo>
                    <a:pt x="3252745" y="1027021"/>
                  </a:lnTo>
                  <a:lnTo>
                    <a:pt x="3323457" y="1037552"/>
                  </a:lnTo>
                  <a:lnTo>
                    <a:pt x="3394169" y="1047371"/>
                  </a:lnTo>
                  <a:lnTo>
                    <a:pt x="3464881" y="1056490"/>
                  </a:lnTo>
                  <a:lnTo>
                    <a:pt x="3535593" y="1064925"/>
                  </a:lnTo>
                  <a:lnTo>
                    <a:pt x="3606305" y="1072694"/>
                  </a:lnTo>
                  <a:lnTo>
                    <a:pt x="3677017" y="1079817"/>
                  </a:lnTo>
                  <a:lnTo>
                    <a:pt x="3747728" y="1086318"/>
                  </a:lnTo>
                  <a:lnTo>
                    <a:pt x="3818440" y="1092220"/>
                  </a:lnTo>
                  <a:lnTo>
                    <a:pt x="3889152" y="1097547"/>
                  </a:lnTo>
                  <a:lnTo>
                    <a:pt x="3959864" y="1102326"/>
                  </a:lnTo>
                  <a:lnTo>
                    <a:pt x="4030576" y="1106581"/>
                  </a:lnTo>
                  <a:lnTo>
                    <a:pt x="4101288" y="1110340"/>
                  </a:lnTo>
                  <a:lnTo>
                    <a:pt x="4172000" y="1113627"/>
                  </a:lnTo>
                  <a:lnTo>
                    <a:pt x="4242712" y="1116468"/>
                  </a:lnTo>
                  <a:lnTo>
                    <a:pt x="4313423" y="1118887"/>
                  </a:lnTo>
                  <a:lnTo>
                    <a:pt x="4384135" y="1120908"/>
                  </a:lnTo>
                  <a:lnTo>
                    <a:pt x="4454847" y="1122553"/>
                  </a:lnTo>
                  <a:lnTo>
                    <a:pt x="4525559" y="1123845"/>
                  </a:lnTo>
                  <a:lnTo>
                    <a:pt x="4596271" y="1124804"/>
                  </a:lnTo>
                  <a:lnTo>
                    <a:pt x="4666983" y="1125451"/>
                  </a:lnTo>
                  <a:lnTo>
                    <a:pt x="4737695" y="1125802"/>
                  </a:lnTo>
                  <a:lnTo>
                    <a:pt x="4808406" y="1125877"/>
                  </a:lnTo>
                  <a:lnTo>
                    <a:pt x="4879118" y="1125693"/>
                  </a:lnTo>
                  <a:lnTo>
                    <a:pt x="4949830" y="1125263"/>
                  </a:lnTo>
                  <a:lnTo>
                    <a:pt x="5020542" y="1124604"/>
                  </a:lnTo>
                  <a:lnTo>
                    <a:pt x="5091254" y="1123729"/>
                  </a:lnTo>
                  <a:lnTo>
                    <a:pt x="5161966" y="1122651"/>
                  </a:lnTo>
                  <a:lnTo>
                    <a:pt x="5232678" y="1121382"/>
                  </a:lnTo>
                  <a:lnTo>
                    <a:pt x="5303390" y="1119933"/>
                  </a:lnTo>
                  <a:lnTo>
                    <a:pt x="5374101" y="1118315"/>
                  </a:lnTo>
                  <a:lnTo>
                    <a:pt x="5444813" y="1116537"/>
                  </a:lnTo>
                  <a:lnTo>
                    <a:pt x="5515525" y="1114609"/>
                  </a:lnTo>
                  <a:lnTo>
                    <a:pt x="5586237" y="111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319154" y="3928813"/>
              <a:ext cx="5586237" cy="882830"/>
            </a:xfrm>
            <a:custGeom>
              <a:avLst/>
              <a:pathLst>
                <a:path w="5586237" h="882830">
                  <a:moveTo>
                    <a:pt x="5586237" y="882830"/>
                  </a:moveTo>
                  <a:lnTo>
                    <a:pt x="5515525" y="855968"/>
                  </a:lnTo>
                  <a:lnTo>
                    <a:pt x="5444813" y="829247"/>
                  </a:lnTo>
                  <a:lnTo>
                    <a:pt x="5374101" y="802677"/>
                  </a:lnTo>
                  <a:lnTo>
                    <a:pt x="5303390" y="776266"/>
                  </a:lnTo>
                  <a:lnTo>
                    <a:pt x="5232678" y="750024"/>
                  </a:lnTo>
                  <a:lnTo>
                    <a:pt x="5161966" y="723962"/>
                  </a:lnTo>
                  <a:lnTo>
                    <a:pt x="5091254" y="698092"/>
                  </a:lnTo>
                  <a:lnTo>
                    <a:pt x="5020542" y="672424"/>
                  </a:lnTo>
                  <a:lnTo>
                    <a:pt x="4949830" y="646972"/>
                  </a:lnTo>
                  <a:lnTo>
                    <a:pt x="4879118" y="621750"/>
                  </a:lnTo>
                  <a:lnTo>
                    <a:pt x="4808406" y="596772"/>
                  </a:lnTo>
                  <a:lnTo>
                    <a:pt x="4737695" y="572055"/>
                  </a:lnTo>
                  <a:lnTo>
                    <a:pt x="4666983" y="547614"/>
                  </a:lnTo>
                  <a:lnTo>
                    <a:pt x="4596271" y="523467"/>
                  </a:lnTo>
                  <a:lnTo>
                    <a:pt x="4525559" y="499634"/>
                  </a:lnTo>
                  <a:lnTo>
                    <a:pt x="4454847" y="476133"/>
                  </a:lnTo>
                  <a:lnTo>
                    <a:pt x="4384135" y="452986"/>
                  </a:lnTo>
                  <a:lnTo>
                    <a:pt x="4313423" y="430214"/>
                  </a:lnTo>
                  <a:lnTo>
                    <a:pt x="4242712" y="407840"/>
                  </a:lnTo>
                  <a:lnTo>
                    <a:pt x="4172000" y="385888"/>
                  </a:lnTo>
                  <a:lnTo>
                    <a:pt x="4101288" y="364383"/>
                  </a:lnTo>
                  <a:lnTo>
                    <a:pt x="4030576" y="343349"/>
                  </a:lnTo>
                  <a:lnTo>
                    <a:pt x="3959864" y="322812"/>
                  </a:lnTo>
                  <a:lnTo>
                    <a:pt x="3889152" y="302797"/>
                  </a:lnTo>
                  <a:lnTo>
                    <a:pt x="3818440" y="283332"/>
                  </a:lnTo>
                  <a:lnTo>
                    <a:pt x="3747728" y="264441"/>
                  </a:lnTo>
                  <a:lnTo>
                    <a:pt x="3677017" y="246149"/>
                  </a:lnTo>
                  <a:lnTo>
                    <a:pt x="3606305" y="228480"/>
                  </a:lnTo>
                  <a:lnTo>
                    <a:pt x="3535593" y="211456"/>
                  </a:lnTo>
                  <a:lnTo>
                    <a:pt x="3464881" y="195098"/>
                  </a:lnTo>
                  <a:lnTo>
                    <a:pt x="3394169" y="179425"/>
                  </a:lnTo>
                  <a:lnTo>
                    <a:pt x="3323457" y="164451"/>
                  </a:lnTo>
                  <a:lnTo>
                    <a:pt x="3252745" y="150189"/>
                  </a:lnTo>
                  <a:lnTo>
                    <a:pt x="3182034" y="136649"/>
                  </a:lnTo>
                  <a:lnTo>
                    <a:pt x="3111322" y="123837"/>
                  </a:lnTo>
                  <a:lnTo>
                    <a:pt x="3040610" y="111754"/>
                  </a:lnTo>
                  <a:lnTo>
                    <a:pt x="2969898" y="100399"/>
                  </a:lnTo>
                  <a:lnTo>
                    <a:pt x="2899186" y="89767"/>
                  </a:lnTo>
                  <a:lnTo>
                    <a:pt x="2828474" y="79849"/>
                  </a:lnTo>
                  <a:lnTo>
                    <a:pt x="2757762" y="70632"/>
                  </a:lnTo>
                  <a:lnTo>
                    <a:pt x="2687050" y="62103"/>
                  </a:lnTo>
                  <a:lnTo>
                    <a:pt x="2616339" y="54241"/>
                  </a:lnTo>
                  <a:lnTo>
                    <a:pt x="2545627" y="47028"/>
                  </a:lnTo>
                  <a:lnTo>
                    <a:pt x="2474915" y="40441"/>
                  </a:lnTo>
                  <a:lnTo>
                    <a:pt x="2404203" y="34457"/>
                  </a:lnTo>
                  <a:lnTo>
                    <a:pt x="2333491" y="29050"/>
                  </a:lnTo>
                  <a:lnTo>
                    <a:pt x="2262779" y="24196"/>
                  </a:lnTo>
                  <a:lnTo>
                    <a:pt x="2192067" y="19869"/>
                  </a:lnTo>
                  <a:lnTo>
                    <a:pt x="2121356" y="16042"/>
                  </a:lnTo>
                  <a:lnTo>
                    <a:pt x="2050644" y="12690"/>
                  </a:lnTo>
                  <a:lnTo>
                    <a:pt x="1979932" y="9788"/>
                  </a:lnTo>
                  <a:lnTo>
                    <a:pt x="1909220" y="7311"/>
                  </a:lnTo>
                  <a:lnTo>
                    <a:pt x="1838508" y="5235"/>
                  </a:lnTo>
                  <a:lnTo>
                    <a:pt x="1767796" y="3538"/>
                  </a:lnTo>
                  <a:lnTo>
                    <a:pt x="1697084" y="2198"/>
                  </a:lnTo>
                  <a:lnTo>
                    <a:pt x="1626372" y="1194"/>
                  </a:lnTo>
                  <a:lnTo>
                    <a:pt x="1555661" y="505"/>
                  </a:lnTo>
                  <a:lnTo>
                    <a:pt x="1484949" y="112"/>
                  </a:lnTo>
                  <a:lnTo>
                    <a:pt x="1414237" y="0"/>
                  </a:lnTo>
                  <a:lnTo>
                    <a:pt x="1343525" y="149"/>
                  </a:lnTo>
                  <a:lnTo>
                    <a:pt x="1272813" y="545"/>
                  </a:lnTo>
                  <a:lnTo>
                    <a:pt x="1202101" y="1172"/>
                  </a:lnTo>
                  <a:lnTo>
                    <a:pt x="1131389" y="2018"/>
                  </a:lnTo>
                  <a:lnTo>
                    <a:pt x="1060678" y="3068"/>
                  </a:lnTo>
                  <a:lnTo>
                    <a:pt x="989966" y="4311"/>
                  </a:lnTo>
                  <a:lnTo>
                    <a:pt x="919254" y="5735"/>
                  </a:lnTo>
                  <a:lnTo>
                    <a:pt x="848542" y="7330"/>
                  </a:lnTo>
                  <a:lnTo>
                    <a:pt x="777830" y="9086"/>
                  </a:lnTo>
                  <a:lnTo>
                    <a:pt x="707118" y="10993"/>
                  </a:lnTo>
                  <a:lnTo>
                    <a:pt x="636406" y="13044"/>
                  </a:lnTo>
                  <a:lnTo>
                    <a:pt x="565694" y="15228"/>
                  </a:lnTo>
                  <a:lnTo>
                    <a:pt x="494983" y="17540"/>
                  </a:lnTo>
                  <a:lnTo>
                    <a:pt x="424271" y="19972"/>
                  </a:lnTo>
                  <a:lnTo>
                    <a:pt x="353559" y="22518"/>
                  </a:lnTo>
                  <a:lnTo>
                    <a:pt x="282847" y="25171"/>
                  </a:lnTo>
                  <a:lnTo>
                    <a:pt x="212135" y="27925"/>
                  </a:lnTo>
                  <a:lnTo>
                    <a:pt x="141423" y="30776"/>
                  </a:lnTo>
                  <a:lnTo>
                    <a:pt x="70711" y="33717"/>
                  </a:lnTo>
                  <a:lnTo>
                    <a:pt x="0" y="36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19154" y="3080174"/>
              <a:ext cx="5586237" cy="979312"/>
            </a:xfrm>
            <a:custGeom>
              <a:avLst/>
              <a:pathLst>
                <a:path w="5586237" h="979312">
                  <a:moveTo>
                    <a:pt x="0" y="0"/>
                  </a:moveTo>
                  <a:lnTo>
                    <a:pt x="70711" y="12396"/>
                  </a:lnTo>
                  <a:lnTo>
                    <a:pt x="141423" y="24792"/>
                  </a:lnTo>
                  <a:lnTo>
                    <a:pt x="212135" y="37189"/>
                  </a:lnTo>
                  <a:lnTo>
                    <a:pt x="282847" y="49585"/>
                  </a:lnTo>
                  <a:lnTo>
                    <a:pt x="353559" y="61981"/>
                  </a:lnTo>
                  <a:lnTo>
                    <a:pt x="424271" y="74378"/>
                  </a:lnTo>
                  <a:lnTo>
                    <a:pt x="494983" y="86774"/>
                  </a:lnTo>
                  <a:lnTo>
                    <a:pt x="565694" y="99170"/>
                  </a:lnTo>
                  <a:lnTo>
                    <a:pt x="636406" y="111567"/>
                  </a:lnTo>
                  <a:lnTo>
                    <a:pt x="707118" y="123963"/>
                  </a:lnTo>
                  <a:lnTo>
                    <a:pt x="777830" y="136359"/>
                  </a:lnTo>
                  <a:lnTo>
                    <a:pt x="848542" y="148756"/>
                  </a:lnTo>
                  <a:lnTo>
                    <a:pt x="919254" y="161152"/>
                  </a:lnTo>
                  <a:lnTo>
                    <a:pt x="989966" y="173549"/>
                  </a:lnTo>
                  <a:lnTo>
                    <a:pt x="1060678" y="185945"/>
                  </a:lnTo>
                  <a:lnTo>
                    <a:pt x="1131389" y="198341"/>
                  </a:lnTo>
                  <a:lnTo>
                    <a:pt x="1202101" y="210738"/>
                  </a:lnTo>
                  <a:lnTo>
                    <a:pt x="1272813" y="223134"/>
                  </a:lnTo>
                  <a:lnTo>
                    <a:pt x="1343525" y="235530"/>
                  </a:lnTo>
                  <a:lnTo>
                    <a:pt x="1414237" y="247927"/>
                  </a:lnTo>
                  <a:lnTo>
                    <a:pt x="1484949" y="260323"/>
                  </a:lnTo>
                  <a:lnTo>
                    <a:pt x="1555661" y="272719"/>
                  </a:lnTo>
                  <a:lnTo>
                    <a:pt x="1626372" y="285116"/>
                  </a:lnTo>
                  <a:lnTo>
                    <a:pt x="1697084" y="297512"/>
                  </a:lnTo>
                  <a:lnTo>
                    <a:pt x="1767796" y="309908"/>
                  </a:lnTo>
                  <a:lnTo>
                    <a:pt x="1838508" y="322305"/>
                  </a:lnTo>
                  <a:lnTo>
                    <a:pt x="1909220" y="334701"/>
                  </a:lnTo>
                  <a:lnTo>
                    <a:pt x="1979932" y="347098"/>
                  </a:lnTo>
                  <a:lnTo>
                    <a:pt x="2050644" y="359494"/>
                  </a:lnTo>
                  <a:lnTo>
                    <a:pt x="2121356" y="371890"/>
                  </a:lnTo>
                  <a:lnTo>
                    <a:pt x="2192067" y="384287"/>
                  </a:lnTo>
                  <a:lnTo>
                    <a:pt x="2262779" y="396683"/>
                  </a:lnTo>
                  <a:lnTo>
                    <a:pt x="2333491" y="409079"/>
                  </a:lnTo>
                  <a:lnTo>
                    <a:pt x="2404203" y="421476"/>
                  </a:lnTo>
                  <a:lnTo>
                    <a:pt x="2474915" y="433872"/>
                  </a:lnTo>
                  <a:lnTo>
                    <a:pt x="2545627" y="446268"/>
                  </a:lnTo>
                  <a:lnTo>
                    <a:pt x="2616339" y="458665"/>
                  </a:lnTo>
                  <a:lnTo>
                    <a:pt x="2687050" y="471061"/>
                  </a:lnTo>
                  <a:lnTo>
                    <a:pt x="2757762" y="483458"/>
                  </a:lnTo>
                  <a:lnTo>
                    <a:pt x="2828474" y="495854"/>
                  </a:lnTo>
                  <a:lnTo>
                    <a:pt x="2899186" y="508250"/>
                  </a:lnTo>
                  <a:lnTo>
                    <a:pt x="2969898" y="520647"/>
                  </a:lnTo>
                  <a:lnTo>
                    <a:pt x="3040610" y="533043"/>
                  </a:lnTo>
                  <a:lnTo>
                    <a:pt x="3111322" y="545439"/>
                  </a:lnTo>
                  <a:lnTo>
                    <a:pt x="3182034" y="557836"/>
                  </a:lnTo>
                  <a:lnTo>
                    <a:pt x="3252745" y="570232"/>
                  </a:lnTo>
                  <a:lnTo>
                    <a:pt x="3323457" y="582628"/>
                  </a:lnTo>
                  <a:lnTo>
                    <a:pt x="3394169" y="595025"/>
                  </a:lnTo>
                  <a:lnTo>
                    <a:pt x="3464881" y="607421"/>
                  </a:lnTo>
                  <a:lnTo>
                    <a:pt x="3535593" y="619817"/>
                  </a:lnTo>
                  <a:lnTo>
                    <a:pt x="3606305" y="632214"/>
                  </a:lnTo>
                  <a:lnTo>
                    <a:pt x="3677017" y="644610"/>
                  </a:lnTo>
                  <a:lnTo>
                    <a:pt x="3747728" y="657007"/>
                  </a:lnTo>
                  <a:lnTo>
                    <a:pt x="3818440" y="669403"/>
                  </a:lnTo>
                  <a:lnTo>
                    <a:pt x="3889152" y="681799"/>
                  </a:lnTo>
                  <a:lnTo>
                    <a:pt x="3959864" y="694196"/>
                  </a:lnTo>
                  <a:lnTo>
                    <a:pt x="4030576" y="706592"/>
                  </a:lnTo>
                  <a:lnTo>
                    <a:pt x="4101288" y="718988"/>
                  </a:lnTo>
                  <a:lnTo>
                    <a:pt x="4172000" y="731385"/>
                  </a:lnTo>
                  <a:lnTo>
                    <a:pt x="4242712" y="743781"/>
                  </a:lnTo>
                  <a:lnTo>
                    <a:pt x="4313423" y="756177"/>
                  </a:lnTo>
                  <a:lnTo>
                    <a:pt x="4384135" y="768574"/>
                  </a:lnTo>
                  <a:lnTo>
                    <a:pt x="4454847" y="780970"/>
                  </a:lnTo>
                  <a:lnTo>
                    <a:pt x="4525559" y="793367"/>
                  </a:lnTo>
                  <a:lnTo>
                    <a:pt x="4596271" y="805763"/>
                  </a:lnTo>
                  <a:lnTo>
                    <a:pt x="4666983" y="818159"/>
                  </a:lnTo>
                  <a:lnTo>
                    <a:pt x="4737695" y="830556"/>
                  </a:lnTo>
                  <a:lnTo>
                    <a:pt x="4808406" y="842952"/>
                  </a:lnTo>
                  <a:lnTo>
                    <a:pt x="4879118" y="855348"/>
                  </a:lnTo>
                  <a:lnTo>
                    <a:pt x="4949830" y="867745"/>
                  </a:lnTo>
                  <a:lnTo>
                    <a:pt x="5020542" y="880141"/>
                  </a:lnTo>
                  <a:lnTo>
                    <a:pt x="5091254" y="892537"/>
                  </a:lnTo>
                  <a:lnTo>
                    <a:pt x="5161966" y="904934"/>
                  </a:lnTo>
                  <a:lnTo>
                    <a:pt x="5232678" y="917330"/>
                  </a:lnTo>
                  <a:lnTo>
                    <a:pt x="5303390" y="929726"/>
                  </a:lnTo>
                  <a:lnTo>
                    <a:pt x="5374101" y="942123"/>
                  </a:lnTo>
                  <a:lnTo>
                    <a:pt x="5444813" y="954519"/>
                  </a:lnTo>
                  <a:lnTo>
                    <a:pt x="5515525" y="966916"/>
                  </a:lnTo>
                  <a:lnTo>
                    <a:pt x="5586237" y="979312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36833" y="44687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36833" y="45971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36833" y="46830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9225" y="402379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9225" y="43221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9225" y="39212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900288" y="421866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900288" y="381048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900288" y="416330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97030" y="48704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97030" y="44819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97030" y="483322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83347" y="36917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83347" y="40701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83347" y="39060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250307" y="37630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50307" y="40200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50307" y="40141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69686" y="541629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69686" y="53804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78391" y="5492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78391" y="53766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57927" y="3786603"/>
              <a:ext cx="5701062" cy="1324170"/>
            </a:xfrm>
            <a:custGeom>
              <a:avLst/>
              <a:pathLst>
                <a:path w="5701062" h="1324170">
                  <a:moveTo>
                    <a:pt x="0" y="0"/>
                  </a:moveTo>
                  <a:lnTo>
                    <a:pt x="72165" y="13282"/>
                  </a:lnTo>
                  <a:lnTo>
                    <a:pt x="144330" y="26508"/>
                  </a:lnTo>
                  <a:lnTo>
                    <a:pt x="216496" y="39675"/>
                  </a:lnTo>
                  <a:lnTo>
                    <a:pt x="288661" y="52780"/>
                  </a:lnTo>
                  <a:lnTo>
                    <a:pt x="360826" y="65820"/>
                  </a:lnTo>
                  <a:lnTo>
                    <a:pt x="432992" y="78791"/>
                  </a:lnTo>
                  <a:lnTo>
                    <a:pt x="505157" y="91689"/>
                  </a:lnTo>
                  <a:lnTo>
                    <a:pt x="577322" y="104511"/>
                  </a:lnTo>
                  <a:lnTo>
                    <a:pt x="649488" y="117253"/>
                  </a:lnTo>
                  <a:lnTo>
                    <a:pt x="721653" y="129909"/>
                  </a:lnTo>
                  <a:lnTo>
                    <a:pt x="793818" y="142474"/>
                  </a:lnTo>
                  <a:lnTo>
                    <a:pt x="865984" y="154945"/>
                  </a:lnTo>
                  <a:lnTo>
                    <a:pt x="938149" y="167315"/>
                  </a:lnTo>
                  <a:lnTo>
                    <a:pt x="1010314" y="179579"/>
                  </a:lnTo>
                  <a:lnTo>
                    <a:pt x="1082480" y="191731"/>
                  </a:lnTo>
                  <a:lnTo>
                    <a:pt x="1154645" y="203764"/>
                  </a:lnTo>
                  <a:lnTo>
                    <a:pt x="1226811" y="215671"/>
                  </a:lnTo>
                  <a:lnTo>
                    <a:pt x="1298976" y="227446"/>
                  </a:lnTo>
                  <a:lnTo>
                    <a:pt x="1371141" y="239080"/>
                  </a:lnTo>
                  <a:lnTo>
                    <a:pt x="1443307" y="250565"/>
                  </a:lnTo>
                  <a:lnTo>
                    <a:pt x="1515472" y="261894"/>
                  </a:lnTo>
                  <a:lnTo>
                    <a:pt x="1587637" y="273058"/>
                  </a:lnTo>
                  <a:lnTo>
                    <a:pt x="1659803" y="284046"/>
                  </a:lnTo>
                  <a:lnTo>
                    <a:pt x="1731968" y="294850"/>
                  </a:lnTo>
                  <a:lnTo>
                    <a:pt x="1804133" y="305459"/>
                  </a:lnTo>
                  <a:lnTo>
                    <a:pt x="1876299" y="315863"/>
                  </a:lnTo>
                  <a:lnTo>
                    <a:pt x="1948464" y="326052"/>
                  </a:lnTo>
                  <a:lnTo>
                    <a:pt x="2020629" y="336014"/>
                  </a:lnTo>
                  <a:lnTo>
                    <a:pt x="2092795" y="345739"/>
                  </a:lnTo>
                  <a:lnTo>
                    <a:pt x="2164960" y="355215"/>
                  </a:lnTo>
                  <a:lnTo>
                    <a:pt x="2237125" y="364431"/>
                  </a:lnTo>
                  <a:lnTo>
                    <a:pt x="2309291" y="373375"/>
                  </a:lnTo>
                  <a:lnTo>
                    <a:pt x="2381456" y="382038"/>
                  </a:lnTo>
                  <a:lnTo>
                    <a:pt x="2453622" y="390407"/>
                  </a:lnTo>
                  <a:lnTo>
                    <a:pt x="2525787" y="398473"/>
                  </a:lnTo>
                  <a:lnTo>
                    <a:pt x="2597952" y="406226"/>
                  </a:lnTo>
                  <a:lnTo>
                    <a:pt x="2670118" y="413657"/>
                  </a:lnTo>
                  <a:lnTo>
                    <a:pt x="2742283" y="420759"/>
                  </a:lnTo>
                  <a:lnTo>
                    <a:pt x="2814448" y="427524"/>
                  </a:lnTo>
                  <a:lnTo>
                    <a:pt x="2886614" y="433946"/>
                  </a:lnTo>
                  <a:lnTo>
                    <a:pt x="2958779" y="440020"/>
                  </a:lnTo>
                  <a:lnTo>
                    <a:pt x="3030944" y="445744"/>
                  </a:lnTo>
                  <a:lnTo>
                    <a:pt x="3103110" y="451116"/>
                  </a:lnTo>
                  <a:lnTo>
                    <a:pt x="3175275" y="456134"/>
                  </a:lnTo>
                  <a:lnTo>
                    <a:pt x="3247440" y="460801"/>
                  </a:lnTo>
                  <a:lnTo>
                    <a:pt x="3319606" y="465119"/>
                  </a:lnTo>
                  <a:lnTo>
                    <a:pt x="3391771" y="469091"/>
                  </a:lnTo>
                  <a:lnTo>
                    <a:pt x="3463936" y="472722"/>
                  </a:lnTo>
                  <a:lnTo>
                    <a:pt x="3536102" y="476020"/>
                  </a:lnTo>
                  <a:lnTo>
                    <a:pt x="3608267" y="478992"/>
                  </a:lnTo>
                  <a:lnTo>
                    <a:pt x="3680433" y="481646"/>
                  </a:lnTo>
                  <a:lnTo>
                    <a:pt x="3752598" y="483991"/>
                  </a:lnTo>
                  <a:lnTo>
                    <a:pt x="3824763" y="486037"/>
                  </a:lnTo>
                  <a:lnTo>
                    <a:pt x="3896929" y="487795"/>
                  </a:lnTo>
                  <a:lnTo>
                    <a:pt x="3969094" y="489275"/>
                  </a:lnTo>
                  <a:lnTo>
                    <a:pt x="4041259" y="490490"/>
                  </a:lnTo>
                  <a:lnTo>
                    <a:pt x="4113425" y="491449"/>
                  </a:lnTo>
                  <a:lnTo>
                    <a:pt x="4185590" y="492164"/>
                  </a:lnTo>
                  <a:lnTo>
                    <a:pt x="4257755" y="492647"/>
                  </a:lnTo>
                  <a:lnTo>
                    <a:pt x="4329921" y="492908"/>
                  </a:lnTo>
                  <a:lnTo>
                    <a:pt x="4402086" y="492959"/>
                  </a:lnTo>
                  <a:lnTo>
                    <a:pt x="4474251" y="492809"/>
                  </a:lnTo>
                  <a:lnTo>
                    <a:pt x="4546417" y="492469"/>
                  </a:lnTo>
                  <a:lnTo>
                    <a:pt x="4618582" y="491949"/>
                  </a:lnTo>
                  <a:lnTo>
                    <a:pt x="4690748" y="491259"/>
                  </a:lnTo>
                  <a:lnTo>
                    <a:pt x="4762913" y="490406"/>
                  </a:lnTo>
                  <a:lnTo>
                    <a:pt x="4835078" y="489401"/>
                  </a:lnTo>
                  <a:lnTo>
                    <a:pt x="4907244" y="488251"/>
                  </a:lnTo>
                  <a:lnTo>
                    <a:pt x="4979409" y="486963"/>
                  </a:lnTo>
                  <a:lnTo>
                    <a:pt x="5051574" y="485547"/>
                  </a:lnTo>
                  <a:lnTo>
                    <a:pt x="5123740" y="484008"/>
                  </a:lnTo>
                  <a:lnTo>
                    <a:pt x="5195905" y="482353"/>
                  </a:lnTo>
                  <a:lnTo>
                    <a:pt x="5268070" y="480588"/>
                  </a:lnTo>
                  <a:lnTo>
                    <a:pt x="5340236" y="478720"/>
                  </a:lnTo>
                  <a:lnTo>
                    <a:pt x="5412401" y="476754"/>
                  </a:lnTo>
                  <a:lnTo>
                    <a:pt x="5484566" y="474694"/>
                  </a:lnTo>
                  <a:lnTo>
                    <a:pt x="5556732" y="472547"/>
                  </a:lnTo>
                  <a:lnTo>
                    <a:pt x="5628897" y="470317"/>
                  </a:lnTo>
                  <a:lnTo>
                    <a:pt x="5701062" y="468008"/>
                  </a:lnTo>
                  <a:lnTo>
                    <a:pt x="5701062" y="1324170"/>
                  </a:lnTo>
                  <a:lnTo>
                    <a:pt x="5628897" y="1311313"/>
                  </a:lnTo>
                  <a:lnTo>
                    <a:pt x="5556732" y="1298535"/>
                  </a:lnTo>
                  <a:lnTo>
                    <a:pt x="5484566" y="1285841"/>
                  </a:lnTo>
                  <a:lnTo>
                    <a:pt x="5412401" y="1273234"/>
                  </a:lnTo>
                  <a:lnTo>
                    <a:pt x="5340236" y="1260720"/>
                  </a:lnTo>
                  <a:lnTo>
                    <a:pt x="5268070" y="1248304"/>
                  </a:lnTo>
                  <a:lnTo>
                    <a:pt x="5195905" y="1235992"/>
                  </a:lnTo>
                  <a:lnTo>
                    <a:pt x="5123740" y="1223790"/>
                  </a:lnTo>
                  <a:lnTo>
                    <a:pt x="5051574" y="1211703"/>
                  </a:lnTo>
                  <a:lnTo>
                    <a:pt x="4979409" y="1199739"/>
                  </a:lnTo>
                  <a:lnTo>
                    <a:pt x="4907244" y="1187904"/>
                  </a:lnTo>
                  <a:lnTo>
                    <a:pt x="4835078" y="1176207"/>
                  </a:lnTo>
                  <a:lnTo>
                    <a:pt x="4762913" y="1164654"/>
                  </a:lnTo>
                  <a:lnTo>
                    <a:pt x="4690748" y="1153254"/>
                  </a:lnTo>
                  <a:lnTo>
                    <a:pt x="4618582" y="1142016"/>
                  </a:lnTo>
                  <a:lnTo>
                    <a:pt x="4546417" y="1130948"/>
                  </a:lnTo>
                  <a:lnTo>
                    <a:pt x="4474251" y="1120061"/>
                  </a:lnTo>
                  <a:lnTo>
                    <a:pt x="4402086" y="1109363"/>
                  </a:lnTo>
                  <a:lnTo>
                    <a:pt x="4329921" y="1098866"/>
                  </a:lnTo>
                  <a:lnTo>
                    <a:pt x="4257755" y="1088580"/>
                  </a:lnTo>
                  <a:lnTo>
                    <a:pt x="4185590" y="1078515"/>
                  </a:lnTo>
                  <a:lnTo>
                    <a:pt x="4113425" y="1068683"/>
                  </a:lnTo>
                  <a:lnTo>
                    <a:pt x="4041259" y="1059095"/>
                  </a:lnTo>
                  <a:lnTo>
                    <a:pt x="3969094" y="1049762"/>
                  </a:lnTo>
                  <a:lnTo>
                    <a:pt x="3896929" y="1040695"/>
                  </a:lnTo>
                  <a:lnTo>
                    <a:pt x="3824763" y="1031905"/>
                  </a:lnTo>
                  <a:lnTo>
                    <a:pt x="3752598" y="1023404"/>
                  </a:lnTo>
                  <a:lnTo>
                    <a:pt x="3680433" y="1015201"/>
                  </a:lnTo>
                  <a:lnTo>
                    <a:pt x="3608267" y="1007308"/>
                  </a:lnTo>
                  <a:lnTo>
                    <a:pt x="3536102" y="999732"/>
                  </a:lnTo>
                  <a:lnTo>
                    <a:pt x="3463936" y="992482"/>
                  </a:lnTo>
                  <a:lnTo>
                    <a:pt x="3391771" y="985566"/>
                  </a:lnTo>
                  <a:lnTo>
                    <a:pt x="3319606" y="978991"/>
                  </a:lnTo>
                  <a:lnTo>
                    <a:pt x="3247440" y="972761"/>
                  </a:lnTo>
                  <a:lnTo>
                    <a:pt x="3175275" y="966880"/>
                  </a:lnTo>
                  <a:lnTo>
                    <a:pt x="3103110" y="961351"/>
                  </a:lnTo>
                  <a:lnTo>
                    <a:pt x="3030944" y="956175"/>
                  </a:lnTo>
                  <a:lnTo>
                    <a:pt x="2958779" y="951352"/>
                  </a:lnTo>
                  <a:lnTo>
                    <a:pt x="2886614" y="946879"/>
                  </a:lnTo>
                  <a:lnTo>
                    <a:pt x="2814448" y="942753"/>
                  </a:lnTo>
                  <a:lnTo>
                    <a:pt x="2742283" y="938970"/>
                  </a:lnTo>
                  <a:lnTo>
                    <a:pt x="2670118" y="935524"/>
                  </a:lnTo>
                  <a:lnTo>
                    <a:pt x="2597952" y="932408"/>
                  </a:lnTo>
                  <a:lnTo>
                    <a:pt x="2525787" y="929614"/>
                  </a:lnTo>
                  <a:lnTo>
                    <a:pt x="2453622" y="927132"/>
                  </a:lnTo>
                  <a:lnTo>
                    <a:pt x="2381456" y="924954"/>
                  </a:lnTo>
                  <a:lnTo>
                    <a:pt x="2309291" y="923069"/>
                  </a:lnTo>
                  <a:lnTo>
                    <a:pt x="2237125" y="921466"/>
                  </a:lnTo>
                  <a:lnTo>
                    <a:pt x="2164960" y="920134"/>
                  </a:lnTo>
                  <a:lnTo>
                    <a:pt x="2092795" y="919062"/>
                  </a:lnTo>
                  <a:lnTo>
                    <a:pt x="2020629" y="918240"/>
                  </a:lnTo>
                  <a:lnTo>
                    <a:pt x="1948464" y="917654"/>
                  </a:lnTo>
                  <a:lnTo>
                    <a:pt x="1876299" y="917296"/>
                  </a:lnTo>
                  <a:lnTo>
                    <a:pt x="1804133" y="917153"/>
                  </a:lnTo>
                  <a:lnTo>
                    <a:pt x="1731968" y="917214"/>
                  </a:lnTo>
                  <a:lnTo>
                    <a:pt x="1659803" y="917471"/>
                  </a:lnTo>
                  <a:lnTo>
                    <a:pt x="1587637" y="917911"/>
                  </a:lnTo>
                  <a:lnTo>
                    <a:pt x="1515472" y="918527"/>
                  </a:lnTo>
                  <a:lnTo>
                    <a:pt x="1443307" y="919308"/>
                  </a:lnTo>
                  <a:lnTo>
                    <a:pt x="1371141" y="920247"/>
                  </a:lnTo>
                  <a:lnTo>
                    <a:pt x="1298976" y="921333"/>
                  </a:lnTo>
                  <a:lnTo>
                    <a:pt x="1226811" y="922560"/>
                  </a:lnTo>
                  <a:lnTo>
                    <a:pt x="1154645" y="923920"/>
                  </a:lnTo>
                  <a:lnTo>
                    <a:pt x="1082480" y="925405"/>
                  </a:lnTo>
                  <a:lnTo>
                    <a:pt x="1010314" y="927009"/>
                  </a:lnTo>
                  <a:lnTo>
                    <a:pt x="938149" y="928726"/>
                  </a:lnTo>
                  <a:lnTo>
                    <a:pt x="865984" y="930548"/>
                  </a:lnTo>
                  <a:lnTo>
                    <a:pt x="793818" y="932472"/>
                  </a:lnTo>
                  <a:lnTo>
                    <a:pt x="721653" y="934490"/>
                  </a:lnTo>
                  <a:lnTo>
                    <a:pt x="649488" y="936598"/>
                  </a:lnTo>
                  <a:lnTo>
                    <a:pt x="577322" y="938792"/>
                  </a:lnTo>
                  <a:lnTo>
                    <a:pt x="505157" y="941067"/>
                  </a:lnTo>
                  <a:lnTo>
                    <a:pt x="432992" y="943418"/>
                  </a:lnTo>
                  <a:lnTo>
                    <a:pt x="360826" y="945841"/>
                  </a:lnTo>
                  <a:lnTo>
                    <a:pt x="288661" y="948333"/>
                  </a:lnTo>
                  <a:lnTo>
                    <a:pt x="216496" y="950891"/>
                  </a:lnTo>
                  <a:lnTo>
                    <a:pt x="144330" y="953511"/>
                  </a:lnTo>
                  <a:lnTo>
                    <a:pt x="72165" y="956189"/>
                  </a:lnTo>
                  <a:lnTo>
                    <a:pt x="0" y="958924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57927" y="3786603"/>
              <a:ext cx="5701062" cy="492959"/>
            </a:xfrm>
            <a:custGeom>
              <a:avLst/>
              <a:pathLst>
                <a:path w="5701062" h="492959">
                  <a:moveTo>
                    <a:pt x="0" y="0"/>
                  </a:moveTo>
                  <a:lnTo>
                    <a:pt x="72165" y="13282"/>
                  </a:lnTo>
                  <a:lnTo>
                    <a:pt x="144330" y="26508"/>
                  </a:lnTo>
                  <a:lnTo>
                    <a:pt x="216496" y="39675"/>
                  </a:lnTo>
                  <a:lnTo>
                    <a:pt x="288661" y="52780"/>
                  </a:lnTo>
                  <a:lnTo>
                    <a:pt x="360826" y="65820"/>
                  </a:lnTo>
                  <a:lnTo>
                    <a:pt x="432992" y="78791"/>
                  </a:lnTo>
                  <a:lnTo>
                    <a:pt x="505157" y="91689"/>
                  </a:lnTo>
                  <a:lnTo>
                    <a:pt x="577322" y="104511"/>
                  </a:lnTo>
                  <a:lnTo>
                    <a:pt x="649488" y="117253"/>
                  </a:lnTo>
                  <a:lnTo>
                    <a:pt x="721653" y="129909"/>
                  </a:lnTo>
                  <a:lnTo>
                    <a:pt x="793818" y="142474"/>
                  </a:lnTo>
                  <a:lnTo>
                    <a:pt x="865984" y="154945"/>
                  </a:lnTo>
                  <a:lnTo>
                    <a:pt x="938149" y="167315"/>
                  </a:lnTo>
                  <a:lnTo>
                    <a:pt x="1010314" y="179579"/>
                  </a:lnTo>
                  <a:lnTo>
                    <a:pt x="1082480" y="191731"/>
                  </a:lnTo>
                  <a:lnTo>
                    <a:pt x="1154645" y="203764"/>
                  </a:lnTo>
                  <a:lnTo>
                    <a:pt x="1226811" y="215671"/>
                  </a:lnTo>
                  <a:lnTo>
                    <a:pt x="1298976" y="227446"/>
                  </a:lnTo>
                  <a:lnTo>
                    <a:pt x="1371141" y="239080"/>
                  </a:lnTo>
                  <a:lnTo>
                    <a:pt x="1443307" y="250565"/>
                  </a:lnTo>
                  <a:lnTo>
                    <a:pt x="1515472" y="261894"/>
                  </a:lnTo>
                  <a:lnTo>
                    <a:pt x="1587637" y="273058"/>
                  </a:lnTo>
                  <a:lnTo>
                    <a:pt x="1659803" y="284046"/>
                  </a:lnTo>
                  <a:lnTo>
                    <a:pt x="1731968" y="294850"/>
                  </a:lnTo>
                  <a:lnTo>
                    <a:pt x="1804133" y="305459"/>
                  </a:lnTo>
                  <a:lnTo>
                    <a:pt x="1876299" y="315863"/>
                  </a:lnTo>
                  <a:lnTo>
                    <a:pt x="1948464" y="326052"/>
                  </a:lnTo>
                  <a:lnTo>
                    <a:pt x="2020629" y="336014"/>
                  </a:lnTo>
                  <a:lnTo>
                    <a:pt x="2092795" y="345739"/>
                  </a:lnTo>
                  <a:lnTo>
                    <a:pt x="2164960" y="355215"/>
                  </a:lnTo>
                  <a:lnTo>
                    <a:pt x="2237125" y="364431"/>
                  </a:lnTo>
                  <a:lnTo>
                    <a:pt x="2309291" y="373375"/>
                  </a:lnTo>
                  <a:lnTo>
                    <a:pt x="2381456" y="382038"/>
                  </a:lnTo>
                  <a:lnTo>
                    <a:pt x="2453622" y="390407"/>
                  </a:lnTo>
                  <a:lnTo>
                    <a:pt x="2525787" y="398473"/>
                  </a:lnTo>
                  <a:lnTo>
                    <a:pt x="2597952" y="406226"/>
                  </a:lnTo>
                  <a:lnTo>
                    <a:pt x="2670118" y="413657"/>
                  </a:lnTo>
                  <a:lnTo>
                    <a:pt x="2742283" y="420759"/>
                  </a:lnTo>
                  <a:lnTo>
                    <a:pt x="2814448" y="427524"/>
                  </a:lnTo>
                  <a:lnTo>
                    <a:pt x="2886614" y="433946"/>
                  </a:lnTo>
                  <a:lnTo>
                    <a:pt x="2958779" y="440020"/>
                  </a:lnTo>
                  <a:lnTo>
                    <a:pt x="3030944" y="445744"/>
                  </a:lnTo>
                  <a:lnTo>
                    <a:pt x="3103110" y="451116"/>
                  </a:lnTo>
                  <a:lnTo>
                    <a:pt x="3175275" y="456134"/>
                  </a:lnTo>
                  <a:lnTo>
                    <a:pt x="3247440" y="460801"/>
                  </a:lnTo>
                  <a:lnTo>
                    <a:pt x="3319606" y="465119"/>
                  </a:lnTo>
                  <a:lnTo>
                    <a:pt x="3391771" y="469091"/>
                  </a:lnTo>
                  <a:lnTo>
                    <a:pt x="3463936" y="472722"/>
                  </a:lnTo>
                  <a:lnTo>
                    <a:pt x="3536102" y="476020"/>
                  </a:lnTo>
                  <a:lnTo>
                    <a:pt x="3608267" y="478992"/>
                  </a:lnTo>
                  <a:lnTo>
                    <a:pt x="3680433" y="481646"/>
                  </a:lnTo>
                  <a:lnTo>
                    <a:pt x="3752598" y="483991"/>
                  </a:lnTo>
                  <a:lnTo>
                    <a:pt x="3824763" y="486037"/>
                  </a:lnTo>
                  <a:lnTo>
                    <a:pt x="3896929" y="487795"/>
                  </a:lnTo>
                  <a:lnTo>
                    <a:pt x="3969094" y="489275"/>
                  </a:lnTo>
                  <a:lnTo>
                    <a:pt x="4041259" y="490490"/>
                  </a:lnTo>
                  <a:lnTo>
                    <a:pt x="4113425" y="491449"/>
                  </a:lnTo>
                  <a:lnTo>
                    <a:pt x="4185590" y="492164"/>
                  </a:lnTo>
                  <a:lnTo>
                    <a:pt x="4257755" y="492647"/>
                  </a:lnTo>
                  <a:lnTo>
                    <a:pt x="4329921" y="492908"/>
                  </a:lnTo>
                  <a:lnTo>
                    <a:pt x="4402086" y="492959"/>
                  </a:lnTo>
                  <a:lnTo>
                    <a:pt x="4474251" y="492809"/>
                  </a:lnTo>
                  <a:lnTo>
                    <a:pt x="4546417" y="492469"/>
                  </a:lnTo>
                  <a:lnTo>
                    <a:pt x="4618582" y="491949"/>
                  </a:lnTo>
                  <a:lnTo>
                    <a:pt x="4690748" y="491259"/>
                  </a:lnTo>
                  <a:lnTo>
                    <a:pt x="4762913" y="490406"/>
                  </a:lnTo>
                  <a:lnTo>
                    <a:pt x="4835078" y="489401"/>
                  </a:lnTo>
                  <a:lnTo>
                    <a:pt x="4907244" y="488251"/>
                  </a:lnTo>
                  <a:lnTo>
                    <a:pt x="4979409" y="486963"/>
                  </a:lnTo>
                  <a:lnTo>
                    <a:pt x="5051574" y="485547"/>
                  </a:lnTo>
                  <a:lnTo>
                    <a:pt x="5123740" y="484008"/>
                  </a:lnTo>
                  <a:lnTo>
                    <a:pt x="5195905" y="482353"/>
                  </a:lnTo>
                  <a:lnTo>
                    <a:pt x="5268070" y="480588"/>
                  </a:lnTo>
                  <a:lnTo>
                    <a:pt x="5340236" y="478720"/>
                  </a:lnTo>
                  <a:lnTo>
                    <a:pt x="5412401" y="476754"/>
                  </a:lnTo>
                  <a:lnTo>
                    <a:pt x="5484566" y="474694"/>
                  </a:lnTo>
                  <a:lnTo>
                    <a:pt x="5556732" y="472547"/>
                  </a:lnTo>
                  <a:lnTo>
                    <a:pt x="5628897" y="470317"/>
                  </a:lnTo>
                  <a:lnTo>
                    <a:pt x="5701062" y="468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57927" y="4703756"/>
              <a:ext cx="5701062" cy="407017"/>
            </a:xfrm>
            <a:custGeom>
              <a:avLst/>
              <a:pathLst>
                <a:path w="5701062" h="407017">
                  <a:moveTo>
                    <a:pt x="5701062" y="407017"/>
                  </a:moveTo>
                  <a:lnTo>
                    <a:pt x="5628897" y="394160"/>
                  </a:lnTo>
                  <a:lnTo>
                    <a:pt x="5556732" y="381382"/>
                  </a:lnTo>
                  <a:lnTo>
                    <a:pt x="5484566" y="368688"/>
                  </a:lnTo>
                  <a:lnTo>
                    <a:pt x="5412401" y="356081"/>
                  </a:lnTo>
                  <a:lnTo>
                    <a:pt x="5340236" y="343567"/>
                  </a:lnTo>
                  <a:lnTo>
                    <a:pt x="5268070" y="331151"/>
                  </a:lnTo>
                  <a:lnTo>
                    <a:pt x="5195905" y="318839"/>
                  </a:lnTo>
                  <a:lnTo>
                    <a:pt x="5123740" y="306637"/>
                  </a:lnTo>
                  <a:lnTo>
                    <a:pt x="5051574" y="294550"/>
                  </a:lnTo>
                  <a:lnTo>
                    <a:pt x="4979409" y="282586"/>
                  </a:lnTo>
                  <a:lnTo>
                    <a:pt x="4907244" y="270751"/>
                  </a:lnTo>
                  <a:lnTo>
                    <a:pt x="4835078" y="259054"/>
                  </a:lnTo>
                  <a:lnTo>
                    <a:pt x="4762913" y="247501"/>
                  </a:lnTo>
                  <a:lnTo>
                    <a:pt x="4690748" y="236101"/>
                  </a:lnTo>
                  <a:lnTo>
                    <a:pt x="4618582" y="224863"/>
                  </a:lnTo>
                  <a:lnTo>
                    <a:pt x="4546417" y="213795"/>
                  </a:lnTo>
                  <a:lnTo>
                    <a:pt x="4474251" y="202908"/>
                  </a:lnTo>
                  <a:lnTo>
                    <a:pt x="4402086" y="192210"/>
                  </a:lnTo>
                  <a:lnTo>
                    <a:pt x="4329921" y="181713"/>
                  </a:lnTo>
                  <a:lnTo>
                    <a:pt x="4257755" y="171427"/>
                  </a:lnTo>
                  <a:lnTo>
                    <a:pt x="4185590" y="161362"/>
                  </a:lnTo>
                  <a:lnTo>
                    <a:pt x="4113425" y="151530"/>
                  </a:lnTo>
                  <a:lnTo>
                    <a:pt x="4041259" y="141942"/>
                  </a:lnTo>
                  <a:lnTo>
                    <a:pt x="3969094" y="132609"/>
                  </a:lnTo>
                  <a:lnTo>
                    <a:pt x="3896929" y="123542"/>
                  </a:lnTo>
                  <a:lnTo>
                    <a:pt x="3824763" y="114752"/>
                  </a:lnTo>
                  <a:lnTo>
                    <a:pt x="3752598" y="106251"/>
                  </a:lnTo>
                  <a:lnTo>
                    <a:pt x="3680433" y="98048"/>
                  </a:lnTo>
                  <a:lnTo>
                    <a:pt x="3608267" y="90155"/>
                  </a:lnTo>
                  <a:lnTo>
                    <a:pt x="3536102" y="82579"/>
                  </a:lnTo>
                  <a:lnTo>
                    <a:pt x="3463936" y="75329"/>
                  </a:lnTo>
                  <a:lnTo>
                    <a:pt x="3391771" y="68413"/>
                  </a:lnTo>
                  <a:lnTo>
                    <a:pt x="3319606" y="61838"/>
                  </a:lnTo>
                  <a:lnTo>
                    <a:pt x="3247440" y="55608"/>
                  </a:lnTo>
                  <a:lnTo>
                    <a:pt x="3175275" y="49727"/>
                  </a:lnTo>
                  <a:lnTo>
                    <a:pt x="3103110" y="44198"/>
                  </a:lnTo>
                  <a:lnTo>
                    <a:pt x="3030944" y="39022"/>
                  </a:lnTo>
                  <a:lnTo>
                    <a:pt x="2958779" y="34199"/>
                  </a:lnTo>
                  <a:lnTo>
                    <a:pt x="2886614" y="29726"/>
                  </a:lnTo>
                  <a:lnTo>
                    <a:pt x="2814448" y="25600"/>
                  </a:lnTo>
                  <a:lnTo>
                    <a:pt x="2742283" y="21817"/>
                  </a:lnTo>
                  <a:lnTo>
                    <a:pt x="2670118" y="18371"/>
                  </a:lnTo>
                  <a:lnTo>
                    <a:pt x="2597952" y="15255"/>
                  </a:lnTo>
                  <a:lnTo>
                    <a:pt x="2525787" y="12461"/>
                  </a:lnTo>
                  <a:lnTo>
                    <a:pt x="2453622" y="9979"/>
                  </a:lnTo>
                  <a:lnTo>
                    <a:pt x="2381456" y="7801"/>
                  </a:lnTo>
                  <a:lnTo>
                    <a:pt x="2309291" y="5916"/>
                  </a:lnTo>
                  <a:lnTo>
                    <a:pt x="2237125" y="4313"/>
                  </a:lnTo>
                  <a:lnTo>
                    <a:pt x="2164960" y="2981"/>
                  </a:lnTo>
                  <a:lnTo>
                    <a:pt x="2092795" y="1909"/>
                  </a:lnTo>
                  <a:lnTo>
                    <a:pt x="2020629" y="1087"/>
                  </a:lnTo>
                  <a:lnTo>
                    <a:pt x="1948464" y="501"/>
                  </a:lnTo>
                  <a:lnTo>
                    <a:pt x="1876299" y="143"/>
                  </a:lnTo>
                  <a:lnTo>
                    <a:pt x="1804133" y="0"/>
                  </a:lnTo>
                  <a:lnTo>
                    <a:pt x="1731968" y="61"/>
                  </a:lnTo>
                  <a:lnTo>
                    <a:pt x="1659803" y="318"/>
                  </a:lnTo>
                  <a:lnTo>
                    <a:pt x="1587637" y="758"/>
                  </a:lnTo>
                  <a:lnTo>
                    <a:pt x="1515472" y="1374"/>
                  </a:lnTo>
                  <a:lnTo>
                    <a:pt x="1443307" y="2155"/>
                  </a:lnTo>
                  <a:lnTo>
                    <a:pt x="1371141" y="3094"/>
                  </a:lnTo>
                  <a:lnTo>
                    <a:pt x="1298976" y="4180"/>
                  </a:lnTo>
                  <a:lnTo>
                    <a:pt x="1226811" y="5407"/>
                  </a:lnTo>
                  <a:lnTo>
                    <a:pt x="1154645" y="6767"/>
                  </a:lnTo>
                  <a:lnTo>
                    <a:pt x="1082480" y="8252"/>
                  </a:lnTo>
                  <a:lnTo>
                    <a:pt x="1010314" y="9856"/>
                  </a:lnTo>
                  <a:lnTo>
                    <a:pt x="938149" y="11573"/>
                  </a:lnTo>
                  <a:lnTo>
                    <a:pt x="865984" y="13395"/>
                  </a:lnTo>
                  <a:lnTo>
                    <a:pt x="793818" y="15319"/>
                  </a:lnTo>
                  <a:lnTo>
                    <a:pt x="721653" y="17337"/>
                  </a:lnTo>
                  <a:lnTo>
                    <a:pt x="649488" y="19445"/>
                  </a:lnTo>
                  <a:lnTo>
                    <a:pt x="577322" y="21639"/>
                  </a:lnTo>
                  <a:lnTo>
                    <a:pt x="505157" y="23914"/>
                  </a:lnTo>
                  <a:lnTo>
                    <a:pt x="432992" y="26265"/>
                  </a:lnTo>
                  <a:lnTo>
                    <a:pt x="360826" y="28688"/>
                  </a:lnTo>
                  <a:lnTo>
                    <a:pt x="288661" y="31180"/>
                  </a:lnTo>
                  <a:lnTo>
                    <a:pt x="216496" y="33738"/>
                  </a:lnTo>
                  <a:lnTo>
                    <a:pt x="144330" y="36358"/>
                  </a:lnTo>
                  <a:lnTo>
                    <a:pt x="72165" y="39036"/>
                  </a:lnTo>
                  <a:lnTo>
                    <a:pt x="0" y="41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7927" y="4266066"/>
              <a:ext cx="5701062" cy="416627"/>
            </a:xfrm>
            <a:custGeom>
              <a:avLst/>
              <a:pathLst>
                <a:path w="5701062" h="416627">
                  <a:moveTo>
                    <a:pt x="0" y="0"/>
                  </a:moveTo>
                  <a:lnTo>
                    <a:pt x="72165" y="5273"/>
                  </a:lnTo>
                  <a:lnTo>
                    <a:pt x="144330" y="10547"/>
                  </a:lnTo>
                  <a:lnTo>
                    <a:pt x="216496" y="15821"/>
                  </a:lnTo>
                  <a:lnTo>
                    <a:pt x="288661" y="21095"/>
                  </a:lnTo>
                  <a:lnTo>
                    <a:pt x="360826" y="26368"/>
                  </a:lnTo>
                  <a:lnTo>
                    <a:pt x="432992" y="31642"/>
                  </a:lnTo>
                  <a:lnTo>
                    <a:pt x="505157" y="36916"/>
                  </a:lnTo>
                  <a:lnTo>
                    <a:pt x="577322" y="42190"/>
                  </a:lnTo>
                  <a:lnTo>
                    <a:pt x="649488" y="47463"/>
                  </a:lnTo>
                  <a:lnTo>
                    <a:pt x="721653" y="52737"/>
                  </a:lnTo>
                  <a:lnTo>
                    <a:pt x="793818" y="58011"/>
                  </a:lnTo>
                  <a:lnTo>
                    <a:pt x="865984" y="63285"/>
                  </a:lnTo>
                  <a:lnTo>
                    <a:pt x="938149" y="68558"/>
                  </a:lnTo>
                  <a:lnTo>
                    <a:pt x="1010314" y="73832"/>
                  </a:lnTo>
                  <a:lnTo>
                    <a:pt x="1082480" y="79106"/>
                  </a:lnTo>
                  <a:lnTo>
                    <a:pt x="1154645" y="84380"/>
                  </a:lnTo>
                  <a:lnTo>
                    <a:pt x="1226811" y="89653"/>
                  </a:lnTo>
                  <a:lnTo>
                    <a:pt x="1298976" y="94927"/>
                  </a:lnTo>
                  <a:lnTo>
                    <a:pt x="1371141" y="100201"/>
                  </a:lnTo>
                  <a:lnTo>
                    <a:pt x="1443307" y="105475"/>
                  </a:lnTo>
                  <a:lnTo>
                    <a:pt x="1515472" y="110748"/>
                  </a:lnTo>
                  <a:lnTo>
                    <a:pt x="1587637" y="116022"/>
                  </a:lnTo>
                  <a:lnTo>
                    <a:pt x="1659803" y="121296"/>
                  </a:lnTo>
                  <a:lnTo>
                    <a:pt x="1731968" y="126570"/>
                  </a:lnTo>
                  <a:lnTo>
                    <a:pt x="1804133" y="131844"/>
                  </a:lnTo>
                  <a:lnTo>
                    <a:pt x="1876299" y="137117"/>
                  </a:lnTo>
                  <a:lnTo>
                    <a:pt x="1948464" y="142391"/>
                  </a:lnTo>
                  <a:lnTo>
                    <a:pt x="2020629" y="147665"/>
                  </a:lnTo>
                  <a:lnTo>
                    <a:pt x="2092795" y="152939"/>
                  </a:lnTo>
                  <a:lnTo>
                    <a:pt x="2164960" y="158212"/>
                  </a:lnTo>
                  <a:lnTo>
                    <a:pt x="2237125" y="163486"/>
                  </a:lnTo>
                  <a:lnTo>
                    <a:pt x="2309291" y="168760"/>
                  </a:lnTo>
                  <a:lnTo>
                    <a:pt x="2381456" y="174034"/>
                  </a:lnTo>
                  <a:lnTo>
                    <a:pt x="2453622" y="179307"/>
                  </a:lnTo>
                  <a:lnTo>
                    <a:pt x="2525787" y="184581"/>
                  </a:lnTo>
                  <a:lnTo>
                    <a:pt x="2597952" y="189855"/>
                  </a:lnTo>
                  <a:lnTo>
                    <a:pt x="2670118" y="195129"/>
                  </a:lnTo>
                  <a:lnTo>
                    <a:pt x="2742283" y="200402"/>
                  </a:lnTo>
                  <a:lnTo>
                    <a:pt x="2814448" y="205676"/>
                  </a:lnTo>
                  <a:lnTo>
                    <a:pt x="2886614" y="210950"/>
                  </a:lnTo>
                  <a:lnTo>
                    <a:pt x="2958779" y="216224"/>
                  </a:lnTo>
                  <a:lnTo>
                    <a:pt x="3030944" y="221497"/>
                  </a:lnTo>
                  <a:lnTo>
                    <a:pt x="3103110" y="226771"/>
                  </a:lnTo>
                  <a:lnTo>
                    <a:pt x="3175275" y="232045"/>
                  </a:lnTo>
                  <a:lnTo>
                    <a:pt x="3247440" y="237319"/>
                  </a:lnTo>
                  <a:lnTo>
                    <a:pt x="3319606" y="242593"/>
                  </a:lnTo>
                  <a:lnTo>
                    <a:pt x="3391771" y="247866"/>
                  </a:lnTo>
                  <a:lnTo>
                    <a:pt x="3463936" y="253140"/>
                  </a:lnTo>
                  <a:lnTo>
                    <a:pt x="3536102" y="258414"/>
                  </a:lnTo>
                  <a:lnTo>
                    <a:pt x="3608267" y="263688"/>
                  </a:lnTo>
                  <a:lnTo>
                    <a:pt x="3680433" y="268961"/>
                  </a:lnTo>
                  <a:lnTo>
                    <a:pt x="3752598" y="274235"/>
                  </a:lnTo>
                  <a:lnTo>
                    <a:pt x="3824763" y="279509"/>
                  </a:lnTo>
                  <a:lnTo>
                    <a:pt x="3896929" y="284783"/>
                  </a:lnTo>
                  <a:lnTo>
                    <a:pt x="3969094" y="290056"/>
                  </a:lnTo>
                  <a:lnTo>
                    <a:pt x="4041259" y="295330"/>
                  </a:lnTo>
                  <a:lnTo>
                    <a:pt x="4113425" y="300604"/>
                  </a:lnTo>
                  <a:lnTo>
                    <a:pt x="4185590" y="305878"/>
                  </a:lnTo>
                  <a:lnTo>
                    <a:pt x="4257755" y="311151"/>
                  </a:lnTo>
                  <a:lnTo>
                    <a:pt x="4329921" y="316425"/>
                  </a:lnTo>
                  <a:lnTo>
                    <a:pt x="4402086" y="321699"/>
                  </a:lnTo>
                  <a:lnTo>
                    <a:pt x="4474251" y="326973"/>
                  </a:lnTo>
                  <a:lnTo>
                    <a:pt x="4546417" y="332246"/>
                  </a:lnTo>
                  <a:lnTo>
                    <a:pt x="4618582" y="337520"/>
                  </a:lnTo>
                  <a:lnTo>
                    <a:pt x="4690748" y="342794"/>
                  </a:lnTo>
                  <a:lnTo>
                    <a:pt x="4762913" y="348068"/>
                  </a:lnTo>
                  <a:lnTo>
                    <a:pt x="4835078" y="353342"/>
                  </a:lnTo>
                  <a:lnTo>
                    <a:pt x="4907244" y="358615"/>
                  </a:lnTo>
                  <a:lnTo>
                    <a:pt x="4979409" y="363889"/>
                  </a:lnTo>
                  <a:lnTo>
                    <a:pt x="5051574" y="369163"/>
                  </a:lnTo>
                  <a:lnTo>
                    <a:pt x="5123740" y="374437"/>
                  </a:lnTo>
                  <a:lnTo>
                    <a:pt x="5195905" y="379710"/>
                  </a:lnTo>
                  <a:lnTo>
                    <a:pt x="5268070" y="384984"/>
                  </a:lnTo>
                  <a:lnTo>
                    <a:pt x="5340236" y="390258"/>
                  </a:lnTo>
                  <a:lnTo>
                    <a:pt x="5412401" y="395532"/>
                  </a:lnTo>
                  <a:lnTo>
                    <a:pt x="5484566" y="400805"/>
                  </a:lnTo>
                  <a:lnTo>
                    <a:pt x="5556732" y="406079"/>
                  </a:lnTo>
                  <a:lnTo>
                    <a:pt x="5628897" y="411353"/>
                  </a:lnTo>
                  <a:lnTo>
                    <a:pt x="5701062" y="416627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54342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219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700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791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583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38079" y="46620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3740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28191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69234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6731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665402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258357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56441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4526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805838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383221" y="3439150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452810" y="3524192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452810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503836" y="37604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452810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979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7741855" y="3779130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741855" y="3998586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72874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006237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2136539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238861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304057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336610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369163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427776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492972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525525" y="1673080"/>
              <a:ext cx="12660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Survival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71169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9225" y="30926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9225" y="278801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9225" y="27431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158721" y="31776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158721" y="30481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158721" y="291712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417514" y="33296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417514" y="28145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417514" y="29119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143272" y="270613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43272" y="20474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143272" y="220782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37254" y="361954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37254" y="24240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37254" y="32895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17438" y="33944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17438" y="38108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17438" y="34932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36296" y="524032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6296" y="50088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36296" y="51601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900288" y="49244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900288" y="465046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900288" y="503662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7927" y="2248824"/>
              <a:ext cx="5701062" cy="3302082"/>
            </a:xfrm>
            <a:custGeom>
              <a:avLst/>
              <a:pathLst>
                <a:path w="5701062" h="3302082">
                  <a:moveTo>
                    <a:pt x="0" y="0"/>
                  </a:moveTo>
                  <a:lnTo>
                    <a:pt x="72165" y="36272"/>
                  </a:lnTo>
                  <a:lnTo>
                    <a:pt x="144330" y="72394"/>
                  </a:lnTo>
                  <a:lnTo>
                    <a:pt x="216496" y="108356"/>
                  </a:lnTo>
                  <a:lnTo>
                    <a:pt x="288661" y="144148"/>
                  </a:lnTo>
                  <a:lnTo>
                    <a:pt x="360826" y="179758"/>
                  </a:lnTo>
                  <a:lnTo>
                    <a:pt x="432992" y="215176"/>
                  </a:lnTo>
                  <a:lnTo>
                    <a:pt x="505157" y="250388"/>
                  </a:lnTo>
                  <a:lnTo>
                    <a:pt x="577322" y="285381"/>
                  </a:lnTo>
                  <a:lnTo>
                    <a:pt x="649488" y="320140"/>
                  </a:lnTo>
                  <a:lnTo>
                    <a:pt x="721653" y="354650"/>
                  </a:lnTo>
                  <a:lnTo>
                    <a:pt x="793818" y="388894"/>
                  </a:lnTo>
                  <a:lnTo>
                    <a:pt x="865984" y="422857"/>
                  </a:lnTo>
                  <a:lnTo>
                    <a:pt x="938149" y="456519"/>
                  </a:lnTo>
                  <a:lnTo>
                    <a:pt x="1010314" y="489862"/>
                  </a:lnTo>
                  <a:lnTo>
                    <a:pt x="1082480" y="522865"/>
                  </a:lnTo>
                  <a:lnTo>
                    <a:pt x="1154645" y="555510"/>
                  </a:lnTo>
                  <a:lnTo>
                    <a:pt x="1226811" y="587773"/>
                  </a:lnTo>
                  <a:lnTo>
                    <a:pt x="1298976" y="619635"/>
                  </a:lnTo>
                  <a:lnTo>
                    <a:pt x="1371141" y="651072"/>
                  </a:lnTo>
                  <a:lnTo>
                    <a:pt x="1443307" y="682063"/>
                  </a:lnTo>
                  <a:lnTo>
                    <a:pt x="1515472" y="712587"/>
                  </a:lnTo>
                  <a:lnTo>
                    <a:pt x="1587637" y="742621"/>
                  </a:lnTo>
                  <a:lnTo>
                    <a:pt x="1659803" y="772145"/>
                  </a:lnTo>
                  <a:lnTo>
                    <a:pt x="1731968" y="801140"/>
                  </a:lnTo>
                  <a:lnTo>
                    <a:pt x="1804133" y="829588"/>
                  </a:lnTo>
                  <a:lnTo>
                    <a:pt x="1876299" y="857473"/>
                  </a:lnTo>
                  <a:lnTo>
                    <a:pt x="1948464" y="884781"/>
                  </a:lnTo>
                  <a:lnTo>
                    <a:pt x="2020629" y="911500"/>
                  </a:lnTo>
                  <a:lnTo>
                    <a:pt x="2092795" y="937623"/>
                  </a:lnTo>
                  <a:lnTo>
                    <a:pt x="2164960" y="963144"/>
                  </a:lnTo>
                  <a:lnTo>
                    <a:pt x="2237125" y="988061"/>
                  </a:lnTo>
                  <a:lnTo>
                    <a:pt x="2309291" y="1012374"/>
                  </a:lnTo>
                  <a:lnTo>
                    <a:pt x="2381456" y="1036089"/>
                  </a:lnTo>
                  <a:lnTo>
                    <a:pt x="2453622" y="1059213"/>
                  </a:lnTo>
                  <a:lnTo>
                    <a:pt x="2525787" y="1081755"/>
                  </a:lnTo>
                  <a:lnTo>
                    <a:pt x="2597952" y="1103730"/>
                  </a:lnTo>
                  <a:lnTo>
                    <a:pt x="2670118" y="1125151"/>
                  </a:lnTo>
                  <a:lnTo>
                    <a:pt x="2742283" y="1146037"/>
                  </a:lnTo>
                  <a:lnTo>
                    <a:pt x="2814448" y="1166407"/>
                  </a:lnTo>
                  <a:lnTo>
                    <a:pt x="2886614" y="1186281"/>
                  </a:lnTo>
                  <a:lnTo>
                    <a:pt x="2958779" y="1205679"/>
                  </a:lnTo>
                  <a:lnTo>
                    <a:pt x="3030944" y="1224624"/>
                  </a:lnTo>
                  <a:lnTo>
                    <a:pt x="3103110" y="1243138"/>
                  </a:lnTo>
                  <a:lnTo>
                    <a:pt x="3175275" y="1261242"/>
                  </a:lnTo>
                  <a:lnTo>
                    <a:pt x="3247440" y="1278958"/>
                  </a:lnTo>
                  <a:lnTo>
                    <a:pt x="3319606" y="1296308"/>
                  </a:lnTo>
                  <a:lnTo>
                    <a:pt x="3391771" y="1313312"/>
                  </a:lnTo>
                  <a:lnTo>
                    <a:pt x="3463936" y="1329990"/>
                  </a:lnTo>
                  <a:lnTo>
                    <a:pt x="3536102" y="1346362"/>
                  </a:lnTo>
                  <a:lnTo>
                    <a:pt x="3608267" y="1362445"/>
                  </a:lnTo>
                  <a:lnTo>
                    <a:pt x="3680433" y="1378257"/>
                  </a:lnTo>
                  <a:lnTo>
                    <a:pt x="3752598" y="1393816"/>
                  </a:lnTo>
                  <a:lnTo>
                    <a:pt x="3824763" y="1409135"/>
                  </a:lnTo>
                  <a:lnTo>
                    <a:pt x="3896929" y="1424231"/>
                  </a:lnTo>
                  <a:lnTo>
                    <a:pt x="3969094" y="1439116"/>
                  </a:lnTo>
                  <a:lnTo>
                    <a:pt x="4041259" y="1453804"/>
                  </a:lnTo>
                  <a:lnTo>
                    <a:pt x="4113425" y="1468307"/>
                  </a:lnTo>
                  <a:lnTo>
                    <a:pt x="4185590" y="1482636"/>
                  </a:lnTo>
                  <a:lnTo>
                    <a:pt x="4257755" y="1496802"/>
                  </a:lnTo>
                  <a:lnTo>
                    <a:pt x="4329921" y="1510815"/>
                  </a:lnTo>
                  <a:lnTo>
                    <a:pt x="4402086" y="1524684"/>
                  </a:lnTo>
                  <a:lnTo>
                    <a:pt x="4474251" y="1538417"/>
                  </a:lnTo>
                  <a:lnTo>
                    <a:pt x="4546417" y="1552023"/>
                  </a:lnTo>
                  <a:lnTo>
                    <a:pt x="4618582" y="1565509"/>
                  </a:lnTo>
                  <a:lnTo>
                    <a:pt x="4690748" y="1578882"/>
                  </a:lnTo>
                  <a:lnTo>
                    <a:pt x="4762913" y="1592149"/>
                  </a:lnTo>
                  <a:lnTo>
                    <a:pt x="4835078" y="1605315"/>
                  </a:lnTo>
                  <a:lnTo>
                    <a:pt x="4907244" y="1618387"/>
                  </a:lnTo>
                  <a:lnTo>
                    <a:pt x="4979409" y="1631369"/>
                  </a:lnTo>
                  <a:lnTo>
                    <a:pt x="5051574" y="1644267"/>
                  </a:lnTo>
                  <a:lnTo>
                    <a:pt x="5123740" y="1657085"/>
                  </a:lnTo>
                  <a:lnTo>
                    <a:pt x="5195905" y="1669828"/>
                  </a:lnTo>
                  <a:lnTo>
                    <a:pt x="5268070" y="1682499"/>
                  </a:lnTo>
                  <a:lnTo>
                    <a:pt x="5340236" y="1695102"/>
                  </a:lnTo>
                  <a:lnTo>
                    <a:pt x="5412401" y="1707641"/>
                  </a:lnTo>
                  <a:lnTo>
                    <a:pt x="5484566" y="1720120"/>
                  </a:lnTo>
                  <a:lnTo>
                    <a:pt x="5556732" y="1732540"/>
                  </a:lnTo>
                  <a:lnTo>
                    <a:pt x="5628897" y="1744905"/>
                  </a:lnTo>
                  <a:lnTo>
                    <a:pt x="5701062" y="1757219"/>
                  </a:lnTo>
                  <a:lnTo>
                    <a:pt x="5701062" y="3302082"/>
                  </a:lnTo>
                  <a:lnTo>
                    <a:pt x="5628897" y="3264160"/>
                  </a:lnTo>
                  <a:lnTo>
                    <a:pt x="5556732" y="3226290"/>
                  </a:lnTo>
                  <a:lnTo>
                    <a:pt x="5484566" y="3188475"/>
                  </a:lnTo>
                  <a:lnTo>
                    <a:pt x="5412401" y="3150717"/>
                  </a:lnTo>
                  <a:lnTo>
                    <a:pt x="5340236" y="3113021"/>
                  </a:lnTo>
                  <a:lnTo>
                    <a:pt x="5268070" y="3075388"/>
                  </a:lnTo>
                  <a:lnTo>
                    <a:pt x="5195905" y="3037824"/>
                  </a:lnTo>
                  <a:lnTo>
                    <a:pt x="5123740" y="3000331"/>
                  </a:lnTo>
                  <a:lnTo>
                    <a:pt x="5051574" y="2962913"/>
                  </a:lnTo>
                  <a:lnTo>
                    <a:pt x="4979409" y="2925575"/>
                  </a:lnTo>
                  <a:lnTo>
                    <a:pt x="4907244" y="2888322"/>
                  </a:lnTo>
                  <a:lnTo>
                    <a:pt x="4835078" y="2851158"/>
                  </a:lnTo>
                  <a:lnTo>
                    <a:pt x="4762913" y="2814089"/>
                  </a:lnTo>
                  <a:lnTo>
                    <a:pt x="4690748" y="2777120"/>
                  </a:lnTo>
                  <a:lnTo>
                    <a:pt x="4618582" y="2740257"/>
                  </a:lnTo>
                  <a:lnTo>
                    <a:pt x="4546417" y="2703508"/>
                  </a:lnTo>
                  <a:lnTo>
                    <a:pt x="4474251" y="2666878"/>
                  </a:lnTo>
                  <a:lnTo>
                    <a:pt x="4402086" y="2630375"/>
                  </a:lnTo>
                  <a:lnTo>
                    <a:pt x="4329921" y="2594009"/>
                  </a:lnTo>
                  <a:lnTo>
                    <a:pt x="4257755" y="2557786"/>
                  </a:lnTo>
                  <a:lnTo>
                    <a:pt x="4185590" y="2521716"/>
                  </a:lnTo>
                  <a:lnTo>
                    <a:pt x="4113425" y="2485810"/>
                  </a:lnTo>
                  <a:lnTo>
                    <a:pt x="4041259" y="2450077"/>
                  </a:lnTo>
                  <a:lnTo>
                    <a:pt x="3969094" y="2414529"/>
                  </a:lnTo>
                  <a:lnTo>
                    <a:pt x="3896929" y="2379179"/>
                  </a:lnTo>
                  <a:lnTo>
                    <a:pt x="3824763" y="2344039"/>
                  </a:lnTo>
                  <a:lnTo>
                    <a:pt x="3752598" y="2309123"/>
                  </a:lnTo>
                  <a:lnTo>
                    <a:pt x="3680433" y="2274445"/>
                  </a:lnTo>
                  <a:lnTo>
                    <a:pt x="3608267" y="2240022"/>
                  </a:lnTo>
                  <a:lnTo>
                    <a:pt x="3536102" y="2205870"/>
                  </a:lnTo>
                  <a:lnTo>
                    <a:pt x="3463936" y="2172006"/>
                  </a:lnTo>
                  <a:lnTo>
                    <a:pt x="3391771" y="2138448"/>
                  </a:lnTo>
                  <a:lnTo>
                    <a:pt x="3319606" y="2105217"/>
                  </a:lnTo>
                  <a:lnTo>
                    <a:pt x="3247440" y="2072331"/>
                  </a:lnTo>
                  <a:lnTo>
                    <a:pt x="3175275" y="2039812"/>
                  </a:lnTo>
                  <a:lnTo>
                    <a:pt x="3103110" y="2007680"/>
                  </a:lnTo>
                  <a:lnTo>
                    <a:pt x="3030944" y="1975958"/>
                  </a:lnTo>
                  <a:lnTo>
                    <a:pt x="2958779" y="1944667"/>
                  </a:lnTo>
                  <a:lnTo>
                    <a:pt x="2886614" y="1913830"/>
                  </a:lnTo>
                  <a:lnTo>
                    <a:pt x="2814448" y="1883468"/>
                  </a:lnTo>
                  <a:lnTo>
                    <a:pt x="2742283" y="1853602"/>
                  </a:lnTo>
                  <a:lnTo>
                    <a:pt x="2670118" y="1824252"/>
                  </a:lnTo>
                  <a:lnTo>
                    <a:pt x="2597952" y="1795438"/>
                  </a:lnTo>
                  <a:lnTo>
                    <a:pt x="2525787" y="1767177"/>
                  </a:lnTo>
                  <a:lnTo>
                    <a:pt x="2453622" y="1739484"/>
                  </a:lnTo>
                  <a:lnTo>
                    <a:pt x="2381456" y="1712372"/>
                  </a:lnTo>
                  <a:lnTo>
                    <a:pt x="2309291" y="1685851"/>
                  </a:lnTo>
                  <a:lnTo>
                    <a:pt x="2237125" y="1659929"/>
                  </a:lnTo>
                  <a:lnTo>
                    <a:pt x="2164960" y="1634610"/>
                  </a:lnTo>
                  <a:lnTo>
                    <a:pt x="2092795" y="1609895"/>
                  </a:lnTo>
                  <a:lnTo>
                    <a:pt x="2020629" y="1585782"/>
                  </a:lnTo>
                  <a:lnTo>
                    <a:pt x="1948464" y="1562266"/>
                  </a:lnTo>
                  <a:lnTo>
                    <a:pt x="1876299" y="1539338"/>
                  </a:lnTo>
                  <a:lnTo>
                    <a:pt x="1804133" y="1516987"/>
                  </a:lnTo>
                  <a:lnTo>
                    <a:pt x="1731968" y="1495200"/>
                  </a:lnTo>
                  <a:lnTo>
                    <a:pt x="1659803" y="1473959"/>
                  </a:lnTo>
                  <a:lnTo>
                    <a:pt x="1587637" y="1453248"/>
                  </a:lnTo>
                  <a:lnTo>
                    <a:pt x="1515472" y="1433046"/>
                  </a:lnTo>
                  <a:lnTo>
                    <a:pt x="1443307" y="1413334"/>
                  </a:lnTo>
                  <a:lnTo>
                    <a:pt x="1371141" y="1394090"/>
                  </a:lnTo>
                  <a:lnTo>
                    <a:pt x="1298976" y="1375292"/>
                  </a:lnTo>
                  <a:lnTo>
                    <a:pt x="1226811" y="1356917"/>
                  </a:lnTo>
                  <a:lnTo>
                    <a:pt x="1154645" y="1338945"/>
                  </a:lnTo>
                  <a:lnTo>
                    <a:pt x="1082480" y="1321354"/>
                  </a:lnTo>
                  <a:lnTo>
                    <a:pt x="1010314" y="1304122"/>
                  </a:lnTo>
                  <a:lnTo>
                    <a:pt x="938149" y="1287229"/>
                  </a:lnTo>
                  <a:lnTo>
                    <a:pt x="865984" y="1270656"/>
                  </a:lnTo>
                  <a:lnTo>
                    <a:pt x="793818" y="1254382"/>
                  </a:lnTo>
                  <a:lnTo>
                    <a:pt x="721653" y="1238391"/>
                  </a:lnTo>
                  <a:lnTo>
                    <a:pt x="649488" y="1222666"/>
                  </a:lnTo>
                  <a:lnTo>
                    <a:pt x="577322" y="1207189"/>
                  </a:lnTo>
                  <a:lnTo>
                    <a:pt x="505157" y="1191946"/>
                  </a:lnTo>
                  <a:lnTo>
                    <a:pt x="432992" y="1176922"/>
                  </a:lnTo>
                  <a:lnTo>
                    <a:pt x="360826" y="1162104"/>
                  </a:lnTo>
                  <a:lnTo>
                    <a:pt x="288661" y="1147479"/>
                  </a:lnTo>
                  <a:lnTo>
                    <a:pt x="216496" y="1133036"/>
                  </a:lnTo>
                  <a:lnTo>
                    <a:pt x="144330" y="1118762"/>
                  </a:lnTo>
                  <a:lnTo>
                    <a:pt x="72165" y="1104649"/>
                  </a:lnTo>
                  <a:lnTo>
                    <a:pt x="0" y="1090685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7927" y="2248824"/>
              <a:ext cx="5701062" cy="1757219"/>
            </a:xfrm>
            <a:custGeom>
              <a:avLst/>
              <a:pathLst>
                <a:path w="5701062" h="1757219">
                  <a:moveTo>
                    <a:pt x="0" y="0"/>
                  </a:moveTo>
                  <a:lnTo>
                    <a:pt x="72165" y="36272"/>
                  </a:lnTo>
                  <a:lnTo>
                    <a:pt x="144330" y="72394"/>
                  </a:lnTo>
                  <a:lnTo>
                    <a:pt x="216496" y="108356"/>
                  </a:lnTo>
                  <a:lnTo>
                    <a:pt x="288661" y="144148"/>
                  </a:lnTo>
                  <a:lnTo>
                    <a:pt x="360826" y="179758"/>
                  </a:lnTo>
                  <a:lnTo>
                    <a:pt x="432992" y="215176"/>
                  </a:lnTo>
                  <a:lnTo>
                    <a:pt x="505157" y="250388"/>
                  </a:lnTo>
                  <a:lnTo>
                    <a:pt x="577322" y="285381"/>
                  </a:lnTo>
                  <a:lnTo>
                    <a:pt x="649488" y="320140"/>
                  </a:lnTo>
                  <a:lnTo>
                    <a:pt x="721653" y="354650"/>
                  </a:lnTo>
                  <a:lnTo>
                    <a:pt x="793818" y="388894"/>
                  </a:lnTo>
                  <a:lnTo>
                    <a:pt x="865984" y="422857"/>
                  </a:lnTo>
                  <a:lnTo>
                    <a:pt x="938149" y="456519"/>
                  </a:lnTo>
                  <a:lnTo>
                    <a:pt x="1010314" y="489862"/>
                  </a:lnTo>
                  <a:lnTo>
                    <a:pt x="1082480" y="522865"/>
                  </a:lnTo>
                  <a:lnTo>
                    <a:pt x="1154645" y="555510"/>
                  </a:lnTo>
                  <a:lnTo>
                    <a:pt x="1226811" y="587773"/>
                  </a:lnTo>
                  <a:lnTo>
                    <a:pt x="1298976" y="619635"/>
                  </a:lnTo>
                  <a:lnTo>
                    <a:pt x="1371141" y="651072"/>
                  </a:lnTo>
                  <a:lnTo>
                    <a:pt x="1443307" y="682063"/>
                  </a:lnTo>
                  <a:lnTo>
                    <a:pt x="1515472" y="712587"/>
                  </a:lnTo>
                  <a:lnTo>
                    <a:pt x="1587637" y="742621"/>
                  </a:lnTo>
                  <a:lnTo>
                    <a:pt x="1659803" y="772145"/>
                  </a:lnTo>
                  <a:lnTo>
                    <a:pt x="1731968" y="801140"/>
                  </a:lnTo>
                  <a:lnTo>
                    <a:pt x="1804133" y="829588"/>
                  </a:lnTo>
                  <a:lnTo>
                    <a:pt x="1876299" y="857473"/>
                  </a:lnTo>
                  <a:lnTo>
                    <a:pt x="1948464" y="884781"/>
                  </a:lnTo>
                  <a:lnTo>
                    <a:pt x="2020629" y="911500"/>
                  </a:lnTo>
                  <a:lnTo>
                    <a:pt x="2092795" y="937623"/>
                  </a:lnTo>
                  <a:lnTo>
                    <a:pt x="2164960" y="963144"/>
                  </a:lnTo>
                  <a:lnTo>
                    <a:pt x="2237125" y="988061"/>
                  </a:lnTo>
                  <a:lnTo>
                    <a:pt x="2309291" y="1012374"/>
                  </a:lnTo>
                  <a:lnTo>
                    <a:pt x="2381456" y="1036089"/>
                  </a:lnTo>
                  <a:lnTo>
                    <a:pt x="2453622" y="1059213"/>
                  </a:lnTo>
                  <a:lnTo>
                    <a:pt x="2525787" y="1081755"/>
                  </a:lnTo>
                  <a:lnTo>
                    <a:pt x="2597952" y="1103730"/>
                  </a:lnTo>
                  <a:lnTo>
                    <a:pt x="2670118" y="1125151"/>
                  </a:lnTo>
                  <a:lnTo>
                    <a:pt x="2742283" y="1146037"/>
                  </a:lnTo>
                  <a:lnTo>
                    <a:pt x="2814448" y="1166407"/>
                  </a:lnTo>
                  <a:lnTo>
                    <a:pt x="2886614" y="1186281"/>
                  </a:lnTo>
                  <a:lnTo>
                    <a:pt x="2958779" y="1205679"/>
                  </a:lnTo>
                  <a:lnTo>
                    <a:pt x="3030944" y="1224624"/>
                  </a:lnTo>
                  <a:lnTo>
                    <a:pt x="3103110" y="1243138"/>
                  </a:lnTo>
                  <a:lnTo>
                    <a:pt x="3175275" y="1261242"/>
                  </a:lnTo>
                  <a:lnTo>
                    <a:pt x="3247440" y="1278958"/>
                  </a:lnTo>
                  <a:lnTo>
                    <a:pt x="3319606" y="1296308"/>
                  </a:lnTo>
                  <a:lnTo>
                    <a:pt x="3391771" y="1313312"/>
                  </a:lnTo>
                  <a:lnTo>
                    <a:pt x="3463936" y="1329990"/>
                  </a:lnTo>
                  <a:lnTo>
                    <a:pt x="3536102" y="1346362"/>
                  </a:lnTo>
                  <a:lnTo>
                    <a:pt x="3608267" y="1362445"/>
                  </a:lnTo>
                  <a:lnTo>
                    <a:pt x="3680433" y="1378257"/>
                  </a:lnTo>
                  <a:lnTo>
                    <a:pt x="3752598" y="1393816"/>
                  </a:lnTo>
                  <a:lnTo>
                    <a:pt x="3824763" y="1409135"/>
                  </a:lnTo>
                  <a:lnTo>
                    <a:pt x="3896929" y="1424231"/>
                  </a:lnTo>
                  <a:lnTo>
                    <a:pt x="3969094" y="1439116"/>
                  </a:lnTo>
                  <a:lnTo>
                    <a:pt x="4041259" y="1453804"/>
                  </a:lnTo>
                  <a:lnTo>
                    <a:pt x="4113425" y="1468307"/>
                  </a:lnTo>
                  <a:lnTo>
                    <a:pt x="4185590" y="1482636"/>
                  </a:lnTo>
                  <a:lnTo>
                    <a:pt x="4257755" y="1496802"/>
                  </a:lnTo>
                  <a:lnTo>
                    <a:pt x="4329921" y="1510815"/>
                  </a:lnTo>
                  <a:lnTo>
                    <a:pt x="4402086" y="1524684"/>
                  </a:lnTo>
                  <a:lnTo>
                    <a:pt x="4474251" y="1538417"/>
                  </a:lnTo>
                  <a:lnTo>
                    <a:pt x="4546417" y="1552023"/>
                  </a:lnTo>
                  <a:lnTo>
                    <a:pt x="4618582" y="1565509"/>
                  </a:lnTo>
                  <a:lnTo>
                    <a:pt x="4690748" y="1578882"/>
                  </a:lnTo>
                  <a:lnTo>
                    <a:pt x="4762913" y="1592149"/>
                  </a:lnTo>
                  <a:lnTo>
                    <a:pt x="4835078" y="1605315"/>
                  </a:lnTo>
                  <a:lnTo>
                    <a:pt x="4907244" y="1618387"/>
                  </a:lnTo>
                  <a:lnTo>
                    <a:pt x="4979409" y="1631369"/>
                  </a:lnTo>
                  <a:lnTo>
                    <a:pt x="5051574" y="1644267"/>
                  </a:lnTo>
                  <a:lnTo>
                    <a:pt x="5123740" y="1657085"/>
                  </a:lnTo>
                  <a:lnTo>
                    <a:pt x="5195905" y="1669828"/>
                  </a:lnTo>
                  <a:lnTo>
                    <a:pt x="5268070" y="1682499"/>
                  </a:lnTo>
                  <a:lnTo>
                    <a:pt x="5340236" y="1695102"/>
                  </a:lnTo>
                  <a:lnTo>
                    <a:pt x="5412401" y="1707641"/>
                  </a:lnTo>
                  <a:lnTo>
                    <a:pt x="5484566" y="1720120"/>
                  </a:lnTo>
                  <a:lnTo>
                    <a:pt x="5556732" y="1732540"/>
                  </a:lnTo>
                  <a:lnTo>
                    <a:pt x="5628897" y="1744905"/>
                  </a:lnTo>
                  <a:lnTo>
                    <a:pt x="5701062" y="1757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7927" y="3339509"/>
              <a:ext cx="5701062" cy="2211397"/>
            </a:xfrm>
            <a:custGeom>
              <a:avLst/>
              <a:pathLst>
                <a:path w="5701062" h="2211397">
                  <a:moveTo>
                    <a:pt x="5701062" y="2211397"/>
                  </a:moveTo>
                  <a:lnTo>
                    <a:pt x="5628897" y="2173475"/>
                  </a:lnTo>
                  <a:lnTo>
                    <a:pt x="5556732" y="2135604"/>
                  </a:lnTo>
                  <a:lnTo>
                    <a:pt x="5484566" y="2097789"/>
                  </a:lnTo>
                  <a:lnTo>
                    <a:pt x="5412401" y="2060032"/>
                  </a:lnTo>
                  <a:lnTo>
                    <a:pt x="5340236" y="2022335"/>
                  </a:lnTo>
                  <a:lnTo>
                    <a:pt x="5268070" y="1984703"/>
                  </a:lnTo>
                  <a:lnTo>
                    <a:pt x="5195905" y="1947138"/>
                  </a:lnTo>
                  <a:lnTo>
                    <a:pt x="5123740" y="1909645"/>
                  </a:lnTo>
                  <a:lnTo>
                    <a:pt x="5051574" y="1872227"/>
                  </a:lnTo>
                  <a:lnTo>
                    <a:pt x="4979409" y="1834890"/>
                  </a:lnTo>
                  <a:lnTo>
                    <a:pt x="4907244" y="1797636"/>
                  </a:lnTo>
                  <a:lnTo>
                    <a:pt x="4835078" y="1760472"/>
                  </a:lnTo>
                  <a:lnTo>
                    <a:pt x="4762913" y="1723403"/>
                  </a:lnTo>
                  <a:lnTo>
                    <a:pt x="4690748" y="1686434"/>
                  </a:lnTo>
                  <a:lnTo>
                    <a:pt x="4618582" y="1649572"/>
                  </a:lnTo>
                  <a:lnTo>
                    <a:pt x="4546417" y="1612822"/>
                  </a:lnTo>
                  <a:lnTo>
                    <a:pt x="4474251" y="1576192"/>
                  </a:lnTo>
                  <a:lnTo>
                    <a:pt x="4402086" y="1539690"/>
                  </a:lnTo>
                  <a:lnTo>
                    <a:pt x="4329921" y="1503323"/>
                  </a:lnTo>
                  <a:lnTo>
                    <a:pt x="4257755" y="1467100"/>
                  </a:lnTo>
                  <a:lnTo>
                    <a:pt x="4185590" y="1431031"/>
                  </a:lnTo>
                  <a:lnTo>
                    <a:pt x="4113425" y="1395124"/>
                  </a:lnTo>
                  <a:lnTo>
                    <a:pt x="4041259" y="1359391"/>
                  </a:lnTo>
                  <a:lnTo>
                    <a:pt x="3969094" y="1323844"/>
                  </a:lnTo>
                  <a:lnTo>
                    <a:pt x="3896929" y="1288494"/>
                  </a:lnTo>
                  <a:lnTo>
                    <a:pt x="3824763" y="1253353"/>
                  </a:lnTo>
                  <a:lnTo>
                    <a:pt x="3752598" y="1218437"/>
                  </a:lnTo>
                  <a:lnTo>
                    <a:pt x="3680433" y="1183760"/>
                  </a:lnTo>
                  <a:lnTo>
                    <a:pt x="3608267" y="1149337"/>
                  </a:lnTo>
                  <a:lnTo>
                    <a:pt x="3536102" y="1115184"/>
                  </a:lnTo>
                  <a:lnTo>
                    <a:pt x="3463936" y="1081320"/>
                  </a:lnTo>
                  <a:lnTo>
                    <a:pt x="3391771" y="1047763"/>
                  </a:lnTo>
                  <a:lnTo>
                    <a:pt x="3319606" y="1014531"/>
                  </a:lnTo>
                  <a:lnTo>
                    <a:pt x="3247440" y="981646"/>
                  </a:lnTo>
                  <a:lnTo>
                    <a:pt x="3175275" y="949126"/>
                  </a:lnTo>
                  <a:lnTo>
                    <a:pt x="3103110" y="916995"/>
                  </a:lnTo>
                  <a:lnTo>
                    <a:pt x="3030944" y="885272"/>
                  </a:lnTo>
                  <a:lnTo>
                    <a:pt x="2958779" y="853982"/>
                  </a:lnTo>
                  <a:lnTo>
                    <a:pt x="2886614" y="823144"/>
                  </a:lnTo>
                  <a:lnTo>
                    <a:pt x="2814448" y="792782"/>
                  </a:lnTo>
                  <a:lnTo>
                    <a:pt x="2742283" y="762916"/>
                  </a:lnTo>
                  <a:lnTo>
                    <a:pt x="2670118" y="733567"/>
                  </a:lnTo>
                  <a:lnTo>
                    <a:pt x="2597952" y="704753"/>
                  </a:lnTo>
                  <a:lnTo>
                    <a:pt x="2525787" y="676492"/>
                  </a:lnTo>
                  <a:lnTo>
                    <a:pt x="2453622" y="648798"/>
                  </a:lnTo>
                  <a:lnTo>
                    <a:pt x="2381456" y="621686"/>
                  </a:lnTo>
                  <a:lnTo>
                    <a:pt x="2309291" y="595165"/>
                  </a:lnTo>
                  <a:lnTo>
                    <a:pt x="2237125" y="569243"/>
                  </a:lnTo>
                  <a:lnTo>
                    <a:pt x="2164960" y="543924"/>
                  </a:lnTo>
                  <a:lnTo>
                    <a:pt x="2092795" y="519210"/>
                  </a:lnTo>
                  <a:lnTo>
                    <a:pt x="2020629" y="495097"/>
                  </a:lnTo>
                  <a:lnTo>
                    <a:pt x="1948464" y="471581"/>
                  </a:lnTo>
                  <a:lnTo>
                    <a:pt x="1876299" y="448653"/>
                  </a:lnTo>
                  <a:lnTo>
                    <a:pt x="1804133" y="426302"/>
                  </a:lnTo>
                  <a:lnTo>
                    <a:pt x="1731968" y="404514"/>
                  </a:lnTo>
                  <a:lnTo>
                    <a:pt x="1659803" y="383274"/>
                  </a:lnTo>
                  <a:lnTo>
                    <a:pt x="1587637" y="362562"/>
                  </a:lnTo>
                  <a:lnTo>
                    <a:pt x="1515472" y="342361"/>
                  </a:lnTo>
                  <a:lnTo>
                    <a:pt x="1443307" y="322649"/>
                  </a:lnTo>
                  <a:lnTo>
                    <a:pt x="1371141" y="303404"/>
                  </a:lnTo>
                  <a:lnTo>
                    <a:pt x="1298976" y="284606"/>
                  </a:lnTo>
                  <a:lnTo>
                    <a:pt x="1226811" y="266232"/>
                  </a:lnTo>
                  <a:lnTo>
                    <a:pt x="1154645" y="248260"/>
                  </a:lnTo>
                  <a:lnTo>
                    <a:pt x="1082480" y="230669"/>
                  </a:lnTo>
                  <a:lnTo>
                    <a:pt x="1010314" y="213437"/>
                  </a:lnTo>
                  <a:lnTo>
                    <a:pt x="938149" y="196544"/>
                  </a:lnTo>
                  <a:lnTo>
                    <a:pt x="865984" y="179970"/>
                  </a:lnTo>
                  <a:lnTo>
                    <a:pt x="793818" y="163697"/>
                  </a:lnTo>
                  <a:lnTo>
                    <a:pt x="721653" y="147706"/>
                  </a:lnTo>
                  <a:lnTo>
                    <a:pt x="649488" y="131980"/>
                  </a:lnTo>
                  <a:lnTo>
                    <a:pt x="577322" y="116504"/>
                  </a:lnTo>
                  <a:lnTo>
                    <a:pt x="505157" y="101260"/>
                  </a:lnTo>
                  <a:lnTo>
                    <a:pt x="432992" y="86237"/>
                  </a:lnTo>
                  <a:lnTo>
                    <a:pt x="360826" y="71419"/>
                  </a:lnTo>
                  <a:lnTo>
                    <a:pt x="288661" y="56794"/>
                  </a:lnTo>
                  <a:lnTo>
                    <a:pt x="216496" y="42350"/>
                  </a:lnTo>
                  <a:lnTo>
                    <a:pt x="144330" y="28077"/>
                  </a:lnTo>
                  <a:lnTo>
                    <a:pt x="72165" y="13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7927" y="2794166"/>
              <a:ext cx="5701062" cy="1984308"/>
            </a:xfrm>
            <a:custGeom>
              <a:avLst/>
              <a:pathLst>
                <a:path w="5701062" h="1984308">
                  <a:moveTo>
                    <a:pt x="0" y="0"/>
                  </a:moveTo>
                  <a:lnTo>
                    <a:pt x="72165" y="25117"/>
                  </a:lnTo>
                  <a:lnTo>
                    <a:pt x="144330" y="50235"/>
                  </a:lnTo>
                  <a:lnTo>
                    <a:pt x="216496" y="75353"/>
                  </a:lnTo>
                  <a:lnTo>
                    <a:pt x="288661" y="100471"/>
                  </a:lnTo>
                  <a:lnTo>
                    <a:pt x="360826" y="125589"/>
                  </a:lnTo>
                  <a:lnTo>
                    <a:pt x="432992" y="150706"/>
                  </a:lnTo>
                  <a:lnTo>
                    <a:pt x="505157" y="175824"/>
                  </a:lnTo>
                  <a:lnTo>
                    <a:pt x="577322" y="200942"/>
                  </a:lnTo>
                  <a:lnTo>
                    <a:pt x="649488" y="226060"/>
                  </a:lnTo>
                  <a:lnTo>
                    <a:pt x="721653" y="251178"/>
                  </a:lnTo>
                  <a:lnTo>
                    <a:pt x="793818" y="276296"/>
                  </a:lnTo>
                  <a:lnTo>
                    <a:pt x="865984" y="301413"/>
                  </a:lnTo>
                  <a:lnTo>
                    <a:pt x="938149" y="326531"/>
                  </a:lnTo>
                  <a:lnTo>
                    <a:pt x="1010314" y="351649"/>
                  </a:lnTo>
                  <a:lnTo>
                    <a:pt x="1082480" y="376767"/>
                  </a:lnTo>
                  <a:lnTo>
                    <a:pt x="1154645" y="401885"/>
                  </a:lnTo>
                  <a:lnTo>
                    <a:pt x="1226811" y="427003"/>
                  </a:lnTo>
                  <a:lnTo>
                    <a:pt x="1298976" y="452120"/>
                  </a:lnTo>
                  <a:lnTo>
                    <a:pt x="1371141" y="477238"/>
                  </a:lnTo>
                  <a:lnTo>
                    <a:pt x="1443307" y="502356"/>
                  </a:lnTo>
                  <a:lnTo>
                    <a:pt x="1515472" y="527474"/>
                  </a:lnTo>
                  <a:lnTo>
                    <a:pt x="1587637" y="552592"/>
                  </a:lnTo>
                  <a:lnTo>
                    <a:pt x="1659803" y="577710"/>
                  </a:lnTo>
                  <a:lnTo>
                    <a:pt x="1731968" y="602827"/>
                  </a:lnTo>
                  <a:lnTo>
                    <a:pt x="1804133" y="627945"/>
                  </a:lnTo>
                  <a:lnTo>
                    <a:pt x="1876299" y="653063"/>
                  </a:lnTo>
                  <a:lnTo>
                    <a:pt x="1948464" y="678181"/>
                  </a:lnTo>
                  <a:lnTo>
                    <a:pt x="2020629" y="703299"/>
                  </a:lnTo>
                  <a:lnTo>
                    <a:pt x="2092795" y="728416"/>
                  </a:lnTo>
                  <a:lnTo>
                    <a:pt x="2164960" y="753534"/>
                  </a:lnTo>
                  <a:lnTo>
                    <a:pt x="2237125" y="778652"/>
                  </a:lnTo>
                  <a:lnTo>
                    <a:pt x="2309291" y="803770"/>
                  </a:lnTo>
                  <a:lnTo>
                    <a:pt x="2381456" y="828888"/>
                  </a:lnTo>
                  <a:lnTo>
                    <a:pt x="2453622" y="854006"/>
                  </a:lnTo>
                  <a:lnTo>
                    <a:pt x="2525787" y="879123"/>
                  </a:lnTo>
                  <a:lnTo>
                    <a:pt x="2597952" y="904241"/>
                  </a:lnTo>
                  <a:lnTo>
                    <a:pt x="2670118" y="929359"/>
                  </a:lnTo>
                  <a:lnTo>
                    <a:pt x="2742283" y="954477"/>
                  </a:lnTo>
                  <a:lnTo>
                    <a:pt x="2814448" y="979595"/>
                  </a:lnTo>
                  <a:lnTo>
                    <a:pt x="2886614" y="1004713"/>
                  </a:lnTo>
                  <a:lnTo>
                    <a:pt x="2958779" y="1029830"/>
                  </a:lnTo>
                  <a:lnTo>
                    <a:pt x="3030944" y="1054948"/>
                  </a:lnTo>
                  <a:lnTo>
                    <a:pt x="3103110" y="1080066"/>
                  </a:lnTo>
                  <a:lnTo>
                    <a:pt x="3175275" y="1105184"/>
                  </a:lnTo>
                  <a:lnTo>
                    <a:pt x="3247440" y="1130302"/>
                  </a:lnTo>
                  <a:lnTo>
                    <a:pt x="3319606" y="1155420"/>
                  </a:lnTo>
                  <a:lnTo>
                    <a:pt x="3391771" y="1180537"/>
                  </a:lnTo>
                  <a:lnTo>
                    <a:pt x="3463936" y="1205655"/>
                  </a:lnTo>
                  <a:lnTo>
                    <a:pt x="3536102" y="1230773"/>
                  </a:lnTo>
                  <a:lnTo>
                    <a:pt x="3608267" y="1255891"/>
                  </a:lnTo>
                  <a:lnTo>
                    <a:pt x="3680433" y="1281009"/>
                  </a:lnTo>
                  <a:lnTo>
                    <a:pt x="3752598" y="1306126"/>
                  </a:lnTo>
                  <a:lnTo>
                    <a:pt x="3824763" y="1331244"/>
                  </a:lnTo>
                  <a:lnTo>
                    <a:pt x="3896929" y="1356362"/>
                  </a:lnTo>
                  <a:lnTo>
                    <a:pt x="3969094" y="1381480"/>
                  </a:lnTo>
                  <a:lnTo>
                    <a:pt x="4041259" y="1406598"/>
                  </a:lnTo>
                  <a:lnTo>
                    <a:pt x="4113425" y="1431716"/>
                  </a:lnTo>
                  <a:lnTo>
                    <a:pt x="4185590" y="1456833"/>
                  </a:lnTo>
                  <a:lnTo>
                    <a:pt x="4257755" y="1481951"/>
                  </a:lnTo>
                  <a:lnTo>
                    <a:pt x="4329921" y="1507069"/>
                  </a:lnTo>
                  <a:lnTo>
                    <a:pt x="4402086" y="1532187"/>
                  </a:lnTo>
                  <a:lnTo>
                    <a:pt x="4474251" y="1557305"/>
                  </a:lnTo>
                  <a:lnTo>
                    <a:pt x="4546417" y="1582423"/>
                  </a:lnTo>
                  <a:lnTo>
                    <a:pt x="4618582" y="1607540"/>
                  </a:lnTo>
                  <a:lnTo>
                    <a:pt x="4690748" y="1632658"/>
                  </a:lnTo>
                  <a:lnTo>
                    <a:pt x="4762913" y="1657776"/>
                  </a:lnTo>
                  <a:lnTo>
                    <a:pt x="4835078" y="1682894"/>
                  </a:lnTo>
                  <a:lnTo>
                    <a:pt x="4907244" y="1708012"/>
                  </a:lnTo>
                  <a:lnTo>
                    <a:pt x="4979409" y="1733130"/>
                  </a:lnTo>
                  <a:lnTo>
                    <a:pt x="5051574" y="1758247"/>
                  </a:lnTo>
                  <a:lnTo>
                    <a:pt x="5123740" y="1783365"/>
                  </a:lnTo>
                  <a:lnTo>
                    <a:pt x="5195905" y="1808483"/>
                  </a:lnTo>
                  <a:lnTo>
                    <a:pt x="5268070" y="1833601"/>
                  </a:lnTo>
                  <a:lnTo>
                    <a:pt x="5340236" y="1858719"/>
                  </a:lnTo>
                  <a:lnTo>
                    <a:pt x="5412401" y="1883836"/>
                  </a:lnTo>
                  <a:lnTo>
                    <a:pt x="5484566" y="1908954"/>
                  </a:lnTo>
                  <a:lnTo>
                    <a:pt x="5556732" y="1934072"/>
                  </a:lnTo>
                  <a:lnTo>
                    <a:pt x="5628897" y="1959190"/>
                  </a:lnTo>
                  <a:lnTo>
                    <a:pt x="5701062" y="1984308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65352" y="43525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465352" y="4474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465352" y="455665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83935" y="39289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83935" y="42130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483935" y="38313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972528" y="41145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72528" y="372591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72528" y="406180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90543" y="47350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90543" y="43651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90543" y="469959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418959" y="36128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418959" y="39731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8959" y="381693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25383" y="36807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25383" y="39254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5383" y="39197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39774" y="5254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9774" y="522060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157700" y="532696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157700" y="52169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542638" y="3859265"/>
              <a:ext cx="5406607" cy="1270207"/>
            </a:xfrm>
            <a:custGeom>
              <a:avLst/>
              <a:pathLst>
                <a:path w="5406607" h="1270207">
                  <a:moveTo>
                    <a:pt x="0" y="0"/>
                  </a:moveTo>
                  <a:lnTo>
                    <a:pt x="68438" y="11903"/>
                  </a:lnTo>
                  <a:lnTo>
                    <a:pt x="136876" y="23699"/>
                  </a:lnTo>
                  <a:lnTo>
                    <a:pt x="205314" y="35381"/>
                  </a:lnTo>
                  <a:lnTo>
                    <a:pt x="273752" y="46940"/>
                  </a:lnTo>
                  <a:lnTo>
                    <a:pt x="342190" y="58371"/>
                  </a:lnTo>
                  <a:lnTo>
                    <a:pt x="410628" y="69665"/>
                  </a:lnTo>
                  <a:lnTo>
                    <a:pt x="479066" y="80813"/>
                  </a:lnTo>
                  <a:lnTo>
                    <a:pt x="547504" y="91806"/>
                  </a:lnTo>
                  <a:lnTo>
                    <a:pt x="615942" y="102635"/>
                  </a:lnTo>
                  <a:lnTo>
                    <a:pt x="684380" y="113291"/>
                  </a:lnTo>
                  <a:lnTo>
                    <a:pt x="752818" y="123761"/>
                  </a:lnTo>
                  <a:lnTo>
                    <a:pt x="821256" y="134036"/>
                  </a:lnTo>
                  <a:lnTo>
                    <a:pt x="889694" y="144103"/>
                  </a:lnTo>
                  <a:lnTo>
                    <a:pt x="958133" y="153951"/>
                  </a:lnTo>
                  <a:lnTo>
                    <a:pt x="1026571" y="163567"/>
                  </a:lnTo>
                  <a:lnTo>
                    <a:pt x="1095009" y="172939"/>
                  </a:lnTo>
                  <a:lnTo>
                    <a:pt x="1163447" y="182052"/>
                  </a:lnTo>
                  <a:lnTo>
                    <a:pt x="1231885" y="190893"/>
                  </a:lnTo>
                  <a:lnTo>
                    <a:pt x="1300323" y="199450"/>
                  </a:lnTo>
                  <a:lnTo>
                    <a:pt x="1368761" y="207708"/>
                  </a:lnTo>
                  <a:lnTo>
                    <a:pt x="1437199" y="215655"/>
                  </a:lnTo>
                  <a:lnTo>
                    <a:pt x="1505637" y="223277"/>
                  </a:lnTo>
                  <a:lnTo>
                    <a:pt x="1574075" y="230563"/>
                  </a:lnTo>
                  <a:lnTo>
                    <a:pt x="1642513" y="237500"/>
                  </a:lnTo>
                  <a:lnTo>
                    <a:pt x="1710951" y="244078"/>
                  </a:lnTo>
                  <a:lnTo>
                    <a:pt x="1779389" y="250287"/>
                  </a:lnTo>
                  <a:lnTo>
                    <a:pt x="1847827" y="256120"/>
                  </a:lnTo>
                  <a:lnTo>
                    <a:pt x="1916266" y="261569"/>
                  </a:lnTo>
                  <a:lnTo>
                    <a:pt x="1984704" y="266630"/>
                  </a:lnTo>
                  <a:lnTo>
                    <a:pt x="2053142" y="271299"/>
                  </a:lnTo>
                  <a:lnTo>
                    <a:pt x="2121580" y="275575"/>
                  </a:lnTo>
                  <a:lnTo>
                    <a:pt x="2190018" y="279459"/>
                  </a:lnTo>
                  <a:lnTo>
                    <a:pt x="2258456" y="282953"/>
                  </a:lnTo>
                  <a:lnTo>
                    <a:pt x="2326894" y="286061"/>
                  </a:lnTo>
                  <a:lnTo>
                    <a:pt x="2395332" y="288788"/>
                  </a:lnTo>
                  <a:lnTo>
                    <a:pt x="2463770" y="291144"/>
                  </a:lnTo>
                  <a:lnTo>
                    <a:pt x="2532208" y="293135"/>
                  </a:lnTo>
                  <a:lnTo>
                    <a:pt x="2600646" y="294773"/>
                  </a:lnTo>
                  <a:lnTo>
                    <a:pt x="2669084" y="296069"/>
                  </a:lnTo>
                  <a:lnTo>
                    <a:pt x="2737522" y="297035"/>
                  </a:lnTo>
                  <a:lnTo>
                    <a:pt x="2805960" y="297682"/>
                  </a:lnTo>
                  <a:lnTo>
                    <a:pt x="2874399" y="298026"/>
                  </a:lnTo>
                  <a:lnTo>
                    <a:pt x="2942837" y="298078"/>
                  </a:lnTo>
                  <a:lnTo>
                    <a:pt x="3011275" y="297852"/>
                  </a:lnTo>
                  <a:lnTo>
                    <a:pt x="3079713" y="297362"/>
                  </a:lnTo>
                  <a:lnTo>
                    <a:pt x="3148151" y="296622"/>
                  </a:lnTo>
                  <a:lnTo>
                    <a:pt x="3216589" y="295643"/>
                  </a:lnTo>
                  <a:lnTo>
                    <a:pt x="3285027" y="294439"/>
                  </a:lnTo>
                  <a:lnTo>
                    <a:pt x="3353465" y="293022"/>
                  </a:lnTo>
                  <a:lnTo>
                    <a:pt x="3421903" y="291404"/>
                  </a:lnTo>
                  <a:lnTo>
                    <a:pt x="3490341" y="289597"/>
                  </a:lnTo>
                  <a:lnTo>
                    <a:pt x="3558779" y="287610"/>
                  </a:lnTo>
                  <a:lnTo>
                    <a:pt x="3627217" y="285455"/>
                  </a:lnTo>
                  <a:lnTo>
                    <a:pt x="3695655" y="283140"/>
                  </a:lnTo>
                  <a:lnTo>
                    <a:pt x="3764093" y="280677"/>
                  </a:lnTo>
                  <a:lnTo>
                    <a:pt x="3832532" y="278072"/>
                  </a:lnTo>
                  <a:lnTo>
                    <a:pt x="3900970" y="275334"/>
                  </a:lnTo>
                  <a:lnTo>
                    <a:pt x="3969408" y="272472"/>
                  </a:lnTo>
                  <a:lnTo>
                    <a:pt x="4037846" y="269491"/>
                  </a:lnTo>
                  <a:lnTo>
                    <a:pt x="4106284" y="266400"/>
                  </a:lnTo>
                  <a:lnTo>
                    <a:pt x="4174722" y="263204"/>
                  </a:lnTo>
                  <a:lnTo>
                    <a:pt x="4243160" y="259909"/>
                  </a:lnTo>
                  <a:lnTo>
                    <a:pt x="4311598" y="256522"/>
                  </a:lnTo>
                  <a:lnTo>
                    <a:pt x="4380036" y="253047"/>
                  </a:lnTo>
                  <a:lnTo>
                    <a:pt x="4448474" y="249489"/>
                  </a:lnTo>
                  <a:lnTo>
                    <a:pt x="4516912" y="245852"/>
                  </a:lnTo>
                  <a:lnTo>
                    <a:pt x="4585350" y="242142"/>
                  </a:lnTo>
                  <a:lnTo>
                    <a:pt x="4653788" y="238362"/>
                  </a:lnTo>
                  <a:lnTo>
                    <a:pt x="4722226" y="234516"/>
                  </a:lnTo>
                  <a:lnTo>
                    <a:pt x="4790665" y="230607"/>
                  </a:lnTo>
                  <a:lnTo>
                    <a:pt x="4859103" y="226639"/>
                  </a:lnTo>
                  <a:lnTo>
                    <a:pt x="4927541" y="222615"/>
                  </a:lnTo>
                  <a:lnTo>
                    <a:pt x="4995979" y="218537"/>
                  </a:lnTo>
                  <a:lnTo>
                    <a:pt x="5064417" y="214409"/>
                  </a:lnTo>
                  <a:lnTo>
                    <a:pt x="5132855" y="210233"/>
                  </a:lnTo>
                  <a:lnTo>
                    <a:pt x="5201293" y="206012"/>
                  </a:lnTo>
                  <a:lnTo>
                    <a:pt x="5269731" y="201747"/>
                  </a:lnTo>
                  <a:lnTo>
                    <a:pt x="5338169" y="197441"/>
                  </a:lnTo>
                  <a:lnTo>
                    <a:pt x="5406607" y="193096"/>
                  </a:lnTo>
                  <a:lnTo>
                    <a:pt x="5406607" y="1270207"/>
                  </a:lnTo>
                  <a:lnTo>
                    <a:pt x="5338169" y="1257098"/>
                  </a:lnTo>
                  <a:lnTo>
                    <a:pt x="5269731" y="1244029"/>
                  </a:lnTo>
                  <a:lnTo>
                    <a:pt x="5201293" y="1231001"/>
                  </a:lnTo>
                  <a:lnTo>
                    <a:pt x="5132855" y="1218016"/>
                  </a:lnTo>
                  <a:lnTo>
                    <a:pt x="5064417" y="1205077"/>
                  </a:lnTo>
                  <a:lnTo>
                    <a:pt x="4995979" y="1192186"/>
                  </a:lnTo>
                  <a:lnTo>
                    <a:pt x="4927541" y="1179345"/>
                  </a:lnTo>
                  <a:lnTo>
                    <a:pt x="4859103" y="1166557"/>
                  </a:lnTo>
                  <a:lnTo>
                    <a:pt x="4790665" y="1153826"/>
                  </a:lnTo>
                  <a:lnTo>
                    <a:pt x="4722226" y="1141154"/>
                  </a:lnTo>
                  <a:lnTo>
                    <a:pt x="4653788" y="1128545"/>
                  </a:lnTo>
                  <a:lnTo>
                    <a:pt x="4585350" y="1116001"/>
                  </a:lnTo>
                  <a:lnTo>
                    <a:pt x="4516912" y="1103528"/>
                  </a:lnTo>
                  <a:lnTo>
                    <a:pt x="4448474" y="1091128"/>
                  </a:lnTo>
                  <a:lnTo>
                    <a:pt x="4380036" y="1078807"/>
                  </a:lnTo>
                  <a:lnTo>
                    <a:pt x="4311598" y="1066569"/>
                  </a:lnTo>
                  <a:lnTo>
                    <a:pt x="4243160" y="1054418"/>
                  </a:lnTo>
                  <a:lnTo>
                    <a:pt x="4174722" y="1042360"/>
                  </a:lnTo>
                  <a:lnTo>
                    <a:pt x="4106284" y="1030401"/>
                  </a:lnTo>
                  <a:lnTo>
                    <a:pt x="4037846" y="1018546"/>
                  </a:lnTo>
                  <a:lnTo>
                    <a:pt x="3969408" y="1006803"/>
                  </a:lnTo>
                  <a:lnTo>
                    <a:pt x="3900970" y="995177"/>
                  </a:lnTo>
                  <a:lnTo>
                    <a:pt x="3832532" y="983676"/>
                  </a:lnTo>
                  <a:lnTo>
                    <a:pt x="3764093" y="972308"/>
                  </a:lnTo>
                  <a:lnTo>
                    <a:pt x="3695655" y="961081"/>
                  </a:lnTo>
                  <a:lnTo>
                    <a:pt x="3627217" y="950004"/>
                  </a:lnTo>
                  <a:lnTo>
                    <a:pt x="3558779" y="939085"/>
                  </a:lnTo>
                  <a:lnTo>
                    <a:pt x="3490341" y="928335"/>
                  </a:lnTo>
                  <a:lnTo>
                    <a:pt x="3421903" y="917764"/>
                  </a:lnTo>
                  <a:lnTo>
                    <a:pt x="3353465" y="907383"/>
                  </a:lnTo>
                  <a:lnTo>
                    <a:pt x="3285027" y="897203"/>
                  </a:lnTo>
                  <a:lnTo>
                    <a:pt x="3216589" y="887236"/>
                  </a:lnTo>
                  <a:lnTo>
                    <a:pt x="3148151" y="877494"/>
                  </a:lnTo>
                  <a:lnTo>
                    <a:pt x="3079713" y="867990"/>
                  </a:lnTo>
                  <a:lnTo>
                    <a:pt x="3011275" y="858737"/>
                  </a:lnTo>
                  <a:lnTo>
                    <a:pt x="2942837" y="849748"/>
                  </a:lnTo>
                  <a:lnTo>
                    <a:pt x="2874399" y="841037"/>
                  </a:lnTo>
                  <a:lnTo>
                    <a:pt x="2805960" y="832617"/>
                  </a:lnTo>
                  <a:lnTo>
                    <a:pt x="2737522" y="824502"/>
                  </a:lnTo>
                  <a:lnTo>
                    <a:pt x="2669084" y="816704"/>
                  </a:lnTo>
                  <a:lnTo>
                    <a:pt x="2600646" y="809237"/>
                  </a:lnTo>
                  <a:lnTo>
                    <a:pt x="2532208" y="802112"/>
                  </a:lnTo>
                  <a:lnTo>
                    <a:pt x="2463770" y="795340"/>
                  </a:lnTo>
                  <a:lnTo>
                    <a:pt x="2395332" y="788932"/>
                  </a:lnTo>
                  <a:lnTo>
                    <a:pt x="2326894" y="782896"/>
                  </a:lnTo>
                  <a:lnTo>
                    <a:pt x="2258456" y="777241"/>
                  </a:lnTo>
                  <a:lnTo>
                    <a:pt x="2190018" y="771972"/>
                  </a:lnTo>
                  <a:lnTo>
                    <a:pt x="2121580" y="767092"/>
                  </a:lnTo>
                  <a:lnTo>
                    <a:pt x="2053142" y="762605"/>
                  </a:lnTo>
                  <a:lnTo>
                    <a:pt x="1984704" y="758511"/>
                  </a:lnTo>
                  <a:lnTo>
                    <a:pt x="1916266" y="754809"/>
                  </a:lnTo>
                  <a:lnTo>
                    <a:pt x="1847827" y="751495"/>
                  </a:lnTo>
                  <a:lnTo>
                    <a:pt x="1779389" y="748564"/>
                  </a:lnTo>
                  <a:lnTo>
                    <a:pt x="1710951" y="746010"/>
                  </a:lnTo>
                  <a:lnTo>
                    <a:pt x="1642513" y="743825"/>
                  </a:lnTo>
                  <a:lnTo>
                    <a:pt x="1574075" y="741999"/>
                  </a:lnTo>
                  <a:lnTo>
                    <a:pt x="1505637" y="740521"/>
                  </a:lnTo>
                  <a:lnTo>
                    <a:pt x="1437199" y="739380"/>
                  </a:lnTo>
                  <a:lnTo>
                    <a:pt x="1368761" y="738564"/>
                  </a:lnTo>
                  <a:lnTo>
                    <a:pt x="1300323" y="738059"/>
                  </a:lnTo>
                  <a:lnTo>
                    <a:pt x="1231885" y="737852"/>
                  </a:lnTo>
                  <a:lnTo>
                    <a:pt x="1163447" y="737931"/>
                  </a:lnTo>
                  <a:lnTo>
                    <a:pt x="1095009" y="738281"/>
                  </a:lnTo>
                  <a:lnTo>
                    <a:pt x="1026571" y="738888"/>
                  </a:lnTo>
                  <a:lnTo>
                    <a:pt x="958133" y="739741"/>
                  </a:lnTo>
                  <a:lnTo>
                    <a:pt x="889694" y="740826"/>
                  </a:lnTo>
                  <a:lnTo>
                    <a:pt x="821256" y="742130"/>
                  </a:lnTo>
                  <a:lnTo>
                    <a:pt x="752818" y="743642"/>
                  </a:lnTo>
                  <a:lnTo>
                    <a:pt x="684380" y="745349"/>
                  </a:lnTo>
                  <a:lnTo>
                    <a:pt x="615942" y="747241"/>
                  </a:lnTo>
                  <a:lnTo>
                    <a:pt x="547504" y="749307"/>
                  </a:lnTo>
                  <a:lnTo>
                    <a:pt x="479066" y="751538"/>
                  </a:lnTo>
                  <a:lnTo>
                    <a:pt x="410628" y="753922"/>
                  </a:lnTo>
                  <a:lnTo>
                    <a:pt x="342190" y="756453"/>
                  </a:lnTo>
                  <a:lnTo>
                    <a:pt x="273752" y="759120"/>
                  </a:lnTo>
                  <a:lnTo>
                    <a:pt x="205314" y="761917"/>
                  </a:lnTo>
                  <a:lnTo>
                    <a:pt x="136876" y="764835"/>
                  </a:lnTo>
                  <a:lnTo>
                    <a:pt x="68438" y="767867"/>
                  </a:lnTo>
                  <a:lnTo>
                    <a:pt x="0" y="771008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542638" y="3859265"/>
              <a:ext cx="5406607" cy="298078"/>
            </a:xfrm>
            <a:custGeom>
              <a:avLst/>
              <a:pathLst>
                <a:path w="5406607" h="298078">
                  <a:moveTo>
                    <a:pt x="0" y="0"/>
                  </a:moveTo>
                  <a:lnTo>
                    <a:pt x="68438" y="11903"/>
                  </a:lnTo>
                  <a:lnTo>
                    <a:pt x="136876" y="23699"/>
                  </a:lnTo>
                  <a:lnTo>
                    <a:pt x="205314" y="35381"/>
                  </a:lnTo>
                  <a:lnTo>
                    <a:pt x="273752" y="46940"/>
                  </a:lnTo>
                  <a:lnTo>
                    <a:pt x="342190" y="58371"/>
                  </a:lnTo>
                  <a:lnTo>
                    <a:pt x="410628" y="69665"/>
                  </a:lnTo>
                  <a:lnTo>
                    <a:pt x="479066" y="80813"/>
                  </a:lnTo>
                  <a:lnTo>
                    <a:pt x="547504" y="91806"/>
                  </a:lnTo>
                  <a:lnTo>
                    <a:pt x="615942" y="102635"/>
                  </a:lnTo>
                  <a:lnTo>
                    <a:pt x="684380" y="113291"/>
                  </a:lnTo>
                  <a:lnTo>
                    <a:pt x="752818" y="123761"/>
                  </a:lnTo>
                  <a:lnTo>
                    <a:pt x="821256" y="134036"/>
                  </a:lnTo>
                  <a:lnTo>
                    <a:pt x="889694" y="144103"/>
                  </a:lnTo>
                  <a:lnTo>
                    <a:pt x="958133" y="153951"/>
                  </a:lnTo>
                  <a:lnTo>
                    <a:pt x="1026571" y="163567"/>
                  </a:lnTo>
                  <a:lnTo>
                    <a:pt x="1095009" y="172939"/>
                  </a:lnTo>
                  <a:lnTo>
                    <a:pt x="1163447" y="182052"/>
                  </a:lnTo>
                  <a:lnTo>
                    <a:pt x="1231885" y="190893"/>
                  </a:lnTo>
                  <a:lnTo>
                    <a:pt x="1300323" y="199450"/>
                  </a:lnTo>
                  <a:lnTo>
                    <a:pt x="1368761" y="207708"/>
                  </a:lnTo>
                  <a:lnTo>
                    <a:pt x="1437199" y="215655"/>
                  </a:lnTo>
                  <a:lnTo>
                    <a:pt x="1505637" y="223277"/>
                  </a:lnTo>
                  <a:lnTo>
                    <a:pt x="1574075" y="230563"/>
                  </a:lnTo>
                  <a:lnTo>
                    <a:pt x="1642513" y="237500"/>
                  </a:lnTo>
                  <a:lnTo>
                    <a:pt x="1710951" y="244078"/>
                  </a:lnTo>
                  <a:lnTo>
                    <a:pt x="1779389" y="250287"/>
                  </a:lnTo>
                  <a:lnTo>
                    <a:pt x="1847827" y="256120"/>
                  </a:lnTo>
                  <a:lnTo>
                    <a:pt x="1916266" y="261569"/>
                  </a:lnTo>
                  <a:lnTo>
                    <a:pt x="1984704" y="266630"/>
                  </a:lnTo>
                  <a:lnTo>
                    <a:pt x="2053142" y="271299"/>
                  </a:lnTo>
                  <a:lnTo>
                    <a:pt x="2121580" y="275575"/>
                  </a:lnTo>
                  <a:lnTo>
                    <a:pt x="2190018" y="279459"/>
                  </a:lnTo>
                  <a:lnTo>
                    <a:pt x="2258456" y="282953"/>
                  </a:lnTo>
                  <a:lnTo>
                    <a:pt x="2326894" y="286061"/>
                  </a:lnTo>
                  <a:lnTo>
                    <a:pt x="2395332" y="288788"/>
                  </a:lnTo>
                  <a:lnTo>
                    <a:pt x="2463770" y="291144"/>
                  </a:lnTo>
                  <a:lnTo>
                    <a:pt x="2532208" y="293135"/>
                  </a:lnTo>
                  <a:lnTo>
                    <a:pt x="2600646" y="294773"/>
                  </a:lnTo>
                  <a:lnTo>
                    <a:pt x="2669084" y="296069"/>
                  </a:lnTo>
                  <a:lnTo>
                    <a:pt x="2737522" y="297035"/>
                  </a:lnTo>
                  <a:lnTo>
                    <a:pt x="2805960" y="297682"/>
                  </a:lnTo>
                  <a:lnTo>
                    <a:pt x="2874399" y="298026"/>
                  </a:lnTo>
                  <a:lnTo>
                    <a:pt x="2942837" y="298078"/>
                  </a:lnTo>
                  <a:lnTo>
                    <a:pt x="3011275" y="297852"/>
                  </a:lnTo>
                  <a:lnTo>
                    <a:pt x="3079713" y="297362"/>
                  </a:lnTo>
                  <a:lnTo>
                    <a:pt x="3148151" y="296622"/>
                  </a:lnTo>
                  <a:lnTo>
                    <a:pt x="3216589" y="295643"/>
                  </a:lnTo>
                  <a:lnTo>
                    <a:pt x="3285027" y="294439"/>
                  </a:lnTo>
                  <a:lnTo>
                    <a:pt x="3353465" y="293022"/>
                  </a:lnTo>
                  <a:lnTo>
                    <a:pt x="3421903" y="291404"/>
                  </a:lnTo>
                  <a:lnTo>
                    <a:pt x="3490341" y="289597"/>
                  </a:lnTo>
                  <a:lnTo>
                    <a:pt x="3558779" y="287610"/>
                  </a:lnTo>
                  <a:lnTo>
                    <a:pt x="3627217" y="285455"/>
                  </a:lnTo>
                  <a:lnTo>
                    <a:pt x="3695655" y="283140"/>
                  </a:lnTo>
                  <a:lnTo>
                    <a:pt x="3764093" y="280677"/>
                  </a:lnTo>
                  <a:lnTo>
                    <a:pt x="3832532" y="278072"/>
                  </a:lnTo>
                  <a:lnTo>
                    <a:pt x="3900970" y="275334"/>
                  </a:lnTo>
                  <a:lnTo>
                    <a:pt x="3969408" y="272472"/>
                  </a:lnTo>
                  <a:lnTo>
                    <a:pt x="4037846" y="269491"/>
                  </a:lnTo>
                  <a:lnTo>
                    <a:pt x="4106284" y="266400"/>
                  </a:lnTo>
                  <a:lnTo>
                    <a:pt x="4174722" y="263204"/>
                  </a:lnTo>
                  <a:lnTo>
                    <a:pt x="4243160" y="259909"/>
                  </a:lnTo>
                  <a:lnTo>
                    <a:pt x="4311598" y="256522"/>
                  </a:lnTo>
                  <a:lnTo>
                    <a:pt x="4380036" y="253047"/>
                  </a:lnTo>
                  <a:lnTo>
                    <a:pt x="4448474" y="249489"/>
                  </a:lnTo>
                  <a:lnTo>
                    <a:pt x="4516912" y="245852"/>
                  </a:lnTo>
                  <a:lnTo>
                    <a:pt x="4585350" y="242142"/>
                  </a:lnTo>
                  <a:lnTo>
                    <a:pt x="4653788" y="238362"/>
                  </a:lnTo>
                  <a:lnTo>
                    <a:pt x="4722226" y="234516"/>
                  </a:lnTo>
                  <a:lnTo>
                    <a:pt x="4790665" y="230607"/>
                  </a:lnTo>
                  <a:lnTo>
                    <a:pt x="4859103" y="226639"/>
                  </a:lnTo>
                  <a:lnTo>
                    <a:pt x="4927541" y="222615"/>
                  </a:lnTo>
                  <a:lnTo>
                    <a:pt x="4995979" y="218537"/>
                  </a:lnTo>
                  <a:lnTo>
                    <a:pt x="5064417" y="214409"/>
                  </a:lnTo>
                  <a:lnTo>
                    <a:pt x="5132855" y="210233"/>
                  </a:lnTo>
                  <a:lnTo>
                    <a:pt x="5201293" y="206012"/>
                  </a:lnTo>
                  <a:lnTo>
                    <a:pt x="5269731" y="201747"/>
                  </a:lnTo>
                  <a:lnTo>
                    <a:pt x="5338169" y="197441"/>
                  </a:lnTo>
                  <a:lnTo>
                    <a:pt x="5406607" y="1930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542638" y="4597118"/>
              <a:ext cx="5406607" cy="532354"/>
            </a:xfrm>
            <a:custGeom>
              <a:avLst/>
              <a:pathLst>
                <a:path w="5406607" h="532354">
                  <a:moveTo>
                    <a:pt x="5406607" y="532354"/>
                  </a:moveTo>
                  <a:lnTo>
                    <a:pt x="5338169" y="519245"/>
                  </a:lnTo>
                  <a:lnTo>
                    <a:pt x="5269731" y="506176"/>
                  </a:lnTo>
                  <a:lnTo>
                    <a:pt x="5201293" y="493148"/>
                  </a:lnTo>
                  <a:lnTo>
                    <a:pt x="5132855" y="480163"/>
                  </a:lnTo>
                  <a:lnTo>
                    <a:pt x="5064417" y="467224"/>
                  </a:lnTo>
                  <a:lnTo>
                    <a:pt x="4995979" y="454333"/>
                  </a:lnTo>
                  <a:lnTo>
                    <a:pt x="4927541" y="441492"/>
                  </a:lnTo>
                  <a:lnTo>
                    <a:pt x="4859103" y="428705"/>
                  </a:lnTo>
                  <a:lnTo>
                    <a:pt x="4790665" y="415973"/>
                  </a:lnTo>
                  <a:lnTo>
                    <a:pt x="4722226" y="403301"/>
                  </a:lnTo>
                  <a:lnTo>
                    <a:pt x="4653788" y="390692"/>
                  </a:lnTo>
                  <a:lnTo>
                    <a:pt x="4585350" y="378149"/>
                  </a:lnTo>
                  <a:lnTo>
                    <a:pt x="4516912" y="365675"/>
                  </a:lnTo>
                  <a:lnTo>
                    <a:pt x="4448474" y="353276"/>
                  </a:lnTo>
                  <a:lnTo>
                    <a:pt x="4380036" y="340954"/>
                  </a:lnTo>
                  <a:lnTo>
                    <a:pt x="4311598" y="328716"/>
                  </a:lnTo>
                  <a:lnTo>
                    <a:pt x="4243160" y="316565"/>
                  </a:lnTo>
                  <a:lnTo>
                    <a:pt x="4174722" y="304507"/>
                  </a:lnTo>
                  <a:lnTo>
                    <a:pt x="4106284" y="292548"/>
                  </a:lnTo>
                  <a:lnTo>
                    <a:pt x="4037846" y="280694"/>
                  </a:lnTo>
                  <a:lnTo>
                    <a:pt x="3969408" y="268950"/>
                  </a:lnTo>
                  <a:lnTo>
                    <a:pt x="3900970" y="257324"/>
                  </a:lnTo>
                  <a:lnTo>
                    <a:pt x="3832532" y="245823"/>
                  </a:lnTo>
                  <a:lnTo>
                    <a:pt x="3764093" y="234455"/>
                  </a:lnTo>
                  <a:lnTo>
                    <a:pt x="3695655" y="223228"/>
                  </a:lnTo>
                  <a:lnTo>
                    <a:pt x="3627217" y="212151"/>
                  </a:lnTo>
                  <a:lnTo>
                    <a:pt x="3558779" y="201232"/>
                  </a:lnTo>
                  <a:lnTo>
                    <a:pt x="3490341" y="190483"/>
                  </a:lnTo>
                  <a:lnTo>
                    <a:pt x="3421903" y="179912"/>
                  </a:lnTo>
                  <a:lnTo>
                    <a:pt x="3353465" y="169531"/>
                  </a:lnTo>
                  <a:lnTo>
                    <a:pt x="3285027" y="159350"/>
                  </a:lnTo>
                  <a:lnTo>
                    <a:pt x="3216589" y="149383"/>
                  </a:lnTo>
                  <a:lnTo>
                    <a:pt x="3148151" y="139641"/>
                  </a:lnTo>
                  <a:lnTo>
                    <a:pt x="3079713" y="130137"/>
                  </a:lnTo>
                  <a:lnTo>
                    <a:pt x="3011275" y="120884"/>
                  </a:lnTo>
                  <a:lnTo>
                    <a:pt x="2942837" y="111896"/>
                  </a:lnTo>
                  <a:lnTo>
                    <a:pt x="2874399" y="103184"/>
                  </a:lnTo>
                  <a:lnTo>
                    <a:pt x="2805960" y="94764"/>
                  </a:lnTo>
                  <a:lnTo>
                    <a:pt x="2737522" y="86649"/>
                  </a:lnTo>
                  <a:lnTo>
                    <a:pt x="2669084" y="78851"/>
                  </a:lnTo>
                  <a:lnTo>
                    <a:pt x="2600646" y="71384"/>
                  </a:lnTo>
                  <a:lnTo>
                    <a:pt x="2532208" y="64259"/>
                  </a:lnTo>
                  <a:lnTo>
                    <a:pt x="2463770" y="57487"/>
                  </a:lnTo>
                  <a:lnTo>
                    <a:pt x="2395332" y="51079"/>
                  </a:lnTo>
                  <a:lnTo>
                    <a:pt x="2326894" y="45044"/>
                  </a:lnTo>
                  <a:lnTo>
                    <a:pt x="2258456" y="39388"/>
                  </a:lnTo>
                  <a:lnTo>
                    <a:pt x="2190018" y="34119"/>
                  </a:lnTo>
                  <a:lnTo>
                    <a:pt x="2121580" y="29239"/>
                  </a:lnTo>
                  <a:lnTo>
                    <a:pt x="2053142" y="24752"/>
                  </a:lnTo>
                  <a:lnTo>
                    <a:pt x="1984704" y="20658"/>
                  </a:lnTo>
                  <a:lnTo>
                    <a:pt x="1916266" y="16956"/>
                  </a:lnTo>
                  <a:lnTo>
                    <a:pt x="1847827" y="13642"/>
                  </a:lnTo>
                  <a:lnTo>
                    <a:pt x="1779389" y="10711"/>
                  </a:lnTo>
                  <a:lnTo>
                    <a:pt x="1710951" y="8158"/>
                  </a:lnTo>
                  <a:lnTo>
                    <a:pt x="1642513" y="5972"/>
                  </a:lnTo>
                  <a:lnTo>
                    <a:pt x="1574075" y="4146"/>
                  </a:lnTo>
                  <a:lnTo>
                    <a:pt x="1505637" y="2668"/>
                  </a:lnTo>
                  <a:lnTo>
                    <a:pt x="1437199" y="1527"/>
                  </a:lnTo>
                  <a:lnTo>
                    <a:pt x="1368761" y="711"/>
                  </a:lnTo>
                  <a:lnTo>
                    <a:pt x="1300323" y="206"/>
                  </a:lnTo>
                  <a:lnTo>
                    <a:pt x="1231885" y="0"/>
                  </a:lnTo>
                  <a:lnTo>
                    <a:pt x="1163447" y="78"/>
                  </a:lnTo>
                  <a:lnTo>
                    <a:pt x="1095009" y="428"/>
                  </a:lnTo>
                  <a:lnTo>
                    <a:pt x="1026571" y="1036"/>
                  </a:lnTo>
                  <a:lnTo>
                    <a:pt x="958133" y="1889"/>
                  </a:lnTo>
                  <a:lnTo>
                    <a:pt x="889694" y="2973"/>
                  </a:lnTo>
                  <a:lnTo>
                    <a:pt x="821256" y="4277"/>
                  </a:lnTo>
                  <a:lnTo>
                    <a:pt x="752818" y="5789"/>
                  </a:lnTo>
                  <a:lnTo>
                    <a:pt x="684380" y="7496"/>
                  </a:lnTo>
                  <a:lnTo>
                    <a:pt x="615942" y="9388"/>
                  </a:lnTo>
                  <a:lnTo>
                    <a:pt x="547504" y="11455"/>
                  </a:lnTo>
                  <a:lnTo>
                    <a:pt x="479066" y="13685"/>
                  </a:lnTo>
                  <a:lnTo>
                    <a:pt x="410628" y="16070"/>
                  </a:lnTo>
                  <a:lnTo>
                    <a:pt x="342190" y="18600"/>
                  </a:lnTo>
                  <a:lnTo>
                    <a:pt x="273752" y="21267"/>
                  </a:lnTo>
                  <a:lnTo>
                    <a:pt x="205314" y="24064"/>
                  </a:lnTo>
                  <a:lnTo>
                    <a:pt x="136876" y="26982"/>
                  </a:lnTo>
                  <a:lnTo>
                    <a:pt x="68438" y="30015"/>
                  </a:lnTo>
                  <a:lnTo>
                    <a:pt x="0" y="33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542638" y="4244770"/>
              <a:ext cx="5406607" cy="346147"/>
            </a:xfrm>
            <a:custGeom>
              <a:avLst/>
              <a:pathLst>
                <a:path w="5406607" h="346147">
                  <a:moveTo>
                    <a:pt x="0" y="0"/>
                  </a:moveTo>
                  <a:lnTo>
                    <a:pt x="68438" y="4381"/>
                  </a:lnTo>
                  <a:lnTo>
                    <a:pt x="136876" y="8763"/>
                  </a:lnTo>
                  <a:lnTo>
                    <a:pt x="205314" y="13144"/>
                  </a:lnTo>
                  <a:lnTo>
                    <a:pt x="273752" y="17526"/>
                  </a:lnTo>
                  <a:lnTo>
                    <a:pt x="342190" y="21908"/>
                  </a:lnTo>
                  <a:lnTo>
                    <a:pt x="410628" y="26289"/>
                  </a:lnTo>
                  <a:lnTo>
                    <a:pt x="479066" y="30671"/>
                  </a:lnTo>
                  <a:lnTo>
                    <a:pt x="547504" y="35052"/>
                  </a:lnTo>
                  <a:lnTo>
                    <a:pt x="615942" y="39434"/>
                  </a:lnTo>
                  <a:lnTo>
                    <a:pt x="684380" y="43816"/>
                  </a:lnTo>
                  <a:lnTo>
                    <a:pt x="752818" y="48197"/>
                  </a:lnTo>
                  <a:lnTo>
                    <a:pt x="821256" y="52579"/>
                  </a:lnTo>
                  <a:lnTo>
                    <a:pt x="889694" y="56960"/>
                  </a:lnTo>
                  <a:lnTo>
                    <a:pt x="958133" y="61342"/>
                  </a:lnTo>
                  <a:lnTo>
                    <a:pt x="1026571" y="65724"/>
                  </a:lnTo>
                  <a:lnTo>
                    <a:pt x="1095009" y="70105"/>
                  </a:lnTo>
                  <a:lnTo>
                    <a:pt x="1163447" y="74487"/>
                  </a:lnTo>
                  <a:lnTo>
                    <a:pt x="1231885" y="78869"/>
                  </a:lnTo>
                  <a:lnTo>
                    <a:pt x="1300323" y="83250"/>
                  </a:lnTo>
                  <a:lnTo>
                    <a:pt x="1368761" y="87632"/>
                  </a:lnTo>
                  <a:lnTo>
                    <a:pt x="1437199" y="92013"/>
                  </a:lnTo>
                  <a:lnTo>
                    <a:pt x="1505637" y="96395"/>
                  </a:lnTo>
                  <a:lnTo>
                    <a:pt x="1574075" y="100777"/>
                  </a:lnTo>
                  <a:lnTo>
                    <a:pt x="1642513" y="105158"/>
                  </a:lnTo>
                  <a:lnTo>
                    <a:pt x="1710951" y="109540"/>
                  </a:lnTo>
                  <a:lnTo>
                    <a:pt x="1779389" y="113921"/>
                  </a:lnTo>
                  <a:lnTo>
                    <a:pt x="1847827" y="118303"/>
                  </a:lnTo>
                  <a:lnTo>
                    <a:pt x="1916266" y="122685"/>
                  </a:lnTo>
                  <a:lnTo>
                    <a:pt x="1984704" y="127066"/>
                  </a:lnTo>
                  <a:lnTo>
                    <a:pt x="2053142" y="131448"/>
                  </a:lnTo>
                  <a:lnTo>
                    <a:pt x="2121580" y="135829"/>
                  </a:lnTo>
                  <a:lnTo>
                    <a:pt x="2190018" y="140211"/>
                  </a:lnTo>
                  <a:lnTo>
                    <a:pt x="2258456" y="144593"/>
                  </a:lnTo>
                  <a:lnTo>
                    <a:pt x="2326894" y="148974"/>
                  </a:lnTo>
                  <a:lnTo>
                    <a:pt x="2395332" y="153356"/>
                  </a:lnTo>
                  <a:lnTo>
                    <a:pt x="2463770" y="157738"/>
                  </a:lnTo>
                  <a:lnTo>
                    <a:pt x="2532208" y="162119"/>
                  </a:lnTo>
                  <a:lnTo>
                    <a:pt x="2600646" y="166501"/>
                  </a:lnTo>
                  <a:lnTo>
                    <a:pt x="2669084" y="170882"/>
                  </a:lnTo>
                  <a:lnTo>
                    <a:pt x="2737522" y="175264"/>
                  </a:lnTo>
                  <a:lnTo>
                    <a:pt x="2805960" y="179646"/>
                  </a:lnTo>
                  <a:lnTo>
                    <a:pt x="2874399" y="184027"/>
                  </a:lnTo>
                  <a:lnTo>
                    <a:pt x="2942837" y="188409"/>
                  </a:lnTo>
                  <a:lnTo>
                    <a:pt x="3011275" y="192790"/>
                  </a:lnTo>
                  <a:lnTo>
                    <a:pt x="3079713" y="197172"/>
                  </a:lnTo>
                  <a:lnTo>
                    <a:pt x="3148151" y="201554"/>
                  </a:lnTo>
                  <a:lnTo>
                    <a:pt x="3216589" y="205935"/>
                  </a:lnTo>
                  <a:lnTo>
                    <a:pt x="3285027" y="210317"/>
                  </a:lnTo>
                  <a:lnTo>
                    <a:pt x="3353465" y="214698"/>
                  </a:lnTo>
                  <a:lnTo>
                    <a:pt x="3421903" y="219080"/>
                  </a:lnTo>
                  <a:lnTo>
                    <a:pt x="3490341" y="223462"/>
                  </a:lnTo>
                  <a:lnTo>
                    <a:pt x="3558779" y="227843"/>
                  </a:lnTo>
                  <a:lnTo>
                    <a:pt x="3627217" y="232225"/>
                  </a:lnTo>
                  <a:lnTo>
                    <a:pt x="3695655" y="236607"/>
                  </a:lnTo>
                  <a:lnTo>
                    <a:pt x="3764093" y="240988"/>
                  </a:lnTo>
                  <a:lnTo>
                    <a:pt x="3832532" y="245370"/>
                  </a:lnTo>
                  <a:lnTo>
                    <a:pt x="3900970" y="249751"/>
                  </a:lnTo>
                  <a:lnTo>
                    <a:pt x="3969408" y="254133"/>
                  </a:lnTo>
                  <a:lnTo>
                    <a:pt x="4037846" y="258515"/>
                  </a:lnTo>
                  <a:lnTo>
                    <a:pt x="4106284" y="262896"/>
                  </a:lnTo>
                  <a:lnTo>
                    <a:pt x="4174722" y="267278"/>
                  </a:lnTo>
                  <a:lnTo>
                    <a:pt x="4243160" y="271659"/>
                  </a:lnTo>
                  <a:lnTo>
                    <a:pt x="4311598" y="276041"/>
                  </a:lnTo>
                  <a:lnTo>
                    <a:pt x="4380036" y="280423"/>
                  </a:lnTo>
                  <a:lnTo>
                    <a:pt x="4448474" y="284804"/>
                  </a:lnTo>
                  <a:lnTo>
                    <a:pt x="4516912" y="289186"/>
                  </a:lnTo>
                  <a:lnTo>
                    <a:pt x="4585350" y="293567"/>
                  </a:lnTo>
                  <a:lnTo>
                    <a:pt x="4653788" y="297949"/>
                  </a:lnTo>
                  <a:lnTo>
                    <a:pt x="4722226" y="302331"/>
                  </a:lnTo>
                  <a:lnTo>
                    <a:pt x="4790665" y="306712"/>
                  </a:lnTo>
                  <a:lnTo>
                    <a:pt x="4859103" y="311094"/>
                  </a:lnTo>
                  <a:lnTo>
                    <a:pt x="4927541" y="315476"/>
                  </a:lnTo>
                  <a:lnTo>
                    <a:pt x="4995979" y="319857"/>
                  </a:lnTo>
                  <a:lnTo>
                    <a:pt x="5064417" y="324239"/>
                  </a:lnTo>
                  <a:lnTo>
                    <a:pt x="5132855" y="328620"/>
                  </a:lnTo>
                  <a:lnTo>
                    <a:pt x="5201293" y="333002"/>
                  </a:lnTo>
                  <a:lnTo>
                    <a:pt x="5269731" y="337384"/>
                  </a:lnTo>
                  <a:lnTo>
                    <a:pt x="5338169" y="341765"/>
                  </a:lnTo>
                  <a:lnTo>
                    <a:pt x="5406607" y="346147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37662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4993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221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449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4166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38079" y="45394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36622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27849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7701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85065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7242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59792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94592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81956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6931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56683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55363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39150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24192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604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79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79130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98586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Predicted 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997002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117977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238952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35069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41588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448441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480994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53960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60480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637356" y="1673080"/>
              <a:ext cx="12660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Survival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9225" y="312040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9225" y="27973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9225" y="27497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260977" y="32105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60977" y="30732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260977" y="29342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790978" y="33718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790978" y="28254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790978" y="29288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913936" y="27104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913936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913936" y="21818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900288" y="36793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900288" y="24111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900288" y="33292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37150" y="3440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37150" y="388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37150" y="35453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847319" y="53985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47319" y="51530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47319" y="53136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651000" y="50635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651000" y="47728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651000" y="51825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7927" y="2158977"/>
              <a:ext cx="5701062" cy="2609899"/>
            </a:xfrm>
            <a:custGeom>
              <a:avLst/>
              <a:pathLst>
                <a:path w="5701062" h="2609899">
                  <a:moveTo>
                    <a:pt x="0" y="0"/>
                  </a:moveTo>
                  <a:lnTo>
                    <a:pt x="72165" y="27381"/>
                  </a:lnTo>
                  <a:lnTo>
                    <a:pt x="144330" y="54681"/>
                  </a:lnTo>
                  <a:lnTo>
                    <a:pt x="216496" y="81895"/>
                  </a:lnTo>
                  <a:lnTo>
                    <a:pt x="288661" y="109019"/>
                  </a:lnTo>
                  <a:lnTo>
                    <a:pt x="360826" y="136047"/>
                  </a:lnTo>
                  <a:lnTo>
                    <a:pt x="432992" y="162976"/>
                  </a:lnTo>
                  <a:lnTo>
                    <a:pt x="505157" y="189800"/>
                  </a:lnTo>
                  <a:lnTo>
                    <a:pt x="577322" y="216514"/>
                  </a:lnTo>
                  <a:lnTo>
                    <a:pt x="649488" y="243111"/>
                  </a:lnTo>
                  <a:lnTo>
                    <a:pt x="721653" y="269586"/>
                  </a:lnTo>
                  <a:lnTo>
                    <a:pt x="793818" y="295933"/>
                  </a:lnTo>
                  <a:lnTo>
                    <a:pt x="865984" y="322144"/>
                  </a:lnTo>
                  <a:lnTo>
                    <a:pt x="938149" y="348212"/>
                  </a:lnTo>
                  <a:lnTo>
                    <a:pt x="1010314" y="374130"/>
                  </a:lnTo>
                  <a:lnTo>
                    <a:pt x="1082480" y="399889"/>
                  </a:lnTo>
                  <a:lnTo>
                    <a:pt x="1154645" y="425481"/>
                  </a:lnTo>
                  <a:lnTo>
                    <a:pt x="1226811" y="450897"/>
                  </a:lnTo>
                  <a:lnTo>
                    <a:pt x="1298976" y="476128"/>
                  </a:lnTo>
                  <a:lnTo>
                    <a:pt x="1371141" y="501162"/>
                  </a:lnTo>
                  <a:lnTo>
                    <a:pt x="1443307" y="525990"/>
                  </a:lnTo>
                  <a:lnTo>
                    <a:pt x="1515472" y="550601"/>
                  </a:lnTo>
                  <a:lnTo>
                    <a:pt x="1587637" y="574982"/>
                  </a:lnTo>
                  <a:lnTo>
                    <a:pt x="1659803" y="599123"/>
                  </a:lnTo>
                  <a:lnTo>
                    <a:pt x="1731968" y="623010"/>
                  </a:lnTo>
                  <a:lnTo>
                    <a:pt x="1804133" y="646629"/>
                  </a:lnTo>
                  <a:lnTo>
                    <a:pt x="1876299" y="669968"/>
                  </a:lnTo>
                  <a:lnTo>
                    <a:pt x="1948464" y="693013"/>
                  </a:lnTo>
                  <a:lnTo>
                    <a:pt x="2020629" y="715748"/>
                  </a:lnTo>
                  <a:lnTo>
                    <a:pt x="2092795" y="738159"/>
                  </a:lnTo>
                  <a:lnTo>
                    <a:pt x="2164960" y="760231"/>
                  </a:lnTo>
                  <a:lnTo>
                    <a:pt x="2237125" y="781949"/>
                  </a:lnTo>
                  <a:lnTo>
                    <a:pt x="2309291" y="803298"/>
                  </a:lnTo>
                  <a:lnTo>
                    <a:pt x="2381456" y="824262"/>
                  </a:lnTo>
                  <a:lnTo>
                    <a:pt x="2453622" y="844827"/>
                  </a:lnTo>
                  <a:lnTo>
                    <a:pt x="2525787" y="864978"/>
                  </a:lnTo>
                  <a:lnTo>
                    <a:pt x="2597952" y="884700"/>
                  </a:lnTo>
                  <a:lnTo>
                    <a:pt x="2670118" y="903981"/>
                  </a:lnTo>
                  <a:lnTo>
                    <a:pt x="2742283" y="922807"/>
                  </a:lnTo>
                  <a:lnTo>
                    <a:pt x="2814448" y="941168"/>
                  </a:lnTo>
                  <a:lnTo>
                    <a:pt x="2886614" y="959052"/>
                  </a:lnTo>
                  <a:lnTo>
                    <a:pt x="2958779" y="976452"/>
                  </a:lnTo>
                  <a:lnTo>
                    <a:pt x="3030944" y="993359"/>
                  </a:lnTo>
                  <a:lnTo>
                    <a:pt x="3103110" y="1009768"/>
                  </a:lnTo>
                  <a:lnTo>
                    <a:pt x="3175275" y="1025674"/>
                  </a:lnTo>
                  <a:lnTo>
                    <a:pt x="3247440" y="1041076"/>
                  </a:lnTo>
                  <a:lnTo>
                    <a:pt x="3319606" y="1055973"/>
                  </a:lnTo>
                  <a:lnTo>
                    <a:pt x="3391771" y="1070366"/>
                  </a:lnTo>
                  <a:lnTo>
                    <a:pt x="3463936" y="1084259"/>
                  </a:lnTo>
                  <a:lnTo>
                    <a:pt x="3536102" y="1097657"/>
                  </a:lnTo>
                  <a:lnTo>
                    <a:pt x="3608267" y="1110567"/>
                  </a:lnTo>
                  <a:lnTo>
                    <a:pt x="3680433" y="1122997"/>
                  </a:lnTo>
                  <a:lnTo>
                    <a:pt x="3752598" y="1134957"/>
                  </a:lnTo>
                  <a:lnTo>
                    <a:pt x="3824763" y="1146458"/>
                  </a:lnTo>
                  <a:lnTo>
                    <a:pt x="3896929" y="1157513"/>
                  </a:lnTo>
                  <a:lnTo>
                    <a:pt x="3969094" y="1168133"/>
                  </a:lnTo>
                  <a:lnTo>
                    <a:pt x="4041259" y="1178333"/>
                  </a:lnTo>
                  <a:lnTo>
                    <a:pt x="4113425" y="1188128"/>
                  </a:lnTo>
                  <a:lnTo>
                    <a:pt x="4185590" y="1197533"/>
                  </a:lnTo>
                  <a:lnTo>
                    <a:pt x="4257755" y="1206562"/>
                  </a:lnTo>
                  <a:lnTo>
                    <a:pt x="4329921" y="1215231"/>
                  </a:lnTo>
                  <a:lnTo>
                    <a:pt x="4402086" y="1223554"/>
                  </a:lnTo>
                  <a:lnTo>
                    <a:pt x="4474251" y="1231548"/>
                  </a:lnTo>
                  <a:lnTo>
                    <a:pt x="4546417" y="1239227"/>
                  </a:lnTo>
                  <a:lnTo>
                    <a:pt x="4618582" y="1246605"/>
                  </a:lnTo>
                  <a:lnTo>
                    <a:pt x="4690748" y="1253697"/>
                  </a:lnTo>
                  <a:lnTo>
                    <a:pt x="4762913" y="1260516"/>
                  </a:lnTo>
                  <a:lnTo>
                    <a:pt x="4835078" y="1267076"/>
                  </a:lnTo>
                  <a:lnTo>
                    <a:pt x="4907244" y="1273391"/>
                  </a:lnTo>
                  <a:lnTo>
                    <a:pt x="4979409" y="1279471"/>
                  </a:lnTo>
                  <a:lnTo>
                    <a:pt x="5051574" y="1285329"/>
                  </a:lnTo>
                  <a:lnTo>
                    <a:pt x="5123740" y="1290977"/>
                  </a:lnTo>
                  <a:lnTo>
                    <a:pt x="5195905" y="1296424"/>
                  </a:lnTo>
                  <a:lnTo>
                    <a:pt x="5268070" y="1301682"/>
                  </a:lnTo>
                  <a:lnTo>
                    <a:pt x="5340236" y="1306760"/>
                  </a:lnTo>
                  <a:lnTo>
                    <a:pt x="5412401" y="1311667"/>
                  </a:lnTo>
                  <a:lnTo>
                    <a:pt x="5484566" y="1316413"/>
                  </a:lnTo>
                  <a:lnTo>
                    <a:pt x="5556732" y="1321004"/>
                  </a:lnTo>
                  <a:lnTo>
                    <a:pt x="5628897" y="1325450"/>
                  </a:lnTo>
                  <a:lnTo>
                    <a:pt x="5701062" y="1329757"/>
                  </a:lnTo>
                  <a:lnTo>
                    <a:pt x="5701062" y="2609899"/>
                  </a:lnTo>
                  <a:lnTo>
                    <a:pt x="5628897" y="2583606"/>
                  </a:lnTo>
                  <a:lnTo>
                    <a:pt x="5556732" y="2557451"/>
                  </a:lnTo>
                  <a:lnTo>
                    <a:pt x="5484566" y="2531443"/>
                  </a:lnTo>
                  <a:lnTo>
                    <a:pt x="5412401" y="2505588"/>
                  </a:lnTo>
                  <a:lnTo>
                    <a:pt x="5340236" y="2479895"/>
                  </a:lnTo>
                  <a:lnTo>
                    <a:pt x="5268070" y="2454372"/>
                  </a:lnTo>
                  <a:lnTo>
                    <a:pt x="5195905" y="2429030"/>
                  </a:lnTo>
                  <a:lnTo>
                    <a:pt x="5123740" y="2403877"/>
                  </a:lnTo>
                  <a:lnTo>
                    <a:pt x="5051574" y="2378925"/>
                  </a:lnTo>
                  <a:lnTo>
                    <a:pt x="4979409" y="2354183"/>
                  </a:lnTo>
                  <a:lnTo>
                    <a:pt x="4907244" y="2329663"/>
                  </a:lnTo>
                  <a:lnTo>
                    <a:pt x="4835078" y="2305377"/>
                  </a:lnTo>
                  <a:lnTo>
                    <a:pt x="4762913" y="2281337"/>
                  </a:lnTo>
                  <a:lnTo>
                    <a:pt x="4690748" y="2257556"/>
                  </a:lnTo>
                  <a:lnTo>
                    <a:pt x="4618582" y="2234048"/>
                  </a:lnTo>
                  <a:lnTo>
                    <a:pt x="4546417" y="2210826"/>
                  </a:lnTo>
                  <a:lnTo>
                    <a:pt x="4474251" y="2187904"/>
                  </a:lnTo>
                  <a:lnTo>
                    <a:pt x="4402086" y="2165298"/>
                  </a:lnTo>
                  <a:lnTo>
                    <a:pt x="4329921" y="2143021"/>
                  </a:lnTo>
                  <a:lnTo>
                    <a:pt x="4257755" y="2121089"/>
                  </a:lnTo>
                  <a:lnTo>
                    <a:pt x="4185590" y="2099518"/>
                  </a:lnTo>
                  <a:lnTo>
                    <a:pt x="4113425" y="2078322"/>
                  </a:lnTo>
                  <a:lnTo>
                    <a:pt x="4041259" y="2057517"/>
                  </a:lnTo>
                  <a:lnTo>
                    <a:pt x="3969094" y="2037118"/>
                  </a:lnTo>
                  <a:lnTo>
                    <a:pt x="3896929" y="2017138"/>
                  </a:lnTo>
                  <a:lnTo>
                    <a:pt x="3824763" y="1997592"/>
                  </a:lnTo>
                  <a:lnTo>
                    <a:pt x="3752598" y="1978492"/>
                  </a:lnTo>
                  <a:lnTo>
                    <a:pt x="3680433" y="1959852"/>
                  </a:lnTo>
                  <a:lnTo>
                    <a:pt x="3608267" y="1941682"/>
                  </a:lnTo>
                  <a:lnTo>
                    <a:pt x="3536102" y="1923992"/>
                  </a:lnTo>
                  <a:lnTo>
                    <a:pt x="3463936" y="1906789"/>
                  </a:lnTo>
                  <a:lnTo>
                    <a:pt x="3391771" y="1890082"/>
                  </a:lnTo>
                  <a:lnTo>
                    <a:pt x="3319606" y="1873876"/>
                  </a:lnTo>
                  <a:lnTo>
                    <a:pt x="3247440" y="1858172"/>
                  </a:lnTo>
                  <a:lnTo>
                    <a:pt x="3175275" y="1842974"/>
                  </a:lnTo>
                  <a:lnTo>
                    <a:pt x="3103110" y="1828280"/>
                  </a:lnTo>
                  <a:lnTo>
                    <a:pt x="3030944" y="1814088"/>
                  </a:lnTo>
                  <a:lnTo>
                    <a:pt x="2958779" y="1800395"/>
                  </a:lnTo>
                  <a:lnTo>
                    <a:pt x="2886614" y="1787194"/>
                  </a:lnTo>
                  <a:lnTo>
                    <a:pt x="2814448" y="1774479"/>
                  </a:lnTo>
                  <a:lnTo>
                    <a:pt x="2742283" y="1762239"/>
                  </a:lnTo>
                  <a:lnTo>
                    <a:pt x="2670118" y="1750465"/>
                  </a:lnTo>
                  <a:lnTo>
                    <a:pt x="2597952" y="1739146"/>
                  </a:lnTo>
                  <a:lnTo>
                    <a:pt x="2525787" y="1728268"/>
                  </a:lnTo>
                  <a:lnTo>
                    <a:pt x="2453622" y="1717818"/>
                  </a:lnTo>
                  <a:lnTo>
                    <a:pt x="2381456" y="1707783"/>
                  </a:lnTo>
                  <a:lnTo>
                    <a:pt x="2309291" y="1698147"/>
                  </a:lnTo>
                  <a:lnTo>
                    <a:pt x="2237125" y="1688895"/>
                  </a:lnTo>
                  <a:lnTo>
                    <a:pt x="2164960" y="1680013"/>
                  </a:lnTo>
                  <a:lnTo>
                    <a:pt x="2092795" y="1671485"/>
                  </a:lnTo>
                  <a:lnTo>
                    <a:pt x="2020629" y="1663296"/>
                  </a:lnTo>
                  <a:lnTo>
                    <a:pt x="1948464" y="1655431"/>
                  </a:lnTo>
                  <a:lnTo>
                    <a:pt x="1876299" y="1647875"/>
                  </a:lnTo>
                  <a:lnTo>
                    <a:pt x="1804133" y="1640614"/>
                  </a:lnTo>
                  <a:lnTo>
                    <a:pt x="1731968" y="1633633"/>
                  </a:lnTo>
                  <a:lnTo>
                    <a:pt x="1659803" y="1626920"/>
                  </a:lnTo>
                  <a:lnTo>
                    <a:pt x="1587637" y="1620460"/>
                  </a:lnTo>
                  <a:lnTo>
                    <a:pt x="1515472" y="1614241"/>
                  </a:lnTo>
                  <a:lnTo>
                    <a:pt x="1443307" y="1608252"/>
                  </a:lnTo>
                  <a:lnTo>
                    <a:pt x="1371141" y="1602480"/>
                  </a:lnTo>
                  <a:lnTo>
                    <a:pt x="1298976" y="1596914"/>
                  </a:lnTo>
                  <a:lnTo>
                    <a:pt x="1226811" y="1591544"/>
                  </a:lnTo>
                  <a:lnTo>
                    <a:pt x="1154645" y="1586360"/>
                  </a:lnTo>
                  <a:lnTo>
                    <a:pt x="1082480" y="1581352"/>
                  </a:lnTo>
                  <a:lnTo>
                    <a:pt x="1010314" y="1576511"/>
                  </a:lnTo>
                  <a:lnTo>
                    <a:pt x="938149" y="1571828"/>
                  </a:lnTo>
                  <a:lnTo>
                    <a:pt x="865984" y="1567296"/>
                  </a:lnTo>
                  <a:lnTo>
                    <a:pt x="793818" y="1562907"/>
                  </a:lnTo>
                  <a:lnTo>
                    <a:pt x="721653" y="1558653"/>
                  </a:lnTo>
                  <a:lnTo>
                    <a:pt x="649488" y="1554528"/>
                  </a:lnTo>
                  <a:lnTo>
                    <a:pt x="577322" y="1550526"/>
                  </a:lnTo>
                  <a:lnTo>
                    <a:pt x="505157" y="1546639"/>
                  </a:lnTo>
                  <a:lnTo>
                    <a:pt x="432992" y="1542863"/>
                  </a:lnTo>
                  <a:lnTo>
                    <a:pt x="360826" y="1539191"/>
                  </a:lnTo>
                  <a:lnTo>
                    <a:pt x="288661" y="1535620"/>
                  </a:lnTo>
                  <a:lnTo>
                    <a:pt x="216496" y="1532143"/>
                  </a:lnTo>
                  <a:lnTo>
                    <a:pt x="144330" y="1528756"/>
                  </a:lnTo>
                  <a:lnTo>
                    <a:pt x="72165" y="1525456"/>
                  </a:lnTo>
                  <a:lnTo>
                    <a:pt x="0" y="1522238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7927" y="2158977"/>
              <a:ext cx="5701062" cy="1329757"/>
            </a:xfrm>
            <a:custGeom>
              <a:avLst/>
              <a:pathLst>
                <a:path w="5701062" h="1329757">
                  <a:moveTo>
                    <a:pt x="0" y="0"/>
                  </a:moveTo>
                  <a:lnTo>
                    <a:pt x="72165" y="27381"/>
                  </a:lnTo>
                  <a:lnTo>
                    <a:pt x="144330" y="54681"/>
                  </a:lnTo>
                  <a:lnTo>
                    <a:pt x="216496" y="81895"/>
                  </a:lnTo>
                  <a:lnTo>
                    <a:pt x="288661" y="109019"/>
                  </a:lnTo>
                  <a:lnTo>
                    <a:pt x="360826" y="136047"/>
                  </a:lnTo>
                  <a:lnTo>
                    <a:pt x="432992" y="162976"/>
                  </a:lnTo>
                  <a:lnTo>
                    <a:pt x="505157" y="189800"/>
                  </a:lnTo>
                  <a:lnTo>
                    <a:pt x="577322" y="216514"/>
                  </a:lnTo>
                  <a:lnTo>
                    <a:pt x="649488" y="243111"/>
                  </a:lnTo>
                  <a:lnTo>
                    <a:pt x="721653" y="269586"/>
                  </a:lnTo>
                  <a:lnTo>
                    <a:pt x="793818" y="295933"/>
                  </a:lnTo>
                  <a:lnTo>
                    <a:pt x="865984" y="322144"/>
                  </a:lnTo>
                  <a:lnTo>
                    <a:pt x="938149" y="348212"/>
                  </a:lnTo>
                  <a:lnTo>
                    <a:pt x="1010314" y="374130"/>
                  </a:lnTo>
                  <a:lnTo>
                    <a:pt x="1082480" y="399889"/>
                  </a:lnTo>
                  <a:lnTo>
                    <a:pt x="1154645" y="425481"/>
                  </a:lnTo>
                  <a:lnTo>
                    <a:pt x="1226811" y="450897"/>
                  </a:lnTo>
                  <a:lnTo>
                    <a:pt x="1298976" y="476128"/>
                  </a:lnTo>
                  <a:lnTo>
                    <a:pt x="1371141" y="501162"/>
                  </a:lnTo>
                  <a:lnTo>
                    <a:pt x="1443307" y="525990"/>
                  </a:lnTo>
                  <a:lnTo>
                    <a:pt x="1515472" y="550601"/>
                  </a:lnTo>
                  <a:lnTo>
                    <a:pt x="1587637" y="574982"/>
                  </a:lnTo>
                  <a:lnTo>
                    <a:pt x="1659803" y="599123"/>
                  </a:lnTo>
                  <a:lnTo>
                    <a:pt x="1731968" y="623010"/>
                  </a:lnTo>
                  <a:lnTo>
                    <a:pt x="1804133" y="646629"/>
                  </a:lnTo>
                  <a:lnTo>
                    <a:pt x="1876299" y="669968"/>
                  </a:lnTo>
                  <a:lnTo>
                    <a:pt x="1948464" y="693013"/>
                  </a:lnTo>
                  <a:lnTo>
                    <a:pt x="2020629" y="715748"/>
                  </a:lnTo>
                  <a:lnTo>
                    <a:pt x="2092795" y="738159"/>
                  </a:lnTo>
                  <a:lnTo>
                    <a:pt x="2164960" y="760231"/>
                  </a:lnTo>
                  <a:lnTo>
                    <a:pt x="2237125" y="781949"/>
                  </a:lnTo>
                  <a:lnTo>
                    <a:pt x="2309291" y="803298"/>
                  </a:lnTo>
                  <a:lnTo>
                    <a:pt x="2381456" y="824262"/>
                  </a:lnTo>
                  <a:lnTo>
                    <a:pt x="2453622" y="844827"/>
                  </a:lnTo>
                  <a:lnTo>
                    <a:pt x="2525787" y="864978"/>
                  </a:lnTo>
                  <a:lnTo>
                    <a:pt x="2597952" y="884700"/>
                  </a:lnTo>
                  <a:lnTo>
                    <a:pt x="2670118" y="903981"/>
                  </a:lnTo>
                  <a:lnTo>
                    <a:pt x="2742283" y="922807"/>
                  </a:lnTo>
                  <a:lnTo>
                    <a:pt x="2814448" y="941168"/>
                  </a:lnTo>
                  <a:lnTo>
                    <a:pt x="2886614" y="959052"/>
                  </a:lnTo>
                  <a:lnTo>
                    <a:pt x="2958779" y="976452"/>
                  </a:lnTo>
                  <a:lnTo>
                    <a:pt x="3030944" y="993359"/>
                  </a:lnTo>
                  <a:lnTo>
                    <a:pt x="3103110" y="1009768"/>
                  </a:lnTo>
                  <a:lnTo>
                    <a:pt x="3175275" y="1025674"/>
                  </a:lnTo>
                  <a:lnTo>
                    <a:pt x="3247440" y="1041076"/>
                  </a:lnTo>
                  <a:lnTo>
                    <a:pt x="3319606" y="1055973"/>
                  </a:lnTo>
                  <a:lnTo>
                    <a:pt x="3391771" y="1070366"/>
                  </a:lnTo>
                  <a:lnTo>
                    <a:pt x="3463936" y="1084259"/>
                  </a:lnTo>
                  <a:lnTo>
                    <a:pt x="3536102" y="1097657"/>
                  </a:lnTo>
                  <a:lnTo>
                    <a:pt x="3608267" y="1110567"/>
                  </a:lnTo>
                  <a:lnTo>
                    <a:pt x="3680433" y="1122997"/>
                  </a:lnTo>
                  <a:lnTo>
                    <a:pt x="3752598" y="1134957"/>
                  </a:lnTo>
                  <a:lnTo>
                    <a:pt x="3824763" y="1146458"/>
                  </a:lnTo>
                  <a:lnTo>
                    <a:pt x="3896929" y="1157513"/>
                  </a:lnTo>
                  <a:lnTo>
                    <a:pt x="3969094" y="1168133"/>
                  </a:lnTo>
                  <a:lnTo>
                    <a:pt x="4041259" y="1178333"/>
                  </a:lnTo>
                  <a:lnTo>
                    <a:pt x="4113425" y="1188128"/>
                  </a:lnTo>
                  <a:lnTo>
                    <a:pt x="4185590" y="1197533"/>
                  </a:lnTo>
                  <a:lnTo>
                    <a:pt x="4257755" y="1206562"/>
                  </a:lnTo>
                  <a:lnTo>
                    <a:pt x="4329921" y="1215231"/>
                  </a:lnTo>
                  <a:lnTo>
                    <a:pt x="4402086" y="1223554"/>
                  </a:lnTo>
                  <a:lnTo>
                    <a:pt x="4474251" y="1231548"/>
                  </a:lnTo>
                  <a:lnTo>
                    <a:pt x="4546417" y="1239227"/>
                  </a:lnTo>
                  <a:lnTo>
                    <a:pt x="4618582" y="1246605"/>
                  </a:lnTo>
                  <a:lnTo>
                    <a:pt x="4690748" y="1253697"/>
                  </a:lnTo>
                  <a:lnTo>
                    <a:pt x="4762913" y="1260516"/>
                  </a:lnTo>
                  <a:lnTo>
                    <a:pt x="4835078" y="1267076"/>
                  </a:lnTo>
                  <a:lnTo>
                    <a:pt x="4907244" y="1273391"/>
                  </a:lnTo>
                  <a:lnTo>
                    <a:pt x="4979409" y="1279471"/>
                  </a:lnTo>
                  <a:lnTo>
                    <a:pt x="5051574" y="1285329"/>
                  </a:lnTo>
                  <a:lnTo>
                    <a:pt x="5123740" y="1290977"/>
                  </a:lnTo>
                  <a:lnTo>
                    <a:pt x="5195905" y="1296424"/>
                  </a:lnTo>
                  <a:lnTo>
                    <a:pt x="5268070" y="1301682"/>
                  </a:lnTo>
                  <a:lnTo>
                    <a:pt x="5340236" y="1306760"/>
                  </a:lnTo>
                  <a:lnTo>
                    <a:pt x="5412401" y="1311667"/>
                  </a:lnTo>
                  <a:lnTo>
                    <a:pt x="5484566" y="1316413"/>
                  </a:lnTo>
                  <a:lnTo>
                    <a:pt x="5556732" y="1321004"/>
                  </a:lnTo>
                  <a:lnTo>
                    <a:pt x="5628897" y="1325450"/>
                  </a:lnTo>
                  <a:lnTo>
                    <a:pt x="5701062" y="1329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7927" y="3681216"/>
              <a:ext cx="5701062" cy="1087660"/>
            </a:xfrm>
            <a:custGeom>
              <a:avLst/>
              <a:pathLst>
                <a:path w="5701062" h="1087660">
                  <a:moveTo>
                    <a:pt x="5701062" y="1087660"/>
                  </a:moveTo>
                  <a:lnTo>
                    <a:pt x="5628897" y="1061368"/>
                  </a:lnTo>
                  <a:lnTo>
                    <a:pt x="5556732" y="1035213"/>
                  </a:lnTo>
                  <a:lnTo>
                    <a:pt x="5484566" y="1009204"/>
                  </a:lnTo>
                  <a:lnTo>
                    <a:pt x="5412401" y="983349"/>
                  </a:lnTo>
                  <a:lnTo>
                    <a:pt x="5340236" y="957656"/>
                  </a:lnTo>
                  <a:lnTo>
                    <a:pt x="5268070" y="932134"/>
                  </a:lnTo>
                  <a:lnTo>
                    <a:pt x="5195905" y="906792"/>
                  </a:lnTo>
                  <a:lnTo>
                    <a:pt x="5123740" y="881639"/>
                  </a:lnTo>
                  <a:lnTo>
                    <a:pt x="5051574" y="856686"/>
                  </a:lnTo>
                  <a:lnTo>
                    <a:pt x="4979409" y="831944"/>
                  </a:lnTo>
                  <a:lnTo>
                    <a:pt x="4907244" y="807425"/>
                  </a:lnTo>
                  <a:lnTo>
                    <a:pt x="4835078" y="783138"/>
                  </a:lnTo>
                  <a:lnTo>
                    <a:pt x="4762913" y="759099"/>
                  </a:lnTo>
                  <a:lnTo>
                    <a:pt x="4690748" y="735318"/>
                  </a:lnTo>
                  <a:lnTo>
                    <a:pt x="4618582" y="711810"/>
                  </a:lnTo>
                  <a:lnTo>
                    <a:pt x="4546417" y="688587"/>
                  </a:lnTo>
                  <a:lnTo>
                    <a:pt x="4474251" y="665666"/>
                  </a:lnTo>
                  <a:lnTo>
                    <a:pt x="4402086" y="643059"/>
                  </a:lnTo>
                  <a:lnTo>
                    <a:pt x="4329921" y="620783"/>
                  </a:lnTo>
                  <a:lnTo>
                    <a:pt x="4257755" y="598851"/>
                  </a:lnTo>
                  <a:lnTo>
                    <a:pt x="4185590" y="577280"/>
                  </a:lnTo>
                  <a:lnTo>
                    <a:pt x="4113425" y="556084"/>
                  </a:lnTo>
                  <a:lnTo>
                    <a:pt x="4041259" y="535279"/>
                  </a:lnTo>
                  <a:lnTo>
                    <a:pt x="3969094" y="514879"/>
                  </a:lnTo>
                  <a:lnTo>
                    <a:pt x="3896929" y="494899"/>
                  </a:lnTo>
                  <a:lnTo>
                    <a:pt x="3824763" y="475353"/>
                  </a:lnTo>
                  <a:lnTo>
                    <a:pt x="3752598" y="456254"/>
                  </a:lnTo>
                  <a:lnTo>
                    <a:pt x="3680433" y="437614"/>
                  </a:lnTo>
                  <a:lnTo>
                    <a:pt x="3608267" y="419444"/>
                  </a:lnTo>
                  <a:lnTo>
                    <a:pt x="3536102" y="401753"/>
                  </a:lnTo>
                  <a:lnTo>
                    <a:pt x="3463936" y="384551"/>
                  </a:lnTo>
                  <a:lnTo>
                    <a:pt x="3391771" y="367844"/>
                  </a:lnTo>
                  <a:lnTo>
                    <a:pt x="3319606" y="351637"/>
                  </a:lnTo>
                  <a:lnTo>
                    <a:pt x="3247440" y="335934"/>
                  </a:lnTo>
                  <a:lnTo>
                    <a:pt x="3175275" y="320735"/>
                  </a:lnTo>
                  <a:lnTo>
                    <a:pt x="3103110" y="306042"/>
                  </a:lnTo>
                  <a:lnTo>
                    <a:pt x="3030944" y="291850"/>
                  </a:lnTo>
                  <a:lnTo>
                    <a:pt x="2958779" y="278157"/>
                  </a:lnTo>
                  <a:lnTo>
                    <a:pt x="2886614" y="264956"/>
                  </a:lnTo>
                  <a:lnTo>
                    <a:pt x="2814448" y="252240"/>
                  </a:lnTo>
                  <a:lnTo>
                    <a:pt x="2742283" y="240001"/>
                  </a:lnTo>
                  <a:lnTo>
                    <a:pt x="2670118" y="228227"/>
                  </a:lnTo>
                  <a:lnTo>
                    <a:pt x="2597952" y="216908"/>
                  </a:lnTo>
                  <a:lnTo>
                    <a:pt x="2525787" y="206030"/>
                  </a:lnTo>
                  <a:lnTo>
                    <a:pt x="2453622" y="195580"/>
                  </a:lnTo>
                  <a:lnTo>
                    <a:pt x="2381456" y="185544"/>
                  </a:lnTo>
                  <a:lnTo>
                    <a:pt x="2309291" y="175908"/>
                  </a:lnTo>
                  <a:lnTo>
                    <a:pt x="2237125" y="166657"/>
                  </a:lnTo>
                  <a:lnTo>
                    <a:pt x="2164960" y="157775"/>
                  </a:lnTo>
                  <a:lnTo>
                    <a:pt x="2092795" y="149247"/>
                  </a:lnTo>
                  <a:lnTo>
                    <a:pt x="2020629" y="141058"/>
                  </a:lnTo>
                  <a:lnTo>
                    <a:pt x="1948464" y="133193"/>
                  </a:lnTo>
                  <a:lnTo>
                    <a:pt x="1876299" y="125637"/>
                  </a:lnTo>
                  <a:lnTo>
                    <a:pt x="1804133" y="118376"/>
                  </a:lnTo>
                  <a:lnTo>
                    <a:pt x="1731968" y="111395"/>
                  </a:lnTo>
                  <a:lnTo>
                    <a:pt x="1659803" y="104682"/>
                  </a:lnTo>
                  <a:lnTo>
                    <a:pt x="1587637" y="98222"/>
                  </a:lnTo>
                  <a:lnTo>
                    <a:pt x="1515472" y="92003"/>
                  </a:lnTo>
                  <a:lnTo>
                    <a:pt x="1443307" y="86014"/>
                  </a:lnTo>
                  <a:lnTo>
                    <a:pt x="1371141" y="80242"/>
                  </a:lnTo>
                  <a:lnTo>
                    <a:pt x="1298976" y="74676"/>
                  </a:lnTo>
                  <a:lnTo>
                    <a:pt x="1226811" y="69306"/>
                  </a:lnTo>
                  <a:lnTo>
                    <a:pt x="1154645" y="64121"/>
                  </a:lnTo>
                  <a:lnTo>
                    <a:pt x="1082480" y="59113"/>
                  </a:lnTo>
                  <a:lnTo>
                    <a:pt x="1010314" y="54272"/>
                  </a:lnTo>
                  <a:lnTo>
                    <a:pt x="938149" y="49590"/>
                  </a:lnTo>
                  <a:lnTo>
                    <a:pt x="865984" y="45058"/>
                  </a:lnTo>
                  <a:lnTo>
                    <a:pt x="793818" y="40669"/>
                  </a:lnTo>
                  <a:lnTo>
                    <a:pt x="721653" y="36415"/>
                  </a:lnTo>
                  <a:lnTo>
                    <a:pt x="649488" y="32290"/>
                  </a:lnTo>
                  <a:lnTo>
                    <a:pt x="577322" y="28287"/>
                  </a:lnTo>
                  <a:lnTo>
                    <a:pt x="505157" y="24401"/>
                  </a:lnTo>
                  <a:lnTo>
                    <a:pt x="432992" y="20624"/>
                  </a:lnTo>
                  <a:lnTo>
                    <a:pt x="360826" y="16953"/>
                  </a:lnTo>
                  <a:lnTo>
                    <a:pt x="288661" y="13381"/>
                  </a:lnTo>
                  <a:lnTo>
                    <a:pt x="216496" y="9905"/>
                  </a:lnTo>
                  <a:lnTo>
                    <a:pt x="144330" y="6518"/>
                  </a:lnTo>
                  <a:lnTo>
                    <a:pt x="72165" y="32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7927" y="2920097"/>
              <a:ext cx="5701062" cy="1208709"/>
            </a:xfrm>
            <a:custGeom>
              <a:avLst/>
              <a:pathLst>
                <a:path w="5701062" h="1208709">
                  <a:moveTo>
                    <a:pt x="0" y="0"/>
                  </a:moveTo>
                  <a:lnTo>
                    <a:pt x="72165" y="15300"/>
                  </a:lnTo>
                  <a:lnTo>
                    <a:pt x="144330" y="30600"/>
                  </a:lnTo>
                  <a:lnTo>
                    <a:pt x="216496" y="45900"/>
                  </a:lnTo>
                  <a:lnTo>
                    <a:pt x="288661" y="61200"/>
                  </a:lnTo>
                  <a:lnTo>
                    <a:pt x="360826" y="76500"/>
                  </a:lnTo>
                  <a:lnTo>
                    <a:pt x="432992" y="91800"/>
                  </a:lnTo>
                  <a:lnTo>
                    <a:pt x="505157" y="107100"/>
                  </a:lnTo>
                  <a:lnTo>
                    <a:pt x="577322" y="122400"/>
                  </a:lnTo>
                  <a:lnTo>
                    <a:pt x="649488" y="137701"/>
                  </a:lnTo>
                  <a:lnTo>
                    <a:pt x="721653" y="153001"/>
                  </a:lnTo>
                  <a:lnTo>
                    <a:pt x="793818" y="168301"/>
                  </a:lnTo>
                  <a:lnTo>
                    <a:pt x="865984" y="183601"/>
                  </a:lnTo>
                  <a:lnTo>
                    <a:pt x="938149" y="198901"/>
                  </a:lnTo>
                  <a:lnTo>
                    <a:pt x="1010314" y="214201"/>
                  </a:lnTo>
                  <a:lnTo>
                    <a:pt x="1082480" y="229501"/>
                  </a:lnTo>
                  <a:lnTo>
                    <a:pt x="1154645" y="244801"/>
                  </a:lnTo>
                  <a:lnTo>
                    <a:pt x="1226811" y="260102"/>
                  </a:lnTo>
                  <a:lnTo>
                    <a:pt x="1298976" y="275402"/>
                  </a:lnTo>
                  <a:lnTo>
                    <a:pt x="1371141" y="290702"/>
                  </a:lnTo>
                  <a:lnTo>
                    <a:pt x="1443307" y="306002"/>
                  </a:lnTo>
                  <a:lnTo>
                    <a:pt x="1515472" y="321302"/>
                  </a:lnTo>
                  <a:lnTo>
                    <a:pt x="1587637" y="336602"/>
                  </a:lnTo>
                  <a:lnTo>
                    <a:pt x="1659803" y="351902"/>
                  </a:lnTo>
                  <a:lnTo>
                    <a:pt x="1731968" y="367202"/>
                  </a:lnTo>
                  <a:lnTo>
                    <a:pt x="1804133" y="382502"/>
                  </a:lnTo>
                  <a:lnTo>
                    <a:pt x="1876299" y="397803"/>
                  </a:lnTo>
                  <a:lnTo>
                    <a:pt x="1948464" y="413103"/>
                  </a:lnTo>
                  <a:lnTo>
                    <a:pt x="2020629" y="428403"/>
                  </a:lnTo>
                  <a:lnTo>
                    <a:pt x="2092795" y="443703"/>
                  </a:lnTo>
                  <a:lnTo>
                    <a:pt x="2164960" y="459003"/>
                  </a:lnTo>
                  <a:lnTo>
                    <a:pt x="2237125" y="474303"/>
                  </a:lnTo>
                  <a:lnTo>
                    <a:pt x="2309291" y="489603"/>
                  </a:lnTo>
                  <a:lnTo>
                    <a:pt x="2381456" y="504903"/>
                  </a:lnTo>
                  <a:lnTo>
                    <a:pt x="2453622" y="520204"/>
                  </a:lnTo>
                  <a:lnTo>
                    <a:pt x="2525787" y="535504"/>
                  </a:lnTo>
                  <a:lnTo>
                    <a:pt x="2597952" y="550804"/>
                  </a:lnTo>
                  <a:lnTo>
                    <a:pt x="2670118" y="566104"/>
                  </a:lnTo>
                  <a:lnTo>
                    <a:pt x="2742283" y="581404"/>
                  </a:lnTo>
                  <a:lnTo>
                    <a:pt x="2814448" y="596704"/>
                  </a:lnTo>
                  <a:lnTo>
                    <a:pt x="2886614" y="612004"/>
                  </a:lnTo>
                  <a:lnTo>
                    <a:pt x="2958779" y="627304"/>
                  </a:lnTo>
                  <a:lnTo>
                    <a:pt x="3030944" y="642604"/>
                  </a:lnTo>
                  <a:lnTo>
                    <a:pt x="3103110" y="657905"/>
                  </a:lnTo>
                  <a:lnTo>
                    <a:pt x="3175275" y="673205"/>
                  </a:lnTo>
                  <a:lnTo>
                    <a:pt x="3247440" y="688505"/>
                  </a:lnTo>
                  <a:lnTo>
                    <a:pt x="3319606" y="703805"/>
                  </a:lnTo>
                  <a:lnTo>
                    <a:pt x="3391771" y="719105"/>
                  </a:lnTo>
                  <a:lnTo>
                    <a:pt x="3463936" y="734405"/>
                  </a:lnTo>
                  <a:lnTo>
                    <a:pt x="3536102" y="749705"/>
                  </a:lnTo>
                  <a:lnTo>
                    <a:pt x="3608267" y="765005"/>
                  </a:lnTo>
                  <a:lnTo>
                    <a:pt x="3680433" y="780306"/>
                  </a:lnTo>
                  <a:lnTo>
                    <a:pt x="3752598" y="795606"/>
                  </a:lnTo>
                  <a:lnTo>
                    <a:pt x="3824763" y="810906"/>
                  </a:lnTo>
                  <a:lnTo>
                    <a:pt x="3896929" y="826206"/>
                  </a:lnTo>
                  <a:lnTo>
                    <a:pt x="3969094" y="841506"/>
                  </a:lnTo>
                  <a:lnTo>
                    <a:pt x="4041259" y="856806"/>
                  </a:lnTo>
                  <a:lnTo>
                    <a:pt x="4113425" y="872106"/>
                  </a:lnTo>
                  <a:lnTo>
                    <a:pt x="4185590" y="887406"/>
                  </a:lnTo>
                  <a:lnTo>
                    <a:pt x="4257755" y="902707"/>
                  </a:lnTo>
                  <a:lnTo>
                    <a:pt x="4329921" y="918007"/>
                  </a:lnTo>
                  <a:lnTo>
                    <a:pt x="4402086" y="933307"/>
                  </a:lnTo>
                  <a:lnTo>
                    <a:pt x="4474251" y="948607"/>
                  </a:lnTo>
                  <a:lnTo>
                    <a:pt x="4546417" y="963907"/>
                  </a:lnTo>
                  <a:lnTo>
                    <a:pt x="4618582" y="979207"/>
                  </a:lnTo>
                  <a:lnTo>
                    <a:pt x="4690748" y="994507"/>
                  </a:lnTo>
                  <a:lnTo>
                    <a:pt x="4762913" y="1009807"/>
                  </a:lnTo>
                  <a:lnTo>
                    <a:pt x="4835078" y="1025107"/>
                  </a:lnTo>
                  <a:lnTo>
                    <a:pt x="4907244" y="1040408"/>
                  </a:lnTo>
                  <a:lnTo>
                    <a:pt x="4979409" y="1055708"/>
                  </a:lnTo>
                  <a:lnTo>
                    <a:pt x="5051574" y="1071008"/>
                  </a:lnTo>
                  <a:lnTo>
                    <a:pt x="5123740" y="1086308"/>
                  </a:lnTo>
                  <a:lnTo>
                    <a:pt x="5195905" y="1101608"/>
                  </a:lnTo>
                  <a:lnTo>
                    <a:pt x="5268070" y="1116908"/>
                  </a:lnTo>
                  <a:lnTo>
                    <a:pt x="5340236" y="1132208"/>
                  </a:lnTo>
                  <a:lnTo>
                    <a:pt x="5412401" y="1147508"/>
                  </a:lnTo>
                  <a:lnTo>
                    <a:pt x="5484566" y="1162809"/>
                  </a:lnTo>
                  <a:lnTo>
                    <a:pt x="5556732" y="1178109"/>
                  </a:lnTo>
                  <a:lnTo>
                    <a:pt x="5628897" y="1193409"/>
                  </a:lnTo>
                  <a:lnTo>
                    <a:pt x="5701062" y="1208709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190413" y="44569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90413" y="458660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90413" y="4673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72450" y="400760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2450" y="4308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72450" y="39040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485872" y="4204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85872" y="37921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485872" y="414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131091" y="48626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131091" y="44702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31091" y="48250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750192" y="36722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50192" y="40543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750192" y="38887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229996" y="37443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29996" y="400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229996" y="39978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82418" y="541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382418" y="53776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823397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823397" y="5373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31152" y="3808836"/>
              <a:ext cx="3750947" cy="1154163"/>
            </a:xfrm>
            <a:custGeom>
              <a:avLst/>
              <a:pathLst>
                <a:path w="3750947" h="1154163">
                  <a:moveTo>
                    <a:pt x="0" y="0"/>
                  </a:moveTo>
                  <a:lnTo>
                    <a:pt x="47480" y="11181"/>
                  </a:lnTo>
                  <a:lnTo>
                    <a:pt x="94960" y="22318"/>
                  </a:lnTo>
                  <a:lnTo>
                    <a:pt x="142441" y="33409"/>
                  </a:lnTo>
                  <a:lnTo>
                    <a:pt x="189921" y="44451"/>
                  </a:lnTo>
                  <a:lnTo>
                    <a:pt x="237401" y="55441"/>
                  </a:lnTo>
                  <a:lnTo>
                    <a:pt x="284882" y="66378"/>
                  </a:lnTo>
                  <a:lnTo>
                    <a:pt x="332362" y="77258"/>
                  </a:lnTo>
                  <a:lnTo>
                    <a:pt x="379842" y="88078"/>
                  </a:lnTo>
                  <a:lnTo>
                    <a:pt x="427323" y="98836"/>
                  </a:lnTo>
                  <a:lnTo>
                    <a:pt x="474803" y="109528"/>
                  </a:lnTo>
                  <a:lnTo>
                    <a:pt x="522283" y="120151"/>
                  </a:lnTo>
                  <a:lnTo>
                    <a:pt x="569764" y="130701"/>
                  </a:lnTo>
                  <a:lnTo>
                    <a:pt x="617244" y="141173"/>
                  </a:lnTo>
                  <a:lnTo>
                    <a:pt x="664724" y="151565"/>
                  </a:lnTo>
                  <a:lnTo>
                    <a:pt x="712205" y="161870"/>
                  </a:lnTo>
                  <a:lnTo>
                    <a:pt x="759685" y="172086"/>
                  </a:lnTo>
                  <a:lnTo>
                    <a:pt x="807165" y="182206"/>
                  </a:lnTo>
                  <a:lnTo>
                    <a:pt x="854646" y="192225"/>
                  </a:lnTo>
                  <a:lnTo>
                    <a:pt x="902126" y="202138"/>
                  </a:lnTo>
                  <a:lnTo>
                    <a:pt x="949606" y="211938"/>
                  </a:lnTo>
                  <a:lnTo>
                    <a:pt x="997087" y="221620"/>
                  </a:lnTo>
                  <a:lnTo>
                    <a:pt x="1044567" y="231177"/>
                  </a:lnTo>
                  <a:lnTo>
                    <a:pt x="1092047" y="240601"/>
                  </a:lnTo>
                  <a:lnTo>
                    <a:pt x="1139528" y="249886"/>
                  </a:lnTo>
                  <a:lnTo>
                    <a:pt x="1187008" y="259023"/>
                  </a:lnTo>
                  <a:lnTo>
                    <a:pt x="1234488" y="268004"/>
                  </a:lnTo>
                  <a:lnTo>
                    <a:pt x="1281969" y="276821"/>
                  </a:lnTo>
                  <a:lnTo>
                    <a:pt x="1329449" y="285464"/>
                  </a:lnTo>
                  <a:lnTo>
                    <a:pt x="1376929" y="293925"/>
                  </a:lnTo>
                  <a:lnTo>
                    <a:pt x="1424410" y="302193"/>
                  </a:lnTo>
                  <a:lnTo>
                    <a:pt x="1471890" y="310258"/>
                  </a:lnTo>
                  <a:lnTo>
                    <a:pt x="1519370" y="318111"/>
                  </a:lnTo>
                  <a:lnTo>
                    <a:pt x="1566851" y="325739"/>
                  </a:lnTo>
                  <a:lnTo>
                    <a:pt x="1614331" y="333133"/>
                  </a:lnTo>
                  <a:lnTo>
                    <a:pt x="1661811" y="340282"/>
                  </a:lnTo>
                  <a:lnTo>
                    <a:pt x="1709292" y="347174"/>
                  </a:lnTo>
                  <a:lnTo>
                    <a:pt x="1756772" y="353799"/>
                  </a:lnTo>
                  <a:lnTo>
                    <a:pt x="1804252" y="360145"/>
                  </a:lnTo>
                  <a:lnTo>
                    <a:pt x="1851733" y="366203"/>
                  </a:lnTo>
                  <a:lnTo>
                    <a:pt x="1899213" y="371962"/>
                  </a:lnTo>
                  <a:lnTo>
                    <a:pt x="1946694" y="377412"/>
                  </a:lnTo>
                  <a:lnTo>
                    <a:pt x="1994174" y="382544"/>
                  </a:lnTo>
                  <a:lnTo>
                    <a:pt x="2041654" y="387351"/>
                  </a:lnTo>
                  <a:lnTo>
                    <a:pt x="2089135" y="391825"/>
                  </a:lnTo>
                  <a:lnTo>
                    <a:pt x="2136615" y="395959"/>
                  </a:lnTo>
                  <a:lnTo>
                    <a:pt x="2184095" y="399750"/>
                  </a:lnTo>
                  <a:lnTo>
                    <a:pt x="2231576" y="403192"/>
                  </a:lnTo>
                  <a:lnTo>
                    <a:pt x="2279056" y="406284"/>
                  </a:lnTo>
                  <a:lnTo>
                    <a:pt x="2326536" y="409024"/>
                  </a:lnTo>
                  <a:lnTo>
                    <a:pt x="2374017" y="411414"/>
                  </a:lnTo>
                  <a:lnTo>
                    <a:pt x="2421497" y="413454"/>
                  </a:lnTo>
                  <a:lnTo>
                    <a:pt x="2468977" y="415148"/>
                  </a:lnTo>
                  <a:lnTo>
                    <a:pt x="2516458" y="416500"/>
                  </a:lnTo>
                  <a:lnTo>
                    <a:pt x="2563938" y="417516"/>
                  </a:lnTo>
                  <a:lnTo>
                    <a:pt x="2611418" y="418202"/>
                  </a:lnTo>
                  <a:lnTo>
                    <a:pt x="2658899" y="418567"/>
                  </a:lnTo>
                  <a:lnTo>
                    <a:pt x="2706379" y="418619"/>
                  </a:lnTo>
                  <a:lnTo>
                    <a:pt x="2753859" y="418366"/>
                  </a:lnTo>
                  <a:lnTo>
                    <a:pt x="2801340" y="417820"/>
                  </a:lnTo>
                  <a:lnTo>
                    <a:pt x="2848820" y="416991"/>
                  </a:lnTo>
                  <a:lnTo>
                    <a:pt x="2896300" y="415888"/>
                  </a:lnTo>
                  <a:lnTo>
                    <a:pt x="2943781" y="414524"/>
                  </a:lnTo>
                  <a:lnTo>
                    <a:pt x="2991261" y="412908"/>
                  </a:lnTo>
                  <a:lnTo>
                    <a:pt x="3038741" y="411053"/>
                  </a:lnTo>
                  <a:lnTo>
                    <a:pt x="3086222" y="408969"/>
                  </a:lnTo>
                  <a:lnTo>
                    <a:pt x="3133702" y="406666"/>
                  </a:lnTo>
                  <a:lnTo>
                    <a:pt x="3181182" y="404156"/>
                  </a:lnTo>
                  <a:lnTo>
                    <a:pt x="3228663" y="401448"/>
                  </a:lnTo>
                  <a:lnTo>
                    <a:pt x="3276143" y="398552"/>
                  </a:lnTo>
                  <a:lnTo>
                    <a:pt x="3323623" y="395479"/>
                  </a:lnTo>
                  <a:lnTo>
                    <a:pt x="3371104" y="392237"/>
                  </a:lnTo>
                  <a:lnTo>
                    <a:pt x="3418584" y="388834"/>
                  </a:lnTo>
                  <a:lnTo>
                    <a:pt x="3466064" y="385280"/>
                  </a:lnTo>
                  <a:lnTo>
                    <a:pt x="3513545" y="381583"/>
                  </a:lnTo>
                  <a:lnTo>
                    <a:pt x="3561025" y="377749"/>
                  </a:lnTo>
                  <a:lnTo>
                    <a:pt x="3608505" y="373787"/>
                  </a:lnTo>
                  <a:lnTo>
                    <a:pt x="3655986" y="369703"/>
                  </a:lnTo>
                  <a:lnTo>
                    <a:pt x="3703466" y="365504"/>
                  </a:lnTo>
                  <a:lnTo>
                    <a:pt x="3750947" y="361195"/>
                  </a:lnTo>
                  <a:lnTo>
                    <a:pt x="3750947" y="1154163"/>
                  </a:lnTo>
                  <a:lnTo>
                    <a:pt x="3703466" y="1144195"/>
                  </a:lnTo>
                  <a:lnTo>
                    <a:pt x="3655986" y="1134337"/>
                  </a:lnTo>
                  <a:lnTo>
                    <a:pt x="3608505" y="1124595"/>
                  </a:lnTo>
                  <a:lnTo>
                    <a:pt x="3561025" y="1114974"/>
                  </a:lnTo>
                  <a:lnTo>
                    <a:pt x="3513545" y="1105482"/>
                  </a:lnTo>
                  <a:lnTo>
                    <a:pt x="3466064" y="1096125"/>
                  </a:lnTo>
                  <a:lnTo>
                    <a:pt x="3418584" y="1086913"/>
                  </a:lnTo>
                  <a:lnTo>
                    <a:pt x="3371104" y="1077852"/>
                  </a:lnTo>
                  <a:lnTo>
                    <a:pt x="3323623" y="1068951"/>
                  </a:lnTo>
                  <a:lnTo>
                    <a:pt x="3276143" y="1060219"/>
                  </a:lnTo>
                  <a:lnTo>
                    <a:pt x="3228663" y="1051665"/>
                  </a:lnTo>
                  <a:lnTo>
                    <a:pt x="3181182" y="1043298"/>
                  </a:lnTo>
                  <a:lnTo>
                    <a:pt x="3133702" y="1035129"/>
                  </a:lnTo>
                  <a:lnTo>
                    <a:pt x="3086222" y="1027168"/>
                  </a:lnTo>
                  <a:lnTo>
                    <a:pt x="3038741" y="1019425"/>
                  </a:lnTo>
                  <a:lnTo>
                    <a:pt x="2991261" y="1011911"/>
                  </a:lnTo>
                  <a:lnTo>
                    <a:pt x="2943781" y="1004637"/>
                  </a:lnTo>
                  <a:lnTo>
                    <a:pt x="2896300" y="997614"/>
                  </a:lnTo>
                  <a:lnTo>
                    <a:pt x="2848820" y="990853"/>
                  </a:lnTo>
                  <a:lnTo>
                    <a:pt x="2801340" y="984365"/>
                  </a:lnTo>
                  <a:lnTo>
                    <a:pt x="2753859" y="978160"/>
                  </a:lnTo>
                  <a:lnTo>
                    <a:pt x="2706379" y="972249"/>
                  </a:lnTo>
                  <a:lnTo>
                    <a:pt x="2658899" y="966642"/>
                  </a:lnTo>
                  <a:lnTo>
                    <a:pt x="2611418" y="961348"/>
                  </a:lnTo>
                  <a:lnTo>
                    <a:pt x="2563938" y="956376"/>
                  </a:lnTo>
                  <a:lnTo>
                    <a:pt x="2516458" y="951733"/>
                  </a:lnTo>
                  <a:lnTo>
                    <a:pt x="2468977" y="947427"/>
                  </a:lnTo>
                  <a:lnTo>
                    <a:pt x="2421497" y="943462"/>
                  </a:lnTo>
                  <a:lnTo>
                    <a:pt x="2374017" y="939843"/>
                  </a:lnTo>
                  <a:lnTo>
                    <a:pt x="2326536" y="936574"/>
                  </a:lnTo>
                  <a:lnTo>
                    <a:pt x="2279056" y="933656"/>
                  </a:lnTo>
                  <a:lnTo>
                    <a:pt x="2231576" y="931090"/>
                  </a:lnTo>
                  <a:lnTo>
                    <a:pt x="2184095" y="928873"/>
                  </a:lnTo>
                  <a:lnTo>
                    <a:pt x="2136615" y="927005"/>
                  </a:lnTo>
                  <a:lnTo>
                    <a:pt x="2089135" y="925481"/>
                  </a:lnTo>
                  <a:lnTo>
                    <a:pt x="2041654" y="924296"/>
                  </a:lnTo>
                  <a:lnTo>
                    <a:pt x="1994174" y="923444"/>
                  </a:lnTo>
                  <a:lnTo>
                    <a:pt x="1946694" y="922918"/>
                  </a:lnTo>
                  <a:lnTo>
                    <a:pt x="1899213" y="922710"/>
                  </a:lnTo>
                  <a:lnTo>
                    <a:pt x="1851733" y="922810"/>
                  </a:lnTo>
                  <a:lnTo>
                    <a:pt x="1804252" y="923209"/>
                  </a:lnTo>
                  <a:lnTo>
                    <a:pt x="1756772" y="923896"/>
                  </a:lnTo>
                  <a:lnTo>
                    <a:pt x="1709292" y="924862"/>
                  </a:lnTo>
                  <a:lnTo>
                    <a:pt x="1661811" y="926096"/>
                  </a:lnTo>
                  <a:lnTo>
                    <a:pt x="1614331" y="927586"/>
                  </a:lnTo>
                  <a:lnTo>
                    <a:pt x="1566851" y="929322"/>
                  </a:lnTo>
                  <a:lnTo>
                    <a:pt x="1519370" y="931292"/>
                  </a:lnTo>
                  <a:lnTo>
                    <a:pt x="1471890" y="933485"/>
                  </a:lnTo>
                  <a:lnTo>
                    <a:pt x="1424410" y="935892"/>
                  </a:lnTo>
                  <a:lnTo>
                    <a:pt x="1376929" y="938501"/>
                  </a:lnTo>
                  <a:lnTo>
                    <a:pt x="1329449" y="941303"/>
                  </a:lnTo>
                  <a:lnTo>
                    <a:pt x="1281969" y="944288"/>
                  </a:lnTo>
                  <a:lnTo>
                    <a:pt x="1234488" y="947446"/>
                  </a:lnTo>
                  <a:lnTo>
                    <a:pt x="1187008" y="950769"/>
                  </a:lnTo>
                  <a:lnTo>
                    <a:pt x="1139528" y="954247"/>
                  </a:lnTo>
                  <a:lnTo>
                    <a:pt x="1092047" y="957873"/>
                  </a:lnTo>
                  <a:lnTo>
                    <a:pt x="1044567" y="961639"/>
                  </a:lnTo>
                  <a:lnTo>
                    <a:pt x="997087" y="965537"/>
                  </a:lnTo>
                  <a:lnTo>
                    <a:pt x="949606" y="969561"/>
                  </a:lnTo>
                  <a:lnTo>
                    <a:pt x="902126" y="973702"/>
                  </a:lnTo>
                  <a:lnTo>
                    <a:pt x="854646" y="977957"/>
                  </a:lnTo>
                  <a:lnTo>
                    <a:pt x="807165" y="982317"/>
                  </a:lnTo>
                  <a:lnTo>
                    <a:pt x="759685" y="986779"/>
                  </a:lnTo>
                  <a:lnTo>
                    <a:pt x="712205" y="991335"/>
                  </a:lnTo>
                  <a:lnTo>
                    <a:pt x="664724" y="995982"/>
                  </a:lnTo>
                  <a:lnTo>
                    <a:pt x="617244" y="1000715"/>
                  </a:lnTo>
                  <a:lnTo>
                    <a:pt x="569764" y="1005529"/>
                  </a:lnTo>
                  <a:lnTo>
                    <a:pt x="522283" y="1010420"/>
                  </a:lnTo>
                  <a:lnTo>
                    <a:pt x="474803" y="1015384"/>
                  </a:lnTo>
                  <a:lnTo>
                    <a:pt x="427323" y="1020418"/>
                  </a:lnTo>
                  <a:lnTo>
                    <a:pt x="379842" y="1025517"/>
                  </a:lnTo>
                  <a:lnTo>
                    <a:pt x="332362" y="1030679"/>
                  </a:lnTo>
                  <a:lnTo>
                    <a:pt x="284882" y="1035900"/>
                  </a:lnTo>
                  <a:lnTo>
                    <a:pt x="237401" y="1041178"/>
                  </a:lnTo>
                  <a:lnTo>
                    <a:pt x="189921" y="1046510"/>
                  </a:lnTo>
                  <a:lnTo>
                    <a:pt x="142441" y="1051893"/>
                  </a:lnTo>
                  <a:lnTo>
                    <a:pt x="94960" y="1057325"/>
                  </a:lnTo>
                  <a:lnTo>
                    <a:pt x="47480" y="1062804"/>
                  </a:lnTo>
                  <a:lnTo>
                    <a:pt x="0" y="1068327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131152" y="3808836"/>
              <a:ext cx="3750947" cy="418619"/>
            </a:xfrm>
            <a:custGeom>
              <a:avLst/>
              <a:pathLst>
                <a:path w="3750947" h="418619">
                  <a:moveTo>
                    <a:pt x="0" y="0"/>
                  </a:moveTo>
                  <a:lnTo>
                    <a:pt x="47480" y="11181"/>
                  </a:lnTo>
                  <a:lnTo>
                    <a:pt x="94960" y="22318"/>
                  </a:lnTo>
                  <a:lnTo>
                    <a:pt x="142441" y="33409"/>
                  </a:lnTo>
                  <a:lnTo>
                    <a:pt x="189921" y="44451"/>
                  </a:lnTo>
                  <a:lnTo>
                    <a:pt x="237401" y="55441"/>
                  </a:lnTo>
                  <a:lnTo>
                    <a:pt x="284882" y="66378"/>
                  </a:lnTo>
                  <a:lnTo>
                    <a:pt x="332362" y="77258"/>
                  </a:lnTo>
                  <a:lnTo>
                    <a:pt x="379842" y="88078"/>
                  </a:lnTo>
                  <a:lnTo>
                    <a:pt x="427323" y="98836"/>
                  </a:lnTo>
                  <a:lnTo>
                    <a:pt x="474803" y="109528"/>
                  </a:lnTo>
                  <a:lnTo>
                    <a:pt x="522283" y="120151"/>
                  </a:lnTo>
                  <a:lnTo>
                    <a:pt x="569764" y="130701"/>
                  </a:lnTo>
                  <a:lnTo>
                    <a:pt x="617244" y="141173"/>
                  </a:lnTo>
                  <a:lnTo>
                    <a:pt x="664724" y="151565"/>
                  </a:lnTo>
                  <a:lnTo>
                    <a:pt x="712205" y="161870"/>
                  </a:lnTo>
                  <a:lnTo>
                    <a:pt x="759685" y="172086"/>
                  </a:lnTo>
                  <a:lnTo>
                    <a:pt x="807165" y="182206"/>
                  </a:lnTo>
                  <a:lnTo>
                    <a:pt x="854646" y="192225"/>
                  </a:lnTo>
                  <a:lnTo>
                    <a:pt x="902126" y="202138"/>
                  </a:lnTo>
                  <a:lnTo>
                    <a:pt x="949606" y="211938"/>
                  </a:lnTo>
                  <a:lnTo>
                    <a:pt x="997087" y="221620"/>
                  </a:lnTo>
                  <a:lnTo>
                    <a:pt x="1044567" y="231177"/>
                  </a:lnTo>
                  <a:lnTo>
                    <a:pt x="1092047" y="240601"/>
                  </a:lnTo>
                  <a:lnTo>
                    <a:pt x="1139528" y="249886"/>
                  </a:lnTo>
                  <a:lnTo>
                    <a:pt x="1187008" y="259023"/>
                  </a:lnTo>
                  <a:lnTo>
                    <a:pt x="1234488" y="268004"/>
                  </a:lnTo>
                  <a:lnTo>
                    <a:pt x="1281969" y="276821"/>
                  </a:lnTo>
                  <a:lnTo>
                    <a:pt x="1329449" y="285464"/>
                  </a:lnTo>
                  <a:lnTo>
                    <a:pt x="1376929" y="293925"/>
                  </a:lnTo>
                  <a:lnTo>
                    <a:pt x="1424410" y="302193"/>
                  </a:lnTo>
                  <a:lnTo>
                    <a:pt x="1471890" y="310258"/>
                  </a:lnTo>
                  <a:lnTo>
                    <a:pt x="1519370" y="318111"/>
                  </a:lnTo>
                  <a:lnTo>
                    <a:pt x="1566851" y="325739"/>
                  </a:lnTo>
                  <a:lnTo>
                    <a:pt x="1614331" y="333133"/>
                  </a:lnTo>
                  <a:lnTo>
                    <a:pt x="1661811" y="340282"/>
                  </a:lnTo>
                  <a:lnTo>
                    <a:pt x="1709292" y="347174"/>
                  </a:lnTo>
                  <a:lnTo>
                    <a:pt x="1756772" y="353799"/>
                  </a:lnTo>
                  <a:lnTo>
                    <a:pt x="1804252" y="360145"/>
                  </a:lnTo>
                  <a:lnTo>
                    <a:pt x="1851733" y="366203"/>
                  </a:lnTo>
                  <a:lnTo>
                    <a:pt x="1899213" y="371962"/>
                  </a:lnTo>
                  <a:lnTo>
                    <a:pt x="1946694" y="377412"/>
                  </a:lnTo>
                  <a:lnTo>
                    <a:pt x="1994174" y="382544"/>
                  </a:lnTo>
                  <a:lnTo>
                    <a:pt x="2041654" y="387351"/>
                  </a:lnTo>
                  <a:lnTo>
                    <a:pt x="2089135" y="391825"/>
                  </a:lnTo>
                  <a:lnTo>
                    <a:pt x="2136615" y="395959"/>
                  </a:lnTo>
                  <a:lnTo>
                    <a:pt x="2184095" y="399750"/>
                  </a:lnTo>
                  <a:lnTo>
                    <a:pt x="2231576" y="403192"/>
                  </a:lnTo>
                  <a:lnTo>
                    <a:pt x="2279056" y="406284"/>
                  </a:lnTo>
                  <a:lnTo>
                    <a:pt x="2326536" y="409024"/>
                  </a:lnTo>
                  <a:lnTo>
                    <a:pt x="2374017" y="411414"/>
                  </a:lnTo>
                  <a:lnTo>
                    <a:pt x="2421497" y="413454"/>
                  </a:lnTo>
                  <a:lnTo>
                    <a:pt x="2468977" y="415148"/>
                  </a:lnTo>
                  <a:lnTo>
                    <a:pt x="2516458" y="416500"/>
                  </a:lnTo>
                  <a:lnTo>
                    <a:pt x="2563938" y="417516"/>
                  </a:lnTo>
                  <a:lnTo>
                    <a:pt x="2611418" y="418202"/>
                  </a:lnTo>
                  <a:lnTo>
                    <a:pt x="2658899" y="418567"/>
                  </a:lnTo>
                  <a:lnTo>
                    <a:pt x="2706379" y="418619"/>
                  </a:lnTo>
                  <a:lnTo>
                    <a:pt x="2753859" y="418366"/>
                  </a:lnTo>
                  <a:lnTo>
                    <a:pt x="2801340" y="417820"/>
                  </a:lnTo>
                  <a:lnTo>
                    <a:pt x="2848820" y="416991"/>
                  </a:lnTo>
                  <a:lnTo>
                    <a:pt x="2896300" y="415888"/>
                  </a:lnTo>
                  <a:lnTo>
                    <a:pt x="2943781" y="414524"/>
                  </a:lnTo>
                  <a:lnTo>
                    <a:pt x="2991261" y="412908"/>
                  </a:lnTo>
                  <a:lnTo>
                    <a:pt x="3038741" y="411053"/>
                  </a:lnTo>
                  <a:lnTo>
                    <a:pt x="3086222" y="408969"/>
                  </a:lnTo>
                  <a:lnTo>
                    <a:pt x="3133702" y="406666"/>
                  </a:lnTo>
                  <a:lnTo>
                    <a:pt x="3181182" y="404156"/>
                  </a:lnTo>
                  <a:lnTo>
                    <a:pt x="3228663" y="401448"/>
                  </a:lnTo>
                  <a:lnTo>
                    <a:pt x="3276143" y="398552"/>
                  </a:lnTo>
                  <a:lnTo>
                    <a:pt x="3323623" y="395479"/>
                  </a:lnTo>
                  <a:lnTo>
                    <a:pt x="3371104" y="392237"/>
                  </a:lnTo>
                  <a:lnTo>
                    <a:pt x="3418584" y="388834"/>
                  </a:lnTo>
                  <a:lnTo>
                    <a:pt x="3466064" y="385280"/>
                  </a:lnTo>
                  <a:lnTo>
                    <a:pt x="3513545" y="381583"/>
                  </a:lnTo>
                  <a:lnTo>
                    <a:pt x="3561025" y="377749"/>
                  </a:lnTo>
                  <a:lnTo>
                    <a:pt x="3608505" y="373787"/>
                  </a:lnTo>
                  <a:lnTo>
                    <a:pt x="3655986" y="369703"/>
                  </a:lnTo>
                  <a:lnTo>
                    <a:pt x="3703466" y="365504"/>
                  </a:lnTo>
                  <a:lnTo>
                    <a:pt x="3750947" y="3611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131152" y="4731546"/>
              <a:ext cx="3750947" cy="231453"/>
            </a:xfrm>
            <a:custGeom>
              <a:avLst/>
              <a:pathLst>
                <a:path w="3750947" h="231453">
                  <a:moveTo>
                    <a:pt x="3750947" y="231453"/>
                  </a:moveTo>
                  <a:lnTo>
                    <a:pt x="3703466" y="221485"/>
                  </a:lnTo>
                  <a:lnTo>
                    <a:pt x="3655986" y="211627"/>
                  </a:lnTo>
                  <a:lnTo>
                    <a:pt x="3608505" y="201885"/>
                  </a:lnTo>
                  <a:lnTo>
                    <a:pt x="3561025" y="192264"/>
                  </a:lnTo>
                  <a:lnTo>
                    <a:pt x="3513545" y="182772"/>
                  </a:lnTo>
                  <a:lnTo>
                    <a:pt x="3466064" y="173415"/>
                  </a:lnTo>
                  <a:lnTo>
                    <a:pt x="3418584" y="164203"/>
                  </a:lnTo>
                  <a:lnTo>
                    <a:pt x="3371104" y="155142"/>
                  </a:lnTo>
                  <a:lnTo>
                    <a:pt x="3323623" y="146241"/>
                  </a:lnTo>
                  <a:lnTo>
                    <a:pt x="3276143" y="137509"/>
                  </a:lnTo>
                  <a:lnTo>
                    <a:pt x="3228663" y="128955"/>
                  </a:lnTo>
                  <a:lnTo>
                    <a:pt x="3181182" y="120588"/>
                  </a:lnTo>
                  <a:lnTo>
                    <a:pt x="3133702" y="112419"/>
                  </a:lnTo>
                  <a:lnTo>
                    <a:pt x="3086222" y="104458"/>
                  </a:lnTo>
                  <a:lnTo>
                    <a:pt x="3038741" y="96715"/>
                  </a:lnTo>
                  <a:lnTo>
                    <a:pt x="2991261" y="89201"/>
                  </a:lnTo>
                  <a:lnTo>
                    <a:pt x="2943781" y="81927"/>
                  </a:lnTo>
                  <a:lnTo>
                    <a:pt x="2896300" y="74904"/>
                  </a:lnTo>
                  <a:lnTo>
                    <a:pt x="2848820" y="68143"/>
                  </a:lnTo>
                  <a:lnTo>
                    <a:pt x="2801340" y="61655"/>
                  </a:lnTo>
                  <a:lnTo>
                    <a:pt x="2753859" y="55450"/>
                  </a:lnTo>
                  <a:lnTo>
                    <a:pt x="2706379" y="49539"/>
                  </a:lnTo>
                  <a:lnTo>
                    <a:pt x="2658899" y="43932"/>
                  </a:lnTo>
                  <a:lnTo>
                    <a:pt x="2611418" y="38638"/>
                  </a:lnTo>
                  <a:lnTo>
                    <a:pt x="2563938" y="33666"/>
                  </a:lnTo>
                  <a:lnTo>
                    <a:pt x="2516458" y="29023"/>
                  </a:lnTo>
                  <a:lnTo>
                    <a:pt x="2468977" y="24717"/>
                  </a:lnTo>
                  <a:lnTo>
                    <a:pt x="2421497" y="20752"/>
                  </a:lnTo>
                  <a:lnTo>
                    <a:pt x="2374017" y="17133"/>
                  </a:lnTo>
                  <a:lnTo>
                    <a:pt x="2326536" y="13864"/>
                  </a:lnTo>
                  <a:lnTo>
                    <a:pt x="2279056" y="10946"/>
                  </a:lnTo>
                  <a:lnTo>
                    <a:pt x="2231576" y="8380"/>
                  </a:lnTo>
                  <a:lnTo>
                    <a:pt x="2184095" y="6163"/>
                  </a:lnTo>
                  <a:lnTo>
                    <a:pt x="2136615" y="4295"/>
                  </a:lnTo>
                  <a:lnTo>
                    <a:pt x="2089135" y="2771"/>
                  </a:lnTo>
                  <a:lnTo>
                    <a:pt x="2041654" y="1586"/>
                  </a:lnTo>
                  <a:lnTo>
                    <a:pt x="1994174" y="734"/>
                  </a:lnTo>
                  <a:lnTo>
                    <a:pt x="1946694" y="208"/>
                  </a:lnTo>
                  <a:lnTo>
                    <a:pt x="1899213" y="0"/>
                  </a:lnTo>
                  <a:lnTo>
                    <a:pt x="1851733" y="100"/>
                  </a:lnTo>
                  <a:lnTo>
                    <a:pt x="1804252" y="499"/>
                  </a:lnTo>
                  <a:lnTo>
                    <a:pt x="1756772" y="1186"/>
                  </a:lnTo>
                  <a:lnTo>
                    <a:pt x="1709292" y="2152"/>
                  </a:lnTo>
                  <a:lnTo>
                    <a:pt x="1661811" y="3386"/>
                  </a:lnTo>
                  <a:lnTo>
                    <a:pt x="1614331" y="4876"/>
                  </a:lnTo>
                  <a:lnTo>
                    <a:pt x="1566851" y="6612"/>
                  </a:lnTo>
                  <a:lnTo>
                    <a:pt x="1519370" y="8582"/>
                  </a:lnTo>
                  <a:lnTo>
                    <a:pt x="1471890" y="10775"/>
                  </a:lnTo>
                  <a:lnTo>
                    <a:pt x="1424410" y="13182"/>
                  </a:lnTo>
                  <a:lnTo>
                    <a:pt x="1376929" y="15791"/>
                  </a:lnTo>
                  <a:lnTo>
                    <a:pt x="1329449" y="18593"/>
                  </a:lnTo>
                  <a:lnTo>
                    <a:pt x="1281969" y="21578"/>
                  </a:lnTo>
                  <a:lnTo>
                    <a:pt x="1234488" y="24736"/>
                  </a:lnTo>
                  <a:lnTo>
                    <a:pt x="1187008" y="28059"/>
                  </a:lnTo>
                  <a:lnTo>
                    <a:pt x="1139528" y="31537"/>
                  </a:lnTo>
                  <a:lnTo>
                    <a:pt x="1092047" y="35163"/>
                  </a:lnTo>
                  <a:lnTo>
                    <a:pt x="1044567" y="38929"/>
                  </a:lnTo>
                  <a:lnTo>
                    <a:pt x="997087" y="42827"/>
                  </a:lnTo>
                  <a:lnTo>
                    <a:pt x="949606" y="46851"/>
                  </a:lnTo>
                  <a:lnTo>
                    <a:pt x="902126" y="50992"/>
                  </a:lnTo>
                  <a:lnTo>
                    <a:pt x="854646" y="55247"/>
                  </a:lnTo>
                  <a:lnTo>
                    <a:pt x="807165" y="59607"/>
                  </a:lnTo>
                  <a:lnTo>
                    <a:pt x="759685" y="64069"/>
                  </a:lnTo>
                  <a:lnTo>
                    <a:pt x="712205" y="68625"/>
                  </a:lnTo>
                  <a:lnTo>
                    <a:pt x="664724" y="73272"/>
                  </a:lnTo>
                  <a:lnTo>
                    <a:pt x="617244" y="78005"/>
                  </a:lnTo>
                  <a:lnTo>
                    <a:pt x="569764" y="82819"/>
                  </a:lnTo>
                  <a:lnTo>
                    <a:pt x="522283" y="87710"/>
                  </a:lnTo>
                  <a:lnTo>
                    <a:pt x="474803" y="92674"/>
                  </a:lnTo>
                  <a:lnTo>
                    <a:pt x="427323" y="97708"/>
                  </a:lnTo>
                  <a:lnTo>
                    <a:pt x="379842" y="102807"/>
                  </a:lnTo>
                  <a:lnTo>
                    <a:pt x="332362" y="107969"/>
                  </a:lnTo>
                  <a:lnTo>
                    <a:pt x="284882" y="113190"/>
                  </a:lnTo>
                  <a:lnTo>
                    <a:pt x="237401" y="118468"/>
                  </a:lnTo>
                  <a:lnTo>
                    <a:pt x="189921" y="123800"/>
                  </a:lnTo>
                  <a:lnTo>
                    <a:pt x="142441" y="129183"/>
                  </a:lnTo>
                  <a:lnTo>
                    <a:pt x="94960" y="134615"/>
                  </a:lnTo>
                  <a:lnTo>
                    <a:pt x="47480" y="140094"/>
                  </a:lnTo>
                  <a:lnTo>
                    <a:pt x="0" y="1456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1152" y="4342999"/>
              <a:ext cx="3750947" cy="223515"/>
            </a:xfrm>
            <a:custGeom>
              <a:avLst/>
              <a:pathLst>
                <a:path w="3750947" h="223515">
                  <a:moveTo>
                    <a:pt x="0" y="0"/>
                  </a:moveTo>
                  <a:lnTo>
                    <a:pt x="47480" y="2829"/>
                  </a:lnTo>
                  <a:lnTo>
                    <a:pt x="94960" y="5658"/>
                  </a:lnTo>
                  <a:lnTo>
                    <a:pt x="142441" y="8487"/>
                  </a:lnTo>
                  <a:lnTo>
                    <a:pt x="189921" y="11317"/>
                  </a:lnTo>
                  <a:lnTo>
                    <a:pt x="237401" y="14146"/>
                  </a:lnTo>
                  <a:lnTo>
                    <a:pt x="284882" y="16975"/>
                  </a:lnTo>
                  <a:lnTo>
                    <a:pt x="332362" y="19805"/>
                  </a:lnTo>
                  <a:lnTo>
                    <a:pt x="379842" y="22634"/>
                  </a:lnTo>
                  <a:lnTo>
                    <a:pt x="427323" y="25463"/>
                  </a:lnTo>
                  <a:lnTo>
                    <a:pt x="474803" y="28293"/>
                  </a:lnTo>
                  <a:lnTo>
                    <a:pt x="522283" y="31122"/>
                  </a:lnTo>
                  <a:lnTo>
                    <a:pt x="569764" y="33951"/>
                  </a:lnTo>
                  <a:lnTo>
                    <a:pt x="617244" y="36781"/>
                  </a:lnTo>
                  <a:lnTo>
                    <a:pt x="664724" y="39610"/>
                  </a:lnTo>
                  <a:lnTo>
                    <a:pt x="712205" y="42439"/>
                  </a:lnTo>
                  <a:lnTo>
                    <a:pt x="759685" y="45268"/>
                  </a:lnTo>
                  <a:lnTo>
                    <a:pt x="807165" y="48098"/>
                  </a:lnTo>
                  <a:lnTo>
                    <a:pt x="854646" y="50927"/>
                  </a:lnTo>
                  <a:lnTo>
                    <a:pt x="902126" y="53756"/>
                  </a:lnTo>
                  <a:lnTo>
                    <a:pt x="949606" y="56586"/>
                  </a:lnTo>
                  <a:lnTo>
                    <a:pt x="997087" y="59415"/>
                  </a:lnTo>
                  <a:lnTo>
                    <a:pt x="1044567" y="62244"/>
                  </a:lnTo>
                  <a:lnTo>
                    <a:pt x="1092047" y="65074"/>
                  </a:lnTo>
                  <a:lnTo>
                    <a:pt x="1139528" y="67903"/>
                  </a:lnTo>
                  <a:lnTo>
                    <a:pt x="1187008" y="70732"/>
                  </a:lnTo>
                  <a:lnTo>
                    <a:pt x="1234488" y="73562"/>
                  </a:lnTo>
                  <a:lnTo>
                    <a:pt x="1281969" y="76391"/>
                  </a:lnTo>
                  <a:lnTo>
                    <a:pt x="1329449" y="79220"/>
                  </a:lnTo>
                  <a:lnTo>
                    <a:pt x="1376929" y="82050"/>
                  </a:lnTo>
                  <a:lnTo>
                    <a:pt x="1424410" y="84879"/>
                  </a:lnTo>
                  <a:lnTo>
                    <a:pt x="1471890" y="87708"/>
                  </a:lnTo>
                  <a:lnTo>
                    <a:pt x="1519370" y="90537"/>
                  </a:lnTo>
                  <a:lnTo>
                    <a:pt x="1566851" y="93367"/>
                  </a:lnTo>
                  <a:lnTo>
                    <a:pt x="1614331" y="96196"/>
                  </a:lnTo>
                  <a:lnTo>
                    <a:pt x="1661811" y="99025"/>
                  </a:lnTo>
                  <a:lnTo>
                    <a:pt x="1709292" y="101855"/>
                  </a:lnTo>
                  <a:lnTo>
                    <a:pt x="1756772" y="104684"/>
                  </a:lnTo>
                  <a:lnTo>
                    <a:pt x="1804252" y="107513"/>
                  </a:lnTo>
                  <a:lnTo>
                    <a:pt x="1851733" y="110343"/>
                  </a:lnTo>
                  <a:lnTo>
                    <a:pt x="1899213" y="113172"/>
                  </a:lnTo>
                  <a:lnTo>
                    <a:pt x="1946694" y="116001"/>
                  </a:lnTo>
                  <a:lnTo>
                    <a:pt x="1994174" y="118831"/>
                  </a:lnTo>
                  <a:lnTo>
                    <a:pt x="2041654" y="121660"/>
                  </a:lnTo>
                  <a:lnTo>
                    <a:pt x="2089135" y="124489"/>
                  </a:lnTo>
                  <a:lnTo>
                    <a:pt x="2136615" y="127319"/>
                  </a:lnTo>
                  <a:lnTo>
                    <a:pt x="2184095" y="130148"/>
                  </a:lnTo>
                  <a:lnTo>
                    <a:pt x="2231576" y="132977"/>
                  </a:lnTo>
                  <a:lnTo>
                    <a:pt x="2279056" y="135806"/>
                  </a:lnTo>
                  <a:lnTo>
                    <a:pt x="2326536" y="138636"/>
                  </a:lnTo>
                  <a:lnTo>
                    <a:pt x="2374017" y="141465"/>
                  </a:lnTo>
                  <a:lnTo>
                    <a:pt x="2421497" y="144294"/>
                  </a:lnTo>
                  <a:lnTo>
                    <a:pt x="2468977" y="147124"/>
                  </a:lnTo>
                  <a:lnTo>
                    <a:pt x="2516458" y="149953"/>
                  </a:lnTo>
                  <a:lnTo>
                    <a:pt x="2563938" y="152782"/>
                  </a:lnTo>
                  <a:lnTo>
                    <a:pt x="2611418" y="155612"/>
                  </a:lnTo>
                  <a:lnTo>
                    <a:pt x="2658899" y="158441"/>
                  </a:lnTo>
                  <a:lnTo>
                    <a:pt x="2706379" y="161270"/>
                  </a:lnTo>
                  <a:lnTo>
                    <a:pt x="2753859" y="164100"/>
                  </a:lnTo>
                  <a:lnTo>
                    <a:pt x="2801340" y="166929"/>
                  </a:lnTo>
                  <a:lnTo>
                    <a:pt x="2848820" y="169758"/>
                  </a:lnTo>
                  <a:lnTo>
                    <a:pt x="2896300" y="172587"/>
                  </a:lnTo>
                  <a:lnTo>
                    <a:pt x="2943781" y="175417"/>
                  </a:lnTo>
                  <a:lnTo>
                    <a:pt x="2991261" y="178246"/>
                  </a:lnTo>
                  <a:lnTo>
                    <a:pt x="3038741" y="181075"/>
                  </a:lnTo>
                  <a:lnTo>
                    <a:pt x="3086222" y="183905"/>
                  </a:lnTo>
                  <a:lnTo>
                    <a:pt x="3133702" y="186734"/>
                  </a:lnTo>
                  <a:lnTo>
                    <a:pt x="3181182" y="189563"/>
                  </a:lnTo>
                  <a:lnTo>
                    <a:pt x="3228663" y="192393"/>
                  </a:lnTo>
                  <a:lnTo>
                    <a:pt x="3276143" y="195222"/>
                  </a:lnTo>
                  <a:lnTo>
                    <a:pt x="3323623" y="198051"/>
                  </a:lnTo>
                  <a:lnTo>
                    <a:pt x="3371104" y="200881"/>
                  </a:lnTo>
                  <a:lnTo>
                    <a:pt x="3418584" y="203710"/>
                  </a:lnTo>
                  <a:lnTo>
                    <a:pt x="3466064" y="206539"/>
                  </a:lnTo>
                  <a:lnTo>
                    <a:pt x="3513545" y="209369"/>
                  </a:lnTo>
                  <a:lnTo>
                    <a:pt x="3561025" y="212198"/>
                  </a:lnTo>
                  <a:lnTo>
                    <a:pt x="3608505" y="215027"/>
                  </a:lnTo>
                  <a:lnTo>
                    <a:pt x="3655986" y="217856"/>
                  </a:lnTo>
                  <a:lnTo>
                    <a:pt x="3703466" y="220686"/>
                  </a:lnTo>
                  <a:lnTo>
                    <a:pt x="3750947" y="223515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5420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115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809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504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5821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38079" y="46515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37210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27905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21782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52504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83226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13949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218673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49395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80117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1084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370766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72874" y="1669789"/>
              <a:ext cx="33143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Environmental Distance vs Final Survival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5516"/>
              <a:ext cx="6302167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29062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3006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4055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48784" y="269236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48784" y="28696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648784" y="26663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43786" y="30365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943786" y="29795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943786" y="31378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474307" y="20489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474307" y="2900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474307" y="29445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720017" y="322946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720017" y="32044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720017" y="34235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15482" y="30662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15482" y="30860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15482" y="28822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61891" y="54922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61891" y="45715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61891" y="436191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98879" y="36176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98879" y="36616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98879" y="363166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385441"/>
              <a:ext cx="5729243" cy="2253391"/>
            </a:xfrm>
            <a:custGeom>
              <a:avLst/>
              <a:pathLst>
                <a:path w="5729243" h="2253391">
                  <a:moveTo>
                    <a:pt x="0" y="0"/>
                  </a:moveTo>
                  <a:lnTo>
                    <a:pt x="72522" y="23878"/>
                  </a:lnTo>
                  <a:lnTo>
                    <a:pt x="145044" y="47640"/>
                  </a:lnTo>
                  <a:lnTo>
                    <a:pt x="217566" y="71279"/>
                  </a:lnTo>
                  <a:lnTo>
                    <a:pt x="290088" y="94788"/>
                  </a:lnTo>
                  <a:lnTo>
                    <a:pt x="362610" y="118159"/>
                  </a:lnTo>
                  <a:lnTo>
                    <a:pt x="435132" y="141384"/>
                  </a:lnTo>
                  <a:lnTo>
                    <a:pt x="507654" y="164455"/>
                  </a:lnTo>
                  <a:lnTo>
                    <a:pt x="580176" y="187362"/>
                  </a:lnTo>
                  <a:lnTo>
                    <a:pt x="652698" y="210096"/>
                  </a:lnTo>
                  <a:lnTo>
                    <a:pt x="725220" y="232648"/>
                  </a:lnTo>
                  <a:lnTo>
                    <a:pt x="797742" y="255007"/>
                  </a:lnTo>
                  <a:lnTo>
                    <a:pt x="870264" y="277161"/>
                  </a:lnTo>
                  <a:lnTo>
                    <a:pt x="942786" y="299101"/>
                  </a:lnTo>
                  <a:lnTo>
                    <a:pt x="1015308" y="320815"/>
                  </a:lnTo>
                  <a:lnTo>
                    <a:pt x="1087830" y="342290"/>
                  </a:lnTo>
                  <a:lnTo>
                    <a:pt x="1160353" y="363515"/>
                  </a:lnTo>
                  <a:lnTo>
                    <a:pt x="1232875" y="384477"/>
                  </a:lnTo>
                  <a:lnTo>
                    <a:pt x="1305397" y="405165"/>
                  </a:lnTo>
                  <a:lnTo>
                    <a:pt x="1377919" y="425566"/>
                  </a:lnTo>
                  <a:lnTo>
                    <a:pt x="1450441" y="445668"/>
                  </a:lnTo>
                  <a:lnTo>
                    <a:pt x="1522963" y="465459"/>
                  </a:lnTo>
                  <a:lnTo>
                    <a:pt x="1595485" y="484929"/>
                  </a:lnTo>
                  <a:lnTo>
                    <a:pt x="1668007" y="504065"/>
                  </a:lnTo>
                  <a:lnTo>
                    <a:pt x="1740529" y="522860"/>
                  </a:lnTo>
                  <a:lnTo>
                    <a:pt x="1813051" y="541303"/>
                  </a:lnTo>
                  <a:lnTo>
                    <a:pt x="1885573" y="559387"/>
                  </a:lnTo>
                  <a:lnTo>
                    <a:pt x="1958095" y="577106"/>
                  </a:lnTo>
                  <a:lnTo>
                    <a:pt x="2030617" y="594454"/>
                  </a:lnTo>
                  <a:lnTo>
                    <a:pt x="2103139" y="611428"/>
                  </a:lnTo>
                  <a:lnTo>
                    <a:pt x="2175661" y="628025"/>
                  </a:lnTo>
                  <a:lnTo>
                    <a:pt x="2248184" y="644246"/>
                  </a:lnTo>
                  <a:lnTo>
                    <a:pt x="2320706" y="660091"/>
                  </a:lnTo>
                  <a:lnTo>
                    <a:pt x="2393228" y="675563"/>
                  </a:lnTo>
                  <a:lnTo>
                    <a:pt x="2465750" y="690667"/>
                  </a:lnTo>
                  <a:lnTo>
                    <a:pt x="2538272" y="705408"/>
                  </a:lnTo>
                  <a:lnTo>
                    <a:pt x="2610794" y="719794"/>
                  </a:lnTo>
                  <a:lnTo>
                    <a:pt x="2683316" y="733832"/>
                  </a:lnTo>
                  <a:lnTo>
                    <a:pt x="2755838" y="747531"/>
                  </a:lnTo>
                  <a:lnTo>
                    <a:pt x="2828360" y="760903"/>
                  </a:lnTo>
                  <a:lnTo>
                    <a:pt x="2900882" y="773958"/>
                  </a:lnTo>
                  <a:lnTo>
                    <a:pt x="2973404" y="786708"/>
                  </a:lnTo>
                  <a:lnTo>
                    <a:pt x="3045926" y="799164"/>
                  </a:lnTo>
                  <a:lnTo>
                    <a:pt x="3118448" y="811338"/>
                  </a:lnTo>
                  <a:lnTo>
                    <a:pt x="3190970" y="823244"/>
                  </a:lnTo>
                  <a:lnTo>
                    <a:pt x="3263492" y="834892"/>
                  </a:lnTo>
                  <a:lnTo>
                    <a:pt x="3336014" y="846295"/>
                  </a:lnTo>
                  <a:lnTo>
                    <a:pt x="3408537" y="857466"/>
                  </a:lnTo>
                  <a:lnTo>
                    <a:pt x="3481059" y="868415"/>
                  </a:lnTo>
                  <a:lnTo>
                    <a:pt x="3553581" y="879154"/>
                  </a:lnTo>
                  <a:lnTo>
                    <a:pt x="3626103" y="889694"/>
                  </a:lnTo>
                  <a:lnTo>
                    <a:pt x="3698625" y="900046"/>
                  </a:lnTo>
                  <a:lnTo>
                    <a:pt x="3771147" y="910220"/>
                  </a:lnTo>
                  <a:lnTo>
                    <a:pt x="3843669" y="920225"/>
                  </a:lnTo>
                  <a:lnTo>
                    <a:pt x="3916191" y="930071"/>
                  </a:lnTo>
                  <a:lnTo>
                    <a:pt x="3988713" y="939766"/>
                  </a:lnTo>
                  <a:lnTo>
                    <a:pt x="4061235" y="949319"/>
                  </a:lnTo>
                  <a:lnTo>
                    <a:pt x="4133757" y="958738"/>
                  </a:lnTo>
                  <a:lnTo>
                    <a:pt x="4206279" y="968029"/>
                  </a:lnTo>
                  <a:lnTo>
                    <a:pt x="4278801" y="977201"/>
                  </a:lnTo>
                  <a:lnTo>
                    <a:pt x="4351323" y="986259"/>
                  </a:lnTo>
                  <a:lnTo>
                    <a:pt x="4423845" y="995210"/>
                  </a:lnTo>
                  <a:lnTo>
                    <a:pt x="4496368" y="1004060"/>
                  </a:lnTo>
                  <a:lnTo>
                    <a:pt x="4568890" y="1012814"/>
                  </a:lnTo>
                  <a:lnTo>
                    <a:pt x="4641412" y="1021477"/>
                  </a:lnTo>
                  <a:lnTo>
                    <a:pt x="4713934" y="1030055"/>
                  </a:lnTo>
                  <a:lnTo>
                    <a:pt x="4786456" y="1038551"/>
                  </a:lnTo>
                  <a:lnTo>
                    <a:pt x="4858978" y="1046971"/>
                  </a:lnTo>
                  <a:lnTo>
                    <a:pt x="4931500" y="1055318"/>
                  </a:lnTo>
                  <a:lnTo>
                    <a:pt x="5004022" y="1063595"/>
                  </a:lnTo>
                  <a:lnTo>
                    <a:pt x="5076544" y="1071808"/>
                  </a:lnTo>
                  <a:lnTo>
                    <a:pt x="5149066" y="1079958"/>
                  </a:lnTo>
                  <a:lnTo>
                    <a:pt x="5221588" y="1088049"/>
                  </a:lnTo>
                  <a:lnTo>
                    <a:pt x="5294110" y="1096084"/>
                  </a:lnTo>
                  <a:lnTo>
                    <a:pt x="5366632" y="1104066"/>
                  </a:lnTo>
                  <a:lnTo>
                    <a:pt x="5439154" y="1111997"/>
                  </a:lnTo>
                  <a:lnTo>
                    <a:pt x="5511676" y="1119880"/>
                  </a:lnTo>
                  <a:lnTo>
                    <a:pt x="5584198" y="1127717"/>
                  </a:lnTo>
                  <a:lnTo>
                    <a:pt x="5656721" y="1135510"/>
                  </a:lnTo>
                  <a:lnTo>
                    <a:pt x="5729243" y="1143262"/>
                  </a:lnTo>
                  <a:lnTo>
                    <a:pt x="5729243" y="2253391"/>
                  </a:lnTo>
                  <a:lnTo>
                    <a:pt x="5656721" y="2228156"/>
                  </a:lnTo>
                  <a:lnTo>
                    <a:pt x="5584198" y="2202963"/>
                  </a:lnTo>
                  <a:lnTo>
                    <a:pt x="5511676" y="2177814"/>
                  </a:lnTo>
                  <a:lnTo>
                    <a:pt x="5439154" y="2152710"/>
                  </a:lnTo>
                  <a:lnTo>
                    <a:pt x="5366632" y="2127655"/>
                  </a:lnTo>
                  <a:lnTo>
                    <a:pt x="5294110" y="2102650"/>
                  </a:lnTo>
                  <a:lnTo>
                    <a:pt x="5221588" y="2077699"/>
                  </a:lnTo>
                  <a:lnTo>
                    <a:pt x="5149066" y="2052803"/>
                  </a:lnTo>
                  <a:lnTo>
                    <a:pt x="5076544" y="2027967"/>
                  </a:lnTo>
                  <a:lnTo>
                    <a:pt x="5004022" y="2003192"/>
                  </a:lnTo>
                  <a:lnTo>
                    <a:pt x="4931500" y="1978484"/>
                  </a:lnTo>
                  <a:lnTo>
                    <a:pt x="4858978" y="1953844"/>
                  </a:lnTo>
                  <a:lnTo>
                    <a:pt x="4786456" y="1929277"/>
                  </a:lnTo>
                  <a:lnTo>
                    <a:pt x="4713934" y="1904787"/>
                  </a:lnTo>
                  <a:lnTo>
                    <a:pt x="4641412" y="1880378"/>
                  </a:lnTo>
                  <a:lnTo>
                    <a:pt x="4568890" y="1856055"/>
                  </a:lnTo>
                  <a:lnTo>
                    <a:pt x="4496368" y="1831822"/>
                  </a:lnTo>
                  <a:lnTo>
                    <a:pt x="4423845" y="1807686"/>
                  </a:lnTo>
                  <a:lnTo>
                    <a:pt x="4351323" y="1783650"/>
                  </a:lnTo>
                  <a:lnTo>
                    <a:pt x="4278801" y="1759722"/>
                  </a:lnTo>
                  <a:lnTo>
                    <a:pt x="4206279" y="1735907"/>
                  </a:lnTo>
                  <a:lnTo>
                    <a:pt x="4133757" y="1712212"/>
                  </a:lnTo>
                  <a:lnTo>
                    <a:pt x="4061235" y="1688644"/>
                  </a:lnTo>
                  <a:lnTo>
                    <a:pt x="3988713" y="1665210"/>
                  </a:lnTo>
                  <a:lnTo>
                    <a:pt x="3916191" y="1641919"/>
                  </a:lnTo>
                  <a:lnTo>
                    <a:pt x="3843669" y="1618778"/>
                  </a:lnTo>
                  <a:lnTo>
                    <a:pt x="3771147" y="1595797"/>
                  </a:lnTo>
                  <a:lnTo>
                    <a:pt x="3698625" y="1572984"/>
                  </a:lnTo>
                  <a:lnTo>
                    <a:pt x="3626103" y="1550350"/>
                  </a:lnTo>
                  <a:lnTo>
                    <a:pt x="3553581" y="1527904"/>
                  </a:lnTo>
                  <a:lnTo>
                    <a:pt x="3481059" y="1505657"/>
                  </a:lnTo>
                  <a:lnTo>
                    <a:pt x="3408537" y="1483619"/>
                  </a:lnTo>
                  <a:lnTo>
                    <a:pt x="3336014" y="1461803"/>
                  </a:lnTo>
                  <a:lnTo>
                    <a:pt x="3263492" y="1440220"/>
                  </a:lnTo>
                  <a:lnTo>
                    <a:pt x="3190970" y="1418882"/>
                  </a:lnTo>
                  <a:lnTo>
                    <a:pt x="3118448" y="1397801"/>
                  </a:lnTo>
                  <a:lnTo>
                    <a:pt x="3045926" y="1376988"/>
                  </a:lnTo>
                  <a:lnTo>
                    <a:pt x="2973404" y="1356458"/>
                  </a:lnTo>
                  <a:lnTo>
                    <a:pt x="2900882" y="1336221"/>
                  </a:lnTo>
                  <a:lnTo>
                    <a:pt x="2828360" y="1316290"/>
                  </a:lnTo>
                  <a:lnTo>
                    <a:pt x="2755838" y="1296675"/>
                  </a:lnTo>
                  <a:lnTo>
                    <a:pt x="2683316" y="1277388"/>
                  </a:lnTo>
                  <a:lnTo>
                    <a:pt x="2610794" y="1258440"/>
                  </a:lnTo>
                  <a:lnTo>
                    <a:pt x="2538272" y="1239839"/>
                  </a:lnTo>
                  <a:lnTo>
                    <a:pt x="2465750" y="1221593"/>
                  </a:lnTo>
                  <a:lnTo>
                    <a:pt x="2393228" y="1203711"/>
                  </a:lnTo>
                  <a:lnTo>
                    <a:pt x="2320706" y="1186197"/>
                  </a:lnTo>
                  <a:lnTo>
                    <a:pt x="2248184" y="1169055"/>
                  </a:lnTo>
                  <a:lnTo>
                    <a:pt x="2175661" y="1152290"/>
                  </a:lnTo>
                  <a:lnTo>
                    <a:pt x="2103139" y="1135901"/>
                  </a:lnTo>
                  <a:lnTo>
                    <a:pt x="2030617" y="1119888"/>
                  </a:lnTo>
                  <a:lnTo>
                    <a:pt x="1958095" y="1104249"/>
                  </a:lnTo>
                  <a:lnTo>
                    <a:pt x="1885573" y="1088982"/>
                  </a:lnTo>
                  <a:lnTo>
                    <a:pt x="1813051" y="1074079"/>
                  </a:lnTo>
                  <a:lnTo>
                    <a:pt x="1740529" y="1059536"/>
                  </a:lnTo>
                  <a:lnTo>
                    <a:pt x="1668007" y="1045344"/>
                  </a:lnTo>
                  <a:lnTo>
                    <a:pt x="1595485" y="1031494"/>
                  </a:lnTo>
                  <a:lnTo>
                    <a:pt x="1522963" y="1017977"/>
                  </a:lnTo>
                  <a:lnTo>
                    <a:pt x="1450441" y="1004782"/>
                  </a:lnTo>
                  <a:lnTo>
                    <a:pt x="1377919" y="991897"/>
                  </a:lnTo>
                  <a:lnTo>
                    <a:pt x="1305397" y="979311"/>
                  </a:lnTo>
                  <a:lnTo>
                    <a:pt x="1232875" y="967013"/>
                  </a:lnTo>
                  <a:lnTo>
                    <a:pt x="1160353" y="954989"/>
                  </a:lnTo>
                  <a:lnTo>
                    <a:pt x="1087830" y="943227"/>
                  </a:lnTo>
                  <a:lnTo>
                    <a:pt x="1015308" y="931716"/>
                  </a:lnTo>
                  <a:lnTo>
                    <a:pt x="942786" y="920443"/>
                  </a:lnTo>
                  <a:lnTo>
                    <a:pt x="870264" y="909396"/>
                  </a:lnTo>
                  <a:lnTo>
                    <a:pt x="797742" y="898565"/>
                  </a:lnTo>
                  <a:lnTo>
                    <a:pt x="725220" y="887937"/>
                  </a:lnTo>
                  <a:lnTo>
                    <a:pt x="652698" y="877502"/>
                  </a:lnTo>
                  <a:lnTo>
                    <a:pt x="580176" y="867250"/>
                  </a:lnTo>
                  <a:lnTo>
                    <a:pt x="507654" y="857170"/>
                  </a:lnTo>
                  <a:lnTo>
                    <a:pt x="435132" y="847254"/>
                  </a:lnTo>
                  <a:lnTo>
                    <a:pt x="362610" y="837493"/>
                  </a:lnTo>
                  <a:lnTo>
                    <a:pt x="290088" y="827878"/>
                  </a:lnTo>
                  <a:lnTo>
                    <a:pt x="217566" y="818400"/>
                  </a:lnTo>
                  <a:lnTo>
                    <a:pt x="145044" y="809053"/>
                  </a:lnTo>
                  <a:lnTo>
                    <a:pt x="72522" y="799828"/>
                  </a:lnTo>
                  <a:lnTo>
                    <a:pt x="0" y="790720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385441"/>
              <a:ext cx="5729243" cy="1143262"/>
            </a:xfrm>
            <a:custGeom>
              <a:avLst/>
              <a:pathLst>
                <a:path w="5729243" h="1143262">
                  <a:moveTo>
                    <a:pt x="0" y="0"/>
                  </a:moveTo>
                  <a:lnTo>
                    <a:pt x="72522" y="23878"/>
                  </a:lnTo>
                  <a:lnTo>
                    <a:pt x="145044" y="47640"/>
                  </a:lnTo>
                  <a:lnTo>
                    <a:pt x="217566" y="71279"/>
                  </a:lnTo>
                  <a:lnTo>
                    <a:pt x="290088" y="94788"/>
                  </a:lnTo>
                  <a:lnTo>
                    <a:pt x="362610" y="118159"/>
                  </a:lnTo>
                  <a:lnTo>
                    <a:pt x="435132" y="141384"/>
                  </a:lnTo>
                  <a:lnTo>
                    <a:pt x="507654" y="164455"/>
                  </a:lnTo>
                  <a:lnTo>
                    <a:pt x="580176" y="187362"/>
                  </a:lnTo>
                  <a:lnTo>
                    <a:pt x="652698" y="210096"/>
                  </a:lnTo>
                  <a:lnTo>
                    <a:pt x="725220" y="232648"/>
                  </a:lnTo>
                  <a:lnTo>
                    <a:pt x="797742" y="255007"/>
                  </a:lnTo>
                  <a:lnTo>
                    <a:pt x="870264" y="277161"/>
                  </a:lnTo>
                  <a:lnTo>
                    <a:pt x="942786" y="299101"/>
                  </a:lnTo>
                  <a:lnTo>
                    <a:pt x="1015308" y="320815"/>
                  </a:lnTo>
                  <a:lnTo>
                    <a:pt x="1087830" y="342290"/>
                  </a:lnTo>
                  <a:lnTo>
                    <a:pt x="1160353" y="363515"/>
                  </a:lnTo>
                  <a:lnTo>
                    <a:pt x="1232875" y="384477"/>
                  </a:lnTo>
                  <a:lnTo>
                    <a:pt x="1305397" y="405165"/>
                  </a:lnTo>
                  <a:lnTo>
                    <a:pt x="1377919" y="425566"/>
                  </a:lnTo>
                  <a:lnTo>
                    <a:pt x="1450441" y="445668"/>
                  </a:lnTo>
                  <a:lnTo>
                    <a:pt x="1522963" y="465459"/>
                  </a:lnTo>
                  <a:lnTo>
                    <a:pt x="1595485" y="484929"/>
                  </a:lnTo>
                  <a:lnTo>
                    <a:pt x="1668007" y="504065"/>
                  </a:lnTo>
                  <a:lnTo>
                    <a:pt x="1740529" y="522860"/>
                  </a:lnTo>
                  <a:lnTo>
                    <a:pt x="1813051" y="541303"/>
                  </a:lnTo>
                  <a:lnTo>
                    <a:pt x="1885573" y="559387"/>
                  </a:lnTo>
                  <a:lnTo>
                    <a:pt x="1958095" y="577106"/>
                  </a:lnTo>
                  <a:lnTo>
                    <a:pt x="2030617" y="594454"/>
                  </a:lnTo>
                  <a:lnTo>
                    <a:pt x="2103139" y="611428"/>
                  </a:lnTo>
                  <a:lnTo>
                    <a:pt x="2175661" y="628025"/>
                  </a:lnTo>
                  <a:lnTo>
                    <a:pt x="2248184" y="644246"/>
                  </a:lnTo>
                  <a:lnTo>
                    <a:pt x="2320706" y="660091"/>
                  </a:lnTo>
                  <a:lnTo>
                    <a:pt x="2393228" y="675563"/>
                  </a:lnTo>
                  <a:lnTo>
                    <a:pt x="2465750" y="690667"/>
                  </a:lnTo>
                  <a:lnTo>
                    <a:pt x="2538272" y="705408"/>
                  </a:lnTo>
                  <a:lnTo>
                    <a:pt x="2610794" y="719794"/>
                  </a:lnTo>
                  <a:lnTo>
                    <a:pt x="2683316" y="733832"/>
                  </a:lnTo>
                  <a:lnTo>
                    <a:pt x="2755838" y="747531"/>
                  </a:lnTo>
                  <a:lnTo>
                    <a:pt x="2828360" y="760903"/>
                  </a:lnTo>
                  <a:lnTo>
                    <a:pt x="2900882" y="773958"/>
                  </a:lnTo>
                  <a:lnTo>
                    <a:pt x="2973404" y="786708"/>
                  </a:lnTo>
                  <a:lnTo>
                    <a:pt x="3045926" y="799164"/>
                  </a:lnTo>
                  <a:lnTo>
                    <a:pt x="3118448" y="811338"/>
                  </a:lnTo>
                  <a:lnTo>
                    <a:pt x="3190970" y="823244"/>
                  </a:lnTo>
                  <a:lnTo>
                    <a:pt x="3263492" y="834892"/>
                  </a:lnTo>
                  <a:lnTo>
                    <a:pt x="3336014" y="846295"/>
                  </a:lnTo>
                  <a:lnTo>
                    <a:pt x="3408537" y="857466"/>
                  </a:lnTo>
                  <a:lnTo>
                    <a:pt x="3481059" y="868415"/>
                  </a:lnTo>
                  <a:lnTo>
                    <a:pt x="3553581" y="879154"/>
                  </a:lnTo>
                  <a:lnTo>
                    <a:pt x="3626103" y="889694"/>
                  </a:lnTo>
                  <a:lnTo>
                    <a:pt x="3698625" y="900046"/>
                  </a:lnTo>
                  <a:lnTo>
                    <a:pt x="3771147" y="910220"/>
                  </a:lnTo>
                  <a:lnTo>
                    <a:pt x="3843669" y="920225"/>
                  </a:lnTo>
                  <a:lnTo>
                    <a:pt x="3916191" y="930071"/>
                  </a:lnTo>
                  <a:lnTo>
                    <a:pt x="3988713" y="939766"/>
                  </a:lnTo>
                  <a:lnTo>
                    <a:pt x="4061235" y="949319"/>
                  </a:lnTo>
                  <a:lnTo>
                    <a:pt x="4133757" y="958738"/>
                  </a:lnTo>
                  <a:lnTo>
                    <a:pt x="4206279" y="968029"/>
                  </a:lnTo>
                  <a:lnTo>
                    <a:pt x="4278801" y="977201"/>
                  </a:lnTo>
                  <a:lnTo>
                    <a:pt x="4351323" y="986259"/>
                  </a:lnTo>
                  <a:lnTo>
                    <a:pt x="4423845" y="995210"/>
                  </a:lnTo>
                  <a:lnTo>
                    <a:pt x="4496368" y="1004060"/>
                  </a:lnTo>
                  <a:lnTo>
                    <a:pt x="4568890" y="1012814"/>
                  </a:lnTo>
                  <a:lnTo>
                    <a:pt x="4641412" y="1021477"/>
                  </a:lnTo>
                  <a:lnTo>
                    <a:pt x="4713934" y="1030055"/>
                  </a:lnTo>
                  <a:lnTo>
                    <a:pt x="4786456" y="1038551"/>
                  </a:lnTo>
                  <a:lnTo>
                    <a:pt x="4858978" y="1046971"/>
                  </a:lnTo>
                  <a:lnTo>
                    <a:pt x="4931500" y="1055318"/>
                  </a:lnTo>
                  <a:lnTo>
                    <a:pt x="5004022" y="1063595"/>
                  </a:lnTo>
                  <a:lnTo>
                    <a:pt x="5076544" y="1071808"/>
                  </a:lnTo>
                  <a:lnTo>
                    <a:pt x="5149066" y="1079958"/>
                  </a:lnTo>
                  <a:lnTo>
                    <a:pt x="5221588" y="1088049"/>
                  </a:lnTo>
                  <a:lnTo>
                    <a:pt x="5294110" y="1096084"/>
                  </a:lnTo>
                  <a:lnTo>
                    <a:pt x="5366632" y="1104066"/>
                  </a:lnTo>
                  <a:lnTo>
                    <a:pt x="5439154" y="1111997"/>
                  </a:lnTo>
                  <a:lnTo>
                    <a:pt x="5511676" y="1119880"/>
                  </a:lnTo>
                  <a:lnTo>
                    <a:pt x="5584198" y="1127717"/>
                  </a:lnTo>
                  <a:lnTo>
                    <a:pt x="5656721" y="1135510"/>
                  </a:lnTo>
                  <a:lnTo>
                    <a:pt x="5729243" y="11432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176162"/>
              <a:ext cx="5729243" cy="1462670"/>
            </a:xfrm>
            <a:custGeom>
              <a:avLst/>
              <a:pathLst>
                <a:path w="5729243" h="1462670">
                  <a:moveTo>
                    <a:pt x="5729243" y="1462670"/>
                  </a:moveTo>
                  <a:lnTo>
                    <a:pt x="5656721" y="1437435"/>
                  </a:lnTo>
                  <a:lnTo>
                    <a:pt x="5584198" y="1412242"/>
                  </a:lnTo>
                  <a:lnTo>
                    <a:pt x="5511676" y="1387093"/>
                  </a:lnTo>
                  <a:lnTo>
                    <a:pt x="5439154" y="1361989"/>
                  </a:lnTo>
                  <a:lnTo>
                    <a:pt x="5366632" y="1336934"/>
                  </a:lnTo>
                  <a:lnTo>
                    <a:pt x="5294110" y="1311929"/>
                  </a:lnTo>
                  <a:lnTo>
                    <a:pt x="5221588" y="1286978"/>
                  </a:lnTo>
                  <a:lnTo>
                    <a:pt x="5149066" y="1262082"/>
                  </a:lnTo>
                  <a:lnTo>
                    <a:pt x="5076544" y="1237246"/>
                  </a:lnTo>
                  <a:lnTo>
                    <a:pt x="5004022" y="1212472"/>
                  </a:lnTo>
                  <a:lnTo>
                    <a:pt x="4931500" y="1187763"/>
                  </a:lnTo>
                  <a:lnTo>
                    <a:pt x="4858978" y="1163123"/>
                  </a:lnTo>
                  <a:lnTo>
                    <a:pt x="4786456" y="1138556"/>
                  </a:lnTo>
                  <a:lnTo>
                    <a:pt x="4713934" y="1114066"/>
                  </a:lnTo>
                  <a:lnTo>
                    <a:pt x="4641412" y="1089657"/>
                  </a:lnTo>
                  <a:lnTo>
                    <a:pt x="4568890" y="1065334"/>
                  </a:lnTo>
                  <a:lnTo>
                    <a:pt x="4496368" y="1041102"/>
                  </a:lnTo>
                  <a:lnTo>
                    <a:pt x="4423845" y="1016965"/>
                  </a:lnTo>
                  <a:lnTo>
                    <a:pt x="4351323" y="992930"/>
                  </a:lnTo>
                  <a:lnTo>
                    <a:pt x="4278801" y="969001"/>
                  </a:lnTo>
                  <a:lnTo>
                    <a:pt x="4206279" y="945186"/>
                  </a:lnTo>
                  <a:lnTo>
                    <a:pt x="4133757" y="921491"/>
                  </a:lnTo>
                  <a:lnTo>
                    <a:pt x="4061235" y="897923"/>
                  </a:lnTo>
                  <a:lnTo>
                    <a:pt x="3988713" y="874490"/>
                  </a:lnTo>
                  <a:lnTo>
                    <a:pt x="3916191" y="851198"/>
                  </a:lnTo>
                  <a:lnTo>
                    <a:pt x="3843669" y="828058"/>
                  </a:lnTo>
                  <a:lnTo>
                    <a:pt x="3771147" y="805076"/>
                  </a:lnTo>
                  <a:lnTo>
                    <a:pt x="3698625" y="782264"/>
                  </a:lnTo>
                  <a:lnTo>
                    <a:pt x="3626103" y="759629"/>
                  </a:lnTo>
                  <a:lnTo>
                    <a:pt x="3553581" y="737183"/>
                  </a:lnTo>
                  <a:lnTo>
                    <a:pt x="3481059" y="714936"/>
                  </a:lnTo>
                  <a:lnTo>
                    <a:pt x="3408537" y="692899"/>
                  </a:lnTo>
                  <a:lnTo>
                    <a:pt x="3336014" y="671083"/>
                  </a:lnTo>
                  <a:lnTo>
                    <a:pt x="3263492" y="649499"/>
                  </a:lnTo>
                  <a:lnTo>
                    <a:pt x="3190970" y="628161"/>
                  </a:lnTo>
                  <a:lnTo>
                    <a:pt x="3118448" y="607080"/>
                  </a:lnTo>
                  <a:lnTo>
                    <a:pt x="3045926" y="586268"/>
                  </a:lnTo>
                  <a:lnTo>
                    <a:pt x="2973404" y="565737"/>
                  </a:lnTo>
                  <a:lnTo>
                    <a:pt x="2900882" y="545500"/>
                  </a:lnTo>
                  <a:lnTo>
                    <a:pt x="2828360" y="525569"/>
                  </a:lnTo>
                  <a:lnTo>
                    <a:pt x="2755838" y="505954"/>
                  </a:lnTo>
                  <a:lnTo>
                    <a:pt x="2683316" y="486668"/>
                  </a:lnTo>
                  <a:lnTo>
                    <a:pt x="2610794" y="467719"/>
                  </a:lnTo>
                  <a:lnTo>
                    <a:pt x="2538272" y="449118"/>
                  </a:lnTo>
                  <a:lnTo>
                    <a:pt x="2465750" y="430873"/>
                  </a:lnTo>
                  <a:lnTo>
                    <a:pt x="2393228" y="412990"/>
                  </a:lnTo>
                  <a:lnTo>
                    <a:pt x="2320706" y="395476"/>
                  </a:lnTo>
                  <a:lnTo>
                    <a:pt x="2248184" y="378335"/>
                  </a:lnTo>
                  <a:lnTo>
                    <a:pt x="2175661" y="361569"/>
                  </a:lnTo>
                  <a:lnTo>
                    <a:pt x="2103139" y="345180"/>
                  </a:lnTo>
                  <a:lnTo>
                    <a:pt x="2030617" y="329167"/>
                  </a:lnTo>
                  <a:lnTo>
                    <a:pt x="1958095" y="313529"/>
                  </a:lnTo>
                  <a:lnTo>
                    <a:pt x="1885573" y="298261"/>
                  </a:lnTo>
                  <a:lnTo>
                    <a:pt x="1813051" y="283358"/>
                  </a:lnTo>
                  <a:lnTo>
                    <a:pt x="1740529" y="268815"/>
                  </a:lnTo>
                  <a:lnTo>
                    <a:pt x="1668007" y="254623"/>
                  </a:lnTo>
                  <a:lnTo>
                    <a:pt x="1595485" y="240773"/>
                  </a:lnTo>
                  <a:lnTo>
                    <a:pt x="1522963" y="227256"/>
                  </a:lnTo>
                  <a:lnTo>
                    <a:pt x="1450441" y="214061"/>
                  </a:lnTo>
                  <a:lnTo>
                    <a:pt x="1377919" y="201176"/>
                  </a:lnTo>
                  <a:lnTo>
                    <a:pt x="1305397" y="188591"/>
                  </a:lnTo>
                  <a:lnTo>
                    <a:pt x="1232875" y="176292"/>
                  </a:lnTo>
                  <a:lnTo>
                    <a:pt x="1160353" y="164268"/>
                  </a:lnTo>
                  <a:lnTo>
                    <a:pt x="1087830" y="152506"/>
                  </a:lnTo>
                  <a:lnTo>
                    <a:pt x="1015308" y="140995"/>
                  </a:lnTo>
                  <a:lnTo>
                    <a:pt x="942786" y="129722"/>
                  </a:lnTo>
                  <a:lnTo>
                    <a:pt x="870264" y="118676"/>
                  </a:lnTo>
                  <a:lnTo>
                    <a:pt x="797742" y="107844"/>
                  </a:lnTo>
                  <a:lnTo>
                    <a:pt x="725220" y="97216"/>
                  </a:lnTo>
                  <a:lnTo>
                    <a:pt x="652698" y="86781"/>
                  </a:lnTo>
                  <a:lnTo>
                    <a:pt x="580176" y="76529"/>
                  </a:lnTo>
                  <a:lnTo>
                    <a:pt x="507654" y="66450"/>
                  </a:lnTo>
                  <a:lnTo>
                    <a:pt x="435132" y="56534"/>
                  </a:lnTo>
                  <a:lnTo>
                    <a:pt x="362610" y="46772"/>
                  </a:lnTo>
                  <a:lnTo>
                    <a:pt x="290088" y="37157"/>
                  </a:lnTo>
                  <a:lnTo>
                    <a:pt x="217566" y="27679"/>
                  </a:lnTo>
                  <a:lnTo>
                    <a:pt x="145044" y="18332"/>
                  </a:lnTo>
                  <a:lnTo>
                    <a:pt x="72522" y="91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780802"/>
              <a:ext cx="5729243" cy="1302966"/>
            </a:xfrm>
            <a:custGeom>
              <a:avLst/>
              <a:pathLst>
                <a:path w="5729243" h="1302966">
                  <a:moveTo>
                    <a:pt x="0" y="0"/>
                  </a:moveTo>
                  <a:lnTo>
                    <a:pt x="72522" y="16493"/>
                  </a:lnTo>
                  <a:lnTo>
                    <a:pt x="145044" y="32986"/>
                  </a:lnTo>
                  <a:lnTo>
                    <a:pt x="217566" y="49479"/>
                  </a:lnTo>
                  <a:lnTo>
                    <a:pt x="290088" y="65972"/>
                  </a:lnTo>
                  <a:lnTo>
                    <a:pt x="362610" y="82466"/>
                  </a:lnTo>
                  <a:lnTo>
                    <a:pt x="435132" y="98959"/>
                  </a:lnTo>
                  <a:lnTo>
                    <a:pt x="507654" y="115452"/>
                  </a:lnTo>
                  <a:lnTo>
                    <a:pt x="580176" y="131945"/>
                  </a:lnTo>
                  <a:lnTo>
                    <a:pt x="652698" y="148439"/>
                  </a:lnTo>
                  <a:lnTo>
                    <a:pt x="725220" y="164932"/>
                  </a:lnTo>
                  <a:lnTo>
                    <a:pt x="797742" y="181425"/>
                  </a:lnTo>
                  <a:lnTo>
                    <a:pt x="870264" y="197918"/>
                  </a:lnTo>
                  <a:lnTo>
                    <a:pt x="942786" y="214412"/>
                  </a:lnTo>
                  <a:lnTo>
                    <a:pt x="1015308" y="230905"/>
                  </a:lnTo>
                  <a:lnTo>
                    <a:pt x="1087830" y="247398"/>
                  </a:lnTo>
                  <a:lnTo>
                    <a:pt x="1160353" y="263891"/>
                  </a:lnTo>
                  <a:lnTo>
                    <a:pt x="1232875" y="280385"/>
                  </a:lnTo>
                  <a:lnTo>
                    <a:pt x="1305397" y="296878"/>
                  </a:lnTo>
                  <a:lnTo>
                    <a:pt x="1377919" y="313371"/>
                  </a:lnTo>
                  <a:lnTo>
                    <a:pt x="1450441" y="329864"/>
                  </a:lnTo>
                  <a:lnTo>
                    <a:pt x="1522963" y="346358"/>
                  </a:lnTo>
                  <a:lnTo>
                    <a:pt x="1595485" y="362851"/>
                  </a:lnTo>
                  <a:lnTo>
                    <a:pt x="1668007" y="379344"/>
                  </a:lnTo>
                  <a:lnTo>
                    <a:pt x="1740529" y="395837"/>
                  </a:lnTo>
                  <a:lnTo>
                    <a:pt x="1813051" y="412331"/>
                  </a:lnTo>
                  <a:lnTo>
                    <a:pt x="1885573" y="428824"/>
                  </a:lnTo>
                  <a:lnTo>
                    <a:pt x="1958095" y="445317"/>
                  </a:lnTo>
                  <a:lnTo>
                    <a:pt x="2030617" y="461810"/>
                  </a:lnTo>
                  <a:lnTo>
                    <a:pt x="2103139" y="478304"/>
                  </a:lnTo>
                  <a:lnTo>
                    <a:pt x="2175661" y="494797"/>
                  </a:lnTo>
                  <a:lnTo>
                    <a:pt x="2248184" y="511290"/>
                  </a:lnTo>
                  <a:lnTo>
                    <a:pt x="2320706" y="527783"/>
                  </a:lnTo>
                  <a:lnTo>
                    <a:pt x="2393228" y="544277"/>
                  </a:lnTo>
                  <a:lnTo>
                    <a:pt x="2465750" y="560770"/>
                  </a:lnTo>
                  <a:lnTo>
                    <a:pt x="2538272" y="577263"/>
                  </a:lnTo>
                  <a:lnTo>
                    <a:pt x="2610794" y="593756"/>
                  </a:lnTo>
                  <a:lnTo>
                    <a:pt x="2683316" y="610250"/>
                  </a:lnTo>
                  <a:lnTo>
                    <a:pt x="2755838" y="626743"/>
                  </a:lnTo>
                  <a:lnTo>
                    <a:pt x="2828360" y="643236"/>
                  </a:lnTo>
                  <a:lnTo>
                    <a:pt x="2900882" y="659729"/>
                  </a:lnTo>
                  <a:lnTo>
                    <a:pt x="2973404" y="676223"/>
                  </a:lnTo>
                  <a:lnTo>
                    <a:pt x="3045926" y="692716"/>
                  </a:lnTo>
                  <a:lnTo>
                    <a:pt x="3118448" y="709209"/>
                  </a:lnTo>
                  <a:lnTo>
                    <a:pt x="3190970" y="725702"/>
                  </a:lnTo>
                  <a:lnTo>
                    <a:pt x="3263492" y="742196"/>
                  </a:lnTo>
                  <a:lnTo>
                    <a:pt x="3336014" y="758689"/>
                  </a:lnTo>
                  <a:lnTo>
                    <a:pt x="3408537" y="775182"/>
                  </a:lnTo>
                  <a:lnTo>
                    <a:pt x="3481059" y="791675"/>
                  </a:lnTo>
                  <a:lnTo>
                    <a:pt x="3553581" y="808169"/>
                  </a:lnTo>
                  <a:lnTo>
                    <a:pt x="3626103" y="824662"/>
                  </a:lnTo>
                  <a:lnTo>
                    <a:pt x="3698625" y="841155"/>
                  </a:lnTo>
                  <a:lnTo>
                    <a:pt x="3771147" y="857648"/>
                  </a:lnTo>
                  <a:lnTo>
                    <a:pt x="3843669" y="874142"/>
                  </a:lnTo>
                  <a:lnTo>
                    <a:pt x="3916191" y="890635"/>
                  </a:lnTo>
                  <a:lnTo>
                    <a:pt x="3988713" y="907128"/>
                  </a:lnTo>
                  <a:lnTo>
                    <a:pt x="4061235" y="923621"/>
                  </a:lnTo>
                  <a:lnTo>
                    <a:pt x="4133757" y="940115"/>
                  </a:lnTo>
                  <a:lnTo>
                    <a:pt x="4206279" y="956608"/>
                  </a:lnTo>
                  <a:lnTo>
                    <a:pt x="4278801" y="973101"/>
                  </a:lnTo>
                  <a:lnTo>
                    <a:pt x="4351323" y="989594"/>
                  </a:lnTo>
                  <a:lnTo>
                    <a:pt x="4423845" y="1006088"/>
                  </a:lnTo>
                  <a:lnTo>
                    <a:pt x="4496368" y="1022581"/>
                  </a:lnTo>
                  <a:lnTo>
                    <a:pt x="4568890" y="1039074"/>
                  </a:lnTo>
                  <a:lnTo>
                    <a:pt x="4641412" y="1055567"/>
                  </a:lnTo>
                  <a:lnTo>
                    <a:pt x="4713934" y="1072061"/>
                  </a:lnTo>
                  <a:lnTo>
                    <a:pt x="4786456" y="1088554"/>
                  </a:lnTo>
                  <a:lnTo>
                    <a:pt x="4858978" y="1105047"/>
                  </a:lnTo>
                  <a:lnTo>
                    <a:pt x="4931500" y="1121540"/>
                  </a:lnTo>
                  <a:lnTo>
                    <a:pt x="5004022" y="1138034"/>
                  </a:lnTo>
                  <a:lnTo>
                    <a:pt x="5076544" y="1154527"/>
                  </a:lnTo>
                  <a:lnTo>
                    <a:pt x="5149066" y="1171020"/>
                  </a:lnTo>
                  <a:lnTo>
                    <a:pt x="5221588" y="1187513"/>
                  </a:lnTo>
                  <a:lnTo>
                    <a:pt x="5294110" y="1204007"/>
                  </a:lnTo>
                  <a:lnTo>
                    <a:pt x="5366632" y="1220500"/>
                  </a:lnTo>
                  <a:lnTo>
                    <a:pt x="5439154" y="1236993"/>
                  </a:lnTo>
                  <a:lnTo>
                    <a:pt x="5511676" y="1253486"/>
                  </a:lnTo>
                  <a:lnTo>
                    <a:pt x="5584198" y="1269980"/>
                  </a:lnTo>
                  <a:lnTo>
                    <a:pt x="5656721" y="1286473"/>
                  </a:lnTo>
                  <a:lnTo>
                    <a:pt x="5729243" y="1302966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229986" y="37799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29986" y="37728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229986" y="39030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251784" y="37239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251784" y="39888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251784" y="347777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490930" y="46928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490930" y="44290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490930" y="44962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08970" y="44514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808970" y="45409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808970" y="41352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144977" y="41212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144977" y="42372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44977" y="42017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686695" y="41244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686695" y="41562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686695" y="45910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038542" y="53803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038542" y="46902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202447" y="45689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02447" y="420523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310487" y="3766484"/>
              <a:ext cx="3950663" cy="1297917"/>
            </a:xfrm>
            <a:custGeom>
              <a:avLst/>
              <a:pathLst>
                <a:path w="3950663" h="1297917">
                  <a:moveTo>
                    <a:pt x="0" y="0"/>
                  </a:moveTo>
                  <a:lnTo>
                    <a:pt x="50008" y="13843"/>
                  </a:lnTo>
                  <a:lnTo>
                    <a:pt x="100016" y="27623"/>
                  </a:lnTo>
                  <a:lnTo>
                    <a:pt x="150025" y="41335"/>
                  </a:lnTo>
                  <a:lnTo>
                    <a:pt x="200033" y="54976"/>
                  </a:lnTo>
                  <a:lnTo>
                    <a:pt x="250041" y="68540"/>
                  </a:lnTo>
                  <a:lnTo>
                    <a:pt x="300050" y="82023"/>
                  </a:lnTo>
                  <a:lnTo>
                    <a:pt x="350058" y="95420"/>
                  </a:lnTo>
                  <a:lnTo>
                    <a:pt x="400067" y="108725"/>
                  </a:lnTo>
                  <a:lnTo>
                    <a:pt x="450075" y="121933"/>
                  </a:lnTo>
                  <a:lnTo>
                    <a:pt x="500083" y="135036"/>
                  </a:lnTo>
                  <a:lnTo>
                    <a:pt x="550092" y="148029"/>
                  </a:lnTo>
                  <a:lnTo>
                    <a:pt x="600100" y="160905"/>
                  </a:lnTo>
                  <a:lnTo>
                    <a:pt x="650109" y="173656"/>
                  </a:lnTo>
                  <a:lnTo>
                    <a:pt x="700117" y="186274"/>
                  </a:lnTo>
                  <a:lnTo>
                    <a:pt x="750125" y="198751"/>
                  </a:lnTo>
                  <a:lnTo>
                    <a:pt x="800134" y="211079"/>
                  </a:lnTo>
                  <a:lnTo>
                    <a:pt x="850142" y="223248"/>
                  </a:lnTo>
                  <a:lnTo>
                    <a:pt x="900151" y="235249"/>
                  </a:lnTo>
                  <a:lnTo>
                    <a:pt x="950159" y="247073"/>
                  </a:lnTo>
                  <a:lnTo>
                    <a:pt x="1000167" y="258710"/>
                  </a:lnTo>
                  <a:lnTo>
                    <a:pt x="1050176" y="270150"/>
                  </a:lnTo>
                  <a:lnTo>
                    <a:pt x="1100184" y="281384"/>
                  </a:lnTo>
                  <a:lnTo>
                    <a:pt x="1150193" y="292400"/>
                  </a:lnTo>
                  <a:lnTo>
                    <a:pt x="1200201" y="303190"/>
                  </a:lnTo>
                  <a:lnTo>
                    <a:pt x="1250209" y="313745"/>
                  </a:lnTo>
                  <a:lnTo>
                    <a:pt x="1300218" y="324054"/>
                  </a:lnTo>
                  <a:lnTo>
                    <a:pt x="1350226" y="334111"/>
                  </a:lnTo>
                  <a:lnTo>
                    <a:pt x="1400235" y="343908"/>
                  </a:lnTo>
                  <a:lnTo>
                    <a:pt x="1450243" y="353438"/>
                  </a:lnTo>
                  <a:lnTo>
                    <a:pt x="1500251" y="362696"/>
                  </a:lnTo>
                  <a:lnTo>
                    <a:pt x="1550260" y="371678"/>
                  </a:lnTo>
                  <a:lnTo>
                    <a:pt x="1600268" y="380381"/>
                  </a:lnTo>
                  <a:lnTo>
                    <a:pt x="1650277" y="388803"/>
                  </a:lnTo>
                  <a:lnTo>
                    <a:pt x="1700285" y="396945"/>
                  </a:lnTo>
                  <a:lnTo>
                    <a:pt x="1750293" y="404808"/>
                  </a:lnTo>
                  <a:lnTo>
                    <a:pt x="1800302" y="412394"/>
                  </a:lnTo>
                  <a:lnTo>
                    <a:pt x="1850310" y="419708"/>
                  </a:lnTo>
                  <a:lnTo>
                    <a:pt x="1900319" y="426755"/>
                  </a:lnTo>
                  <a:lnTo>
                    <a:pt x="1950327" y="433541"/>
                  </a:lnTo>
                  <a:lnTo>
                    <a:pt x="2000335" y="440075"/>
                  </a:lnTo>
                  <a:lnTo>
                    <a:pt x="2050344" y="446363"/>
                  </a:lnTo>
                  <a:lnTo>
                    <a:pt x="2100352" y="452415"/>
                  </a:lnTo>
                  <a:lnTo>
                    <a:pt x="2150361" y="458240"/>
                  </a:lnTo>
                  <a:lnTo>
                    <a:pt x="2200369" y="463848"/>
                  </a:lnTo>
                  <a:lnTo>
                    <a:pt x="2250377" y="469249"/>
                  </a:lnTo>
                  <a:lnTo>
                    <a:pt x="2300386" y="474452"/>
                  </a:lnTo>
                  <a:lnTo>
                    <a:pt x="2350394" y="479468"/>
                  </a:lnTo>
                  <a:lnTo>
                    <a:pt x="2400403" y="484306"/>
                  </a:lnTo>
                  <a:lnTo>
                    <a:pt x="2450411" y="488976"/>
                  </a:lnTo>
                  <a:lnTo>
                    <a:pt x="2500419" y="493486"/>
                  </a:lnTo>
                  <a:lnTo>
                    <a:pt x="2550428" y="497847"/>
                  </a:lnTo>
                  <a:lnTo>
                    <a:pt x="2600436" y="502067"/>
                  </a:lnTo>
                  <a:lnTo>
                    <a:pt x="2650445" y="506153"/>
                  </a:lnTo>
                  <a:lnTo>
                    <a:pt x="2700453" y="510114"/>
                  </a:lnTo>
                  <a:lnTo>
                    <a:pt x="2750461" y="513958"/>
                  </a:lnTo>
                  <a:lnTo>
                    <a:pt x="2800470" y="517690"/>
                  </a:lnTo>
                  <a:lnTo>
                    <a:pt x="2850478" y="521319"/>
                  </a:lnTo>
                  <a:lnTo>
                    <a:pt x="2900487" y="524849"/>
                  </a:lnTo>
                  <a:lnTo>
                    <a:pt x="2950495" y="528288"/>
                  </a:lnTo>
                  <a:lnTo>
                    <a:pt x="3000503" y="531640"/>
                  </a:lnTo>
                  <a:lnTo>
                    <a:pt x="3050512" y="534910"/>
                  </a:lnTo>
                  <a:lnTo>
                    <a:pt x="3100520" y="538104"/>
                  </a:lnTo>
                  <a:lnTo>
                    <a:pt x="3150528" y="541226"/>
                  </a:lnTo>
                  <a:lnTo>
                    <a:pt x="3200537" y="544280"/>
                  </a:lnTo>
                  <a:lnTo>
                    <a:pt x="3250545" y="547271"/>
                  </a:lnTo>
                  <a:lnTo>
                    <a:pt x="3300554" y="550201"/>
                  </a:lnTo>
                  <a:lnTo>
                    <a:pt x="3350562" y="553075"/>
                  </a:lnTo>
                  <a:lnTo>
                    <a:pt x="3400570" y="555895"/>
                  </a:lnTo>
                  <a:lnTo>
                    <a:pt x="3450579" y="558664"/>
                  </a:lnTo>
                  <a:lnTo>
                    <a:pt x="3500587" y="561386"/>
                  </a:lnTo>
                  <a:lnTo>
                    <a:pt x="3550596" y="564063"/>
                  </a:lnTo>
                  <a:lnTo>
                    <a:pt x="3600604" y="566698"/>
                  </a:lnTo>
                  <a:lnTo>
                    <a:pt x="3650612" y="569292"/>
                  </a:lnTo>
                  <a:lnTo>
                    <a:pt x="3700621" y="571848"/>
                  </a:lnTo>
                  <a:lnTo>
                    <a:pt x="3750629" y="574367"/>
                  </a:lnTo>
                  <a:lnTo>
                    <a:pt x="3800638" y="576853"/>
                  </a:lnTo>
                  <a:lnTo>
                    <a:pt x="3850646" y="579306"/>
                  </a:lnTo>
                  <a:lnTo>
                    <a:pt x="3900654" y="581729"/>
                  </a:lnTo>
                  <a:lnTo>
                    <a:pt x="3950663" y="584122"/>
                  </a:lnTo>
                  <a:lnTo>
                    <a:pt x="3950663" y="1297917"/>
                  </a:lnTo>
                  <a:lnTo>
                    <a:pt x="3900654" y="1283480"/>
                  </a:lnTo>
                  <a:lnTo>
                    <a:pt x="3850646" y="1269071"/>
                  </a:lnTo>
                  <a:lnTo>
                    <a:pt x="3800638" y="1254693"/>
                  </a:lnTo>
                  <a:lnTo>
                    <a:pt x="3750629" y="1240348"/>
                  </a:lnTo>
                  <a:lnTo>
                    <a:pt x="3700621" y="1226037"/>
                  </a:lnTo>
                  <a:lnTo>
                    <a:pt x="3650612" y="1211762"/>
                  </a:lnTo>
                  <a:lnTo>
                    <a:pt x="3600604" y="1197525"/>
                  </a:lnTo>
                  <a:lnTo>
                    <a:pt x="3550596" y="1183329"/>
                  </a:lnTo>
                  <a:lnTo>
                    <a:pt x="3500587" y="1169175"/>
                  </a:lnTo>
                  <a:lnTo>
                    <a:pt x="3450579" y="1155066"/>
                  </a:lnTo>
                  <a:lnTo>
                    <a:pt x="3400570" y="1141004"/>
                  </a:lnTo>
                  <a:lnTo>
                    <a:pt x="3350562" y="1126993"/>
                  </a:lnTo>
                  <a:lnTo>
                    <a:pt x="3300554" y="1113036"/>
                  </a:lnTo>
                  <a:lnTo>
                    <a:pt x="3250545" y="1099135"/>
                  </a:lnTo>
                  <a:lnTo>
                    <a:pt x="3200537" y="1085295"/>
                  </a:lnTo>
                  <a:lnTo>
                    <a:pt x="3150528" y="1071518"/>
                  </a:lnTo>
                  <a:lnTo>
                    <a:pt x="3100520" y="1057809"/>
                  </a:lnTo>
                  <a:lnTo>
                    <a:pt x="3050512" y="1044172"/>
                  </a:lnTo>
                  <a:lnTo>
                    <a:pt x="3000503" y="1030612"/>
                  </a:lnTo>
                  <a:lnTo>
                    <a:pt x="2950495" y="1017133"/>
                  </a:lnTo>
                  <a:lnTo>
                    <a:pt x="2900487" y="1003740"/>
                  </a:lnTo>
                  <a:lnTo>
                    <a:pt x="2850478" y="990440"/>
                  </a:lnTo>
                  <a:lnTo>
                    <a:pt x="2800470" y="977237"/>
                  </a:lnTo>
                  <a:lnTo>
                    <a:pt x="2750461" y="964139"/>
                  </a:lnTo>
                  <a:lnTo>
                    <a:pt x="2700453" y="951151"/>
                  </a:lnTo>
                  <a:lnTo>
                    <a:pt x="2650445" y="938281"/>
                  </a:lnTo>
                  <a:lnTo>
                    <a:pt x="2600436" y="925537"/>
                  </a:lnTo>
                  <a:lnTo>
                    <a:pt x="2550428" y="912925"/>
                  </a:lnTo>
                  <a:lnTo>
                    <a:pt x="2500419" y="900455"/>
                  </a:lnTo>
                  <a:lnTo>
                    <a:pt x="2450411" y="888135"/>
                  </a:lnTo>
                  <a:lnTo>
                    <a:pt x="2400403" y="875974"/>
                  </a:lnTo>
                  <a:lnTo>
                    <a:pt x="2350394" y="863981"/>
                  </a:lnTo>
                  <a:lnTo>
                    <a:pt x="2300386" y="852166"/>
                  </a:lnTo>
                  <a:lnTo>
                    <a:pt x="2250377" y="840538"/>
                  </a:lnTo>
                  <a:lnTo>
                    <a:pt x="2200369" y="829108"/>
                  </a:lnTo>
                  <a:lnTo>
                    <a:pt x="2150361" y="817885"/>
                  </a:lnTo>
                  <a:lnTo>
                    <a:pt x="2100352" y="806879"/>
                  </a:lnTo>
                  <a:lnTo>
                    <a:pt x="2050344" y="796100"/>
                  </a:lnTo>
                  <a:lnTo>
                    <a:pt x="2000335" y="785558"/>
                  </a:lnTo>
                  <a:lnTo>
                    <a:pt x="1950327" y="775260"/>
                  </a:lnTo>
                  <a:lnTo>
                    <a:pt x="1900319" y="765216"/>
                  </a:lnTo>
                  <a:lnTo>
                    <a:pt x="1850310" y="755432"/>
                  </a:lnTo>
                  <a:lnTo>
                    <a:pt x="1800302" y="745915"/>
                  </a:lnTo>
                  <a:lnTo>
                    <a:pt x="1750293" y="736670"/>
                  </a:lnTo>
                  <a:lnTo>
                    <a:pt x="1700285" y="727702"/>
                  </a:lnTo>
                  <a:lnTo>
                    <a:pt x="1650277" y="719012"/>
                  </a:lnTo>
                  <a:lnTo>
                    <a:pt x="1600268" y="710604"/>
                  </a:lnTo>
                  <a:lnTo>
                    <a:pt x="1550260" y="702476"/>
                  </a:lnTo>
                  <a:lnTo>
                    <a:pt x="1500251" y="694627"/>
                  </a:lnTo>
                  <a:lnTo>
                    <a:pt x="1450243" y="687054"/>
                  </a:lnTo>
                  <a:lnTo>
                    <a:pt x="1400235" y="679753"/>
                  </a:lnTo>
                  <a:lnTo>
                    <a:pt x="1350226" y="672719"/>
                  </a:lnTo>
                  <a:lnTo>
                    <a:pt x="1300218" y="665945"/>
                  </a:lnTo>
                  <a:lnTo>
                    <a:pt x="1250209" y="659423"/>
                  </a:lnTo>
                  <a:lnTo>
                    <a:pt x="1200201" y="653147"/>
                  </a:lnTo>
                  <a:lnTo>
                    <a:pt x="1150193" y="647106"/>
                  </a:lnTo>
                  <a:lnTo>
                    <a:pt x="1100184" y="641292"/>
                  </a:lnTo>
                  <a:lnTo>
                    <a:pt x="1050176" y="635694"/>
                  </a:lnTo>
                  <a:lnTo>
                    <a:pt x="1000167" y="630303"/>
                  </a:lnTo>
                  <a:lnTo>
                    <a:pt x="950159" y="625109"/>
                  </a:lnTo>
                  <a:lnTo>
                    <a:pt x="900151" y="620102"/>
                  </a:lnTo>
                  <a:lnTo>
                    <a:pt x="850142" y="615273"/>
                  </a:lnTo>
                  <a:lnTo>
                    <a:pt x="800134" y="610611"/>
                  </a:lnTo>
                  <a:lnTo>
                    <a:pt x="750125" y="606108"/>
                  </a:lnTo>
                  <a:lnTo>
                    <a:pt x="700117" y="601754"/>
                  </a:lnTo>
                  <a:lnTo>
                    <a:pt x="650109" y="597541"/>
                  </a:lnTo>
                  <a:lnTo>
                    <a:pt x="600100" y="593461"/>
                  </a:lnTo>
                  <a:lnTo>
                    <a:pt x="550092" y="589505"/>
                  </a:lnTo>
                  <a:lnTo>
                    <a:pt x="500083" y="585668"/>
                  </a:lnTo>
                  <a:lnTo>
                    <a:pt x="450075" y="581940"/>
                  </a:lnTo>
                  <a:lnTo>
                    <a:pt x="400067" y="578317"/>
                  </a:lnTo>
                  <a:lnTo>
                    <a:pt x="350058" y="574791"/>
                  </a:lnTo>
                  <a:lnTo>
                    <a:pt x="300050" y="571357"/>
                  </a:lnTo>
                  <a:lnTo>
                    <a:pt x="250041" y="568009"/>
                  </a:lnTo>
                  <a:lnTo>
                    <a:pt x="200033" y="564742"/>
                  </a:lnTo>
                  <a:lnTo>
                    <a:pt x="150025" y="561552"/>
                  </a:lnTo>
                  <a:lnTo>
                    <a:pt x="100016" y="558433"/>
                  </a:lnTo>
                  <a:lnTo>
                    <a:pt x="50008" y="555382"/>
                  </a:lnTo>
                  <a:lnTo>
                    <a:pt x="0" y="552395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310487" y="3766484"/>
              <a:ext cx="3950663" cy="584122"/>
            </a:xfrm>
            <a:custGeom>
              <a:avLst/>
              <a:pathLst>
                <a:path w="3950663" h="584122">
                  <a:moveTo>
                    <a:pt x="0" y="0"/>
                  </a:moveTo>
                  <a:lnTo>
                    <a:pt x="50008" y="13843"/>
                  </a:lnTo>
                  <a:lnTo>
                    <a:pt x="100016" y="27623"/>
                  </a:lnTo>
                  <a:lnTo>
                    <a:pt x="150025" y="41335"/>
                  </a:lnTo>
                  <a:lnTo>
                    <a:pt x="200033" y="54976"/>
                  </a:lnTo>
                  <a:lnTo>
                    <a:pt x="250041" y="68540"/>
                  </a:lnTo>
                  <a:lnTo>
                    <a:pt x="300050" y="82023"/>
                  </a:lnTo>
                  <a:lnTo>
                    <a:pt x="350058" y="95420"/>
                  </a:lnTo>
                  <a:lnTo>
                    <a:pt x="400067" y="108725"/>
                  </a:lnTo>
                  <a:lnTo>
                    <a:pt x="450075" y="121933"/>
                  </a:lnTo>
                  <a:lnTo>
                    <a:pt x="500083" y="135036"/>
                  </a:lnTo>
                  <a:lnTo>
                    <a:pt x="550092" y="148029"/>
                  </a:lnTo>
                  <a:lnTo>
                    <a:pt x="600100" y="160905"/>
                  </a:lnTo>
                  <a:lnTo>
                    <a:pt x="650109" y="173656"/>
                  </a:lnTo>
                  <a:lnTo>
                    <a:pt x="700117" y="186274"/>
                  </a:lnTo>
                  <a:lnTo>
                    <a:pt x="750125" y="198751"/>
                  </a:lnTo>
                  <a:lnTo>
                    <a:pt x="800134" y="211079"/>
                  </a:lnTo>
                  <a:lnTo>
                    <a:pt x="850142" y="223248"/>
                  </a:lnTo>
                  <a:lnTo>
                    <a:pt x="900151" y="235249"/>
                  </a:lnTo>
                  <a:lnTo>
                    <a:pt x="950159" y="247073"/>
                  </a:lnTo>
                  <a:lnTo>
                    <a:pt x="1000167" y="258710"/>
                  </a:lnTo>
                  <a:lnTo>
                    <a:pt x="1050176" y="270150"/>
                  </a:lnTo>
                  <a:lnTo>
                    <a:pt x="1100184" y="281384"/>
                  </a:lnTo>
                  <a:lnTo>
                    <a:pt x="1150193" y="292400"/>
                  </a:lnTo>
                  <a:lnTo>
                    <a:pt x="1200201" y="303190"/>
                  </a:lnTo>
                  <a:lnTo>
                    <a:pt x="1250209" y="313745"/>
                  </a:lnTo>
                  <a:lnTo>
                    <a:pt x="1300218" y="324054"/>
                  </a:lnTo>
                  <a:lnTo>
                    <a:pt x="1350226" y="334111"/>
                  </a:lnTo>
                  <a:lnTo>
                    <a:pt x="1400235" y="343908"/>
                  </a:lnTo>
                  <a:lnTo>
                    <a:pt x="1450243" y="353438"/>
                  </a:lnTo>
                  <a:lnTo>
                    <a:pt x="1500251" y="362696"/>
                  </a:lnTo>
                  <a:lnTo>
                    <a:pt x="1550260" y="371678"/>
                  </a:lnTo>
                  <a:lnTo>
                    <a:pt x="1600268" y="380381"/>
                  </a:lnTo>
                  <a:lnTo>
                    <a:pt x="1650277" y="388803"/>
                  </a:lnTo>
                  <a:lnTo>
                    <a:pt x="1700285" y="396945"/>
                  </a:lnTo>
                  <a:lnTo>
                    <a:pt x="1750293" y="404808"/>
                  </a:lnTo>
                  <a:lnTo>
                    <a:pt x="1800302" y="412394"/>
                  </a:lnTo>
                  <a:lnTo>
                    <a:pt x="1850310" y="419708"/>
                  </a:lnTo>
                  <a:lnTo>
                    <a:pt x="1900319" y="426755"/>
                  </a:lnTo>
                  <a:lnTo>
                    <a:pt x="1950327" y="433541"/>
                  </a:lnTo>
                  <a:lnTo>
                    <a:pt x="2000335" y="440075"/>
                  </a:lnTo>
                  <a:lnTo>
                    <a:pt x="2050344" y="446363"/>
                  </a:lnTo>
                  <a:lnTo>
                    <a:pt x="2100352" y="452415"/>
                  </a:lnTo>
                  <a:lnTo>
                    <a:pt x="2150361" y="458240"/>
                  </a:lnTo>
                  <a:lnTo>
                    <a:pt x="2200369" y="463848"/>
                  </a:lnTo>
                  <a:lnTo>
                    <a:pt x="2250377" y="469249"/>
                  </a:lnTo>
                  <a:lnTo>
                    <a:pt x="2300386" y="474452"/>
                  </a:lnTo>
                  <a:lnTo>
                    <a:pt x="2350394" y="479468"/>
                  </a:lnTo>
                  <a:lnTo>
                    <a:pt x="2400403" y="484306"/>
                  </a:lnTo>
                  <a:lnTo>
                    <a:pt x="2450411" y="488976"/>
                  </a:lnTo>
                  <a:lnTo>
                    <a:pt x="2500419" y="493486"/>
                  </a:lnTo>
                  <a:lnTo>
                    <a:pt x="2550428" y="497847"/>
                  </a:lnTo>
                  <a:lnTo>
                    <a:pt x="2600436" y="502067"/>
                  </a:lnTo>
                  <a:lnTo>
                    <a:pt x="2650445" y="506153"/>
                  </a:lnTo>
                  <a:lnTo>
                    <a:pt x="2700453" y="510114"/>
                  </a:lnTo>
                  <a:lnTo>
                    <a:pt x="2750461" y="513958"/>
                  </a:lnTo>
                  <a:lnTo>
                    <a:pt x="2800470" y="517690"/>
                  </a:lnTo>
                  <a:lnTo>
                    <a:pt x="2850478" y="521319"/>
                  </a:lnTo>
                  <a:lnTo>
                    <a:pt x="2900487" y="524849"/>
                  </a:lnTo>
                  <a:lnTo>
                    <a:pt x="2950495" y="528288"/>
                  </a:lnTo>
                  <a:lnTo>
                    <a:pt x="3000503" y="531640"/>
                  </a:lnTo>
                  <a:lnTo>
                    <a:pt x="3050512" y="534910"/>
                  </a:lnTo>
                  <a:lnTo>
                    <a:pt x="3100520" y="538104"/>
                  </a:lnTo>
                  <a:lnTo>
                    <a:pt x="3150528" y="541226"/>
                  </a:lnTo>
                  <a:lnTo>
                    <a:pt x="3200537" y="544280"/>
                  </a:lnTo>
                  <a:lnTo>
                    <a:pt x="3250545" y="547271"/>
                  </a:lnTo>
                  <a:lnTo>
                    <a:pt x="3300554" y="550201"/>
                  </a:lnTo>
                  <a:lnTo>
                    <a:pt x="3350562" y="553075"/>
                  </a:lnTo>
                  <a:lnTo>
                    <a:pt x="3400570" y="555895"/>
                  </a:lnTo>
                  <a:lnTo>
                    <a:pt x="3450579" y="558664"/>
                  </a:lnTo>
                  <a:lnTo>
                    <a:pt x="3500587" y="561386"/>
                  </a:lnTo>
                  <a:lnTo>
                    <a:pt x="3550596" y="564063"/>
                  </a:lnTo>
                  <a:lnTo>
                    <a:pt x="3600604" y="566698"/>
                  </a:lnTo>
                  <a:lnTo>
                    <a:pt x="3650612" y="569292"/>
                  </a:lnTo>
                  <a:lnTo>
                    <a:pt x="3700621" y="571848"/>
                  </a:lnTo>
                  <a:lnTo>
                    <a:pt x="3750629" y="574367"/>
                  </a:lnTo>
                  <a:lnTo>
                    <a:pt x="3800638" y="576853"/>
                  </a:lnTo>
                  <a:lnTo>
                    <a:pt x="3850646" y="579306"/>
                  </a:lnTo>
                  <a:lnTo>
                    <a:pt x="3900654" y="581729"/>
                  </a:lnTo>
                  <a:lnTo>
                    <a:pt x="3950663" y="584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10487" y="4318879"/>
              <a:ext cx="3950663" cy="745522"/>
            </a:xfrm>
            <a:custGeom>
              <a:avLst/>
              <a:pathLst>
                <a:path w="3950663" h="745522">
                  <a:moveTo>
                    <a:pt x="3950663" y="745522"/>
                  </a:moveTo>
                  <a:lnTo>
                    <a:pt x="3900654" y="731084"/>
                  </a:lnTo>
                  <a:lnTo>
                    <a:pt x="3850646" y="716676"/>
                  </a:lnTo>
                  <a:lnTo>
                    <a:pt x="3800638" y="702298"/>
                  </a:lnTo>
                  <a:lnTo>
                    <a:pt x="3750629" y="687953"/>
                  </a:lnTo>
                  <a:lnTo>
                    <a:pt x="3700621" y="673642"/>
                  </a:lnTo>
                  <a:lnTo>
                    <a:pt x="3650612" y="659367"/>
                  </a:lnTo>
                  <a:lnTo>
                    <a:pt x="3600604" y="645130"/>
                  </a:lnTo>
                  <a:lnTo>
                    <a:pt x="3550596" y="630933"/>
                  </a:lnTo>
                  <a:lnTo>
                    <a:pt x="3500587" y="616779"/>
                  </a:lnTo>
                  <a:lnTo>
                    <a:pt x="3450579" y="602670"/>
                  </a:lnTo>
                  <a:lnTo>
                    <a:pt x="3400570" y="588609"/>
                  </a:lnTo>
                  <a:lnTo>
                    <a:pt x="3350562" y="574598"/>
                  </a:lnTo>
                  <a:lnTo>
                    <a:pt x="3300554" y="560641"/>
                  </a:lnTo>
                  <a:lnTo>
                    <a:pt x="3250545" y="546740"/>
                  </a:lnTo>
                  <a:lnTo>
                    <a:pt x="3200537" y="532899"/>
                  </a:lnTo>
                  <a:lnTo>
                    <a:pt x="3150528" y="519123"/>
                  </a:lnTo>
                  <a:lnTo>
                    <a:pt x="3100520" y="505414"/>
                  </a:lnTo>
                  <a:lnTo>
                    <a:pt x="3050512" y="491777"/>
                  </a:lnTo>
                  <a:lnTo>
                    <a:pt x="3000503" y="478216"/>
                  </a:lnTo>
                  <a:lnTo>
                    <a:pt x="2950495" y="464737"/>
                  </a:lnTo>
                  <a:lnTo>
                    <a:pt x="2900487" y="451345"/>
                  </a:lnTo>
                  <a:lnTo>
                    <a:pt x="2850478" y="438044"/>
                  </a:lnTo>
                  <a:lnTo>
                    <a:pt x="2800470" y="424842"/>
                  </a:lnTo>
                  <a:lnTo>
                    <a:pt x="2750461" y="411744"/>
                  </a:lnTo>
                  <a:lnTo>
                    <a:pt x="2700453" y="398756"/>
                  </a:lnTo>
                  <a:lnTo>
                    <a:pt x="2650445" y="385886"/>
                  </a:lnTo>
                  <a:lnTo>
                    <a:pt x="2600436" y="373142"/>
                  </a:lnTo>
                  <a:lnTo>
                    <a:pt x="2550428" y="360530"/>
                  </a:lnTo>
                  <a:lnTo>
                    <a:pt x="2500419" y="348060"/>
                  </a:lnTo>
                  <a:lnTo>
                    <a:pt x="2450411" y="335740"/>
                  </a:lnTo>
                  <a:lnTo>
                    <a:pt x="2400403" y="323579"/>
                  </a:lnTo>
                  <a:lnTo>
                    <a:pt x="2350394" y="311586"/>
                  </a:lnTo>
                  <a:lnTo>
                    <a:pt x="2300386" y="299771"/>
                  </a:lnTo>
                  <a:lnTo>
                    <a:pt x="2250377" y="288143"/>
                  </a:lnTo>
                  <a:lnTo>
                    <a:pt x="2200369" y="276713"/>
                  </a:lnTo>
                  <a:lnTo>
                    <a:pt x="2150361" y="265490"/>
                  </a:lnTo>
                  <a:lnTo>
                    <a:pt x="2100352" y="254484"/>
                  </a:lnTo>
                  <a:lnTo>
                    <a:pt x="2050344" y="243705"/>
                  </a:lnTo>
                  <a:lnTo>
                    <a:pt x="2000335" y="233162"/>
                  </a:lnTo>
                  <a:lnTo>
                    <a:pt x="1950327" y="222865"/>
                  </a:lnTo>
                  <a:lnTo>
                    <a:pt x="1900319" y="212820"/>
                  </a:lnTo>
                  <a:lnTo>
                    <a:pt x="1850310" y="203036"/>
                  </a:lnTo>
                  <a:lnTo>
                    <a:pt x="1800302" y="193519"/>
                  </a:lnTo>
                  <a:lnTo>
                    <a:pt x="1750293" y="184275"/>
                  </a:lnTo>
                  <a:lnTo>
                    <a:pt x="1700285" y="175306"/>
                  </a:lnTo>
                  <a:lnTo>
                    <a:pt x="1650277" y="166617"/>
                  </a:lnTo>
                  <a:lnTo>
                    <a:pt x="1600268" y="158209"/>
                  </a:lnTo>
                  <a:lnTo>
                    <a:pt x="1550260" y="150080"/>
                  </a:lnTo>
                  <a:lnTo>
                    <a:pt x="1500251" y="142231"/>
                  </a:lnTo>
                  <a:lnTo>
                    <a:pt x="1450243" y="134658"/>
                  </a:lnTo>
                  <a:lnTo>
                    <a:pt x="1400235" y="127358"/>
                  </a:lnTo>
                  <a:lnTo>
                    <a:pt x="1350226" y="120323"/>
                  </a:lnTo>
                  <a:lnTo>
                    <a:pt x="1300218" y="113549"/>
                  </a:lnTo>
                  <a:lnTo>
                    <a:pt x="1250209" y="107028"/>
                  </a:lnTo>
                  <a:lnTo>
                    <a:pt x="1200201" y="100752"/>
                  </a:lnTo>
                  <a:lnTo>
                    <a:pt x="1150193" y="94711"/>
                  </a:lnTo>
                  <a:lnTo>
                    <a:pt x="1100184" y="88896"/>
                  </a:lnTo>
                  <a:lnTo>
                    <a:pt x="1050176" y="83299"/>
                  </a:lnTo>
                  <a:lnTo>
                    <a:pt x="1000167" y="77908"/>
                  </a:lnTo>
                  <a:lnTo>
                    <a:pt x="950159" y="72714"/>
                  </a:lnTo>
                  <a:lnTo>
                    <a:pt x="900151" y="67707"/>
                  </a:lnTo>
                  <a:lnTo>
                    <a:pt x="850142" y="62877"/>
                  </a:lnTo>
                  <a:lnTo>
                    <a:pt x="800134" y="58216"/>
                  </a:lnTo>
                  <a:lnTo>
                    <a:pt x="750125" y="53712"/>
                  </a:lnTo>
                  <a:lnTo>
                    <a:pt x="700117" y="49358"/>
                  </a:lnTo>
                  <a:lnTo>
                    <a:pt x="650109" y="45146"/>
                  </a:lnTo>
                  <a:lnTo>
                    <a:pt x="600100" y="41065"/>
                  </a:lnTo>
                  <a:lnTo>
                    <a:pt x="550092" y="37110"/>
                  </a:lnTo>
                  <a:lnTo>
                    <a:pt x="500083" y="33272"/>
                  </a:lnTo>
                  <a:lnTo>
                    <a:pt x="450075" y="29545"/>
                  </a:lnTo>
                  <a:lnTo>
                    <a:pt x="400067" y="25922"/>
                  </a:lnTo>
                  <a:lnTo>
                    <a:pt x="350058" y="22396"/>
                  </a:lnTo>
                  <a:lnTo>
                    <a:pt x="300050" y="18961"/>
                  </a:lnTo>
                  <a:lnTo>
                    <a:pt x="250041" y="15614"/>
                  </a:lnTo>
                  <a:lnTo>
                    <a:pt x="200033" y="12347"/>
                  </a:lnTo>
                  <a:lnTo>
                    <a:pt x="150025" y="9157"/>
                  </a:lnTo>
                  <a:lnTo>
                    <a:pt x="100016" y="6038"/>
                  </a:lnTo>
                  <a:lnTo>
                    <a:pt x="50008" y="29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310487" y="4042682"/>
              <a:ext cx="3950663" cy="664822"/>
            </a:xfrm>
            <a:custGeom>
              <a:avLst/>
              <a:pathLst>
                <a:path w="3950663" h="664822">
                  <a:moveTo>
                    <a:pt x="0" y="0"/>
                  </a:moveTo>
                  <a:lnTo>
                    <a:pt x="50008" y="8415"/>
                  </a:lnTo>
                  <a:lnTo>
                    <a:pt x="100016" y="16830"/>
                  </a:lnTo>
                  <a:lnTo>
                    <a:pt x="150025" y="25246"/>
                  </a:lnTo>
                  <a:lnTo>
                    <a:pt x="200033" y="33661"/>
                  </a:lnTo>
                  <a:lnTo>
                    <a:pt x="250041" y="42077"/>
                  </a:lnTo>
                  <a:lnTo>
                    <a:pt x="300050" y="50492"/>
                  </a:lnTo>
                  <a:lnTo>
                    <a:pt x="350058" y="58908"/>
                  </a:lnTo>
                  <a:lnTo>
                    <a:pt x="400067" y="67323"/>
                  </a:lnTo>
                  <a:lnTo>
                    <a:pt x="450075" y="75739"/>
                  </a:lnTo>
                  <a:lnTo>
                    <a:pt x="500083" y="84154"/>
                  </a:lnTo>
                  <a:lnTo>
                    <a:pt x="550092" y="92570"/>
                  </a:lnTo>
                  <a:lnTo>
                    <a:pt x="600100" y="100985"/>
                  </a:lnTo>
                  <a:lnTo>
                    <a:pt x="650109" y="109401"/>
                  </a:lnTo>
                  <a:lnTo>
                    <a:pt x="700117" y="117816"/>
                  </a:lnTo>
                  <a:lnTo>
                    <a:pt x="750125" y="126232"/>
                  </a:lnTo>
                  <a:lnTo>
                    <a:pt x="800134" y="134647"/>
                  </a:lnTo>
                  <a:lnTo>
                    <a:pt x="850142" y="143063"/>
                  </a:lnTo>
                  <a:lnTo>
                    <a:pt x="900151" y="151478"/>
                  </a:lnTo>
                  <a:lnTo>
                    <a:pt x="950159" y="159894"/>
                  </a:lnTo>
                  <a:lnTo>
                    <a:pt x="1000167" y="168309"/>
                  </a:lnTo>
                  <a:lnTo>
                    <a:pt x="1050176" y="176724"/>
                  </a:lnTo>
                  <a:lnTo>
                    <a:pt x="1100184" y="185140"/>
                  </a:lnTo>
                  <a:lnTo>
                    <a:pt x="1150193" y="193555"/>
                  </a:lnTo>
                  <a:lnTo>
                    <a:pt x="1200201" y="201971"/>
                  </a:lnTo>
                  <a:lnTo>
                    <a:pt x="1250209" y="210386"/>
                  </a:lnTo>
                  <a:lnTo>
                    <a:pt x="1300218" y="218802"/>
                  </a:lnTo>
                  <a:lnTo>
                    <a:pt x="1350226" y="227217"/>
                  </a:lnTo>
                  <a:lnTo>
                    <a:pt x="1400235" y="235633"/>
                  </a:lnTo>
                  <a:lnTo>
                    <a:pt x="1450243" y="244048"/>
                  </a:lnTo>
                  <a:lnTo>
                    <a:pt x="1500251" y="252464"/>
                  </a:lnTo>
                  <a:lnTo>
                    <a:pt x="1550260" y="260879"/>
                  </a:lnTo>
                  <a:lnTo>
                    <a:pt x="1600268" y="269295"/>
                  </a:lnTo>
                  <a:lnTo>
                    <a:pt x="1650277" y="277710"/>
                  </a:lnTo>
                  <a:lnTo>
                    <a:pt x="1700285" y="286126"/>
                  </a:lnTo>
                  <a:lnTo>
                    <a:pt x="1750293" y="294541"/>
                  </a:lnTo>
                  <a:lnTo>
                    <a:pt x="1800302" y="302957"/>
                  </a:lnTo>
                  <a:lnTo>
                    <a:pt x="1850310" y="311372"/>
                  </a:lnTo>
                  <a:lnTo>
                    <a:pt x="1900319" y="319788"/>
                  </a:lnTo>
                  <a:lnTo>
                    <a:pt x="1950327" y="328203"/>
                  </a:lnTo>
                  <a:lnTo>
                    <a:pt x="2000335" y="336619"/>
                  </a:lnTo>
                  <a:lnTo>
                    <a:pt x="2050344" y="345034"/>
                  </a:lnTo>
                  <a:lnTo>
                    <a:pt x="2100352" y="353449"/>
                  </a:lnTo>
                  <a:lnTo>
                    <a:pt x="2150361" y="361865"/>
                  </a:lnTo>
                  <a:lnTo>
                    <a:pt x="2200369" y="370280"/>
                  </a:lnTo>
                  <a:lnTo>
                    <a:pt x="2250377" y="378696"/>
                  </a:lnTo>
                  <a:lnTo>
                    <a:pt x="2300386" y="387111"/>
                  </a:lnTo>
                  <a:lnTo>
                    <a:pt x="2350394" y="395527"/>
                  </a:lnTo>
                  <a:lnTo>
                    <a:pt x="2400403" y="403942"/>
                  </a:lnTo>
                  <a:lnTo>
                    <a:pt x="2450411" y="412358"/>
                  </a:lnTo>
                  <a:lnTo>
                    <a:pt x="2500419" y="420773"/>
                  </a:lnTo>
                  <a:lnTo>
                    <a:pt x="2550428" y="429189"/>
                  </a:lnTo>
                  <a:lnTo>
                    <a:pt x="2600436" y="437604"/>
                  </a:lnTo>
                  <a:lnTo>
                    <a:pt x="2650445" y="446020"/>
                  </a:lnTo>
                  <a:lnTo>
                    <a:pt x="2700453" y="454435"/>
                  </a:lnTo>
                  <a:lnTo>
                    <a:pt x="2750461" y="462851"/>
                  </a:lnTo>
                  <a:lnTo>
                    <a:pt x="2800470" y="471266"/>
                  </a:lnTo>
                  <a:lnTo>
                    <a:pt x="2850478" y="479682"/>
                  </a:lnTo>
                  <a:lnTo>
                    <a:pt x="2900487" y="488097"/>
                  </a:lnTo>
                  <a:lnTo>
                    <a:pt x="2950495" y="496513"/>
                  </a:lnTo>
                  <a:lnTo>
                    <a:pt x="3000503" y="504928"/>
                  </a:lnTo>
                  <a:lnTo>
                    <a:pt x="3050512" y="513343"/>
                  </a:lnTo>
                  <a:lnTo>
                    <a:pt x="3100520" y="521759"/>
                  </a:lnTo>
                  <a:lnTo>
                    <a:pt x="3150528" y="530174"/>
                  </a:lnTo>
                  <a:lnTo>
                    <a:pt x="3200537" y="538590"/>
                  </a:lnTo>
                  <a:lnTo>
                    <a:pt x="3250545" y="547005"/>
                  </a:lnTo>
                  <a:lnTo>
                    <a:pt x="3300554" y="555421"/>
                  </a:lnTo>
                  <a:lnTo>
                    <a:pt x="3350562" y="563836"/>
                  </a:lnTo>
                  <a:lnTo>
                    <a:pt x="3400570" y="572252"/>
                  </a:lnTo>
                  <a:lnTo>
                    <a:pt x="3450579" y="580667"/>
                  </a:lnTo>
                  <a:lnTo>
                    <a:pt x="3500587" y="589083"/>
                  </a:lnTo>
                  <a:lnTo>
                    <a:pt x="3550596" y="597498"/>
                  </a:lnTo>
                  <a:lnTo>
                    <a:pt x="3600604" y="605914"/>
                  </a:lnTo>
                  <a:lnTo>
                    <a:pt x="3650612" y="614329"/>
                  </a:lnTo>
                  <a:lnTo>
                    <a:pt x="3700621" y="622745"/>
                  </a:lnTo>
                  <a:lnTo>
                    <a:pt x="3750629" y="631160"/>
                  </a:lnTo>
                  <a:lnTo>
                    <a:pt x="3800638" y="639576"/>
                  </a:lnTo>
                  <a:lnTo>
                    <a:pt x="3850646" y="647991"/>
                  </a:lnTo>
                  <a:lnTo>
                    <a:pt x="3900654" y="656407"/>
                  </a:lnTo>
                  <a:lnTo>
                    <a:pt x="3950663" y="664822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30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238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1047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8555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31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639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447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0256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19525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29485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39445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49404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59364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669323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108649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18608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28568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38527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48487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58447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755272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39927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>
              <a:off x="7452810" y="3524970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7612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452810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503836" y="39807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7741855" y="377990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741855" y="3999364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41876" y="1671709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Predicted 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966004" y="1671709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059181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170921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282660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347857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380410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412962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471576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2536772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569325" y="167170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Length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6888"/>
              <a:ext cx="6302167" cy="37862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231165" y="29072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231165" y="230187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231165" y="24067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690058" y="26934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690058" y="28707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690058" y="26674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16036" y="30375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16036" y="29805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16036" y="31387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59648" y="20502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59648" y="29010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59648" y="29455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5773524" y="323034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773524" y="320533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773524" y="34243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10644" y="30671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410644" y="30870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0644" y="28832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96892" y="549233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96892" y="45719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96892" y="436239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45015" y="36184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45015" y="36623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45015" y="36324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89867" y="2164117"/>
              <a:ext cx="5613850" cy="2025970"/>
            </a:xfrm>
            <a:custGeom>
              <a:avLst/>
              <a:pathLst>
                <a:path w="5613850" h="2025970">
                  <a:moveTo>
                    <a:pt x="0" y="0"/>
                  </a:moveTo>
                  <a:lnTo>
                    <a:pt x="71061" y="21878"/>
                  </a:lnTo>
                  <a:lnTo>
                    <a:pt x="142122" y="43695"/>
                  </a:lnTo>
                  <a:lnTo>
                    <a:pt x="213184" y="65448"/>
                  </a:lnTo>
                  <a:lnTo>
                    <a:pt x="284245" y="87132"/>
                  </a:lnTo>
                  <a:lnTo>
                    <a:pt x="355306" y="108744"/>
                  </a:lnTo>
                  <a:lnTo>
                    <a:pt x="426368" y="130280"/>
                  </a:lnTo>
                  <a:lnTo>
                    <a:pt x="497429" y="151736"/>
                  </a:lnTo>
                  <a:lnTo>
                    <a:pt x="568491" y="173106"/>
                  </a:lnTo>
                  <a:lnTo>
                    <a:pt x="639552" y="194386"/>
                  </a:lnTo>
                  <a:lnTo>
                    <a:pt x="710613" y="215570"/>
                  </a:lnTo>
                  <a:lnTo>
                    <a:pt x="781675" y="236652"/>
                  </a:lnTo>
                  <a:lnTo>
                    <a:pt x="852736" y="257628"/>
                  </a:lnTo>
                  <a:lnTo>
                    <a:pt x="923798" y="278489"/>
                  </a:lnTo>
                  <a:lnTo>
                    <a:pt x="994859" y="299228"/>
                  </a:lnTo>
                  <a:lnTo>
                    <a:pt x="1065920" y="319839"/>
                  </a:lnTo>
                  <a:lnTo>
                    <a:pt x="1136982" y="340313"/>
                  </a:lnTo>
                  <a:lnTo>
                    <a:pt x="1208043" y="360642"/>
                  </a:lnTo>
                  <a:lnTo>
                    <a:pt x="1279105" y="380816"/>
                  </a:lnTo>
                  <a:lnTo>
                    <a:pt x="1350166" y="400825"/>
                  </a:lnTo>
                  <a:lnTo>
                    <a:pt x="1421227" y="420660"/>
                  </a:lnTo>
                  <a:lnTo>
                    <a:pt x="1492289" y="440308"/>
                  </a:lnTo>
                  <a:lnTo>
                    <a:pt x="1563350" y="459758"/>
                  </a:lnTo>
                  <a:lnTo>
                    <a:pt x="1634412" y="478997"/>
                  </a:lnTo>
                  <a:lnTo>
                    <a:pt x="1705473" y="498011"/>
                  </a:lnTo>
                  <a:lnTo>
                    <a:pt x="1776534" y="516788"/>
                  </a:lnTo>
                  <a:lnTo>
                    <a:pt x="1847596" y="535311"/>
                  </a:lnTo>
                  <a:lnTo>
                    <a:pt x="1918657" y="553565"/>
                  </a:lnTo>
                  <a:lnTo>
                    <a:pt x="1989719" y="571535"/>
                  </a:lnTo>
                  <a:lnTo>
                    <a:pt x="2060780" y="589202"/>
                  </a:lnTo>
                  <a:lnTo>
                    <a:pt x="2131841" y="606550"/>
                  </a:lnTo>
                  <a:lnTo>
                    <a:pt x="2202903" y="623561"/>
                  </a:lnTo>
                  <a:lnTo>
                    <a:pt x="2273964" y="640216"/>
                  </a:lnTo>
                  <a:lnTo>
                    <a:pt x="2345025" y="656497"/>
                  </a:lnTo>
                  <a:lnTo>
                    <a:pt x="2416087" y="672386"/>
                  </a:lnTo>
                  <a:lnTo>
                    <a:pt x="2487148" y="687864"/>
                  </a:lnTo>
                  <a:lnTo>
                    <a:pt x="2558210" y="702915"/>
                  </a:lnTo>
                  <a:lnTo>
                    <a:pt x="2629271" y="717521"/>
                  </a:lnTo>
                  <a:lnTo>
                    <a:pt x="2700332" y="731666"/>
                  </a:lnTo>
                  <a:lnTo>
                    <a:pt x="2771394" y="745337"/>
                  </a:lnTo>
                  <a:lnTo>
                    <a:pt x="2842455" y="758520"/>
                  </a:lnTo>
                  <a:lnTo>
                    <a:pt x="2913517" y="771205"/>
                  </a:lnTo>
                  <a:lnTo>
                    <a:pt x="2984578" y="783383"/>
                  </a:lnTo>
                  <a:lnTo>
                    <a:pt x="3055639" y="795048"/>
                  </a:lnTo>
                  <a:lnTo>
                    <a:pt x="3126701" y="806196"/>
                  </a:lnTo>
                  <a:lnTo>
                    <a:pt x="3197762" y="816825"/>
                  </a:lnTo>
                  <a:lnTo>
                    <a:pt x="3268824" y="826938"/>
                  </a:lnTo>
                  <a:lnTo>
                    <a:pt x="3339885" y="836539"/>
                  </a:lnTo>
                  <a:lnTo>
                    <a:pt x="3410946" y="845633"/>
                  </a:lnTo>
                  <a:lnTo>
                    <a:pt x="3482008" y="854231"/>
                  </a:lnTo>
                  <a:lnTo>
                    <a:pt x="3553069" y="862343"/>
                  </a:lnTo>
                  <a:lnTo>
                    <a:pt x="3624131" y="869982"/>
                  </a:lnTo>
                  <a:lnTo>
                    <a:pt x="3695192" y="877163"/>
                  </a:lnTo>
                  <a:lnTo>
                    <a:pt x="3766253" y="883901"/>
                  </a:lnTo>
                  <a:lnTo>
                    <a:pt x="3837315" y="890214"/>
                  </a:lnTo>
                  <a:lnTo>
                    <a:pt x="3908376" y="896119"/>
                  </a:lnTo>
                  <a:lnTo>
                    <a:pt x="3979438" y="901634"/>
                  </a:lnTo>
                  <a:lnTo>
                    <a:pt x="4050499" y="906778"/>
                  </a:lnTo>
                  <a:lnTo>
                    <a:pt x="4121560" y="911569"/>
                  </a:lnTo>
                  <a:lnTo>
                    <a:pt x="4192622" y="916026"/>
                  </a:lnTo>
                  <a:lnTo>
                    <a:pt x="4263683" y="920165"/>
                  </a:lnTo>
                  <a:lnTo>
                    <a:pt x="4334745" y="924005"/>
                  </a:lnTo>
                  <a:lnTo>
                    <a:pt x="4405806" y="927562"/>
                  </a:lnTo>
                  <a:lnTo>
                    <a:pt x="4476867" y="930852"/>
                  </a:lnTo>
                  <a:lnTo>
                    <a:pt x="4547929" y="933891"/>
                  </a:lnTo>
                  <a:lnTo>
                    <a:pt x="4618990" y="936694"/>
                  </a:lnTo>
                  <a:lnTo>
                    <a:pt x="4690051" y="939275"/>
                  </a:lnTo>
                  <a:lnTo>
                    <a:pt x="4761113" y="941647"/>
                  </a:lnTo>
                  <a:lnTo>
                    <a:pt x="4832174" y="943822"/>
                  </a:lnTo>
                  <a:lnTo>
                    <a:pt x="4903236" y="945813"/>
                  </a:lnTo>
                  <a:lnTo>
                    <a:pt x="4974297" y="947630"/>
                  </a:lnTo>
                  <a:lnTo>
                    <a:pt x="5045358" y="949283"/>
                  </a:lnTo>
                  <a:lnTo>
                    <a:pt x="5116420" y="950784"/>
                  </a:lnTo>
                  <a:lnTo>
                    <a:pt x="5187481" y="952140"/>
                  </a:lnTo>
                  <a:lnTo>
                    <a:pt x="5258543" y="953361"/>
                  </a:lnTo>
                  <a:lnTo>
                    <a:pt x="5329604" y="954454"/>
                  </a:lnTo>
                  <a:lnTo>
                    <a:pt x="5400665" y="955426"/>
                  </a:lnTo>
                  <a:lnTo>
                    <a:pt x="5471727" y="956286"/>
                  </a:lnTo>
                  <a:lnTo>
                    <a:pt x="5542788" y="957039"/>
                  </a:lnTo>
                  <a:lnTo>
                    <a:pt x="5613850" y="957691"/>
                  </a:lnTo>
                  <a:lnTo>
                    <a:pt x="5613850" y="2025970"/>
                  </a:lnTo>
                  <a:lnTo>
                    <a:pt x="5542788" y="2004772"/>
                  </a:lnTo>
                  <a:lnTo>
                    <a:pt x="5471727" y="1983674"/>
                  </a:lnTo>
                  <a:lnTo>
                    <a:pt x="5400665" y="1962684"/>
                  </a:lnTo>
                  <a:lnTo>
                    <a:pt x="5329604" y="1941806"/>
                  </a:lnTo>
                  <a:lnTo>
                    <a:pt x="5258543" y="1921049"/>
                  </a:lnTo>
                  <a:lnTo>
                    <a:pt x="5187481" y="1900420"/>
                  </a:lnTo>
                  <a:lnTo>
                    <a:pt x="5116420" y="1879926"/>
                  </a:lnTo>
                  <a:lnTo>
                    <a:pt x="5045358" y="1859576"/>
                  </a:lnTo>
                  <a:lnTo>
                    <a:pt x="4974297" y="1839380"/>
                  </a:lnTo>
                  <a:lnTo>
                    <a:pt x="4903236" y="1819347"/>
                  </a:lnTo>
                  <a:lnTo>
                    <a:pt x="4832174" y="1799487"/>
                  </a:lnTo>
                  <a:lnTo>
                    <a:pt x="4761113" y="1779812"/>
                  </a:lnTo>
                  <a:lnTo>
                    <a:pt x="4690051" y="1760334"/>
                  </a:lnTo>
                  <a:lnTo>
                    <a:pt x="4618990" y="1741064"/>
                  </a:lnTo>
                  <a:lnTo>
                    <a:pt x="4547929" y="1722017"/>
                  </a:lnTo>
                  <a:lnTo>
                    <a:pt x="4476867" y="1703206"/>
                  </a:lnTo>
                  <a:lnTo>
                    <a:pt x="4405806" y="1684647"/>
                  </a:lnTo>
                  <a:lnTo>
                    <a:pt x="4334745" y="1666353"/>
                  </a:lnTo>
                  <a:lnTo>
                    <a:pt x="4263683" y="1648343"/>
                  </a:lnTo>
                  <a:lnTo>
                    <a:pt x="4192622" y="1630632"/>
                  </a:lnTo>
                  <a:lnTo>
                    <a:pt x="4121560" y="1613238"/>
                  </a:lnTo>
                  <a:lnTo>
                    <a:pt x="4050499" y="1596179"/>
                  </a:lnTo>
                  <a:lnTo>
                    <a:pt x="3979438" y="1579473"/>
                  </a:lnTo>
                  <a:lnTo>
                    <a:pt x="3908376" y="1563138"/>
                  </a:lnTo>
                  <a:lnTo>
                    <a:pt x="3837315" y="1547193"/>
                  </a:lnTo>
                  <a:lnTo>
                    <a:pt x="3766253" y="1531656"/>
                  </a:lnTo>
                  <a:lnTo>
                    <a:pt x="3695192" y="1516544"/>
                  </a:lnTo>
                  <a:lnTo>
                    <a:pt x="3624131" y="1501875"/>
                  </a:lnTo>
                  <a:lnTo>
                    <a:pt x="3553069" y="1487664"/>
                  </a:lnTo>
                  <a:lnTo>
                    <a:pt x="3482008" y="1473925"/>
                  </a:lnTo>
                  <a:lnTo>
                    <a:pt x="3410946" y="1460673"/>
                  </a:lnTo>
                  <a:lnTo>
                    <a:pt x="3339885" y="1447917"/>
                  </a:lnTo>
                  <a:lnTo>
                    <a:pt x="3268824" y="1435668"/>
                  </a:lnTo>
                  <a:lnTo>
                    <a:pt x="3197762" y="1423930"/>
                  </a:lnTo>
                  <a:lnTo>
                    <a:pt x="3126701" y="1412710"/>
                  </a:lnTo>
                  <a:lnTo>
                    <a:pt x="3055639" y="1402007"/>
                  </a:lnTo>
                  <a:lnTo>
                    <a:pt x="2984578" y="1391822"/>
                  </a:lnTo>
                  <a:lnTo>
                    <a:pt x="2913517" y="1382150"/>
                  </a:lnTo>
                  <a:lnTo>
                    <a:pt x="2842455" y="1372985"/>
                  </a:lnTo>
                  <a:lnTo>
                    <a:pt x="2771394" y="1364318"/>
                  </a:lnTo>
                  <a:lnTo>
                    <a:pt x="2700332" y="1356138"/>
                  </a:lnTo>
                  <a:lnTo>
                    <a:pt x="2629271" y="1348434"/>
                  </a:lnTo>
                  <a:lnTo>
                    <a:pt x="2558210" y="1341190"/>
                  </a:lnTo>
                  <a:lnTo>
                    <a:pt x="2487148" y="1334390"/>
                  </a:lnTo>
                  <a:lnTo>
                    <a:pt x="2416087" y="1328019"/>
                  </a:lnTo>
                  <a:lnTo>
                    <a:pt x="2345025" y="1322057"/>
                  </a:lnTo>
                  <a:lnTo>
                    <a:pt x="2273964" y="1316488"/>
                  </a:lnTo>
                  <a:lnTo>
                    <a:pt x="2202903" y="1311293"/>
                  </a:lnTo>
                  <a:lnTo>
                    <a:pt x="2131841" y="1306454"/>
                  </a:lnTo>
                  <a:lnTo>
                    <a:pt x="2060780" y="1301951"/>
                  </a:lnTo>
                  <a:lnTo>
                    <a:pt x="1989719" y="1297769"/>
                  </a:lnTo>
                  <a:lnTo>
                    <a:pt x="1918657" y="1293888"/>
                  </a:lnTo>
                  <a:lnTo>
                    <a:pt x="1847596" y="1290292"/>
                  </a:lnTo>
                  <a:lnTo>
                    <a:pt x="1776534" y="1286965"/>
                  </a:lnTo>
                  <a:lnTo>
                    <a:pt x="1705473" y="1283892"/>
                  </a:lnTo>
                  <a:lnTo>
                    <a:pt x="1634412" y="1281056"/>
                  </a:lnTo>
                  <a:lnTo>
                    <a:pt x="1563350" y="1278445"/>
                  </a:lnTo>
                  <a:lnTo>
                    <a:pt x="1492289" y="1276045"/>
                  </a:lnTo>
                  <a:lnTo>
                    <a:pt x="1421227" y="1273843"/>
                  </a:lnTo>
                  <a:lnTo>
                    <a:pt x="1350166" y="1271827"/>
                  </a:lnTo>
                  <a:lnTo>
                    <a:pt x="1279105" y="1269986"/>
                  </a:lnTo>
                  <a:lnTo>
                    <a:pt x="1208043" y="1268310"/>
                  </a:lnTo>
                  <a:lnTo>
                    <a:pt x="1136982" y="1266788"/>
                  </a:lnTo>
                  <a:lnTo>
                    <a:pt x="1065920" y="1265412"/>
                  </a:lnTo>
                  <a:lnTo>
                    <a:pt x="994859" y="1264173"/>
                  </a:lnTo>
                  <a:lnTo>
                    <a:pt x="923798" y="1263063"/>
                  </a:lnTo>
                  <a:lnTo>
                    <a:pt x="852736" y="1262074"/>
                  </a:lnTo>
                  <a:lnTo>
                    <a:pt x="781675" y="1261199"/>
                  </a:lnTo>
                  <a:lnTo>
                    <a:pt x="710613" y="1260431"/>
                  </a:lnTo>
                  <a:lnTo>
                    <a:pt x="639552" y="1259765"/>
                  </a:lnTo>
                  <a:lnTo>
                    <a:pt x="568491" y="1259195"/>
                  </a:lnTo>
                  <a:lnTo>
                    <a:pt x="497429" y="1258715"/>
                  </a:lnTo>
                  <a:lnTo>
                    <a:pt x="426368" y="1258320"/>
                  </a:lnTo>
                  <a:lnTo>
                    <a:pt x="355306" y="1258006"/>
                  </a:lnTo>
                  <a:lnTo>
                    <a:pt x="284245" y="1257768"/>
                  </a:lnTo>
                  <a:lnTo>
                    <a:pt x="213184" y="1257602"/>
                  </a:lnTo>
                  <a:lnTo>
                    <a:pt x="142122" y="1257504"/>
                  </a:lnTo>
                  <a:lnTo>
                    <a:pt x="71061" y="1257472"/>
                  </a:lnTo>
                  <a:lnTo>
                    <a:pt x="0" y="1257500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89867" y="2164117"/>
              <a:ext cx="5613850" cy="957691"/>
            </a:xfrm>
            <a:custGeom>
              <a:avLst/>
              <a:pathLst>
                <a:path w="5613850" h="957691">
                  <a:moveTo>
                    <a:pt x="0" y="0"/>
                  </a:moveTo>
                  <a:lnTo>
                    <a:pt x="71061" y="21878"/>
                  </a:lnTo>
                  <a:lnTo>
                    <a:pt x="142122" y="43695"/>
                  </a:lnTo>
                  <a:lnTo>
                    <a:pt x="213184" y="65448"/>
                  </a:lnTo>
                  <a:lnTo>
                    <a:pt x="284245" y="87132"/>
                  </a:lnTo>
                  <a:lnTo>
                    <a:pt x="355306" y="108744"/>
                  </a:lnTo>
                  <a:lnTo>
                    <a:pt x="426368" y="130280"/>
                  </a:lnTo>
                  <a:lnTo>
                    <a:pt x="497429" y="151736"/>
                  </a:lnTo>
                  <a:lnTo>
                    <a:pt x="568491" y="173106"/>
                  </a:lnTo>
                  <a:lnTo>
                    <a:pt x="639552" y="194386"/>
                  </a:lnTo>
                  <a:lnTo>
                    <a:pt x="710613" y="215570"/>
                  </a:lnTo>
                  <a:lnTo>
                    <a:pt x="781675" y="236652"/>
                  </a:lnTo>
                  <a:lnTo>
                    <a:pt x="852736" y="257628"/>
                  </a:lnTo>
                  <a:lnTo>
                    <a:pt x="923798" y="278489"/>
                  </a:lnTo>
                  <a:lnTo>
                    <a:pt x="994859" y="299228"/>
                  </a:lnTo>
                  <a:lnTo>
                    <a:pt x="1065920" y="319839"/>
                  </a:lnTo>
                  <a:lnTo>
                    <a:pt x="1136982" y="340313"/>
                  </a:lnTo>
                  <a:lnTo>
                    <a:pt x="1208043" y="360642"/>
                  </a:lnTo>
                  <a:lnTo>
                    <a:pt x="1279105" y="380816"/>
                  </a:lnTo>
                  <a:lnTo>
                    <a:pt x="1350166" y="400825"/>
                  </a:lnTo>
                  <a:lnTo>
                    <a:pt x="1421227" y="420660"/>
                  </a:lnTo>
                  <a:lnTo>
                    <a:pt x="1492289" y="440308"/>
                  </a:lnTo>
                  <a:lnTo>
                    <a:pt x="1563350" y="459758"/>
                  </a:lnTo>
                  <a:lnTo>
                    <a:pt x="1634412" y="478997"/>
                  </a:lnTo>
                  <a:lnTo>
                    <a:pt x="1705473" y="498011"/>
                  </a:lnTo>
                  <a:lnTo>
                    <a:pt x="1776534" y="516788"/>
                  </a:lnTo>
                  <a:lnTo>
                    <a:pt x="1847596" y="535311"/>
                  </a:lnTo>
                  <a:lnTo>
                    <a:pt x="1918657" y="553565"/>
                  </a:lnTo>
                  <a:lnTo>
                    <a:pt x="1989719" y="571535"/>
                  </a:lnTo>
                  <a:lnTo>
                    <a:pt x="2060780" y="589202"/>
                  </a:lnTo>
                  <a:lnTo>
                    <a:pt x="2131841" y="606550"/>
                  </a:lnTo>
                  <a:lnTo>
                    <a:pt x="2202903" y="623561"/>
                  </a:lnTo>
                  <a:lnTo>
                    <a:pt x="2273964" y="640216"/>
                  </a:lnTo>
                  <a:lnTo>
                    <a:pt x="2345025" y="656497"/>
                  </a:lnTo>
                  <a:lnTo>
                    <a:pt x="2416087" y="672386"/>
                  </a:lnTo>
                  <a:lnTo>
                    <a:pt x="2487148" y="687864"/>
                  </a:lnTo>
                  <a:lnTo>
                    <a:pt x="2558210" y="702915"/>
                  </a:lnTo>
                  <a:lnTo>
                    <a:pt x="2629271" y="717521"/>
                  </a:lnTo>
                  <a:lnTo>
                    <a:pt x="2700332" y="731666"/>
                  </a:lnTo>
                  <a:lnTo>
                    <a:pt x="2771394" y="745337"/>
                  </a:lnTo>
                  <a:lnTo>
                    <a:pt x="2842455" y="758520"/>
                  </a:lnTo>
                  <a:lnTo>
                    <a:pt x="2913517" y="771205"/>
                  </a:lnTo>
                  <a:lnTo>
                    <a:pt x="2984578" y="783383"/>
                  </a:lnTo>
                  <a:lnTo>
                    <a:pt x="3055639" y="795048"/>
                  </a:lnTo>
                  <a:lnTo>
                    <a:pt x="3126701" y="806196"/>
                  </a:lnTo>
                  <a:lnTo>
                    <a:pt x="3197762" y="816825"/>
                  </a:lnTo>
                  <a:lnTo>
                    <a:pt x="3268824" y="826938"/>
                  </a:lnTo>
                  <a:lnTo>
                    <a:pt x="3339885" y="836539"/>
                  </a:lnTo>
                  <a:lnTo>
                    <a:pt x="3410946" y="845633"/>
                  </a:lnTo>
                  <a:lnTo>
                    <a:pt x="3482008" y="854231"/>
                  </a:lnTo>
                  <a:lnTo>
                    <a:pt x="3553069" y="862343"/>
                  </a:lnTo>
                  <a:lnTo>
                    <a:pt x="3624131" y="869982"/>
                  </a:lnTo>
                  <a:lnTo>
                    <a:pt x="3695192" y="877163"/>
                  </a:lnTo>
                  <a:lnTo>
                    <a:pt x="3766253" y="883901"/>
                  </a:lnTo>
                  <a:lnTo>
                    <a:pt x="3837315" y="890214"/>
                  </a:lnTo>
                  <a:lnTo>
                    <a:pt x="3908376" y="896119"/>
                  </a:lnTo>
                  <a:lnTo>
                    <a:pt x="3979438" y="901634"/>
                  </a:lnTo>
                  <a:lnTo>
                    <a:pt x="4050499" y="906778"/>
                  </a:lnTo>
                  <a:lnTo>
                    <a:pt x="4121560" y="911569"/>
                  </a:lnTo>
                  <a:lnTo>
                    <a:pt x="4192622" y="916026"/>
                  </a:lnTo>
                  <a:lnTo>
                    <a:pt x="4263683" y="920165"/>
                  </a:lnTo>
                  <a:lnTo>
                    <a:pt x="4334745" y="924005"/>
                  </a:lnTo>
                  <a:lnTo>
                    <a:pt x="4405806" y="927562"/>
                  </a:lnTo>
                  <a:lnTo>
                    <a:pt x="4476867" y="930852"/>
                  </a:lnTo>
                  <a:lnTo>
                    <a:pt x="4547929" y="933891"/>
                  </a:lnTo>
                  <a:lnTo>
                    <a:pt x="4618990" y="936694"/>
                  </a:lnTo>
                  <a:lnTo>
                    <a:pt x="4690051" y="939275"/>
                  </a:lnTo>
                  <a:lnTo>
                    <a:pt x="4761113" y="941647"/>
                  </a:lnTo>
                  <a:lnTo>
                    <a:pt x="4832174" y="943822"/>
                  </a:lnTo>
                  <a:lnTo>
                    <a:pt x="4903236" y="945813"/>
                  </a:lnTo>
                  <a:lnTo>
                    <a:pt x="4974297" y="947630"/>
                  </a:lnTo>
                  <a:lnTo>
                    <a:pt x="5045358" y="949283"/>
                  </a:lnTo>
                  <a:lnTo>
                    <a:pt x="5116420" y="950784"/>
                  </a:lnTo>
                  <a:lnTo>
                    <a:pt x="5187481" y="952140"/>
                  </a:lnTo>
                  <a:lnTo>
                    <a:pt x="5258543" y="953361"/>
                  </a:lnTo>
                  <a:lnTo>
                    <a:pt x="5329604" y="954454"/>
                  </a:lnTo>
                  <a:lnTo>
                    <a:pt x="5400665" y="955426"/>
                  </a:lnTo>
                  <a:lnTo>
                    <a:pt x="5471727" y="956286"/>
                  </a:lnTo>
                  <a:lnTo>
                    <a:pt x="5542788" y="957039"/>
                  </a:lnTo>
                  <a:lnTo>
                    <a:pt x="5613850" y="957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89867" y="3421589"/>
              <a:ext cx="5613850" cy="768498"/>
            </a:xfrm>
            <a:custGeom>
              <a:avLst/>
              <a:pathLst>
                <a:path w="5613850" h="768498">
                  <a:moveTo>
                    <a:pt x="5613850" y="768498"/>
                  </a:moveTo>
                  <a:lnTo>
                    <a:pt x="5542788" y="747300"/>
                  </a:lnTo>
                  <a:lnTo>
                    <a:pt x="5471727" y="726202"/>
                  </a:lnTo>
                  <a:lnTo>
                    <a:pt x="5400665" y="705212"/>
                  </a:lnTo>
                  <a:lnTo>
                    <a:pt x="5329604" y="684334"/>
                  </a:lnTo>
                  <a:lnTo>
                    <a:pt x="5258543" y="663577"/>
                  </a:lnTo>
                  <a:lnTo>
                    <a:pt x="5187481" y="642948"/>
                  </a:lnTo>
                  <a:lnTo>
                    <a:pt x="5116420" y="622454"/>
                  </a:lnTo>
                  <a:lnTo>
                    <a:pt x="5045358" y="602104"/>
                  </a:lnTo>
                  <a:lnTo>
                    <a:pt x="4974297" y="581908"/>
                  </a:lnTo>
                  <a:lnTo>
                    <a:pt x="4903236" y="561875"/>
                  </a:lnTo>
                  <a:lnTo>
                    <a:pt x="4832174" y="542015"/>
                  </a:lnTo>
                  <a:lnTo>
                    <a:pt x="4761113" y="522340"/>
                  </a:lnTo>
                  <a:lnTo>
                    <a:pt x="4690051" y="502862"/>
                  </a:lnTo>
                  <a:lnTo>
                    <a:pt x="4618990" y="483592"/>
                  </a:lnTo>
                  <a:lnTo>
                    <a:pt x="4547929" y="464545"/>
                  </a:lnTo>
                  <a:lnTo>
                    <a:pt x="4476867" y="445734"/>
                  </a:lnTo>
                  <a:lnTo>
                    <a:pt x="4405806" y="427175"/>
                  </a:lnTo>
                  <a:lnTo>
                    <a:pt x="4334745" y="408881"/>
                  </a:lnTo>
                  <a:lnTo>
                    <a:pt x="4263683" y="390871"/>
                  </a:lnTo>
                  <a:lnTo>
                    <a:pt x="4192622" y="373160"/>
                  </a:lnTo>
                  <a:lnTo>
                    <a:pt x="4121560" y="355766"/>
                  </a:lnTo>
                  <a:lnTo>
                    <a:pt x="4050499" y="338707"/>
                  </a:lnTo>
                  <a:lnTo>
                    <a:pt x="3979438" y="322001"/>
                  </a:lnTo>
                  <a:lnTo>
                    <a:pt x="3908376" y="305666"/>
                  </a:lnTo>
                  <a:lnTo>
                    <a:pt x="3837315" y="289721"/>
                  </a:lnTo>
                  <a:lnTo>
                    <a:pt x="3766253" y="274184"/>
                  </a:lnTo>
                  <a:lnTo>
                    <a:pt x="3695192" y="259072"/>
                  </a:lnTo>
                  <a:lnTo>
                    <a:pt x="3624131" y="244403"/>
                  </a:lnTo>
                  <a:lnTo>
                    <a:pt x="3553069" y="230192"/>
                  </a:lnTo>
                  <a:lnTo>
                    <a:pt x="3482008" y="216453"/>
                  </a:lnTo>
                  <a:lnTo>
                    <a:pt x="3410946" y="203201"/>
                  </a:lnTo>
                  <a:lnTo>
                    <a:pt x="3339885" y="190445"/>
                  </a:lnTo>
                  <a:lnTo>
                    <a:pt x="3268824" y="178196"/>
                  </a:lnTo>
                  <a:lnTo>
                    <a:pt x="3197762" y="166458"/>
                  </a:lnTo>
                  <a:lnTo>
                    <a:pt x="3126701" y="155238"/>
                  </a:lnTo>
                  <a:lnTo>
                    <a:pt x="3055639" y="144535"/>
                  </a:lnTo>
                  <a:lnTo>
                    <a:pt x="2984578" y="134350"/>
                  </a:lnTo>
                  <a:lnTo>
                    <a:pt x="2913517" y="124678"/>
                  </a:lnTo>
                  <a:lnTo>
                    <a:pt x="2842455" y="115513"/>
                  </a:lnTo>
                  <a:lnTo>
                    <a:pt x="2771394" y="106846"/>
                  </a:lnTo>
                  <a:lnTo>
                    <a:pt x="2700332" y="98666"/>
                  </a:lnTo>
                  <a:lnTo>
                    <a:pt x="2629271" y="90962"/>
                  </a:lnTo>
                  <a:lnTo>
                    <a:pt x="2558210" y="83718"/>
                  </a:lnTo>
                  <a:lnTo>
                    <a:pt x="2487148" y="76918"/>
                  </a:lnTo>
                  <a:lnTo>
                    <a:pt x="2416087" y="70547"/>
                  </a:lnTo>
                  <a:lnTo>
                    <a:pt x="2345025" y="64585"/>
                  </a:lnTo>
                  <a:lnTo>
                    <a:pt x="2273964" y="59016"/>
                  </a:lnTo>
                  <a:lnTo>
                    <a:pt x="2202903" y="53821"/>
                  </a:lnTo>
                  <a:lnTo>
                    <a:pt x="2131841" y="48982"/>
                  </a:lnTo>
                  <a:lnTo>
                    <a:pt x="2060780" y="44479"/>
                  </a:lnTo>
                  <a:lnTo>
                    <a:pt x="1989719" y="40297"/>
                  </a:lnTo>
                  <a:lnTo>
                    <a:pt x="1918657" y="36416"/>
                  </a:lnTo>
                  <a:lnTo>
                    <a:pt x="1847596" y="32820"/>
                  </a:lnTo>
                  <a:lnTo>
                    <a:pt x="1776534" y="29493"/>
                  </a:lnTo>
                  <a:lnTo>
                    <a:pt x="1705473" y="26420"/>
                  </a:lnTo>
                  <a:lnTo>
                    <a:pt x="1634412" y="23584"/>
                  </a:lnTo>
                  <a:lnTo>
                    <a:pt x="1563350" y="20973"/>
                  </a:lnTo>
                  <a:lnTo>
                    <a:pt x="1492289" y="18573"/>
                  </a:lnTo>
                  <a:lnTo>
                    <a:pt x="1421227" y="16371"/>
                  </a:lnTo>
                  <a:lnTo>
                    <a:pt x="1350166" y="14355"/>
                  </a:lnTo>
                  <a:lnTo>
                    <a:pt x="1279105" y="12514"/>
                  </a:lnTo>
                  <a:lnTo>
                    <a:pt x="1208043" y="10838"/>
                  </a:lnTo>
                  <a:lnTo>
                    <a:pt x="1136982" y="9316"/>
                  </a:lnTo>
                  <a:lnTo>
                    <a:pt x="1065920" y="7940"/>
                  </a:lnTo>
                  <a:lnTo>
                    <a:pt x="994859" y="6701"/>
                  </a:lnTo>
                  <a:lnTo>
                    <a:pt x="923798" y="5591"/>
                  </a:lnTo>
                  <a:lnTo>
                    <a:pt x="852736" y="4602"/>
                  </a:lnTo>
                  <a:lnTo>
                    <a:pt x="781675" y="3727"/>
                  </a:lnTo>
                  <a:lnTo>
                    <a:pt x="710613" y="2959"/>
                  </a:lnTo>
                  <a:lnTo>
                    <a:pt x="639552" y="2293"/>
                  </a:lnTo>
                  <a:lnTo>
                    <a:pt x="568491" y="1723"/>
                  </a:lnTo>
                  <a:lnTo>
                    <a:pt x="497429" y="1243"/>
                  </a:lnTo>
                  <a:lnTo>
                    <a:pt x="426368" y="848"/>
                  </a:lnTo>
                  <a:lnTo>
                    <a:pt x="355306" y="534"/>
                  </a:lnTo>
                  <a:lnTo>
                    <a:pt x="284245" y="296"/>
                  </a:lnTo>
                  <a:lnTo>
                    <a:pt x="213184" y="130"/>
                  </a:lnTo>
                  <a:lnTo>
                    <a:pt x="142122" y="32"/>
                  </a:lnTo>
                  <a:lnTo>
                    <a:pt x="71061" y="0"/>
                  </a:lnTo>
                  <a:lnTo>
                    <a:pt x="0" y="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89867" y="2792867"/>
              <a:ext cx="5613850" cy="863080"/>
            </a:xfrm>
            <a:custGeom>
              <a:avLst/>
              <a:pathLst>
                <a:path w="5613850" h="863080">
                  <a:moveTo>
                    <a:pt x="0" y="0"/>
                  </a:moveTo>
                  <a:lnTo>
                    <a:pt x="71061" y="10925"/>
                  </a:lnTo>
                  <a:lnTo>
                    <a:pt x="142122" y="21850"/>
                  </a:lnTo>
                  <a:lnTo>
                    <a:pt x="213184" y="32775"/>
                  </a:lnTo>
                  <a:lnTo>
                    <a:pt x="284245" y="43700"/>
                  </a:lnTo>
                  <a:lnTo>
                    <a:pt x="355306" y="54625"/>
                  </a:lnTo>
                  <a:lnTo>
                    <a:pt x="426368" y="65550"/>
                  </a:lnTo>
                  <a:lnTo>
                    <a:pt x="497429" y="76475"/>
                  </a:lnTo>
                  <a:lnTo>
                    <a:pt x="568491" y="87400"/>
                  </a:lnTo>
                  <a:lnTo>
                    <a:pt x="639552" y="98325"/>
                  </a:lnTo>
                  <a:lnTo>
                    <a:pt x="710613" y="109250"/>
                  </a:lnTo>
                  <a:lnTo>
                    <a:pt x="781675" y="120175"/>
                  </a:lnTo>
                  <a:lnTo>
                    <a:pt x="852736" y="131100"/>
                  </a:lnTo>
                  <a:lnTo>
                    <a:pt x="923798" y="142025"/>
                  </a:lnTo>
                  <a:lnTo>
                    <a:pt x="994859" y="152950"/>
                  </a:lnTo>
                  <a:lnTo>
                    <a:pt x="1065920" y="163876"/>
                  </a:lnTo>
                  <a:lnTo>
                    <a:pt x="1136982" y="174801"/>
                  </a:lnTo>
                  <a:lnTo>
                    <a:pt x="1208043" y="185726"/>
                  </a:lnTo>
                  <a:lnTo>
                    <a:pt x="1279105" y="196651"/>
                  </a:lnTo>
                  <a:lnTo>
                    <a:pt x="1350166" y="207576"/>
                  </a:lnTo>
                  <a:lnTo>
                    <a:pt x="1421227" y="218501"/>
                  </a:lnTo>
                  <a:lnTo>
                    <a:pt x="1492289" y="229426"/>
                  </a:lnTo>
                  <a:lnTo>
                    <a:pt x="1563350" y="240351"/>
                  </a:lnTo>
                  <a:lnTo>
                    <a:pt x="1634412" y="251276"/>
                  </a:lnTo>
                  <a:lnTo>
                    <a:pt x="1705473" y="262201"/>
                  </a:lnTo>
                  <a:lnTo>
                    <a:pt x="1776534" y="273126"/>
                  </a:lnTo>
                  <a:lnTo>
                    <a:pt x="1847596" y="284051"/>
                  </a:lnTo>
                  <a:lnTo>
                    <a:pt x="1918657" y="294976"/>
                  </a:lnTo>
                  <a:lnTo>
                    <a:pt x="1989719" y="305901"/>
                  </a:lnTo>
                  <a:lnTo>
                    <a:pt x="2060780" y="316827"/>
                  </a:lnTo>
                  <a:lnTo>
                    <a:pt x="2131841" y="327752"/>
                  </a:lnTo>
                  <a:lnTo>
                    <a:pt x="2202903" y="338677"/>
                  </a:lnTo>
                  <a:lnTo>
                    <a:pt x="2273964" y="349602"/>
                  </a:lnTo>
                  <a:lnTo>
                    <a:pt x="2345025" y="360527"/>
                  </a:lnTo>
                  <a:lnTo>
                    <a:pt x="2416087" y="371452"/>
                  </a:lnTo>
                  <a:lnTo>
                    <a:pt x="2487148" y="382377"/>
                  </a:lnTo>
                  <a:lnTo>
                    <a:pt x="2558210" y="393302"/>
                  </a:lnTo>
                  <a:lnTo>
                    <a:pt x="2629271" y="404227"/>
                  </a:lnTo>
                  <a:lnTo>
                    <a:pt x="2700332" y="415152"/>
                  </a:lnTo>
                  <a:lnTo>
                    <a:pt x="2771394" y="426077"/>
                  </a:lnTo>
                  <a:lnTo>
                    <a:pt x="2842455" y="437002"/>
                  </a:lnTo>
                  <a:lnTo>
                    <a:pt x="2913517" y="447927"/>
                  </a:lnTo>
                  <a:lnTo>
                    <a:pt x="2984578" y="458852"/>
                  </a:lnTo>
                  <a:lnTo>
                    <a:pt x="3055639" y="469778"/>
                  </a:lnTo>
                  <a:lnTo>
                    <a:pt x="3126701" y="480703"/>
                  </a:lnTo>
                  <a:lnTo>
                    <a:pt x="3197762" y="491628"/>
                  </a:lnTo>
                  <a:lnTo>
                    <a:pt x="3268824" y="502553"/>
                  </a:lnTo>
                  <a:lnTo>
                    <a:pt x="3339885" y="513478"/>
                  </a:lnTo>
                  <a:lnTo>
                    <a:pt x="3410946" y="524403"/>
                  </a:lnTo>
                  <a:lnTo>
                    <a:pt x="3482008" y="535328"/>
                  </a:lnTo>
                  <a:lnTo>
                    <a:pt x="3553069" y="546253"/>
                  </a:lnTo>
                  <a:lnTo>
                    <a:pt x="3624131" y="557178"/>
                  </a:lnTo>
                  <a:lnTo>
                    <a:pt x="3695192" y="568103"/>
                  </a:lnTo>
                  <a:lnTo>
                    <a:pt x="3766253" y="579028"/>
                  </a:lnTo>
                  <a:lnTo>
                    <a:pt x="3837315" y="589953"/>
                  </a:lnTo>
                  <a:lnTo>
                    <a:pt x="3908376" y="600878"/>
                  </a:lnTo>
                  <a:lnTo>
                    <a:pt x="3979438" y="611803"/>
                  </a:lnTo>
                  <a:lnTo>
                    <a:pt x="4050499" y="622729"/>
                  </a:lnTo>
                  <a:lnTo>
                    <a:pt x="4121560" y="633654"/>
                  </a:lnTo>
                  <a:lnTo>
                    <a:pt x="4192622" y="644579"/>
                  </a:lnTo>
                  <a:lnTo>
                    <a:pt x="4263683" y="655504"/>
                  </a:lnTo>
                  <a:lnTo>
                    <a:pt x="4334745" y="666429"/>
                  </a:lnTo>
                  <a:lnTo>
                    <a:pt x="4405806" y="677354"/>
                  </a:lnTo>
                  <a:lnTo>
                    <a:pt x="4476867" y="688279"/>
                  </a:lnTo>
                  <a:lnTo>
                    <a:pt x="4547929" y="699204"/>
                  </a:lnTo>
                  <a:lnTo>
                    <a:pt x="4618990" y="710129"/>
                  </a:lnTo>
                  <a:lnTo>
                    <a:pt x="4690051" y="721054"/>
                  </a:lnTo>
                  <a:lnTo>
                    <a:pt x="4761113" y="731979"/>
                  </a:lnTo>
                  <a:lnTo>
                    <a:pt x="4832174" y="742904"/>
                  </a:lnTo>
                  <a:lnTo>
                    <a:pt x="4903236" y="753829"/>
                  </a:lnTo>
                  <a:lnTo>
                    <a:pt x="4974297" y="764754"/>
                  </a:lnTo>
                  <a:lnTo>
                    <a:pt x="5045358" y="775680"/>
                  </a:lnTo>
                  <a:lnTo>
                    <a:pt x="5116420" y="786605"/>
                  </a:lnTo>
                  <a:lnTo>
                    <a:pt x="5187481" y="797530"/>
                  </a:lnTo>
                  <a:lnTo>
                    <a:pt x="5258543" y="808455"/>
                  </a:lnTo>
                  <a:lnTo>
                    <a:pt x="5329604" y="819380"/>
                  </a:lnTo>
                  <a:lnTo>
                    <a:pt x="5400665" y="830305"/>
                  </a:lnTo>
                  <a:lnTo>
                    <a:pt x="5471727" y="841230"/>
                  </a:lnTo>
                  <a:lnTo>
                    <a:pt x="5542788" y="852155"/>
                  </a:lnTo>
                  <a:lnTo>
                    <a:pt x="5613850" y="863080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20281" y="378063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20281" y="377351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20281" y="39036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69635" y="3724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69635" y="39894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69635" y="34785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98879" y="469322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98879" y="442951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98879" y="449664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95605" y="445189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95605" y="454139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95605" y="41358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69497" y="41218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69497" y="42377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69497" y="420226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225913" y="412496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25913" y="41568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25913" y="45914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55768" y="53804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55768" y="46905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65505" y="45693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65505" y="42057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28338" y="3685058"/>
              <a:ext cx="5729243" cy="1181218"/>
            </a:xfrm>
            <a:custGeom>
              <a:avLst/>
              <a:pathLst>
                <a:path w="5729243" h="1181218">
                  <a:moveTo>
                    <a:pt x="0" y="0"/>
                  </a:moveTo>
                  <a:lnTo>
                    <a:pt x="72522" y="12691"/>
                  </a:lnTo>
                  <a:lnTo>
                    <a:pt x="145044" y="25347"/>
                  </a:lnTo>
                  <a:lnTo>
                    <a:pt x="217566" y="37964"/>
                  </a:lnTo>
                  <a:lnTo>
                    <a:pt x="290088" y="50541"/>
                  </a:lnTo>
                  <a:lnTo>
                    <a:pt x="362610" y="63076"/>
                  </a:lnTo>
                  <a:lnTo>
                    <a:pt x="435132" y="75566"/>
                  </a:lnTo>
                  <a:lnTo>
                    <a:pt x="507654" y="88008"/>
                  </a:lnTo>
                  <a:lnTo>
                    <a:pt x="580176" y="100401"/>
                  </a:lnTo>
                  <a:lnTo>
                    <a:pt x="652698" y="112742"/>
                  </a:lnTo>
                  <a:lnTo>
                    <a:pt x="725220" y="125027"/>
                  </a:lnTo>
                  <a:lnTo>
                    <a:pt x="797742" y="137254"/>
                  </a:lnTo>
                  <a:lnTo>
                    <a:pt x="870264" y="149419"/>
                  </a:lnTo>
                  <a:lnTo>
                    <a:pt x="942786" y="161518"/>
                  </a:lnTo>
                  <a:lnTo>
                    <a:pt x="1015308" y="173549"/>
                  </a:lnTo>
                  <a:lnTo>
                    <a:pt x="1087830" y="185506"/>
                  </a:lnTo>
                  <a:lnTo>
                    <a:pt x="1160353" y="197387"/>
                  </a:lnTo>
                  <a:lnTo>
                    <a:pt x="1232875" y="209186"/>
                  </a:lnTo>
                  <a:lnTo>
                    <a:pt x="1305397" y="220898"/>
                  </a:lnTo>
                  <a:lnTo>
                    <a:pt x="1377919" y="232520"/>
                  </a:lnTo>
                  <a:lnTo>
                    <a:pt x="1450441" y="244045"/>
                  </a:lnTo>
                  <a:lnTo>
                    <a:pt x="1522963" y="255468"/>
                  </a:lnTo>
                  <a:lnTo>
                    <a:pt x="1595485" y="266783"/>
                  </a:lnTo>
                  <a:lnTo>
                    <a:pt x="1668007" y="277985"/>
                  </a:lnTo>
                  <a:lnTo>
                    <a:pt x="1740529" y="289067"/>
                  </a:lnTo>
                  <a:lnTo>
                    <a:pt x="1813051" y="300023"/>
                  </a:lnTo>
                  <a:lnTo>
                    <a:pt x="1885573" y="310846"/>
                  </a:lnTo>
                  <a:lnTo>
                    <a:pt x="1958095" y="321528"/>
                  </a:lnTo>
                  <a:lnTo>
                    <a:pt x="2030617" y="332064"/>
                  </a:lnTo>
                  <a:lnTo>
                    <a:pt x="2103139" y="342445"/>
                  </a:lnTo>
                  <a:lnTo>
                    <a:pt x="2175661" y="352664"/>
                  </a:lnTo>
                  <a:lnTo>
                    <a:pt x="2248184" y="362715"/>
                  </a:lnTo>
                  <a:lnTo>
                    <a:pt x="2320706" y="372589"/>
                  </a:lnTo>
                  <a:lnTo>
                    <a:pt x="2393228" y="382280"/>
                  </a:lnTo>
                  <a:lnTo>
                    <a:pt x="2465750" y="391781"/>
                  </a:lnTo>
                  <a:lnTo>
                    <a:pt x="2538272" y="401084"/>
                  </a:lnTo>
                  <a:lnTo>
                    <a:pt x="2610794" y="410185"/>
                  </a:lnTo>
                  <a:lnTo>
                    <a:pt x="2683316" y="419076"/>
                  </a:lnTo>
                  <a:lnTo>
                    <a:pt x="2755838" y="427753"/>
                  </a:lnTo>
                  <a:lnTo>
                    <a:pt x="2828360" y="436212"/>
                  </a:lnTo>
                  <a:lnTo>
                    <a:pt x="2900882" y="444447"/>
                  </a:lnTo>
                  <a:lnTo>
                    <a:pt x="2973404" y="452458"/>
                  </a:lnTo>
                  <a:lnTo>
                    <a:pt x="3045926" y="460240"/>
                  </a:lnTo>
                  <a:lnTo>
                    <a:pt x="3118448" y="467793"/>
                  </a:lnTo>
                  <a:lnTo>
                    <a:pt x="3190970" y="475117"/>
                  </a:lnTo>
                  <a:lnTo>
                    <a:pt x="3263492" y="482213"/>
                  </a:lnTo>
                  <a:lnTo>
                    <a:pt x="3336014" y="489082"/>
                  </a:lnTo>
                  <a:lnTo>
                    <a:pt x="3408537" y="495726"/>
                  </a:lnTo>
                  <a:lnTo>
                    <a:pt x="3481059" y="502149"/>
                  </a:lnTo>
                  <a:lnTo>
                    <a:pt x="3553581" y="508356"/>
                  </a:lnTo>
                  <a:lnTo>
                    <a:pt x="3626103" y="514350"/>
                  </a:lnTo>
                  <a:lnTo>
                    <a:pt x="3698625" y="520138"/>
                  </a:lnTo>
                  <a:lnTo>
                    <a:pt x="3771147" y="525726"/>
                  </a:lnTo>
                  <a:lnTo>
                    <a:pt x="3843669" y="531119"/>
                  </a:lnTo>
                  <a:lnTo>
                    <a:pt x="3916191" y="536325"/>
                  </a:lnTo>
                  <a:lnTo>
                    <a:pt x="3988713" y="541351"/>
                  </a:lnTo>
                  <a:lnTo>
                    <a:pt x="4061235" y="546204"/>
                  </a:lnTo>
                  <a:lnTo>
                    <a:pt x="4133757" y="550891"/>
                  </a:lnTo>
                  <a:lnTo>
                    <a:pt x="4206279" y="555420"/>
                  </a:lnTo>
                  <a:lnTo>
                    <a:pt x="4278801" y="559798"/>
                  </a:lnTo>
                  <a:lnTo>
                    <a:pt x="4351323" y="564032"/>
                  </a:lnTo>
                  <a:lnTo>
                    <a:pt x="4423845" y="568129"/>
                  </a:lnTo>
                  <a:lnTo>
                    <a:pt x="4496368" y="572096"/>
                  </a:lnTo>
                  <a:lnTo>
                    <a:pt x="4568890" y="575939"/>
                  </a:lnTo>
                  <a:lnTo>
                    <a:pt x="4641412" y="579666"/>
                  </a:lnTo>
                  <a:lnTo>
                    <a:pt x="4713934" y="583281"/>
                  </a:lnTo>
                  <a:lnTo>
                    <a:pt x="4786456" y="586792"/>
                  </a:lnTo>
                  <a:lnTo>
                    <a:pt x="4858978" y="590203"/>
                  </a:lnTo>
                  <a:lnTo>
                    <a:pt x="4931500" y="593520"/>
                  </a:lnTo>
                  <a:lnTo>
                    <a:pt x="5004022" y="596748"/>
                  </a:lnTo>
                  <a:lnTo>
                    <a:pt x="5076544" y="599892"/>
                  </a:lnTo>
                  <a:lnTo>
                    <a:pt x="5149066" y="602956"/>
                  </a:lnTo>
                  <a:lnTo>
                    <a:pt x="5221588" y="605945"/>
                  </a:lnTo>
                  <a:lnTo>
                    <a:pt x="5294110" y="608863"/>
                  </a:lnTo>
                  <a:lnTo>
                    <a:pt x="5366632" y="611714"/>
                  </a:lnTo>
                  <a:lnTo>
                    <a:pt x="5439154" y="614501"/>
                  </a:lnTo>
                  <a:lnTo>
                    <a:pt x="5511676" y="617228"/>
                  </a:lnTo>
                  <a:lnTo>
                    <a:pt x="5584198" y="619897"/>
                  </a:lnTo>
                  <a:lnTo>
                    <a:pt x="5656721" y="622513"/>
                  </a:lnTo>
                  <a:lnTo>
                    <a:pt x="5729243" y="625077"/>
                  </a:lnTo>
                  <a:lnTo>
                    <a:pt x="5729243" y="1181218"/>
                  </a:lnTo>
                  <a:lnTo>
                    <a:pt x="5656721" y="1168802"/>
                  </a:lnTo>
                  <a:lnTo>
                    <a:pt x="5584198" y="1156438"/>
                  </a:lnTo>
                  <a:lnTo>
                    <a:pt x="5511676" y="1144128"/>
                  </a:lnTo>
                  <a:lnTo>
                    <a:pt x="5439154" y="1131874"/>
                  </a:lnTo>
                  <a:lnTo>
                    <a:pt x="5366632" y="1119682"/>
                  </a:lnTo>
                  <a:lnTo>
                    <a:pt x="5294110" y="1107552"/>
                  </a:lnTo>
                  <a:lnTo>
                    <a:pt x="5221588" y="1095491"/>
                  </a:lnTo>
                  <a:lnTo>
                    <a:pt x="5149066" y="1083500"/>
                  </a:lnTo>
                  <a:lnTo>
                    <a:pt x="5076544" y="1071585"/>
                  </a:lnTo>
                  <a:lnTo>
                    <a:pt x="5004022" y="1059749"/>
                  </a:lnTo>
                  <a:lnTo>
                    <a:pt x="4931500" y="1047997"/>
                  </a:lnTo>
                  <a:lnTo>
                    <a:pt x="4858978" y="1036334"/>
                  </a:lnTo>
                  <a:lnTo>
                    <a:pt x="4786456" y="1024766"/>
                  </a:lnTo>
                  <a:lnTo>
                    <a:pt x="4713934" y="1013296"/>
                  </a:lnTo>
                  <a:lnTo>
                    <a:pt x="4641412" y="1001932"/>
                  </a:lnTo>
                  <a:lnTo>
                    <a:pt x="4568890" y="990679"/>
                  </a:lnTo>
                  <a:lnTo>
                    <a:pt x="4496368" y="979543"/>
                  </a:lnTo>
                  <a:lnTo>
                    <a:pt x="4423845" y="968530"/>
                  </a:lnTo>
                  <a:lnTo>
                    <a:pt x="4351323" y="957647"/>
                  </a:lnTo>
                  <a:lnTo>
                    <a:pt x="4278801" y="946901"/>
                  </a:lnTo>
                  <a:lnTo>
                    <a:pt x="4206279" y="936299"/>
                  </a:lnTo>
                  <a:lnTo>
                    <a:pt x="4133757" y="925848"/>
                  </a:lnTo>
                  <a:lnTo>
                    <a:pt x="4061235" y="915556"/>
                  </a:lnTo>
                  <a:lnTo>
                    <a:pt x="3988713" y="905429"/>
                  </a:lnTo>
                  <a:lnTo>
                    <a:pt x="3916191" y="895475"/>
                  </a:lnTo>
                  <a:lnTo>
                    <a:pt x="3843669" y="885701"/>
                  </a:lnTo>
                  <a:lnTo>
                    <a:pt x="3771147" y="876115"/>
                  </a:lnTo>
                  <a:lnTo>
                    <a:pt x="3698625" y="866723"/>
                  </a:lnTo>
                  <a:lnTo>
                    <a:pt x="3626103" y="857531"/>
                  </a:lnTo>
                  <a:lnTo>
                    <a:pt x="3553581" y="848545"/>
                  </a:lnTo>
                  <a:lnTo>
                    <a:pt x="3481059" y="839772"/>
                  </a:lnTo>
                  <a:lnTo>
                    <a:pt x="3408537" y="831215"/>
                  </a:lnTo>
                  <a:lnTo>
                    <a:pt x="3336014" y="822880"/>
                  </a:lnTo>
                  <a:lnTo>
                    <a:pt x="3263492" y="814769"/>
                  </a:lnTo>
                  <a:lnTo>
                    <a:pt x="3190970" y="806885"/>
                  </a:lnTo>
                  <a:lnTo>
                    <a:pt x="3118448" y="799229"/>
                  </a:lnTo>
                  <a:lnTo>
                    <a:pt x="3045926" y="791803"/>
                  </a:lnTo>
                  <a:lnTo>
                    <a:pt x="2973404" y="784605"/>
                  </a:lnTo>
                  <a:lnTo>
                    <a:pt x="2900882" y="777636"/>
                  </a:lnTo>
                  <a:lnTo>
                    <a:pt x="2828360" y="770892"/>
                  </a:lnTo>
                  <a:lnTo>
                    <a:pt x="2755838" y="764370"/>
                  </a:lnTo>
                  <a:lnTo>
                    <a:pt x="2683316" y="758068"/>
                  </a:lnTo>
                  <a:lnTo>
                    <a:pt x="2610794" y="751979"/>
                  </a:lnTo>
                  <a:lnTo>
                    <a:pt x="2538272" y="746100"/>
                  </a:lnTo>
                  <a:lnTo>
                    <a:pt x="2465750" y="740424"/>
                  </a:lnTo>
                  <a:lnTo>
                    <a:pt x="2393228" y="734945"/>
                  </a:lnTo>
                  <a:lnTo>
                    <a:pt x="2320706" y="729656"/>
                  </a:lnTo>
                  <a:lnTo>
                    <a:pt x="2248184" y="724550"/>
                  </a:lnTo>
                  <a:lnTo>
                    <a:pt x="2175661" y="719621"/>
                  </a:lnTo>
                  <a:lnTo>
                    <a:pt x="2103139" y="714861"/>
                  </a:lnTo>
                  <a:lnTo>
                    <a:pt x="2030617" y="710262"/>
                  </a:lnTo>
                  <a:lnTo>
                    <a:pt x="1958095" y="705818"/>
                  </a:lnTo>
                  <a:lnTo>
                    <a:pt x="1885573" y="701521"/>
                  </a:lnTo>
                  <a:lnTo>
                    <a:pt x="1813051" y="697363"/>
                  </a:lnTo>
                  <a:lnTo>
                    <a:pt x="1740529" y="693339"/>
                  </a:lnTo>
                  <a:lnTo>
                    <a:pt x="1668007" y="689442"/>
                  </a:lnTo>
                  <a:lnTo>
                    <a:pt x="1595485" y="685664"/>
                  </a:lnTo>
                  <a:lnTo>
                    <a:pt x="1522963" y="682000"/>
                  </a:lnTo>
                  <a:lnTo>
                    <a:pt x="1450441" y="678443"/>
                  </a:lnTo>
                  <a:lnTo>
                    <a:pt x="1377919" y="674988"/>
                  </a:lnTo>
                  <a:lnTo>
                    <a:pt x="1305397" y="671630"/>
                  </a:lnTo>
                  <a:lnTo>
                    <a:pt x="1232875" y="668363"/>
                  </a:lnTo>
                  <a:lnTo>
                    <a:pt x="1160353" y="665182"/>
                  </a:lnTo>
                  <a:lnTo>
                    <a:pt x="1087830" y="662082"/>
                  </a:lnTo>
                  <a:lnTo>
                    <a:pt x="1015308" y="659060"/>
                  </a:lnTo>
                  <a:lnTo>
                    <a:pt x="942786" y="656111"/>
                  </a:lnTo>
                  <a:lnTo>
                    <a:pt x="870264" y="653231"/>
                  </a:lnTo>
                  <a:lnTo>
                    <a:pt x="797742" y="650416"/>
                  </a:lnTo>
                  <a:lnTo>
                    <a:pt x="725220" y="647663"/>
                  </a:lnTo>
                  <a:lnTo>
                    <a:pt x="652698" y="644968"/>
                  </a:lnTo>
                  <a:lnTo>
                    <a:pt x="580176" y="642329"/>
                  </a:lnTo>
                  <a:lnTo>
                    <a:pt x="507654" y="639742"/>
                  </a:lnTo>
                  <a:lnTo>
                    <a:pt x="435132" y="637205"/>
                  </a:lnTo>
                  <a:lnTo>
                    <a:pt x="362610" y="634715"/>
                  </a:lnTo>
                  <a:lnTo>
                    <a:pt x="290088" y="632270"/>
                  </a:lnTo>
                  <a:lnTo>
                    <a:pt x="217566" y="629867"/>
                  </a:lnTo>
                  <a:lnTo>
                    <a:pt x="145044" y="627505"/>
                  </a:lnTo>
                  <a:lnTo>
                    <a:pt x="72522" y="625180"/>
                  </a:lnTo>
                  <a:lnTo>
                    <a:pt x="0" y="622892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28338" y="3685058"/>
              <a:ext cx="5729243" cy="625077"/>
            </a:xfrm>
            <a:custGeom>
              <a:avLst/>
              <a:pathLst>
                <a:path w="5729243" h="625077">
                  <a:moveTo>
                    <a:pt x="0" y="0"/>
                  </a:moveTo>
                  <a:lnTo>
                    <a:pt x="72522" y="12691"/>
                  </a:lnTo>
                  <a:lnTo>
                    <a:pt x="145044" y="25347"/>
                  </a:lnTo>
                  <a:lnTo>
                    <a:pt x="217566" y="37964"/>
                  </a:lnTo>
                  <a:lnTo>
                    <a:pt x="290088" y="50541"/>
                  </a:lnTo>
                  <a:lnTo>
                    <a:pt x="362610" y="63076"/>
                  </a:lnTo>
                  <a:lnTo>
                    <a:pt x="435132" y="75566"/>
                  </a:lnTo>
                  <a:lnTo>
                    <a:pt x="507654" y="88008"/>
                  </a:lnTo>
                  <a:lnTo>
                    <a:pt x="580176" y="100401"/>
                  </a:lnTo>
                  <a:lnTo>
                    <a:pt x="652698" y="112742"/>
                  </a:lnTo>
                  <a:lnTo>
                    <a:pt x="725220" y="125027"/>
                  </a:lnTo>
                  <a:lnTo>
                    <a:pt x="797742" y="137254"/>
                  </a:lnTo>
                  <a:lnTo>
                    <a:pt x="870264" y="149419"/>
                  </a:lnTo>
                  <a:lnTo>
                    <a:pt x="942786" y="161518"/>
                  </a:lnTo>
                  <a:lnTo>
                    <a:pt x="1015308" y="173549"/>
                  </a:lnTo>
                  <a:lnTo>
                    <a:pt x="1087830" y="185506"/>
                  </a:lnTo>
                  <a:lnTo>
                    <a:pt x="1160353" y="197387"/>
                  </a:lnTo>
                  <a:lnTo>
                    <a:pt x="1232875" y="209186"/>
                  </a:lnTo>
                  <a:lnTo>
                    <a:pt x="1305397" y="220898"/>
                  </a:lnTo>
                  <a:lnTo>
                    <a:pt x="1377919" y="232520"/>
                  </a:lnTo>
                  <a:lnTo>
                    <a:pt x="1450441" y="244045"/>
                  </a:lnTo>
                  <a:lnTo>
                    <a:pt x="1522963" y="255468"/>
                  </a:lnTo>
                  <a:lnTo>
                    <a:pt x="1595485" y="266783"/>
                  </a:lnTo>
                  <a:lnTo>
                    <a:pt x="1668007" y="277985"/>
                  </a:lnTo>
                  <a:lnTo>
                    <a:pt x="1740529" y="289067"/>
                  </a:lnTo>
                  <a:lnTo>
                    <a:pt x="1813051" y="300023"/>
                  </a:lnTo>
                  <a:lnTo>
                    <a:pt x="1885573" y="310846"/>
                  </a:lnTo>
                  <a:lnTo>
                    <a:pt x="1958095" y="321528"/>
                  </a:lnTo>
                  <a:lnTo>
                    <a:pt x="2030617" y="332064"/>
                  </a:lnTo>
                  <a:lnTo>
                    <a:pt x="2103139" y="342445"/>
                  </a:lnTo>
                  <a:lnTo>
                    <a:pt x="2175661" y="352664"/>
                  </a:lnTo>
                  <a:lnTo>
                    <a:pt x="2248184" y="362715"/>
                  </a:lnTo>
                  <a:lnTo>
                    <a:pt x="2320706" y="372589"/>
                  </a:lnTo>
                  <a:lnTo>
                    <a:pt x="2393228" y="382280"/>
                  </a:lnTo>
                  <a:lnTo>
                    <a:pt x="2465750" y="391781"/>
                  </a:lnTo>
                  <a:lnTo>
                    <a:pt x="2538272" y="401084"/>
                  </a:lnTo>
                  <a:lnTo>
                    <a:pt x="2610794" y="410185"/>
                  </a:lnTo>
                  <a:lnTo>
                    <a:pt x="2683316" y="419076"/>
                  </a:lnTo>
                  <a:lnTo>
                    <a:pt x="2755838" y="427753"/>
                  </a:lnTo>
                  <a:lnTo>
                    <a:pt x="2828360" y="436212"/>
                  </a:lnTo>
                  <a:lnTo>
                    <a:pt x="2900882" y="444447"/>
                  </a:lnTo>
                  <a:lnTo>
                    <a:pt x="2973404" y="452458"/>
                  </a:lnTo>
                  <a:lnTo>
                    <a:pt x="3045926" y="460240"/>
                  </a:lnTo>
                  <a:lnTo>
                    <a:pt x="3118448" y="467793"/>
                  </a:lnTo>
                  <a:lnTo>
                    <a:pt x="3190970" y="475117"/>
                  </a:lnTo>
                  <a:lnTo>
                    <a:pt x="3263492" y="482213"/>
                  </a:lnTo>
                  <a:lnTo>
                    <a:pt x="3336014" y="489082"/>
                  </a:lnTo>
                  <a:lnTo>
                    <a:pt x="3408537" y="495726"/>
                  </a:lnTo>
                  <a:lnTo>
                    <a:pt x="3481059" y="502149"/>
                  </a:lnTo>
                  <a:lnTo>
                    <a:pt x="3553581" y="508356"/>
                  </a:lnTo>
                  <a:lnTo>
                    <a:pt x="3626103" y="514350"/>
                  </a:lnTo>
                  <a:lnTo>
                    <a:pt x="3698625" y="520138"/>
                  </a:lnTo>
                  <a:lnTo>
                    <a:pt x="3771147" y="525726"/>
                  </a:lnTo>
                  <a:lnTo>
                    <a:pt x="3843669" y="531119"/>
                  </a:lnTo>
                  <a:lnTo>
                    <a:pt x="3916191" y="536325"/>
                  </a:lnTo>
                  <a:lnTo>
                    <a:pt x="3988713" y="541351"/>
                  </a:lnTo>
                  <a:lnTo>
                    <a:pt x="4061235" y="546204"/>
                  </a:lnTo>
                  <a:lnTo>
                    <a:pt x="4133757" y="550891"/>
                  </a:lnTo>
                  <a:lnTo>
                    <a:pt x="4206279" y="555420"/>
                  </a:lnTo>
                  <a:lnTo>
                    <a:pt x="4278801" y="559798"/>
                  </a:lnTo>
                  <a:lnTo>
                    <a:pt x="4351323" y="564032"/>
                  </a:lnTo>
                  <a:lnTo>
                    <a:pt x="4423845" y="568129"/>
                  </a:lnTo>
                  <a:lnTo>
                    <a:pt x="4496368" y="572096"/>
                  </a:lnTo>
                  <a:lnTo>
                    <a:pt x="4568890" y="575939"/>
                  </a:lnTo>
                  <a:lnTo>
                    <a:pt x="4641412" y="579666"/>
                  </a:lnTo>
                  <a:lnTo>
                    <a:pt x="4713934" y="583281"/>
                  </a:lnTo>
                  <a:lnTo>
                    <a:pt x="4786456" y="586792"/>
                  </a:lnTo>
                  <a:lnTo>
                    <a:pt x="4858978" y="590203"/>
                  </a:lnTo>
                  <a:lnTo>
                    <a:pt x="4931500" y="593520"/>
                  </a:lnTo>
                  <a:lnTo>
                    <a:pt x="5004022" y="596748"/>
                  </a:lnTo>
                  <a:lnTo>
                    <a:pt x="5076544" y="599892"/>
                  </a:lnTo>
                  <a:lnTo>
                    <a:pt x="5149066" y="602956"/>
                  </a:lnTo>
                  <a:lnTo>
                    <a:pt x="5221588" y="605945"/>
                  </a:lnTo>
                  <a:lnTo>
                    <a:pt x="5294110" y="608863"/>
                  </a:lnTo>
                  <a:lnTo>
                    <a:pt x="5366632" y="611714"/>
                  </a:lnTo>
                  <a:lnTo>
                    <a:pt x="5439154" y="614501"/>
                  </a:lnTo>
                  <a:lnTo>
                    <a:pt x="5511676" y="617228"/>
                  </a:lnTo>
                  <a:lnTo>
                    <a:pt x="5584198" y="619897"/>
                  </a:lnTo>
                  <a:lnTo>
                    <a:pt x="5656721" y="622513"/>
                  </a:lnTo>
                  <a:lnTo>
                    <a:pt x="5729243" y="625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28338" y="4307951"/>
              <a:ext cx="5729243" cy="558325"/>
            </a:xfrm>
            <a:custGeom>
              <a:avLst/>
              <a:pathLst>
                <a:path w="5729243" h="558325">
                  <a:moveTo>
                    <a:pt x="5729243" y="558325"/>
                  </a:moveTo>
                  <a:lnTo>
                    <a:pt x="5656721" y="545909"/>
                  </a:lnTo>
                  <a:lnTo>
                    <a:pt x="5584198" y="533545"/>
                  </a:lnTo>
                  <a:lnTo>
                    <a:pt x="5511676" y="521235"/>
                  </a:lnTo>
                  <a:lnTo>
                    <a:pt x="5439154" y="508982"/>
                  </a:lnTo>
                  <a:lnTo>
                    <a:pt x="5366632" y="496789"/>
                  </a:lnTo>
                  <a:lnTo>
                    <a:pt x="5294110" y="484660"/>
                  </a:lnTo>
                  <a:lnTo>
                    <a:pt x="5221588" y="472598"/>
                  </a:lnTo>
                  <a:lnTo>
                    <a:pt x="5149066" y="460607"/>
                  </a:lnTo>
                  <a:lnTo>
                    <a:pt x="5076544" y="448692"/>
                  </a:lnTo>
                  <a:lnTo>
                    <a:pt x="5004022" y="436856"/>
                  </a:lnTo>
                  <a:lnTo>
                    <a:pt x="4931500" y="425104"/>
                  </a:lnTo>
                  <a:lnTo>
                    <a:pt x="4858978" y="413442"/>
                  </a:lnTo>
                  <a:lnTo>
                    <a:pt x="4786456" y="401873"/>
                  </a:lnTo>
                  <a:lnTo>
                    <a:pt x="4713934" y="390404"/>
                  </a:lnTo>
                  <a:lnTo>
                    <a:pt x="4641412" y="379039"/>
                  </a:lnTo>
                  <a:lnTo>
                    <a:pt x="4568890" y="367786"/>
                  </a:lnTo>
                  <a:lnTo>
                    <a:pt x="4496368" y="356650"/>
                  </a:lnTo>
                  <a:lnTo>
                    <a:pt x="4423845" y="345637"/>
                  </a:lnTo>
                  <a:lnTo>
                    <a:pt x="4351323" y="334754"/>
                  </a:lnTo>
                  <a:lnTo>
                    <a:pt x="4278801" y="324008"/>
                  </a:lnTo>
                  <a:lnTo>
                    <a:pt x="4206279" y="313406"/>
                  </a:lnTo>
                  <a:lnTo>
                    <a:pt x="4133757" y="302955"/>
                  </a:lnTo>
                  <a:lnTo>
                    <a:pt x="4061235" y="292663"/>
                  </a:lnTo>
                  <a:lnTo>
                    <a:pt x="3988713" y="282536"/>
                  </a:lnTo>
                  <a:lnTo>
                    <a:pt x="3916191" y="272582"/>
                  </a:lnTo>
                  <a:lnTo>
                    <a:pt x="3843669" y="262808"/>
                  </a:lnTo>
                  <a:lnTo>
                    <a:pt x="3771147" y="253222"/>
                  </a:lnTo>
                  <a:lnTo>
                    <a:pt x="3698625" y="243830"/>
                  </a:lnTo>
                  <a:lnTo>
                    <a:pt x="3626103" y="234638"/>
                  </a:lnTo>
                  <a:lnTo>
                    <a:pt x="3553581" y="225652"/>
                  </a:lnTo>
                  <a:lnTo>
                    <a:pt x="3481059" y="216879"/>
                  </a:lnTo>
                  <a:lnTo>
                    <a:pt x="3408537" y="208323"/>
                  </a:lnTo>
                  <a:lnTo>
                    <a:pt x="3336014" y="199987"/>
                  </a:lnTo>
                  <a:lnTo>
                    <a:pt x="3263492" y="191876"/>
                  </a:lnTo>
                  <a:lnTo>
                    <a:pt x="3190970" y="183992"/>
                  </a:lnTo>
                  <a:lnTo>
                    <a:pt x="3118448" y="176336"/>
                  </a:lnTo>
                  <a:lnTo>
                    <a:pt x="3045926" y="168910"/>
                  </a:lnTo>
                  <a:lnTo>
                    <a:pt x="2973404" y="161712"/>
                  </a:lnTo>
                  <a:lnTo>
                    <a:pt x="2900882" y="154743"/>
                  </a:lnTo>
                  <a:lnTo>
                    <a:pt x="2828360" y="147999"/>
                  </a:lnTo>
                  <a:lnTo>
                    <a:pt x="2755838" y="141477"/>
                  </a:lnTo>
                  <a:lnTo>
                    <a:pt x="2683316" y="135175"/>
                  </a:lnTo>
                  <a:lnTo>
                    <a:pt x="2610794" y="129086"/>
                  </a:lnTo>
                  <a:lnTo>
                    <a:pt x="2538272" y="123207"/>
                  </a:lnTo>
                  <a:lnTo>
                    <a:pt x="2465750" y="117531"/>
                  </a:lnTo>
                  <a:lnTo>
                    <a:pt x="2393228" y="112052"/>
                  </a:lnTo>
                  <a:lnTo>
                    <a:pt x="2320706" y="106763"/>
                  </a:lnTo>
                  <a:lnTo>
                    <a:pt x="2248184" y="101658"/>
                  </a:lnTo>
                  <a:lnTo>
                    <a:pt x="2175661" y="96728"/>
                  </a:lnTo>
                  <a:lnTo>
                    <a:pt x="2103139" y="91968"/>
                  </a:lnTo>
                  <a:lnTo>
                    <a:pt x="2030617" y="87369"/>
                  </a:lnTo>
                  <a:lnTo>
                    <a:pt x="1958095" y="82925"/>
                  </a:lnTo>
                  <a:lnTo>
                    <a:pt x="1885573" y="78628"/>
                  </a:lnTo>
                  <a:lnTo>
                    <a:pt x="1813051" y="74471"/>
                  </a:lnTo>
                  <a:lnTo>
                    <a:pt x="1740529" y="70447"/>
                  </a:lnTo>
                  <a:lnTo>
                    <a:pt x="1668007" y="66549"/>
                  </a:lnTo>
                  <a:lnTo>
                    <a:pt x="1595485" y="62771"/>
                  </a:lnTo>
                  <a:lnTo>
                    <a:pt x="1522963" y="59107"/>
                  </a:lnTo>
                  <a:lnTo>
                    <a:pt x="1450441" y="55550"/>
                  </a:lnTo>
                  <a:lnTo>
                    <a:pt x="1377919" y="52095"/>
                  </a:lnTo>
                  <a:lnTo>
                    <a:pt x="1305397" y="48737"/>
                  </a:lnTo>
                  <a:lnTo>
                    <a:pt x="1232875" y="45470"/>
                  </a:lnTo>
                  <a:lnTo>
                    <a:pt x="1160353" y="42289"/>
                  </a:lnTo>
                  <a:lnTo>
                    <a:pt x="1087830" y="39190"/>
                  </a:lnTo>
                  <a:lnTo>
                    <a:pt x="1015308" y="36167"/>
                  </a:lnTo>
                  <a:lnTo>
                    <a:pt x="942786" y="33218"/>
                  </a:lnTo>
                  <a:lnTo>
                    <a:pt x="870264" y="30338"/>
                  </a:lnTo>
                  <a:lnTo>
                    <a:pt x="797742" y="27523"/>
                  </a:lnTo>
                  <a:lnTo>
                    <a:pt x="725220" y="24770"/>
                  </a:lnTo>
                  <a:lnTo>
                    <a:pt x="652698" y="22075"/>
                  </a:lnTo>
                  <a:lnTo>
                    <a:pt x="580176" y="19436"/>
                  </a:lnTo>
                  <a:lnTo>
                    <a:pt x="507654" y="16849"/>
                  </a:lnTo>
                  <a:lnTo>
                    <a:pt x="435132" y="14312"/>
                  </a:lnTo>
                  <a:lnTo>
                    <a:pt x="362610" y="11822"/>
                  </a:lnTo>
                  <a:lnTo>
                    <a:pt x="290088" y="9377"/>
                  </a:lnTo>
                  <a:lnTo>
                    <a:pt x="217566" y="6974"/>
                  </a:lnTo>
                  <a:lnTo>
                    <a:pt x="145044" y="4612"/>
                  </a:lnTo>
                  <a:lnTo>
                    <a:pt x="72522" y="2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8338" y="3996504"/>
              <a:ext cx="5729243" cy="591701"/>
            </a:xfrm>
            <a:custGeom>
              <a:avLst/>
              <a:pathLst>
                <a:path w="5729243" h="591701">
                  <a:moveTo>
                    <a:pt x="0" y="0"/>
                  </a:moveTo>
                  <a:lnTo>
                    <a:pt x="72522" y="7489"/>
                  </a:lnTo>
                  <a:lnTo>
                    <a:pt x="145044" y="14979"/>
                  </a:lnTo>
                  <a:lnTo>
                    <a:pt x="217566" y="22469"/>
                  </a:lnTo>
                  <a:lnTo>
                    <a:pt x="290088" y="29959"/>
                  </a:lnTo>
                  <a:lnTo>
                    <a:pt x="362610" y="37449"/>
                  </a:lnTo>
                  <a:lnTo>
                    <a:pt x="435132" y="44939"/>
                  </a:lnTo>
                  <a:lnTo>
                    <a:pt x="507654" y="52429"/>
                  </a:lnTo>
                  <a:lnTo>
                    <a:pt x="580176" y="59919"/>
                  </a:lnTo>
                  <a:lnTo>
                    <a:pt x="652698" y="67409"/>
                  </a:lnTo>
                  <a:lnTo>
                    <a:pt x="725220" y="74898"/>
                  </a:lnTo>
                  <a:lnTo>
                    <a:pt x="797742" y="82388"/>
                  </a:lnTo>
                  <a:lnTo>
                    <a:pt x="870264" y="89878"/>
                  </a:lnTo>
                  <a:lnTo>
                    <a:pt x="942786" y="97368"/>
                  </a:lnTo>
                  <a:lnTo>
                    <a:pt x="1015308" y="104858"/>
                  </a:lnTo>
                  <a:lnTo>
                    <a:pt x="1087830" y="112348"/>
                  </a:lnTo>
                  <a:lnTo>
                    <a:pt x="1160353" y="119838"/>
                  </a:lnTo>
                  <a:lnTo>
                    <a:pt x="1232875" y="127328"/>
                  </a:lnTo>
                  <a:lnTo>
                    <a:pt x="1305397" y="134818"/>
                  </a:lnTo>
                  <a:lnTo>
                    <a:pt x="1377919" y="142307"/>
                  </a:lnTo>
                  <a:lnTo>
                    <a:pt x="1450441" y="149797"/>
                  </a:lnTo>
                  <a:lnTo>
                    <a:pt x="1522963" y="157287"/>
                  </a:lnTo>
                  <a:lnTo>
                    <a:pt x="1595485" y="164777"/>
                  </a:lnTo>
                  <a:lnTo>
                    <a:pt x="1668007" y="172267"/>
                  </a:lnTo>
                  <a:lnTo>
                    <a:pt x="1740529" y="179757"/>
                  </a:lnTo>
                  <a:lnTo>
                    <a:pt x="1813051" y="187247"/>
                  </a:lnTo>
                  <a:lnTo>
                    <a:pt x="1885573" y="194737"/>
                  </a:lnTo>
                  <a:lnTo>
                    <a:pt x="1958095" y="202227"/>
                  </a:lnTo>
                  <a:lnTo>
                    <a:pt x="2030617" y="209716"/>
                  </a:lnTo>
                  <a:lnTo>
                    <a:pt x="2103139" y="217206"/>
                  </a:lnTo>
                  <a:lnTo>
                    <a:pt x="2175661" y="224696"/>
                  </a:lnTo>
                  <a:lnTo>
                    <a:pt x="2248184" y="232186"/>
                  </a:lnTo>
                  <a:lnTo>
                    <a:pt x="2320706" y="239676"/>
                  </a:lnTo>
                  <a:lnTo>
                    <a:pt x="2393228" y="247166"/>
                  </a:lnTo>
                  <a:lnTo>
                    <a:pt x="2465750" y="254656"/>
                  </a:lnTo>
                  <a:lnTo>
                    <a:pt x="2538272" y="262146"/>
                  </a:lnTo>
                  <a:lnTo>
                    <a:pt x="2610794" y="269636"/>
                  </a:lnTo>
                  <a:lnTo>
                    <a:pt x="2683316" y="277125"/>
                  </a:lnTo>
                  <a:lnTo>
                    <a:pt x="2755838" y="284615"/>
                  </a:lnTo>
                  <a:lnTo>
                    <a:pt x="2828360" y="292105"/>
                  </a:lnTo>
                  <a:lnTo>
                    <a:pt x="2900882" y="299595"/>
                  </a:lnTo>
                  <a:lnTo>
                    <a:pt x="2973404" y="307085"/>
                  </a:lnTo>
                  <a:lnTo>
                    <a:pt x="3045926" y="314575"/>
                  </a:lnTo>
                  <a:lnTo>
                    <a:pt x="3118448" y="322065"/>
                  </a:lnTo>
                  <a:lnTo>
                    <a:pt x="3190970" y="329555"/>
                  </a:lnTo>
                  <a:lnTo>
                    <a:pt x="3263492" y="337045"/>
                  </a:lnTo>
                  <a:lnTo>
                    <a:pt x="3336014" y="344534"/>
                  </a:lnTo>
                  <a:lnTo>
                    <a:pt x="3408537" y="352024"/>
                  </a:lnTo>
                  <a:lnTo>
                    <a:pt x="3481059" y="359514"/>
                  </a:lnTo>
                  <a:lnTo>
                    <a:pt x="3553581" y="367004"/>
                  </a:lnTo>
                  <a:lnTo>
                    <a:pt x="3626103" y="374494"/>
                  </a:lnTo>
                  <a:lnTo>
                    <a:pt x="3698625" y="381984"/>
                  </a:lnTo>
                  <a:lnTo>
                    <a:pt x="3771147" y="389474"/>
                  </a:lnTo>
                  <a:lnTo>
                    <a:pt x="3843669" y="396964"/>
                  </a:lnTo>
                  <a:lnTo>
                    <a:pt x="3916191" y="404454"/>
                  </a:lnTo>
                  <a:lnTo>
                    <a:pt x="3988713" y="411944"/>
                  </a:lnTo>
                  <a:lnTo>
                    <a:pt x="4061235" y="419433"/>
                  </a:lnTo>
                  <a:lnTo>
                    <a:pt x="4133757" y="426923"/>
                  </a:lnTo>
                  <a:lnTo>
                    <a:pt x="4206279" y="434413"/>
                  </a:lnTo>
                  <a:lnTo>
                    <a:pt x="4278801" y="441903"/>
                  </a:lnTo>
                  <a:lnTo>
                    <a:pt x="4351323" y="449393"/>
                  </a:lnTo>
                  <a:lnTo>
                    <a:pt x="4423845" y="456883"/>
                  </a:lnTo>
                  <a:lnTo>
                    <a:pt x="4496368" y="464373"/>
                  </a:lnTo>
                  <a:lnTo>
                    <a:pt x="4568890" y="471863"/>
                  </a:lnTo>
                  <a:lnTo>
                    <a:pt x="4641412" y="479353"/>
                  </a:lnTo>
                  <a:lnTo>
                    <a:pt x="4713934" y="486842"/>
                  </a:lnTo>
                  <a:lnTo>
                    <a:pt x="4786456" y="494332"/>
                  </a:lnTo>
                  <a:lnTo>
                    <a:pt x="4858978" y="501822"/>
                  </a:lnTo>
                  <a:lnTo>
                    <a:pt x="4931500" y="509312"/>
                  </a:lnTo>
                  <a:lnTo>
                    <a:pt x="5004022" y="516802"/>
                  </a:lnTo>
                  <a:lnTo>
                    <a:pt x="5076544" y="524292"/>
                  </a:lnTo>
                  <a:lnTo>
                    <a:pt x="5149066" y="531782"/>
                  </a:lnTo>
                  <a:lnTo>
                    <a:pt x="5221588" y="539272"/>
                  </a:lnTo>
                  <a:lnTo>
                    <a:pt x="5294110" y="546762"/>
                  </a:lnTo>
                  <a:lnTo>
                    <a:pt x="5366632" y="554251"/>
                  </a:lnTo>
                  <a:lnTo>
                    <a:pt x="5439154" y="561741"/>
                  </a:lnTo>
                  <a:lnTo>
                    <a:pt x="5511676" y="569231"/>
                  </a:lnTo>
                  <a:lnTo>
                    <a:pt x="5584198" y="576721"/>
                  </a:lnTo>
                  <a:lnTo>
                    <a:pt x="5656721" y="584211"/>
                  </a:lnTo>
                  <a:lnTo>
                    <a:pt x="5729243" y="591701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936888"/>
              <a:ext cx="0" cy="3786254"/>
            </a:xfrm>
            <a:custGeom>
              <a:avLst/>
              <a:pathLst>
                <a:path w="0" h="3786254">
                  <a:moveTo>
                    <a:pt x="0" y="378625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31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2441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10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86897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32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644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457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0269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66984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6604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665111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256107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55171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4234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790339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180871" y="3779906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383221" y="3440613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452810" y="3525655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452810" y="371091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503836" y="37619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452810" y="393037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981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7741855" y="3780593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741855" y="4000049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975239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2105541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207863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27305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305612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338165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396778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46197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494527" y="1673080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Length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5516"/>
              <a:ext cx="6302167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29062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3006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4055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138817" y="269236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138817" y="28696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138817" y="26663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393947" y="30365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393947" y="29795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393947" y="31378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128235" y="20489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28235" y="2900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128235" y="29445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15267" y="322946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15267" y="32044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15267" y="34235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790905" y="30662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790905" y="30860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90905" y="28822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23697" y="54922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23697" y="45715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23697" y="436191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98879" y="36176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98879" y="36616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98879" y="363166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340679"/>
              <a:ext cx="5729243" cy="2346456"/>
            </a:xfrm>
            <a:custGeom>
              <a:avLst/>
              <a:pathLst>
                <a:path w="5729243" h="2346456">
                  <a:moveTo>
                    <a:pt x="0" y="0"/>
                  </a:moveTo>
                  <a:lnTo>
                    <a:pt x="72522" y="25083"/>
                  </a:lnTo>
                  <a:lnTo>
                    <a:pt x="145044" y="50041"/>
                  </a:lnTo>
                  <a:lnTo>
                    <a:pt x="217566" y="74866"/>
                  </a:lnTo>
                  <a:lnTo>
                    <a:pt x="290088" y="99548"/>
                  </a:lnTo>
                  <a:lnTo>
                    <a:pt x="362610" y="124079"/>
                  </a:lnTo>
                  <a:lnTo>
                    <a:pt x="435132" y="148448"/>
                  </a:lnTo>
                  <a:lnTo>
                    <a:pt x="507654" y="172646"/>
                  </a:lnTo>
                  <a:lnTo>
                    <a:pt x="580176" y="196660"/>
                  </a:lnTo>
                  <a:lnTo>
                    <a:pt x="652698" y="220479"/>
                  </a:lnTo>
                  <a:lnTo>
                    <a:pt x="725220" y="244090"/>
                  </a:lnTo>
                  <a:lnTo>
                    <a:pt x="797742" y="267479"/>
                  </a:lnTo>
                  <a:lnTo>
                    <a:pt x="870264" y="290633"/>
                  </a:lnTo>
                  <a:lnTo>
                    <a:pt x="942786" y="313535"/>
                  </a:lnTo>
                  <a:lnTo>
                    <a:pt x="1015308" y="336171"/>
                  </a:lnTo>
                  <a:lnTo>
                    <a:pt x="1087830" y="358523"/>
                  </a:lnTo>
                  <a:lnTo>
                    <a:pt x="1160353" y="380575"/>
                  </a:lnTo>
                  <a:lnTo>
                    <a:pt x="1232875" y="402308"/>
                  </a:lnTo>
                  <a:lnTo>
                    <a:pt x="1305397" y="423706"/>
                  </a:lnTo>
                  <a:lnTo>
                    <a:pt x="1377919" y="444749"/>
                  </a:lnTo>
                  <a:lnTo>
                    <a:pt x="1450441" y="465420"/>
                  </a:lnTo>
                  <a:lnTo>
                    <a:pt x="1522963" y="485699"/>
                  </a:lnTo>
                  <a:lnTo>
                    <a:pt x="1595485" y="505569"/>
                  </a:lnTo>
                  <a:lnTo>
                    <a:pt x="1668007" y="525014"/>
                  </a:lnTo>
                  <a:lnTo>
                    <a:pt x="1740529" y="544016"/>
                  </a:lnTo>
                  <a:lnTo>
                    <a:pt x="1813051" y="562561"/>
                  </a:lnTo>
                  <a:lnTo>
                    <a:pt x="1885573" y="580635"/>
                  </a:lnTo>
                  <a:lnTo>
                    <a:pt x="1958095" y="598227"/>
                  </a:lnTo>
                  <a:lnTo>
                    <a:pt x="2030617" y="615328"/>
                  </a:lnTo>
                  <a:lnTo>
                    <a:pt x="2103139" y="631930"/>
                  </a:lnTo>
                  <a:lnTo>
                    <a:pt x="2175661" y="648028"/>
                  </a:lnTo>
                  <a:lnTo>
                    <a:pt x="2248184" y="663622"/>
                  </a:lnTo>
                  <a:lnTo>
                    <a:pt x="2320706" y="678712"/>
                  </a:lnTo>
                  <a:lnTo>
                    <a:pt x="2393228" y="693301"/>
                  </a:lnTo>
                  <a:lnTo>
                    <a:pt x="2465750" y="707397"/>
                  </a:lnTo>
                  <a:lnTo>
                    <a:pt x="2538272" y="721006"/>
                  </a:lnTo>
                  <a:lnTo>
                    <a:pt x="2610794" y="734141"/>
                  </a:lnTo>
                  <a:lnTo>
                    <a:pt x="2683316" y="746814"/>
                  </a:lnTo>
                  <a:lnTo>
                    <a:pt x="2755838" y="759040"/>
                  </a:lnTo>
                  <a:lnTo>
                    <a:pt x="2828360" y="770834"/>
                  </a:lnTo>
                  <a:lnTo>
                    <a:pt x="2900882" y="782213"/>
                  </a:lnTo>
                  <a:lnTo>
                    <a:pt x="2973404" y="793195"/>
                  </a:lnTo>
                  <a:lnTo>
                    <a:pt x="3045926" y="803799"/>
                  </a:lnTo>
                  <a:lnTo>
                    <a:pt x="3118448" y="814041"/>
                  </a:lnTo>
                  <a:lnTo>
                    <a:pt x="3190970" y="823942"/>
                  </a:lnTo>
                  <a:lnTo>
                    <a:pt x="3263492" y="833518"/>
                  </a:lnTo>
                  <a:lnTo>
                    <a:pt x="3336014" y="842788"/>
                  </a:lnTo>
                  <a:lnTo>
                    <a:pt x="3408537" y="851770"/>
                  </a:lnTo>
                  <a:lnTo>
                    <a:pt x="3481059" y="860479"/>
                  </a:lnTo>
                  <a:lnTo>
                    <a:pt x="3553581" y="868931"/>
                  </a:lnTo>
                  <a:lnTo>
                    <a:pt x="3626103" y="877143"/>
                  </a:lnTo>
                  <a:lnTo>
                    <a:pt x="3698625" y="885129"/>
                  </a:lnTo>
                  <a:lnTo>
                    <a:pt x="3771147" y="892902"/>
                  </a:lnTo>
                  <a:lnTo>
                    <a:pt x="3843669" y="900475"/>
                  </a:lnTo>
                  <a:lnTo>
                    <a:pt x="3916191" y="907861"/>
                  </a:lnTo>
                  <a:lnTo>
                    <a:pt x="3988713" y="915072"/>
                  </a:lnTo>
                  <a:lnTo>
                    <a:pt x="4061235" y="922118"/>
                  </a:lnTo>
                  <a:lnTo>
                    <a:pt x="4133757" y="929009"/>
                  </a:lnTo>
                  <a:lnTo>
                    <a:pt x="4206279" y="935755"/>
                  </a:lnTo>
                  <a:lnTo>
                    <a:pt x="4278801" y="942364"/>
                  </a:lnTo>
                  <a:lnTo>
                    <a:pt x="4351323" y="948846"/>
                  </a:lnTo>
                  <a:lnTo>
                    <a:pt x="4423845" y="955207"/>
                  </a:lnTo>
                  <a:lnTo>
                    <a:pt x="4496368" y="961454"/>
                  </a:lnTo>
                  <a:lnTo>
                    <a:pt x="4568890" y="967596"/>
                  </a:lnTo>
                  <a:lnTo>
                    <a:pt x="4641412" y="973637"/>
                  </a:lnTo>
                  <a:lnTo>
                    <a:pt x="4713934" y="979584"/>
                  </a:lnTo>
                  <a:lnTo>
                    <a:pt x="4786456" y="985442"/>
                  </a:lnTo>
                  <a:lnTo>
                    <a:pt x="4858978" y="991216"/>
                  </a:lnTo>
                  <a:lnTo>
                    <a:pt x="4931500" y="996911"/>
                  </a:lnTo>
                  <a:lnTo>
                    <a:pt x="5004022" y="1002531"/>
                  </a:lnTo>
                  <a:lnTo>
                    <a:pt x="5076544" y="1008081"/>
                  </a:lnTo>
                  <a:lnTo>
                    <a:pt x="5149066" y="1013564"/>
                  </a:lnTo>
                  <a:lnTo>
                    <a:pt x="5221588" y="1018984"/>
                  </a:lnTo>
                  <a:lnTo>
                    <a:pt x="5294110" y="1024344"/>
                  </a:lnTo>
                  <a:lnTo>
                    <a:pt x="5366632" y="1029648"/>
                  </a:lnTo>
                  <a:lnTo>
                    <a:pt x="5439154" y="1034897"/>
                  </a:lnTo>
                  <a:lnTo>
                    <a:pt x="5511676" y="1040096"/>
                  </a:lnTo>
                  <a:lnTo>
                    <a:pt x="5584198" y="1045247"/>
                  </a:lnTo>
                  <a:lnTo>
                    <a:pt x="5656721" y="1050352"/>
                  </a:lnTo>
                  <a:lnTo>
                    <a:pt x="5729243" y="1055413"/>
                  </a:lnTo>
                  <a:lnTo>
                    <a:pt x="5729243" y="2346456"/>
                  </a:lnTo>
                  <a:lnTo>
                    <a:pt x="5656721" y="2319994"/>
                  </a:lnTo>
                  <a:lnTo>
                    <a:pt x="5584198" y="2293575"/>
                  </a:lnTo>
                  <a:lnTo>
                    <a:pt x="5511676" y="2267201"/>
                  </a:lnTo>
                  <a:lnTo>
                    <a:pt x="5439154" y="2240877"/>
                  </a:lnTo>
                  <a:lnTo>
                    <a:pt x="5366632" y="2214603"/>
                  </a:lnTo>
                  <a:lnTo>
                    <a:pt x="5294110" y="2188382"/>
                  </a:lnTo>
                  <a:lnTo>
                    <a:pt x="5221588" y="2162219"/>
                  </a:lnTo>
                  <a:lnTo>
                    <a:pt x="5149066" y="2136115"/>
                  </a:lnTo>
                  <a:lnTo>
                    <a:pt x="5076544" y="2110074"/>
                  </a:lnTo>
                  <a:lnTo>
                    <a:pt x="5004022" y="2084100"/>
                  </a:lnTo>
                  <a:lnTo>
                    <a:pt x="4931500" y="2058196"/>
                  </a:lnTo>
                  <a:lnTo>
                    <a:pt x="4858978" y="2032367"/>
                  </a:lnTo>
                  <a:lnTo>
                    <a:pt x="4786456" y="2006618"/>
                  </a:lnTo>
                  <a:lnTo>
                    <a:pt x="4713934" y="1980952"/>
                  </a:lnTo>
                  <a:lnTo>
                    <a:pt x="4641412" y="1955375"/>
                  </a:lnTo>
                  <a:lnTo>
                    <a:pt x="4568890" y="1929892"/>
                  </a:lnTo>
                  <a:lnTo>
                    <a:pt x="4496368" y="1904510"/>
                  </a:lnTo>
                  <a:lnTo>
                    <a:pt x="4423845" y="1879234"/>
                  </a:lnTo>
                  <a:lnTo>
                    <a:pt x="4351323" y="1854071"/>
                  </a:lnTo>
                  <a:lnTo>
                    <a:pt x="4278801" y="1829028"/>
                  </a:lnTo>
                  <a:lnTo>
                    <a:pt x="4206279" y="1804114"/>
                  </a:lnTo>
                  <a:lnTo>
                    <a:pt x="4133757" y="1779336"/>
                  </a:lnTo>
                  <a:lnTo>
                    <a:pt x="4061235" y="1754703"/>
                  </a:lnTo>
                  <a:lnTo>
                    <a:pt x="3988713" y="1730225"/>
                  </a:lnTo>
                  <a:lnTo>
                    <a:pt x="3916191" y="1705912"/>
                  </a:lnTo>
                  <a:lnTo>
                    <a:pt x="3843669" y="1681774"/>
                  </a:lnTo>
                  <a:lnTo>
                    <a:pt x="3771147" y="1657824"/>
                  </a:lnTo>
                  <a:lnTo>
                    <a:pt x="3698625" y="1634073"/>
                  </a:lnTo>
                  <a:lnTo>
                    <a:pt x="3626103" y="1610535"/>
                  </a:lnTo>
                  <a:lnTo>
                    <a:pt x="3553581" y="1587223"/>
                  </a:lnTo>
                  <a:lnTo>
                    <a:pt x="3481059" y="1564152"/>
                  </a:lnTo>
                  <a:lnTo>
                    <a:pt x="3408537" y="1541337"/>
                  </a:lnTo>
                  <a:lnTo>
                    <a:pt x="3336014" y="1518794"/>
                  </a:lnTo>
                  <a:lnTo>
                    <a:pt x="3263492" y="1496540"/>
                  </a:lnTo>
                  <a:lnTo>
                    <a:pt x="3190970" y="1474593"/>
                  </a:lnTo>
                  <a:lnTo>
                    <a:pt x="3118448" y="1452970"/>
                  </a:lnTo>
                  <a:lnTo>
                    <a:pt x="3045926" y="1431689"/>
                  </a:lnTo>
                  <a:lnTo>
                    <a:pt x="2973404" y="1410768"/>
                  </a:lnTo>
                  <a:lnTo>
                    <a:pt x="2900882" y="1390226"/>
                  </a:lnTo>
                  <a:lnTo>
                    <a:pt x="2828360" y="1370082"/>
                  </a:lnTo>
                  <a:lnTo>
                    <a:pt x="2755838" y="1350352"/>
                  </a:lnTo>
                  <a:lnTo>
                    <a:pt x="2683316" y="1331053"/>
                  </a:lnTo>
                  <a:lnTo>
                    <a:pt x="2610794" y="1312203"/>
                  </a:lnTo>
                  <a:lnTo>
                    <a:pt x="2538272" y="1293814"/>
                  </a:lnTo>
                  <a:lnTo>
                    <a:pt x="2465750" y="1275900"/>
                  </a:lnTo>
                  <a:lnTo>
                    <a:pt x="2393228" y="1258471"/>
                  </a:lnTo>
                  <a:lnTo>
                    <a:pt x="2320706" y="1241537"/>
                  </a:lnTo>
                  <a:lnTo>
                    <a:pt x="2248184" y="1225103"/>
                  </a:lnTo>
                  <a:lnTo>
                    <a:pt x="2175661" y="1209173"/>
                  </a:lnTo>
                  <a:lnTo>
                    <a:pt x="2103139" y="1193747"/>
                  </a:lnTo>
                  <a:lnTo>
                    <a:pt x="2030617" y="1178825"/>
                  </a:lnTo>
                  <a:lnTo>
                    <a:pt x="1958095" y="1164402"/>
                  </a:lnTo>
                  <a:lnTo>
                    <a:pt x="1885573" y="1150470"/>
                  </a:lnTo>
                  <a:lnTo>
                    <a:pt x="1813051" y="1137021"/>
                  </a:lnTo>
                  <a:lnTo>
                    <a:pt x="1740529" y="1124042"/>
                  </a:lnTo>
                  <a:lnTo>
                    <a:pt x="1668007" y="1111520"/>
                  </a:lnTo>
                  <a:lnTo>
                    <a:pt x="1595485" y="1099441"/>
                  </a:lnTo>
                  <a:lnTo>
                    <a:pt x="1522963" y="1087787"/>
                  </a:lnTo>
                  <a:lnTo>
                    <a:pt x="1450441" y="1076543"/>
                  </a:lnTo>
                  <a:lnTo>
                    <a:pt x="1377919" y="1065689"/>
                  </a:lnTo>
                  <a:lnTo>
                    <a:pt x="1305397" y="1055209"/>
                  </a:lnTo>
                  <a:lnTo>
                    <a:pt x="1232875" y="1045082"/>
                  </a:lnTo>
                  <a:lnTo>
                    <a:pt x="1160353" y="1035292"/>
                  </a:lnTo>
                  <a:lnTo>
                    <a:pt x="1087830" y="1025820"/>
                  </a:lnTo>
                  <a:lnTo>
                    <a:pt x="1015308" y="1016649"/>
                  </a:lnTo>
                  <a:lnTo>
                    <a:pt x="942786" y="1007760"/>
                  </a:lnTo>
                  <a:lnTo>
                    <a:pt x="870264" y="999139"/>
                  </a:lnTo>
                  <a:lnTo>
                    <a:pt x="797742" y="990768"/>
                  </a:lnTo>
                  <a:lnTo>
                    <a:pt x="725220" y="982634"/>
                  </a:lnTo>
                  <a:lnTo>
                    <a:pt x="652698" y="974721"/>
                  </a:lnTo>
                  <a:lnTo>
                    <a:pt x="580176" y="967016"/>
                  </a:lnTo>
                  <a:lnTo>
                    <a:pt x="507654" y="959506"/>
                  </a:lnTo>
                  <a:lnTo>
                    <a:pt x="435132" y="952180"/>
                  </a:lnTo>
                  <a:lnTo>
                    <a:pt x="362610" y="945026"/>
                  </a:lnTo>
                  <a:lnTo>
                    <a:pt x="290088" y="938033"/>
                  </a:lnTo>
                  <a:lnTo>
                    <a:pt x="217566" y="931191"/>
                  </a:lnTo>
                  <a:lnTo>
                    <a:pt x="145044" y="924492"/>
                  </a:lnTo>
                  <a:lnTo>
                    <a:pt x="72522" y="917926"/>
                  </a:lnTo>
                  <a:lnTo>
                    <a:pt x="0" y="911486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340679"/>
              <a:ext cx="5729243" cy="1055413"/>
            </a:xfrm>
            <a:custGeom>
              <a:avLst/>
              <a:pathLst>
                <a:path w="5729243" h="1055413">
                  <a:moveTo>
                    <a:pt x="0" y="0"/>
                  </a:moveTo>
                  <a:lnTo>
                    <a:pt x="72522" y="25083"/>
                  </a:lnTo>
                  <a:lnTo>
                    <a:pt x="145044" y="50041"/>
                  </a:lnTo>
                  <a:lnTo>
                    <a:pt x="217566" y="74866"/>
                  </a:lnTo>
                  <a:lnTo>
                    <a:pt x="290088" y="99548"/>
                  </a:lnTo>
                  <a:lnTo>
                    <a:pt x="362610" y="124079"/>
                  </a:lnTo>
                  <a:lnTo>
                    <a:pt x="435132" y="148448"/>
                  </a:lnTo>
                  <a:lnTo>
                    <a:pt x="507654" y="172646"/>
                  </a:lnTo>
                  <a:lnTo>
                    <a:pt x="580176" y="196660"/>
                  </a:lnTo>
                  <a:lnTo>
                    <a:pt x="652698" y="220479"/>
                  </a:lnTo>
                  <a:lnTo>
                    <a:pt x="725220" y="244090"/>
                  </a:lnTo>
                  <a:lnTo>
                    <a:pt x="797742" y="267479"/>
                  </a:lnTo>
                  <a:lnTo>
                    <a:pt x="870264" y="290633"/>
                  </a:lnTo>
                  <a:lnTo>
                    <a:pt x="942786" y="313535"/>
                  </a:lnTo>
                  <a:lnTo>
                    <a:pt x="1015308" y="336171"/>
                  </a:lnTo>
                  <a:lnTo>
                    <a:pt x="1087830" y="358523"/>
                  </a:lnTo>
                  <a:lnTo>
                    <a:pt x="1160353" y="380575"/>
                  </a:lnTo>
                  <a:lnTo>
                    <a:pt x="1232875" y="402308"/>
                  </a:lnTo>
                  <a:lnTo>
                    <a:pt x="1305397" y="423706"/>
                  </a:lnTo>
                  <a:lnTo>
                    <a:pt x="1377919" y="444749"/>
                  </a:lnTo>
                  <a:lnTo>
                    <a:pt x="1450441" y="465420"/>
                  </a:lnTo>
                  <a:lnTo>
                    <a:pt x="1522963" y="485699"/>
                  </a:lnTo>
                  <a:lnTo>
                    <a:pt x="1595485" y="505569"/>
                  </a:lnTo>
                  <a:lnTo>
                    <a:pt x="1668007" y="525014"/>
                  </a:lnTo>
                  <a:lnTo>
                    <a:pt x="1740529" y="544016"/>
                  </a:lnTo>
                  <a:lnTo>
                    <a:pt x="1813051" y="562561"/>
                  </a:lnTo>
                  <a:lnTo>
                    <a:pt x="1885573" y="580635"/>
                  </a:lnTo>
                  <a:lnTo>
                    <a:pt x="1958095" y="598227"/>
                  </a:lnTo>
                  <a:lnTo>
                    <a:pt x="2030617" y="615328"/>
                  </a:lnTo>
                  <a:lnTo>
                    <a:pt x="2103139" y="631930"/>
                  </a:lnTo>
                  <a:lnTo>
                    <a:pt x="2175661" y="648028"/>
                  </a:lnTo>
                  <a:lnTo>
                    <a:pt x="2248184" y="663622"/>
                  </a:lnTo>
                  <a:lnTo>
                    <a:pt x="2320706" y="678712"/>
                  </a:lnTo>
                  <a:lnTo>
                    <a:pt x="2393228" y="693301"/>
                  </a:lnTo>
                  <a:lnTo>
                    <a:pt x="2465750" y="707397"/>
                  </a:lnTo>
                  <a:lnTo>
                    <a:pt x="2538272" y="721006"/>
                  </a:lnTo>
                  <a:lnTo>
                    <a:pt x="2610794" y="734141"/>
                  </a:lnTo>
                  <a:lnTo>
                    <a:pt x="2683316" y="746814"/>
                  </a:lnTo>
                  <a:lnTo>
                    <a:pt x="2755838" y="759040"/>
                  </a:lnTo>
                  <a:lnTo>
                    <a:pt x="2828360" y="770834"/>
                  </a:lnTo>
                  <a:lnTo>
                    <a:pt x="2900882" y="782213"/>
                  </a:lnTo>
                  <a:lnTo>
                    <a:pt x="2973404" y="793195"/>
                  </a:lnTo>
                  <a:lnTo>
                    <a:pt x="3045926" y="803799"/>
                  </a:lnTo>
                  <a:lnTo>
                    <a:pt x="3118448" y="814041"/>
                  </a:lnTo>
                  <a:lnTo>
                    <a:pt x="3190970" y="823942"/>
                  </a:lnTo>
                  <a:lnTo>
                    <a:pt x="3263492" y="833518"/>
                  </a:lnTo>
                  <a:lnTo>
                    <a:pt x="3336014" y="842788"/>
                  </a:lnTo>
                  <a:lnTo>
                    <a:pt x="3408537" y="851770"/>
                  </a:lnTo>
                  <a:lnTo>
                    <a:pt x="3481059" y="860479"/>
                  </a:lnTo>
                  <a:lnTo>
                    <a:pt x="3553581" y="868931"/>
                  </a:lnTo>
                  <a:lnTo>
                    <a:pt x="3626103" y="877143"/>
                  </a:lnTo>
                  <a:lnTo>
                    <a:pt x="3698625" y="885129"/>
                  </a:lnTo>
                  <a:lnTo>
                    <a:pt x="3771147" y="892902"/>
                  </a:lnTo>
                  <a:lnTo>
                    <a:pt x="3843669" y="900475"/>
                  </a:lnTo>
                  <a:lnTo>
                    <a:pt x="3916191" y="907861"/>
                  </a:lnTo>
                  <a:lnTo>
                    <a:pt x="3988713" y="915072"/>
                  </a:lnTo>
                  <a:lnTo>
                    <a:pt x="4061235" y="922118"/>
                  </a:lnTo>
                  <a:lnTo>
                    <a:pt x="4133757" y="929009"/>
                  </a:lnTo>
                  <a:lnTo>
                    <a:pt x="4206279" y="935755"/>
                  </a:lnTo>
                  <a:lnTo>
                    <a:pt x="4278801" y="942364"/>
                  </a:lnTo>
                  <a:lnTo>
                    <a:pt x="4351323" y="948846"/>
                  </a:lnTo>
                  <a:lnTo>
                    <a:pt x="4423845" y="955207"/>
                  </a:lnTo>
                  <a:lnTo>
                    <a:pt x="4496368" y="961454"/>
                  </a:lnTo>
                  <a:lnTo>
                    <a:pt x="4568890" y="967596"/>
                  </a:lnTo>
                  <a:lnTo>
                    <a:pt x="4641412" y="973637"/>
                  </a:lnTo>
                  <a:lnTo>
                    <a:pt x="4713934" y="979584"/>
                  </a:lnTo>
                  <a:lnTo>
                    <a:pt x="4786456" y="985442"/>
                  </a:lnTo>
                  <a:lnTo>
                    <a:pt x="4858978" y="991216"/>
                  </a:lnTo>
                  <a:lnTo>
                    <a:pt x="4931500" y="996911"/>
                  </a:lnTo>
                  <a:lnTo>
                    <a:pt x="5004022" y="1002531"/>
                  </a:lnTo>
                  <a:lnTo>
                    <a:pt x="5076544" y="1008081"/>
                  </a:lnTo>
                  <a:lnTo>
                    <a:pt x="5149066" y="1013564"/>
                  </a:lnTo>
                  <a:lnTo>
                    <a:pt x="5221588" y="1018984"/>
                  </a:lnTo>
                  <a:lnTo>
                    <a:pt x="5294110" y="1024344"/>
                  </a:lnTo>
                  <a:lnTo>
                    <a:pt x="5366632" y="1029648"/>
                  </a:lnTo>
                  <a:lnTo>
                    <a:pt x="5439154" y="1034897"/>
                  </a:lnTo>
                  <a:lnTo>
                    <a:pt x="5511676" y="1040096"/>
                  </a:lnTo>
                  <a:lnTo>
                    <a:pt x="5584198" y="1045247"/>
                  </a:lnTo>
                  <a:lnTo>
                    <a:pt x="5656721" y="1050352"/>
                  </a:lnTo>
                  <a:lnTo>
                    <a:pt x="5729243" y="1055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252165"/>
              <a:ext cx="5729243" cy="1434970"/>
            </a:xfrm>
            <a:custGeom>
              <a:avLst/>
              <a:pathLst>
                <a:path w="5729243" h="1434970">
                  <a:moveTo>
                    <a:pt x="5729243" y="1434970"/>
                  </a:moveTo>
                  <a:lnTo>
                    <a:pt x="5656721" y="1408507"/>
                  </a:lnTo>
                  <a:lnTo>
                    <a:pt x="5584198" y="1382088"/>
                  </a:lnTo>
                  <a:lnTo>
                    <a:pt x="5511676" y="1355715"/>
                  </a:lnTo>
                  <a:lnTo>
                    <a:pt x="5439154" y="1329390"/>
                  </a:lnTo>
                  <a:lnTo>
                    <a:pt x="5366632" y="1303116"/>
                  </a:lnTo>
                  <a:lnTo>
                    <a:pt x="5294110" y="1276896"/>
                  </a:lnTo>
                  <a:lnTo>
                    <a:pt x="5221588" y="1250732"/>
                  </a:lnTo>
                  <a:lnTo>
                    <a:pt x="5149066" y="1224628"/>
                  </a:lnTo>
                  <a:lnTo>
                    <a:pt x="5076544" y="1198587"/>
                  </a:lnTo>
                  <a:lnTo>
                    <a:pt x="5004022" y="1172613"/>
                  </a:lnTo>
                  <a:lnTo>
                    <a:pt x="4931500" y="1146710"/>
                  </a:lnTo>
                  <a:lnTo>
                    <a:pt x="4858978" y="1120881"/>
                  </a:lnTo>
                  <a:lnTo>
                    <a:pt x="4786456" y="1095131"/>
                  </a:lnTo>
                  <a:lnTo>
                    <a:pt x="4713934" y="1069465"/>
                  </a:lnTo>
                  <a:lnTo>
                    <a:pt x="4641412" y="1043888"/>
                  </a:lnTo>
                  <a:lnTo>
                    <a:pt x="4568890" y="1018406"/>
                  </a:lnTo>
                  <a:lnTo>
                    <a:pt x="4496368" y="993023"/>
                  </a:lnTo>
                  <a:lnTo>
                    <a:pt x="4423845" y="967747"/>
                  </a:lnTo>
                  <a:lnTo>
                    <a:pt x="4351323" y="942584"/>
                  </a:lnTo>
                  <a:lnTo>
                    <a:pt x="4278801" y="917542"/>
                  </a:lnTo>
                  <a:lnTo>
                    <a:pt x="4206279" y="892628"/>
                  </a:lnTo>
                  <a:lnTo>
                    <a:pt x="4133757" y="867850"/>
                  </a:lnTo>
                  <a:lnTo>
                    <a:pt x="4061235" y="843217"/>
                  </a:lnTo>
                  <a:lnTo>
                    <a:pt x="3988713" y="818739"/>
                  </a:lnTo>
                  <a:lnTo>
                    <a:pt x="3916191" y="794426"/>
                  </a:lnTo>
                  <a:lnTo>
                    <a:pt x="3843669" y="770288"/>
                  </a:lnTo>
                  <a:lnTo>
                    <a:pt x="3771147" y="746338"/>
                  </a:lnTo>
                  <a:lnTo>
                    <a:pt x="3698625" y="722587"/>
                  </a:lnTo>
                  <a:lnTo>
                    <a:pt x="3626103" y="699048"/>
                  </a:lnTo>
                  <a:lnTo>
                    <a:pt x="3553581" y="675736"/>
                  </a:lnTo>
                  <a:lnTo>
                    <a:pt x="3481059" y="652665"/>
                  </a:lnTo>
                  <a:lnTo>
                    <a:pt x="3408537" y="629850"/>
                  </a:lnTo>
                  <a:lnTo>
                    <a:pt x="3336014" y="607308"/>
                  </a:lnTo>
                  <a:lnTo>
                    <a:pt x="3263492" y="585054"/>
                  </a:lnTo>
                  <a:lnTo>
                    <a:pt x="3190970" y="563107"/>
                  </a:lnTo>
                  <a:lnTo>
                    <a:pt x="3118448" y="541483"/>
                  </a:lnTo>
                  <a:lnTo>
                    <a:pt x="3045926" y="520202"/>
                  </a:lnTo>
                  <a:lnTo>
                    <a:pt x="2973404" y="499282"/>
                  </a:lnTo>
                  <a:lnTo>
                    <a:pt x="2900882" y="478740"/>
                  </a:lnTo>
                  <a:lnTo>
                    <a:pt x="2828360" y="458595"/>
                  </a:lnTo>
                  <a:lnTo>
                    <a:pt x="2755838" y="438865"/>
                  </a:lnTo>
                  <a:lnTo>
                    <a:pt x="2683316" y="419567"/>
                  </a:lnTo>
                  <a:lnTo>
                    <a:pt x="2610794" y="400716"/>
                  </a:lnTo>
                  <a:lnTo>
                    <a:pt x="2538272" y="382327"/>
                  </a:lnTo>
                  <a:lnTo>
                    <a:pt x="2465750" y="364413"/>
                  </a:lnTo>
                  <a:lnTo>
                    <a:pt x="2393228" y="346985"/>
                  </a:lnTo>
                  <a:lnTo>
                    <a:pt x="2320706" y="330050"/>
                  </a:lnTo>
                  <a:lnTo>
                    <a:pt x="2248184" y="313616"/>
                  </a:lnTo>
                  <a:lnTo>
                    <a:pt x="2175661" y="297686"/>
                  </a:lnTo>
                  <a:lnTo>
                    <a:pt x="2103139" y="282261"/>
                  </a:lnTo>
                  <a:lnTo>
                    <a:pt x="2030617" y="267339"/>
                  </a:lnTo>
                  <a:lnTo>
                    <a:pt x="1958095" y="252916"/>
                  </a:lnTo>
                  <a:lnTo>
                    <a:pt x="1885573" y="238984"/>
                  </a:lnTo>
                  <a:lnTo>
                    <a:pt x="1813051" y="225534"/>
                  </a:lnTo>
                  <a:lnTo>
                    <a:pt x="1740529" y="212555"/>
                  </a:lnTo>
                  <a:lnTo>
                    <a:pt x="1668007" y="200034"/>
                  </a:lnTo>
                  <a:lnTo>
                    <a:pt x="1595485" y="187954"/>
                  </a:lnTo>
                  <a:lnTo>
                    <a:pt x="1522963" y="176301"/>
                  </a:lnTo>
                  <a:lnTo>
                    <a:pt x="1450441" y="165056"/>
                  </a:lnTo>
                  <a:lnTo>
                    <a:pt x="1377919" y="154203"/>
                  </a:lnTo>
                  <a:lnTo>
                    <a:pt x="1305397" y="143722"/>
                  </a:lnTo>
                  <a:lnTo>
                    <a:pt x="1232875" y="133596"/>
                  </a:lnTo>
                  <a:lnTo>
                    <a:pt x="1160353" y="123806"/>
                  </a:lnTo>
                  <a:lnTo>
                    <a:pt x="1087830" y="114334"/>
                  </a:lnTo>
                  <a:lnTo>
                    <a:pt x="1015308" y="105162"/>
                  </a:lnTo>
                  <a:lnTo>
                    <a:pt x="942786" y="96274"/>
                  </a:lnTo>
                  <a:lnTo>
                    <a:pt x="870264" y="87652"/>
                  </a:lnTo>
                  <a:lnTo>
                    <a:pt x="797742" y="79282"/>
                  </a:lnTo>
                  <a:lnTo>
                    <a:pt x="725220" y="71147"/>
                  </a:lnTo>
                  <a:lnTo>
                    <a:pt x="652698" y="63234"/>
                  </a:lnTo>
                  <a:lnTo>
                    <a:pt x="580176" y="55530"/>
                  </a:lnTo>
                  <a:lnTo>
                    <a:pt x="507654" y="48020"/>
                  </a:lnTo>
                  <a:lnTo>
                    <a:pt x="435132" y="40694"/>
                  </a:lnTo>
                  <a:lnTo>
                    <a:pt x="362610" y="33539"/>
                  </a:lnTo>
                  <a:lnTo>
                    <a:pt x="290088" y="26546"/>
                  </a:lnTo>
                  <a:lnTo>
                    <a:pt x="217566" y="19705"/>
                  </a:lnTo>
                  <a:lnTo>
                    <a:pt x="145044" y="13006"/>
                  </a:lnTo>
                  <a:lnTo>
                    <a:pt x="72522" y="64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796422"/>
              <a:ext cx="5729243" cy="1245192"/>
            </a:xfrm>
            <a:custGeom>
              <a:avLst/>
              <a:pathLst>
                <a:path w="5729243" h="1245192">
                  <a:moveTo>
                    <a:pt x="0" y="0"/>
                  </a:moveTo>
                  <a:lnTo>
                    <a:pt x="72522" y="15761"/>
                  </a:lnTo>
                  <a:lnTo>
                    <a:pt x="145044" y="31523"/>
                  </a:lnTo>
                  <a:lnTo>
                    <a:pt x="217566" y="47285"/>
                  </a:lnTo>
                  <a:lnTo>
                    <a:pt x="290088" y="63047"/>
                  </a:lnTo>
                  <a:lnTo>
                    <a:pt x="362610" y="78809"/>
                  </a:lnTo>
                  <a:lnTo>
                    <a:pt x="435132" y="94571"/>
                  </a:lnTo>
                  <a:lnTo>
                    <a:pt x="507654" y="110333"/>
                  </a:lnTo>
                  <a:lnTo>
                    <a:pt x="580176" y="126095"/>
                  </a:lnTo>
                  <a:lnTo>
                    <a:pt x="652698" y="141857"/>
                  </a:lnTo>
                  <a:lnTo>
                    <a:pt x="725220" y="157619"/>
                  </a:lnTo>
                  <a:lnTo>
                    <a:pt x="797742" y="173381"/>
                  </a:lnTo>
                  <a:lnTo>
                    <a:pt x="870264" y="189143"/>
                  </a:lnTo>
                  <a:lnTo>
                    <a:pt x="942786" y="204905"/>
                  </a:lnTo>
                  <a:lnTo>
                    <a:pt x="1015308" y="220666"/>
                  </a:lnTo>
                  <a:lnTo>
                    <a:pt x="1087830" y="236428"/>
                  </a:lnTo>
                  <a:lnTo>
                    <a:pt x="1160353" y="252190"/>
                  </a:lnTo>
                  <a:lnTo>
                    <a:pt x="1232875" y="267952"/>
                  </a:lnTo>
                  <a:lnTo>
                    <a:pt x="1305397" y="283714"/>
                  </a:lnTo>
                  <a:lnTo>
                    <a:pt x="1377919" y="299476"/>
                  </a:lnTo>
                  <a:lnTo>
                    <a:pt x="1450441" y="315238"/>
                  </a:lnTo>
                  <a:lnTo>
                    <a:pt x="1522963" y="331000"/>
                  </a:lnTo>
                  <a:lnTo>
                    <a:pt x="1595485" y="346762"/>
                  </a:lnTo>
                  <a:lnTo>
                    <a:pt x="1668007" y="362524"/>
                  </a:lnTo>
                  <a:lnTo>
                    <a:pt x="1740529" y="378286"/>
                  </a:lnTo>
                  <a:lnTo>
                    <a:pt x="1813051" y="394048"/>
                  </a:lnTo>
                  <a:lnTo>
                    <a:pt x="1885573" y="409810"/>
                  </a:lnTo>
                  <a:lnTo>
                    <a:pt x="1958095" y="425571"/>
                  </a:lnTo>
                  <a:lnTo>
                    <a:pt x="2030617" y="441333"/>
                  </a:lnTo>
                  <a:lnTo>
                    <a:pt x="2103139" y="457095"/>
                  </a:lnTo>
                  <a:lnTo>
                    <a:pt x="2175661" y="472857"/>
                  </a:lnTo>
                  <a:lnTo>
                    <a:pt x="2248184" y="488619"/>
                  </a:lnTo>
                  <a:lnTo>
                    <a:pt x="2320706" y="504381"/>
                  </a:lnTo>
                  <a:lnTo>
                    <a:pt x="2393228" y="520143"/>
                  </a:lnTo>
                  <a:lnTo>
                    <a:pt x="2465750" y="535905"/>
                  </a:lnTo>
                  <a:lnTo>
                    <a:pt x="2538272" y="551667"/>
                  </a:lnTo>
                  <a:lnTo>
                    <a:pt x="2610794" y="567429"/>
                  </a:lnTo>
                  <a:lnTo>
                    <a:pt x="2683316" y="583191"/>
                  </a:lnTo>
                  <a:lnTo>
                    <a:pt x="2755838" y="598953"/>
                  </a:lnTo>
                  <a:lnTo>
                    <a:pt x="2828360" y="614715"/>
                  </a:lnTo>
                  <a:lnTo>
                    <a:pt x="2900882" y="630477"/>
                  </a:lnTo>
                  <a:lnTo>
                    <a:pt x="2973404" y="646238"/>
                  </a:lnTo>
                  <a:lnTo>
                    <a:pt x="3045926" y="662000"/>
                  </a:lnTo>
                  <a:lnTo>
                    <a:pt x="3118448" y="677762"/>
                  </a:lnTo>
                  <a:lnTo>
                    <a:pt x="3190970" y="693524"/>
                  </a:lnTo>
                  <a:lnTo>
                    <a:pt x="3263492" y="709286"/>
                  </a:lnTo>
                  <a:lnTo>
                    <a:pt x="3336014" y="725048"/>
                  </a:lnTo>
                  <a:lnTo>
                    <a:pt x="3408537" y="740810"/>
                  </a:lnTo>
                  <a:lnTo>
                    <a:pt x="3481059" y="756572"/>
                  </a:lnTo>
                  <a:lnTo>
                    <a:pt x="3553581" y="772334"/>
                  </a:lnTo>
                  <a:lnTo>
                    <a:pt x="3626103" y="788096"/>
                  </a:lnTo>
                  <a:lnTo>
                    <a:pt x="3698625" y="803858"/>
                  </a:lnTo>
                  <a:lnTo>
                    <a:pt x="3771147" y="819620"/>
                  </a:lnTo>
                  <a:lnTo>
                    <a:pt x="3843669" y="835382"/>
                  </a:lnTo>
                  <a:lnTo>
                    <a:pt x="3916191" y="851143"/>
                  </a:lnTo>
                  <a:lnTo>
                    <a:pt x="3988713" y="866905"/>
                  </a:lnTo>
                  <a:lnTo>
                    <a:pt x="4061235" y="882667"/>
                  </a:lnTo>
                  <a:lnTo>
                    <a:pt x="4133757" y="898429"/>
                  </a:lnTo>
                  <a:lnTo>
                    <a:pt x="4206279" y="914191"/>
                  </a:lnTo>
                  <a:lnTo>
                    <a:pt x="4278801" y="929953"/>
                  </a:lnTo>
                  <a:lnTo>
                    <a:pt x="4351323" y="945715"/>
                  </a:lnTo>
                  <a:lnTo>
                    <a:pt x="4423845" y="961477"/>
                  </a:lnTo>
                  <a:lnTo>
                    <a:pt x="4496368" y="977239"/>
                  </a:lnTo>
                  <a:lnTo>
                    <a:pt x="4568890" y="993001"/>
                  </a:lnTo>
                  <a:lnTo>
                    <a:pt x="4641412" y="1008763"/>
                  </a:lnTo>
                  <a:lnTo>
                    <a:pt x="4713934" y="1024525"/>
                  </a:lnTo>
                  <a:lnTo>
                    <a:pt x="4786456" y="1040287"/>
                  </a:lnTo>
                  <a:lnTo>
                    <a:pt x="4858978" y="1056048"/>
                  </a:lnTo>
                  <a:lnTo>
                    <a:pt x="4931500" y="1071810"/>
                  </a:lnTo>
                  <a:lnTo>
                    <a:pt x="5004022" y="1087572"/>
                  </a:lnTo>
                  <a:lnTo>
                    <a:pt x="5076544" y="1103334"/>
                  </a:lnTo>
                  <a:lnTo>
                    <a:pt x="5149066" y="1119096"/>
                  </a:lnTo>
                  <a:lnTo>
                    <a:pt x="5221588" y="1134858"/>
                  </a:lnTo>
                  <a:lnTo>
                    <a:pt x="5294110" y="1150620"/>
                  </a:lnTo>
                  <a:lnTo>
                    <a:pt x="5366632" y="1166382"/>
                  </a:lnTo>
                  <a:lnTo>
                    <a:pt x="5439154" y="1182144"/>
                  </a:lnTo>
                  <a:lnTo>
                    <a:pt x="5511676" y="1197906"/>
                  </a:lnTo>
                  <a:lnTo>
                    <a:pt x="5584198" y="1213668"/>
                  </a:lnTo>
                  <a:lnTo>
                    <a:pt x="5656721" y="1229430"/>
                  </a:lnTo>
                  <a:lnTo>
                    <a:pt x="5729243" y="1245192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46964" y="37799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446964" y="37728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446964" y="39030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55753" y="37239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55753" y="39888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455753" y="347777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961590" y="46928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61590" y="44290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61590" y="44962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89086" y="44514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89086" y="45409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89086" y="41352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95399" y="41212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395399" y="42372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395399" y="42017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03832" y="41244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03832" y="41562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03832" y="45910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13351" y="53803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13351" y="46902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142735" y="45689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142735" y="420523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514456" y="3914531"/>
              <a:ext cx="5433332" cy="987114"/>
            </a:xfrm>
            <a:custGeom>
              <a:avLst/>
              <a:pathLst>
                <a:path w="5433332" h="987114">
                  <a:moveTo>
                    <a:pt x="0" y="0"/>
                  </a:moveTo>
                  <a:lnTo>
                    <a:pt x="68776" y="9338"/>
                  </a:lnTo>
                  <a:lnTo>
                    <a:pt x="137552" y="18595"/>
                  </a:lnTo>
                  <a:lnTo>
                    <a:pt x="206329" y="27766"/>
                  </a:lnTo>
                  <a:lnTo>
                    <a:pt x="275105" y="36844"/>
                  </a:lnTo>
                  <a:lnTo>
                    <a:pt x="343881" y="45825"/>
                  </a:lnTo>
                  <a:lnTo>
                    <a:pt x="412658" y="54702"/>
                  </a:lnTo>
                  <a:lnTo>
                    <a:pt x="481434" y="63470"/>
                  </a:lnTo>
                  <a:lnTo>
                    <a:pt x="550210" y="72120"/>
                  </a:lnTo>
                  <a:lnTo>
                    <a:pt x="618987" y="80646"/>
                  </a:lnTo>
                  <a:lnTo>
                    <a:pt x="687763" y="89041"/>
                  </a:lnTo>
                  <a:lnTo>
                    <a:pt x="756539" y="97296"/>
                  </a:lnTo>
                  <a:lnTo>
                    <a:pt x="825316" y="105403"/>
                  </a:lnTo>
                  <a:lnTo>
                    <a:pt x="894092" y="113353"/>
                  </a:lnTo>
                  <a:lnTo>
                    <a:pt x="962869" y="121137"/>
                  </a:lnTo>
                  <a:lnTo>
                    <a:pt x="1031645" y="128746"/>
                  </a:lnTo>
                  <a:lnTo>
                    <a:pt x="1100421" y="136170"/>
                  </a:lnTo>
                  <a:lnTo>
                    <a:pt x="1169198" y="143399"/>
                  </a:lnTo>
                  <a:lnTo>
                    <a:pt x="1237974" y="150422"/>
                  </a:lnTo>
                  <a:lnTo>
                    <a:pt x="1306750" y="157230"/>
                  </a:lnTo>
                  <a:lnTo>
                    <a:pt x="1375527" y="163813"/>
                  </a:lnTo>
                  <a:lnTo>
                    <a:pt x="1444303" y="170159"/>
                  </a:lnTo>
                  <a:lnTo>
                    <a:pt x="1513079" y="176261"/>
                  </a:lnTo>
                  <a:lnTo>
                    <a:pt x="1581856" y="182108"/>
                  </a:lnTo>
                  <a:lnTo>
                    <a:pt x="1650632" y="187691"/>
                  </a:lnTo>
                  <a:lnTo>
                    <a:pt x="1719408" y="193003"/>
                  </a:lnTo>
                  <a:lnTo>
                    <a:pt x="1788185" y="198036"/>
                  </a:lnTo>
                  <a:lnTo>
                    <a:pt x="1856961" y="202784"/>
                  </a:lnTo>
                  <a:lnTo>
                    <a:pt x="1925738" y="207243"/>
                  </a:lnTo>
                  <a:lnTo>
                    <a:pt x="1994514" y="211408"/>
                  </a:lnTo>
                  <a:lnTo>
                    <a:pt x="2063290" y="215276"/>
                  </a:lnTo>
                  <a:lnTo>
                    <a:pt x="2132067" y="218848"/>
                  </a:lnTo>
                  <a:lnTo>
                    <a:pt x="2200843" y="222123"/>
                  </a:lnTo>
                  <a:lnTo>
                    <a:pt x="2269619" y="225103"/>
                  </a:lnTo>
                  <a:lnTo>
                    <a:pt x="2338396" y="227791"/>
                  </a:lnTo>
                  <a:lnTo>
                    <a:pt x="2407172" y="230192"/>
                  </a:lnTo>
                  <a:lnTo>
                    <a:pt x="2475948" y="232311"/>
                  </a:lnTo>
                  <a:lnTo>
                    <a:pt x="2544725" y="234155"/>
                  </a:lnTo>
                  <a:lnTo>
                    <a:pt x="2613501" y="235732"/>
                  </a:lnTo>
                  <a:lnTo>
                    <a:pt x="2682277" y="237050"/>
                  </a:lnTo>
                  <a:lnTo>
                    <a:pt x="2751054" y="238119"/>
                  </a:lnTo>
                  <a:lnTo>
                    <a:pt x="2819830" y="238947"/>
                  </a:lnTo>
                  <a:lnTo>
                    <a:pt x="2888607" y="239545"/>
                  </a:lnTo>
                  <a:lnTo>
                    <a:pt x="2957383" y="239923"/>
                  </a:lnTo>
                  <a:lnTo>
                    <a:pt x="3026159" y="240090"/>
                  </a:lnTo>
                  <a:lnTo>
                    <a:pt x="3094936" y="240058"/>
                  </a:lnTo>
                  <a:lnTo>
                    <a:pt x="3163712" y="239837"/>
                  </a:lnTo>
                  <a:lnTo>
                    <a:pt x="3232488" y="239435"/>
                  </a:lnTo>
                  <a:lnTo>
                    <a:pt x="3301265" y="238863"/>
                  </a:lnTo>
                  <a:lnTo>
                    <a:pt x="3370041" y="238130"/>
                  </a:lnTo>
                  <a:lnTo>
                    <a:pt x="3438817" y="237246"/>
                  </a:lnTo>
                  <a:lnTo>
                    <a:pt x="3507594" y="236217"/>
                  </a:lnTo>
                  <a:lnTo>
                    <a:pt x="3576370" y="235054"/>
                  </a:lnTo>
                  <a:lnTo>
                    <a:pt x="3645147" y="233762"/>
                  </a:lnTo>
                  <a:lnTo>
                    <a:pt x="3713923" y="232351"/>
                  </a:lnTo>
                  <a:lnTo>
                    <a:pt x="3782699" y="230827"/>
                  </a:lnTo>
                  <a:lnTo>
                    <a:pt x="3851476" y="229196"/>
                  </a:lnTo>
                  <a:lnTo>
                    <a:pt x="3920252" y="227464"/>
                  </a:lnTo>
                  <a:lnTo>
                    <a:pt x="3989028" y="225638"/>
                  </a:lnTo>
                  <a:lnTo>
                    <a:pt x="4057805" y="223723"/>
                  </a:lnTo>
                  <a:lnTo>
                    <a:pt x="4126581" y="221724"/>
                  </a:lnTo>
                  <a:lnTo>
                    <a:pt x="4195357" y="219646"/>
                  </a:lnTo>
                  <a:lnTo>
                    <a:pt x="4264134" y="217494"/>
                  </a:lnTo>
                  <a:lnTo>
                    <a:pt x="4332910" y="215271"/>
                  </a:lnTo>
                  <a:lnTo>
                    <a:pt x="4401686" y="212982"/>
                  </a:lnTo>
                  <a:lnTo>
                    <a:pt x="4470463" y="210630"/>
                  </a:lnTo>
                  <a:lnTo>
                    <a:pt x="4539239" y="208219"/>
                  </a:lnTo>
                  <a:lnTo>
                    <a:pt x="4608016" y="205752"/>
                  </a:lnTo>
                  <a:lnTo>
                    <a:pt x="4676792" y="203232"/>
                  </a:lnTo>
                  <a:lnTo>
                    <a:pt x="4745568" y="200663"/>
                  </a:lnTo>
                  <a:lnTo>
                    <a:pt x="4814345" y="198046"/>
                  </a:lnTo>
                  <a:lnTo>
                    <a:pt x="4883121" y="195384"/>
                  </a:lnTo>
                  <a:lnTo>
                    <a:pt x="4951897" y="192680"/>
                  </a:lnTo>
                  <a:lnTo>
                    <a:pt x="5020674" y="189935"/>
                  </a:lnTo>
                  <a:lnTo>
                    <a:pt x="5089450" y="187153"/>
                  </a:lnTo>
                  <a:lnTo>
                    <a:pt x="5158226" y="184334"/>
                  </a:lnTo>
                  <a:lnTo>
                    <a:pt x="5227003" y="181480"/>
                  </a:lnTo>
                  <a:lnTo>
                    <a:pt x="5295779" y="178594"/>
                  </a:lnTo>
                  <a:lnTo>
                    <a:pt x="5364555" y="175677"/>
                  </a:lnTo>
                  <a:lnTo>
                    <a:pt x="5433332" y="172730"/>
                  </a:lnTo>
                  <a:lnTo>
                    <a:pt x="5433332" y="987114"/>
                  </a:lnTo>
                  <a:lnTo>
                    <a:pt x="5364555" y="976865"/>
                  </a:lnTo>
                  <a:lnTo>
                    <a:pt x="5295779" y="966645"/>
                  </a:lnTo>
                  <a:lnTo>
                    <a:pt x="5227003" y="956456"/>
                  </a:lnTo>
                  <a:lnTo>
                    <a:pt x="5158226" y="946300"/>
                  </a:lnTo>
                  <a:lnTo>
                    <a:pt x="5089450" y="936179"/>
                  </a:lnTo>
                  <a:lnTo>
                    <a:pt x="5020674" y="926094"/>
                  </a:lnTo>
                  <a:lnTo>
                    <a:pt x="4951897" y="916047"/>
                  </a:lnTo>
                  <a:lnTo>
                    <a:pt x="4883121" y="906040"/>
                  </a:lnTo>
                  <a:lnTo>
                    <a:pt x="4814345" y="896076"/>
                  </a:lnTo>
                  <a:lnTo>
                    <a:pt x="4745568" y="886156"/>
                  </a:lnTo>
                  <a:lnTo>
                    <a:pt x="4676792" y="876284"/>
                  </a:lnTo>
                  <a:lnTo>
                    <a:pt x="4608016" y="866462"/>
                  </a:lnTo>
                  <a:lnTo>
                    <a:pt x="4539239" y="856692"/>
                  </a:lnTo>
                  <a:lnTo>
                    <a:pt x="4470463" y="846979"/>
                  </a:lnTo>
                  <a:lnTo>
                    <a:pt x="4401686" y="837325"/>
                  </a:lnTo>
                  <a:lnTo>
                    <a:pt x="4332910" y="827733"/>
                  </a:lnTo>
                  <a:lnTo>
                    <a:pt x="4264134" y="818208"/>
                  </a:lnTo>
                  <a:lnTo>
                    <a:pt x="4195357" y="808753"/>
                  </a:lnTo>
                  <a:lnTo>
                    <a:pt x="4126581" y="799372"/>
                  </a:lnTo>
                  <a:lnTo>
                    <a:pt x="4057805" y="790071"/>
                  </a:lnTo>
                  <a:lnTo>
                    <a:pt x="3989028" y="780853"/>
                  </a:lnTo>
                  <a:lnTo>
                    <a:pt x="3920252" y="771725"/>
                  </a:lnTo>
                  <a:lnTo>
                    <a:pt x="3851476" y="762691"/>
                  </a:lnTo>
                  <a:lnTo>
                    <a:pt x="3782699" y="753757"/>
                  </a:lnTo>
                  <a:lnTo>
                    <a:pt x="3713923" y="744930"/>
                  </a:lnTo>
                  <a:lnTo>
                    <a:pt x="3645147" y="736216"/>
                  </a:lnTo>
                  <a:lnTo>
                    <a:pt x="3576370" y="727623"/>
                  </a:lnTo>
                  <a:lnTo>
                    <a:pt x="3507594" y="719156"/>
                  </a:lnTo>
                  <a:lnTo>
                    <a:pt x="3438817" y="710825"/>
                  </a:lnTo>
                  <a:lnTo>
                    <a:pt x="3370041" y="702638"/>
                  </a:lnTo>
                  <a:lnTo>
                    <a:pt x="3301265" y="694603"/>
                  </a:lnTo>
                  <a:lnTo>
                    <a:pt x="3232488" y="686728"/>
                  </a:lnTo>
                  <a:lnTo>
                    <a:pt x="3163712" y="679024"/>
                  </a:lnTo>
                  <a:lnTo>
                    <a:pt x="3094936" y="671500"/>
                  </a:lnTo>
                  <a:lnTo>
                    <a:pt x="3026159" y="664166"/>
                  </a:lnTo>
                  <a:lnTo>
                    <a:pt x="2957383" y="657031"/>
                  </a:lnTo>
                  <a:lnTo>
                    <a:pt x="2888607" y="650106"/>
                  </a:lnTo>
                  <a:lnTo>
                    <a:pt x="2819830" y="643402"/>
                  </a:lnTo>
                  <a:lnTo>
                    <a:pt x="2751054" y="636927"/>
                  </a:lnTo>
                  <a:lnTo>
                    <a:pt x="2682277" y="630693"/>
                  </a:lnTo>
                  <a:lnTo>
                    <a:pt x="2613501" y="624709"/>
                  </a:lnTo>
                  <a:lnTo>
                    <a:pt x="2544725" y="618983"/>
                  </a:lnTo>
                  <a:lnTo>
                    <a:pt x="2475948" y="613525"/>
                  </a:lnTo>
                  <a:lnTo>
                    <a:pt x="2407172" y="608341"/>
                  </a:lnTo>
                  <a:lnTo>
                    <a:pt x="2338396" y="603440"/>
                  </a:lnTo>
                  <a:lnTo>
                    <a:pt x="2269619" y="598825"/>
                  </a:lnTo>
                  <a:lnTo>
                    <a:pt x="2200843" y="594503"/>
                  </a:lnTo>
                  <a:lnTo>
                    <a:pt x="2132067" y="590475"/>
                  </a:lnTo>
                  <a:lnTo>
                    <a:pt x="2063290" y="586744"/>
                  </a:lnTo>
                  <a:lnTo>
                    <a:pt x="1994514" y="583310"/>
                  </a:lnTo>
                  <a:lnTo>
                    <a:pt x="1925738" y="580173"/>
                  </a:lnTo>
                  <a:lnTo>
                    <a:pt x="1856961" y="577329"/>
                  </a:lnTo>
                  <a:lnTo>
                    <a:pt x="1788185" y="574775"/>
                  </a:lnTo>
                  <a:lnTo>
                    <a:pt x="1719408" y="572505"/>
                  </a:lnTo>
                  <a:lnTo>
                    <a:pt x="1650632" y="570515"/>
                  </a:lnTo>
                  <a:lnTo>
                    <a:pt x="1581856" y="568795"/>
                  </a:lnTo>
                  <a:lnTo>
                    <a:pt x="1513079" y="567340"/>
                  </a:lnTo>
                  <a:lnTo>
                    <a:pt x="1444303" y="566139"/>
                  </a:lnTo>
                  <a:lnTo>
                    <a:pt x="1375527" y="565183"/>
                  </a:lnTo>
                  <a:lnTo>
                    <a:pt x="1306750" y="564463"/>
                  </a:lnTo>
                  <a:lnTo>
                    <a:pt x="1237974" y="563968"/>
                  </a:lnTo>
                  <a:lnTo>
                    <a:pt x="1169198" y="563689"/>
                  </a:lnTo>
                  <a:lnTo>
                    <a:pt x="1100421" y="563615"/>
                  </a:lnTo>
                  <a:lnTo>
                    <a:pt x="1031645" y="563736"/>
                  </a:lnTo>
                  <a:lnTo>
                    <a:pt x="962869" y="564043"/>
                  </a:lnTo>
                  <a:lnTo>
                    <a:pt x="894092" y="564525"/>
                  </a:lnTo>
                  <a:lnTo>
                    <a:pt x="825316" y="565172"/>
                  </a:lnTo>
                  <a:lnTo>
                    <a:pt x="756539" y="565977"/>
                  </a:lnTo>
                  <a:lnTo>
                    <a:pt x="687763" y="566929"/>
                  </a:lnTo>
                  <a:lnTo>
                    <a:pt x="618987" y="568021"/>
                  </a:lnTo>
                  <a:lnTo>
                    <a:pt x="550210" y="569245"/>
                  </a:lnTo>
                  <a:lnTo>
                    <a:pt x="481434" y="570593"/>
                  </a:lnTo>
                  <a:lnTo>
                    <a:pt x="412658" y="572058"/>
                  </a:lnTo>
                  <a:lnTo>
                    <a:pt x="343881" y="573632"/>
                  </a:lnTo>
                  <a:lnTo>
                    <a:pt x="275105" y="575311"/>
                  </a:lnTo>
                  <a:lnTo>
                    <a:pt x="206329" y="577087"/>
                  </a:lnTo>
                  <a:lnTo>
                    <a:pt x="137552" y="578955"/>
                  </a:lnTo>
                  <a:lnTo>
                    <a:pt x="68776" y="580909"/>
                  </a:lnTo>
                  <a:lnTo>
                    <a:pt x="0" y="582945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514456" y="3914531"/>
              <a:ext cx="5433332" cy="240090"/>
            </a:xfrm>
            <a:custGeom>
              <a:avLst/>
              <a:pathLst>
                <a:path w="5433332" h="240090">
                  <a:moveTo>
                    <a:pt x="0" y="0"/>
                  </a:moveTo>
                  <a:lnTo>
                    <a:pt x="68776" y="9338"/>
                  </a:lnTo>
                  <a:lnTo>
                    <a:pt x="137552" y="18595"/>
                  </a:lnTo>
                  <a:lnTo>
                    <a:pt x="206329" y="27766"/>
                  </a:lnTo>
                  <a:lnTo>
                    <a:pt x="275105" y="36844"/>
                  </a:lnTo>
                  <a:lnTo>
                    <a:pt x="343881" y="45825"/>
                  </a:lnTo>
                  <a:lnTo>
                    <a:pt x="412658" y="54702"/>
                  </a:lnTo>
                  <a:lnTo>
                    <a:pt x="481434" y="63470"/>
                  </a:lnTo>
                  <a:lnTo>
                    <a:pt x="550210" y="72120"/>
                  </a:lnTo>
                  <a:lnTo>
                    <a:pt x="618987" y="80646"/>
                  </a:lnTo>
                  <a:lnTo>
                    <a:pt x="687763" y="89041"/>
                  </a:lnTo>
                  <a:lnTo>
                    <a:pt x="756539" y="97296"/>
                  </a:lnTo>
                  <a:lnTo>
                    <a:pt x="825316" y="105403"/>
                  </a:lnTo>
                  <a:lnTo>
                    <a:pt x="894092" y="113353"/>
                  </a:lnTo>
                  <a:lnTo>
                    <a:pt x="962869" y="121137"/>
                  </a:lnTo>
                  <a:lnTo>
                    <a:pt x="1031645" y="128746"/>
                  </a:lnTo>
                  <a:lnTo>
                    <a:pt x="1100421" y="136170"/>
                  </a:lnTo>
                  <a:lnTo>
                    <a:pt x="1169198" y="143399"/>
                  </a:lnTo>
                  <a:lnTo>
                    <a:pt x="1237974" y="150422"/>
                  </a:lnTo>
                  <a:lnTo>
                    <a:pt x="1306750" y="157230"/>
                  </a:lnTo>
                  <a:lnTo>
                    <a:pt x="1375527" y="163813"/>
                  </a:lnTo>
                  <a:lnTo>
                    <a:pt x="1444303" y="170159"/>
                  </a:lnTo>
                  <a:lnTo>
                    <a:pt x="1513079" y="176261"/>
                  </a:lnTo>
                  <a:lnTo>
                    <a:pt x="1581856" y="182108"/>
                  </a:lnTo>
                  <a:lnTo>
                    <a:pt x="1650632" y="187691"/>
                  </a:lnTo>
                  <a:lnTo>
                    <a:pt x="1719408" y="193003"/>
                  </a:lnTo>
                  <a:lnTo>
                    <a:pt x="1788185" y="198036"/>
                  </a:lnTo>
                  <a:lnTo>
                    <a:pt x="1856961" y="202784"/>
                  </a:lnTo>
                  <a:lnTo>
                    <a:pt x="1925738" y="207243"/>
                  </a:lnTo>
                  <a:lnTo>
                    <a:pt x="1994514" y="211408"/>
                  </a:lnTo>
                  <a:lnTo>
                    <a:pt x="2063290" y="215276"/>
                  </a:lnTo>
                  <a:lnTo>
                    <a:pt x="2132067" y="218848"/>
                  </a:lnTo>
                  <a:lnTo>
                    <a:pt x="2200843" y="222123"/>
                  </a:lnTo>
                  <a:lnTo>
                    <a:pt x="2269619" y="225103"/>
                  </a:lnTo>
                  <a:lnTo>
                    <a:pt x="2338396" y="227791"/>
                  </a:lnTo>
                  <a:lnTo>
                    <a:pt x="2407172" y="230192"/>
                  </a:lnTo>
                  <a:lnTo>
                    <a:pt x="2475948" y="232311"/>
                  </a:lnTo>
                  <a:lnTo>
                    <a:pt x="2544725" y="234155"/>
                  </a:lnTo>
                  <a:lnTo>
                    <a:pt x="2613501" y="235732"/>
                  </a:lnTo>
                  <a:lnTo>
                    <a:pt x="2682277" y="237050"/>
                  </a:lnTo>
                  <a:lnTo>
                    <a:pt x="2751054" y="238119"/>
                  </a:lnTo>
                  <a:lnTo>
                    <a:pt x="2819830" y="238947"/>
                  </a:lnTo>
                  <a:lnTo>
                    <a:pt x="2888607" y="239545"/>
                  </a:lnTo>
                  <a:lnTo>
                    <a:pt x="2957383" y="239923"/>
                  </a:lnTo>
                  <a:lnTo>
                    <a:pt x="3026159" y="240090"/>
                  </a:lnTo>
                  <a:lnTo>
                    <a:pt x="3094936" y="240058"/>
                  </a:lnTo>
                  <a:lnTo>
                    <a:pt x="3163712" y="239837"/>
                  </a:lnTo>
                  <a:lnTo>
                    <a:pt x="3232488" y="239435"/>
                  </a:lnTo>
                  <a:lnTo>
                    <a:pt x="3301265" y="238863"/>
                  </a:lnTo>
                  <a:lnTo>
                    <a:pt x="3370041" y="238130"/>
                  </a:lnTo>
                  <a:lnTo>
                    <a:pt x="3438817" y="237246"/>
                  </a:lnTo>
                  <a:lnTo>
                    <a:pt x="3507594" y="236217"/>
                  </a:lnTo>
                  <a:lnTo>
                    <a:pt x="3576370" y="235054"/>
                  </a:lnTo>
                  <a:lnTo>
                    <a:pt x="3645147" y="233762"/>
                  </a:lnTo>
                  <a:lnTo>
                    <a:pt x="3713923" y="232351"/>
                  </a:lnTo>
                  <a:lnTo>
                    <a:pt x="3782699" y="230827"/>
                  </a:lnTo>
                  <a:lnTo>
                    <a:pt x="3851476" y="229196"/>
                  </a:lnTo>
                  <a:lnTo>
                    <a:pt x="3920252" y="227464"/>
                  </a:lnTo>
                  <a:lnTo>
                    <a:pt x="3989028" y="225638"/>
                  </a:lnTo>
                  <a:lnTo>
                    <a:pt x="4057805" y="223723"/>
                  </a:lnTo>
                  <a:lnTo>
                    <a:pt x="4126581" y="221724"/>
                  </a:lnTo>
                  <a:lnTo>
                    <a:pt x="4195357" y="219646"/>
                  </a:lnTo>
                  <a:lnTo>
                    <a:pt x="4264134" y="217494"/>
                  </a:lnTo>
                  <a:lnTo>
                    <a:pt x="4332910" y="215271"/>
                  </a:lnTo>
                  <a:lnTo>
                    <a:pt x="4401686" y="212982"/>
                  </a:lnTo>
                  <a:lnTo>
                    <a:pt x="4470463" y="210630"/>
                  </a:lnTo>
                  <a:lnTo>
                    <a:pt x="4539239" y="208219"/>
                  </a:lnTo>
                  <a:lnTo>
                    <a:pt x="4608016" y="205752"/>
                  </a:lnTo>
                  <a:lnTo>
                    <a:pt x="4676792" y="203232"/>
                  </a:lnTo>
                  <a:lnTo>
                    <a:pt x="4745568" y="200663"/>
                  </a:lnTo>
                  <a:lnTo>
                    <a:pt x="4814345" y="198046"/>
                  </a:lnTo>
                  <a:lnTo>
                    <a:pt x="4883121" y="195384"/>
                  </a:lnTo>
                  <a:lnTo>
                    <a:pt x="4951897" y="192680"/>
                  </a:lnTo>
                  <a:lnTo>
                    <a:pt x="5020674" y="189935"/>
                  </a:lnTo>
                  <a:lnTo>
                    <a:pt x="5089450" y="187153"/>
                  </a:lnTo>
                  <a:lnTo>
                    <a:pt x="5158226" y="184334"/>
                  </a:lnTo>
                  <a:lnTo>
                    <a:pt x="5227003" y="181480"/>
                  </a:lnTo>
                  <a:lnTo>
                    <a:pt x="5295779" y="178594"/>
                  </a:lnTo>
                  <a:lnTo>
                    <a:pt x="5364555" y="175677"/>
                  </a:lnTo>
                  <a:lnTo>
                    <a:pt x="5433332" y="172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514456" y="4478147"/>
              <a:ext cx="5433332" cy="423499"/>
            </a:xfrm>
            <a:custGeom>
              <a:avLst/>
              <a:pathLst>
                <a:path w="5433332" h="423499">
                  <a:moveTo>
                    <a:pt x="5433332" y="423499"/>
                  </a:moveTo>
                  <a:lnTo>
                    <a:pt x="5364555" y="413249"/>
                  </a:lnTo>
                  <a:lnTo>
                    <a:pt x="5295779" y="403029"/>
                  </a:lnTo>
                  <a:lnTo>
                    <a:pt x="5227003" y="392841"/>
                  </a:lnTo>
                  <a:lnTo>
                    <a:pt x="5158226" y="382685"/>
                  </a:lnTo>
                  <a:lnTo>
                    <a:pt x="5089450" y="372563"/>
                  </a:lnTo>
                  <a:lnTo>
                    <a:pt x="5020674" y="362478"/>
                  </a:lnTo>
                  <a:lnTo>
                    <a:pt x="4951897" y="352431"/>
                  </a:lnTo>
                  <a:lnTo>
                    <a:pt x="4883121" y="342424"/>
                  </a:lnTo>
                  <a:lnTo>
                    <a:pt x="4814345" y="332460"/>
                  </a:lnTo>
                  <a:lnTo>
                    <a:pt x="4745568" y="322540"/>
                  </a:lnTo>
                  <a:lnTo>
                    <a:pt x="4676792" y="312668"/>
                  </a:lnTo>
                  <a:lnTo>
                    <a:pt x="4608016" y="302846"/>
                  </a:lnTo>
                  <a:lnTo>
                    <a:pt x="4539239" y="293077"/>
                  </a:lnTo>
                  <a:lnTo>
                    <a:pt x="4470463" y="283363"/>
                  </a:lnTo>
                  <a:lnTo>
                    <a:pt x="4401686" y="273709"/>
                  </a:lnTo>
                  <a:lnTo>
                    <a:pt x="4332910" y="264117"/>
                  </a:lnTo>
                  <a:lnTo>
                    <a:pt x="4264134" y="254592"/>
                  </a:lnTo>
                  <a:lnTo>
                    <a:pt x="4195357" y="245137"/>
                  </a:lnTo>
                  <a:lnTo>
                    <a:pt x="4126581" y="235756"/>
                  </a:lnTo>
                  <a:lnTo>
                    <a:pt x="4057805" y="226455"/>
                  </a:lnTo>
                  <a:lnTo>
                    <a:pt x="3989028" y="217237"/>
                  </a:lnTo>
                  <a:lnTo>
                    <a:pt x="3920252" y="208109"/>
                  </a:lnTo>
                  <a:lnTo>
                    <a:pt x="3851476" y="199075"/>
                  </a:lnTo>
                  <a:lnTo>
                    <a:pt x="3782699" y="190141"/>
                  </a:lnTo>
                  <a:lnTo>
                    <a:pt x="3713923" y="181314"/>
                  </a:lnTo>
                  <a:lnTo>
                    <a:pt x="3645147" y="172600"/>
                  </a:lnTo>
                  <a:lnTo>
                    <a:pt x="3576370" y="164007"/>
                  </a:lnTo>
                  <a:lnTo>
                    <a:pt x="3507594" y="155541"/>
                  </a:lnTo>
                  <a:lnTo>
                    <a:pt x="3438817" y="147210"/>
                  </a:lnTo>
                  <a:lnTo>
                    <a:pt x="3370041" y="139022"/>
                  </a:lnTo>
                  <a:lnTo>
                    <a:pt x="3301265" y="130987"/>
                  </a:lnTo>
                  <a:lnTo>
                    <a:pt x="3232488" y="123113"/>
                  </a:lnTo>
                  <a:lnTo>
                    <a:pt x="3163712" y="115409"/>
                  </a:lnTo>
                  <a:lnTo>
                    <a:pt x="3094936" y="107884"/>
                  </a:lnTo>
                  <a:lnTo>
                    <a:pt x="3026159" y="100550"/>
                  </a:lnTo>
                  <a:lnTo>
                    <a:pt x="2957383" y="93415"/>
                  </a:lnTo>
                  <a:lnTo>
                    <a:pt x="2888607" y="86490"/>
                  </a:lnTo>
                  <a:lnTo>
                    <a:pt x="2819830" y="79786"/>
                  </a:lnTo>
                  <a:lnTo>
                    <a:pt x="2751054" y="73312"/>
                  </a:lnTo>
                  <a:lnTo>
                    <a:pt x="2682277" y="67077"/>
                  </a:lnTo>
                  <a:lnTo>
                    <a:pt x="2613501" y="61093"/>
                  </a:lnTo>
                  <a:lnTo>
                    <a:pt x="2544725" y="55367"/>
                  </a:lnTo>
                  <a:lnTo>
                    <a:pt x="2475948" y="49909"/>
                  </a:lnTo>
                  <a:lnTo>
                    <a:pt x="2407172" y="44726"/>
                  </a:lnTo>
                  <a:lnTo>
                    <a:pt x="2338396" y="39824"/>
                  </a:lnTo>
                  <a:lnTo>
                    <a:pt x="2269619" y="35210"/>
                  </a:lnTo>
                  <a:lnTo>
                    <a:pt x="2200843" y="30887"/>
                  </a:lnTo>
                  <a:lnTo>
                    <a:pt x="2132067" y="26859"/>
                  </a:lnTo>
                  <a:lnTo>
                    <a:pt x="2063290" y="23129"/>
                  </a:lnTo>
                  <a:lnTo>
                    <a:pt x="1994514" y="19695"/>
                  </a:lnTo>
                  <a:lnTo>
                    <a:pt x="1925738" y="16557"/>
                  </a:lnTo>
                  <a:lnTo>
                    <a:pt x="1856961" y="13713"/>
                  </a:lnTo>
                  <a:lnTo>
                    <a:pt x="1788185" y="11159"/>
                  </a:lnTo>
                  <a:lnTo>
                    <a:pt x="1719408" y="8889"/>
                  </a:lnTo>
                  <a:lnTo>
                    <a:pt x="1650632" y="6899"/>
                  </a:lnTo>
                  <a:lnTo>
                    <a:pt x="1581856" y="5180"/>
                  </a:lnTo>
                  <a:lnTo>
                    <a:pt x="1513079" y="3724"/>
                  </a:lnTo>
                  <a:lnTo>
                    <a:pt x="1444303" y="2523"/>
                  </a:lnTo>
                  <a:lnTo>
                    <a:pt x="1375527" y="1567"/>
                  </a:lnTo>
                  <a:lnTo>
                    <a:pt x="1306750" y="847"/>
                  </a:lnTo>
                  <a:lnTo>
                    <a:pt x="1237974" y="352"/>
                  </a:lnTo>
                  <a:lnTo>
                    <a:pt x="1169198" y="73"/>
                  </a:lnTo>
                  <a:lnTo>
                    <a:pt x="1100421" y="0"/>
                  </a:lnTo>
                  <a:lnTo>
                    <a:pt x="1031645" y="121"/>
                  </a:lnTo>
                  <a:lnTo>
                    <a:pt x="962869" y="427"/>
                  </a:lnTo>
                  <a:lnTo>
                    <a:pt x="894092" y="909"/>
                  </a:lnTo>
                  <a:lnTo>
                    <a:pt x="825316" y="1557"/>
                  </a:lnTo>
                  <a:lnTo>
                    <a:pt x="756539" y="2361"/>
                  </a:lnTo>
                  <a:lnTo>
                    <a:pt x="687763" y="3314"/>
                  </a:lnTo>
                  <a:lnTo>
                    <a:pt x="618987" y="4406"/>
                  </a:lnTo>
                  <a:lnTo>
                    <a:pt x="550210" y="5629"/>
                  </a:lnTo>
                  <a:lnTo>
                    <a:pt x="481434" y="6977"/>
                  </a:lnTo>
                  <a:lnTo>
                    <a:pt x="412658" y="8442"/>
                  </a:lnTo>
                  <a:lnTo>
                    <a:pt x="343881" y="10017"/>
                  </a:lnTo>
                  <a:lnTo>
                    <a:pt x="275105" y="11695"/>
                  </a:lnTo>
                  <a:lnTo>
                    <a:pt x="206329" y="13471"/>
                  </a:lnTo>
                  <a:lnTo>
                    <a:pt x="137552" y="15339"/>
                  </a:lnTo>
                  <a:lnTo>
                    <a:pt x="68776" y="17294"/>
                  </a:lnTo>
                  <a:lnTo>
                    <a:pt x="0" y="19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514456" y="4206004"/>
              <a:ext cx="5433332" cy="288449"/>
            </a:xfrm>
            <a:custGeom>
              <a:avLst/>
              <a:pathLst>
                <a:path w="5433332" h="288449">
                  <a:moveTo>
                    <a:pt x="0" y="0"/>
                  </a:moveTo>
                  <a:lnTo>
                    <a:pt x="68776" y="3651"/>
                  </a:lnTo>
                  <a:lnTo>
                    <a:pt x="137552" y="7302"/>
                  </a:lnTo>
                  <a:lnTo>
                    <a:pt x="206329" y="10953"/>
                  </a:lnTo>
                  <a:lnTo>
                    <a:pt x="275105" y="14605"/>
                  </a:lnTo>
                  <a:lnTo>
                    <a:pt x="343881" y="18256"/>
                  </a:lnTo>
                  <a:lnTo>
                    <a:pt x="412658" y="21907"/>
                  </a:lnTo>
                  <a:lnTo>
                    <a:pt x="481434" y="25558"/>
                  </a:lnTo>
                  <a:lnTo>
                    <a:pt x="550210" y="29210"/>
                  </a:lnTo>
                  <a:lnTo>
                    <a:pt x="618987" y="32861"/>
                  </a:lnTo>
                  <a:lnTo>
                    <a:pt x="687763" y="36512"/>
                  </a:lnTo>
                  <a:lnTo>
                    <a:pt x="756539" y="40163"/>
                  </a:lnTo>
                  <a:lnTo>
                    <a:pt x="825316" y="43815"/>
                  </a:lnTo>
                  <a:lnTo>
                    <a:pt x="894092" y="47466"/>
                  </a:lnTo>
                  <a:lnTo>
                    <a:pt x="962869" y="51117"/>
                  </a:lnTo>
                  <a:lnTo>
                    <a:pt x="1031645" y="54768"/>
                  </a:lnTo>
                  <a:lnTo>
                    <a:pt x="1100421" y="58420"/>
                  </a:lnTo>
                  <a:lnTo>
                    <a:pt x="1169198" y="62071"/>
                  </a:lnTo>
                  <a:lnTo>
                    <a:pt x="1237974" y="65722"/>
                  </a:lnTo>
                  <a:lnTo>
                    <a:pt x="1306750" y="69373"/>
                  </a:lnTo>
                  <a:lnTo>
                    <a:pt x="1375527" y="73025"/>
                  </a:lnTo>
                  <a:lnTo>
                    <a:pt x="1444303" y="76676"/>
                  </a:lnTo>
                  <a:lnTo>
                    <a:pt x="1513079" y="80327"/>
                  </a:lnTo>
                  <a:lnTo>
                    <a:pt x="1581856" y="83978"/>
                  </a:lnTo>
                  <a:lnTo>
                    <a:pt x="1650632" y="87630"/>
                  </a:lnTo>
                  <a:lnTo>
                    <a:pt x="1719408" y="91281"/>
                  </a:lnTo>
                  <a:lnTo>
                    <a:pt x="1788185" y="94932"/>
                  </a:lnTo>
                  <a:lnTo>
                    <a:pt x="1856961" y="98584"/>
                  </a:lnTo>
                  <a:lnTo>
                    <a:pt x="1925738" y="102235"/>
                  </a:lnTo>
                  <a:lnTo>
                    <a:pt x="1994514" y="105886"/>
                  </a:lnTo>
                  <a:lnTo>
                    <a:pt x="2063290" y="109537"/>
                  </a:lnTo>
                  <a:lnTo>
                    <a:pt x="2132067" y="113189"/>
                  </a:lnTo>
                  <a:lnTo>
                    <a:pt x="2200843" y="116840"/>
                  </a:lnTo>
                  <a:lnTo>
                    <a:pt x="2269619" y="120491"/>
                  </a:lnTo>
                  <a:lnTo>
                    <a:pt x="2338396" y="124142"/>
                  </a:lnTo>
                  <a:lnTo>
                    <a:pt x="2407172" y="127794"/>
                  </a:lnTo>
                  <a:lnTo>
                    <a:pt x="2475948" y="131445"/>
                  </a:lnTo>
                  <a:lnTo>
                    <a:pt x="2544725" y="135096"/>
                  </a:lnTo>
                  <a:lnTo>
                    <a:pt x="2613501" y="138747"/>
                  </a:lnTo>
                  <a:lnTo>
                    <a:pt x="2682277" y="142399"/>
                  </a:lnTo>
                  <a:lnTo>
                    <a:pt x="2751054" y="146050"/>
                  </a:lnTo>
                  <a:lnTo>
                    <a:pt x="2819830" y="149701"/>
                  </a:lnTo>
                  <a:lnTo>
                    <a:pt x="2888607" y="153352"/>
                  </a:lnTo>
                  <a:lnTo>
                    <a:pt x="2957383" y="157004"/>
                  </a:lnTo>
                  <a:lnTo>
                    <a:pt x="3026159" y="160655"/>
                  </a:lnTo>
                  <a:lnTo>
                    <a:pt x="3094936" y="164306"/>
                  </a:lnTo>
                  <a:lnTo>
                    <a:pt x="3163712" y="167957"/>
                  </a:lnTo>
                  <a:lnTo>
                    <a:pt x="3232488" y="171609"/>
                  </a:lnTo>
                  <a:lnTo>
                    <a:pt x="3301265" y="175260"/>
                  </a:lnTo>
                  <a:lnTo>
                    <a:pt x="3370041" y="178911"/>
                  </a:lnTo>
                  <a:lnTo>
                    <a:pt x="3438817" y="182563"/>
                  </a:lnTo>
                  <a:lnTo>
                    <a:pt x="3507594" y="186214"/>
                  </a:lnTo>
                  <a:lnTo>
                    <a:pt x="3576370" y="189865"/>
                  </a:lnTo>
                  <a:lnTo>
                    <a:pt x="3645147" y="193516"/>
                  </a:lnTo>
                  <a:lnTo>
                    <a:pt x="3713923" y="197168"/>
                  </a:lnTo>
                  <a:lnTo>
                    <a:pt x="3782699" y="200819"/>
                  </a:lnTo>
                  <a:lnTo>
                    <a:pt x="3851476" y="204470"/>
                  </a:lnTo>
                  <a:lnTo>
                    <a:pt x="3920252" y="208121"/>
                  </a:lnTo>
                  <a:lnTo>
                    <a:pt x="3989028" y="211773"/>
                  </a:lnTo>
                  <a:lnTo>
                    <a:pt x="4057805" y="215424"/>
                  </a:lnTo>
                  <a:lnTo>
                    <a:pt x="4126581" y="219075"/>
                  </a:lnTo>
                  <a:lnTo>
                    <a:pt x="4195357" y="222726"/>
                  </a:lnTo>
                  <a:lnTo>
                    <a:pt x="4264134" y="226378"/>
                  </a:lnTo>
                  <a:lnTo>
                    <a:pt x="4332910" y="230029"/>
                  </a:lnTo>
                  <a:lnTo>
                    <a:pt x="4401686" y="233680"/>
                  </a:lnTo>
                  <a:lnTo>
                    <a:pt x="4470463" y="237331"/>
                  </a:lnTo>
                  <a:lnTo>
                    <a:pt x="4539239" y="240983"/>
                  </a:lnTo>
                  <a:lnTo>
                    <a:pt x="4608016" y="244634"/>
                  </a:lnTo>
                  <a:lnTo>
                    <a:pt x="4676792" y="248285"/>
                  </a:lnTo>
                  <a:lnTo>
                    <a:pt x="4745568" y="251936"/>
                  </a:lnTo>
                  <a:lnTo>
                    <a:pt x="4814345" y="255588"/>
                  </a:lnTo>
                  <a:lnTo>
                    <a:pt x="4883121" y="259239"/>
                  </a:lnTo>
                  <a:lnTo>
                    <a:pt x="4951897" y="262890"/>
                  </a:lnTo>
                  <a:lnTo>
                    <a:pt x="5020674" y="266542"/>
                  </a:lnTo>
                  <a:lnTo>
                    <a:pt x="5089450" y="270193"/>
                  </a:lnTo>
                  <a:lnTo>
                    <a:pt x="5158226" y="273844"/>
                  </a:lnTo>
                  <a:lnTo>
                    <a:pt x="5227003" y="277495"/>
                  </a:lnTo>
                  <a:lnTo>
                    <a:pt x="5295779" y="281147"/>
                  </a:lnTo>
                  <a:lnTo>
                    <a:pt x="5364555" y="284798"/>
                  </a:lnTo>
                  <a:lnTo>
                    <a:pt x="5433332" y="288449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30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238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1047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8555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31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639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447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0256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4603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82893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71183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59472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9149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9784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68074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56363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39864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39927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24970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612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807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7990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99364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71709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Predicted 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966004" y="1671709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086979" y="1671709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207954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319694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384890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417443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449996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508609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573805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606358" y="167170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Length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28778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2660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3720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241579" y="26617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41579" y="28409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241579" y="26355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784085" y="30095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784085" y="29519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784085" y="31119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897765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897765" y="28716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897765" y="2916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98879" y="32044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98879" y="31791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98879" y="34004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10714" y="30394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10714" y="30595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10714" y="28536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840705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40705" y="4560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40705" y="43485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648359" y="35966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648359" y="36410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648359" y="36107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088437"/>
              <a:ext cx="5729243" cy="2084448"/>
            </a:xfrm>
            <a:custGeom>
              <a:avLst/>
              <a:pathLst>
                <a:path w="5729243" h="2084448">
                  <a:moveTo>
                    <a:pt x="0" y="0"/>
                  </a:moveTo>
                  <a:lnTo>
                    <a:pt x="72522" y="22608"/>
                  </a:lnTo>
                  <a:lnTo>
                    <a:pt x="145044" y="45161"/>
                  </a:lnTo>
                  <a:lnTo>
                    <a:pt x="217566" y="67657"/>
                  </a:lnTo>
                  <a:lnTo>
                    <a:pt x="290088" y="90093"/>
                  </a:lnTo>
                  <a:lnTo>
                    <a:pt x="362610" y="112465"/>
                  </a:lnTo>
                  <a:lnTo>
                    <a:pt x="435132" y="134770"/>
                  </a:lnTo>
                  <a:lnTo>
                    <a:pt x="507654" y="157006"/>
                  </a:lnTo>
                  <a:lnTo>
                    <a:pt x="580176" y="179168"/>
                  </a:lnTo>
                  <a:lnTo>
                    <a:pt x="652698" y="201252"/>
                  </a:lnTo>
                  <a:lnTo>
                    <a:pt x="725220" y="223254"/>
                  </a:lnTo>
                  <a:lnTo>
                    <a:pt x="797742" y="245171"/>
                  </a:lnTo>
                  <a:lnTo>
                    <a:pt x="870264" y="266997"/>
                  </a:lnTo>
                  <a:lnTo>
                    <a:pt x="942786" y="288728"/>
                  </a:lnTo>
                  <a:lnTo>
                    <a:pt x="1015308" y="310358"/>
                  </a:lnTo>
                  <a:lnTo>
                    <a:pt x="1087830" y="331882"/>
                  </a:lnTo>
                  <a:lnTo>
                    <a:pt x="1160353" y="353295"/>
                  </a:lnTo>
                  <a:lnTo>
                    <a:pt x="1232875" y="374590"/>
                  </a:lnTo>
                  <a:lnTo>
                    <a:pt x="1305397" y="395761"/>
                  </a:lnTo>
                  <a:lnTo>
                    <a:pt x="1377919" y="416801"/>
                  </a:lnTo>
                  <a:lnTo>
                    <a:pt x="1450441" y="437703"/>
                  </a:lnTo>
                  <a:lnTo>
                    <a:pt x="1522963" y="458461"/>
                  </a:lnTo>
                  <a:lnTo>
                    <a:pt x="1595485" y="479065"/>
                  </a:lnTo>
                  <a:lnTo>
                    <a:pt x="1668007" y="499508"/>
                  </a:lnTo>
                  <a:lnTo>
                    <a:pt x="1740529" y="519781"/>
                  </a:lnTo>
                  <a:lnTo>
                    <a:pt x="1813051" y="539876"/>
                  </a:lnTo>
                  <a:lnTo>
                    <a:pt x="1885573" y="559784"/>
                  </a:lnTo>
                  <a:lnTo>
                    <a:pt x="1958095" y="579495"/>
                  </a:lnTo>
                  <a:lnTo>
                    <a:pt x="2030617" y="598999"/>
                  </a:lnTo>
                  <a:lnTo>
                    <a:pt x="2103139" y="618287"/>
                  </a:lnTo>
                  <a:lnTo>
                    <a:pt x="2175661" y="637349"/>
                  </a:lnTo>
                  <a:lnTo>
                    <a:pt x="2248184" y="656173"/>
                  </a:lnTo>
                  <a:lnTo>
                    <a:pt x="2320706" y="674752"/>
                  </a:lnTo>
                  <a:lnTo>
                    <a:pt x="2393228" y="693073"/>
                  </a:lnTo>
                  <a:lnTo>
                    <a:pt x="2465750" y="711128"/>
                  </a:lnTo>
                  <a:lnTo>
                    <a:pt x="2538272" y="728906"/>
                  </a:lnTo>
                  <a:lnTo>
                    <a:pt x="2610794" y="746397"/>
                  </a:lnTo>
                  <a:lnTo>
                    <a:pt x="2683316" y="763594"/>
                  </a:lnTo>
                  <a:lnTo>
                    <a:pt x="2755838" y="780488"/>
                  </a:lnTo>
                  <a:lnTo>
                    <a:pt x="2828360" y="797070"/>
                  </a:lnTo>
                  <a:lnTo>
                    <a:pt x="2900882" y="813334"/>
                  </a:lnTo>
                  <a:lnTo>
                    <a:pt x="2973404" y="829274"/>
                  </a:lnTo>
                  <a:lnTo>
                    <a:pt x="3045926" y="844886"/>
                  </a:lnTo>
                  <a:lnTo>
                    <a:pt x="3118448" y="860164"/>
                  </a:lnTo>
                  <a:lnTo>
                    <a:pt x="3190970" y="875107"/>
                  </a:lnTo>
                  <a:lnTo>
                    <a:pt x="3263492" y="889713"/>
                  </a:lnTo>
                  <a:lnTo>
                    <a:pt x="3336014" y="903981"/>
                  </a:lnTo>
                  <a:lnTo>
                    <a:pt x="3408537" y="917914"/>
                  </a:lnTo>
                  <a:lnTo>
                    <a:pt x="3481059" y="931512"/>
                  </a:lnTo>
                  <a:lnTo>
                    <a:pt x="3553581" y="944779"/>
                  </a:lnTo>
                  <a:lnTo>
                    <a:pt x="3626103" y="957721"/>
                  </a:lnTo>
                  <a:lnTo>
                    <a:pt x="3698625" y="970341"/>
                  </a:lnTo>
                  <a:lnTo>
                    <a:pt x="3771147" y="982648"/>
                  </a:lnTo>
                  <a:lnTo>
                    <a:pt x="3843669" y="994648"/>
                  </a:lnTo>
                  <a:lnTo>
                    <a:pt x="3916191" y="1006350"/>
                  </a:lnTo>
                  <a:lnTo>
                    <a:pt x="3988713" y="1017762"/>
                  </a:lnTo>
                  <a:lnTo>
                    <a:pt x="4061235" y="1028894"/>
                  </a:lnTo>
                  <a:lnTo>
                    <a:pt x="4133757" y="1039754"/>
                  </a:lnTo>
                  <a:lnTo>
                    <a:pt x="4206279" y="1050354"/>
                  </a:lnTo>
                  <a:lnTo>
                    <a:pt x="4278801" y="1060703"/>
                  </a:lnTo>
                  <a:lnTo>
                    <a:pt x="4351323" y="1070811"/>
                  </a:lnTo>
                  <a:lnTo>
                    <a:pt x="4423845" y="1080689"/>
                  </a:lnTo>
                  <a:lnTo>
                    <a:pt x="4496368" y="1090347"/>
                  </a:lnTo>
                  <a:lnTo>
                    <a:pt x="4568890" y="1099794"/>
                  </a:lnTo>
                  <a:lnTo>
                    <a:pt x="4641412" y="1109040"/>
                  </a:lnTo>
                  <a:lnTo>
                    <a:pt x="4713934" y="1118095"/>
                  </a:lnTo>
                  <a:lnTo>
                    <a:pt x="4786456" y="1126968"/>
                  </a:lnTo>
                  <a:lnTo>
                    <a:pt x="4858978" y="1135668"/>
                  </a:lnTo>
                  <a:lnTo>
                    <a:pt x="4931500" y="1144204"/>
                  </a:lnTo>
                  <a:lnTo>
                    <a:pt x="5004022" y="1152583"/>
                  </a:lnTo>
                  <a:lnTo>
                    <a:pt x="5076544" y="1160814"/>
                  </a:lnTo>
                  <a:lnTo>
                    <a:pt x="5149066" y="1168904"/>
                  </a:lnTo>
                  <a:lnTo>
                    <a:pt x="5221588" y="1176861"/>
                  </a:lnTo>
                  <a:lnTo>
                    <a:pt x="5294110" y="1184691"/>
                  </a:lnTo>
                  <a:lnTo>
                    <a:pt x="5366632" y="1192401"/>
                  </a:lnTo>
                  <a:lnTo>
                    <a:pt x="5439154" y="1199997"/>
                  </a:lnTo>
                  <a:lnTo>
                    <a:pt x="5511676" y="1207484"/>
                  </a:lnTo>
                  <a:lnTo>
                    <a:pt x="5584198" y="1214869"/>
                  </a:lnTo>
                  <a:lnTo>
                    <a:pt x="5656721" y="1222157"/>
                  </a:lnTo>
                  <a:lnTo>
                    <a:pt x="5729243" y="1229352"/>
                  </a:lnTo>
                  <a:lnTo>
                    <a:pt x="5729243" y="2084448"/>
                  </a:lnTo>
                  <a:lnTo>
                    <a:pt x="5656721" y="2062568"/>
                  </a:lnTo>
                  <a:lnTo>
                    <a:pt x="5584198" y="2040779"/>
                  </a:lnTo>
                  <a:lnTo>
                    <a:pt x="5511676" y="2019088"/>
                  </a:lnTo>
                  <a:lnTo>
                    <a:pt x="5439154" y="1997500"/>
                  </a:lnTo>
                  <a:lnTo>
                    <a:pt x="5366632" y="1976020"/>
                  </a:lnTo>
                  <a:lnTo>
                    <a:pt x="5294110" y="1954654"/>
                  </a:lnTo>
                  <a:lnTo>
                    <a:pt x="5221588" y="1933408"/>
                  </a:lnTo>
                  <a:lnTo>
                    <a:pt x="5149066" y="1912289"/>
                  </a:lnTo>
                  <a:lnTo>
                    <a:pt x="5076544" y="1891303"/>
                  </a:lnTo>
                  <a:lnTo>
                    <a:pt x="5004022" y="1870459"/>
                  </a:lnTo>
                  <a:lnTo>
                    <a:pt x="4931500" y="1849762"/>
                  </a:lnTo>
                  <a:lnTo>
                    <a:pt x="4858978" y="1829222"/>
                  </a:lnTo>
                  <a:lnTo>
                    <a:pt x="4786456" y="1808846"/>
                  </a:lnTo>
                  <a:lnTo>
                    <a:pt x="4713934" y="1788643"/>
                  </a:lnTo>
                  <a:lnTo>
                    <a:pt x="4641412" y="1768623"/>
                  </a:lnTo>
                  <a:lnTo>
                    <a:pt x="4568890" y="1748793"/>
                  </a:lnTo>
                  <a:lnTo>
                    <a:pt x="4496368" y="1729164"/>
                  </a:lnTo>
                  <a:lnTo>
                    <a:pt x="4423845" y="1709746"/>
                  </a:lnTo>
                  <a:lnTo>
                    <a:pt x="4351323" y="1690548"/>
                  </a:lnTo>
                  <a:lnTo>
                    <a:pt x="4278801" y="1671580"/>
                  </a:lnTo>
                  <a:lnTo>
                    <a:pt x="4206279" y="1652854"/>
                  </a:lnTo>
                  <a:lnTo>
                    <a:pt x="4133757" y="1634377"/>
                  </a:lnTo>
                  <a:lnTo>
                    <a:pt x="4061235" y="1616162"/>
                  </a:lnTo>
                  <a:lnTo>
                    <a:pt x="3988713" y="1598218"/>
                  </a:lnTo>
                  <a:lnTo>
                    <a:pt x="3916191" y="1580554"/>
                  </a:lnTo>
                  <a:lnTo>
                    <a:pt x="3843669" y="1563180"/>
                  </a:lnTo>
                  <a:lnTo>
                    <a:pt x="3771147" y="1546104"/>
                  </a:lnTo>
                  <a:lnTo>
                    <a:pt x="3698625" y="1529335"/>
                  </a:lnTo>
                  <a:lnTo>
                    <a:pt x="3626103" y="1512880"/>
                  </a:lnTo>
                  <a:lnTo>
                    <a:pt x="3553581" y="1496746"/>
                  </a:lnTo>
                  <a:lnTo>
                    <a:pt x="3481059" y="1480938"/>
                  </a:lnTo>
                  <a:lnTo>
                    <a:pt x="3408537" y="1465460"/>
                  </a:lnTo>
                  <a:lnTo>
                    <a:pt x="3336014" y="1450316"/>
                  </a:lnTo>
                  <a:lnTo>
                    <a:pt x="3263492" y="1435509"/>
                  </a:lnTo>
                  <a:lnTo>
                    <a:pt x="3190970" y="1421039"/>
                  </a:lnTo>
                  <a:lnTo>
                    <a:pt x="3118448" y="1406906"/>
                  </a:lnTo>
                  <a:lnTo>
                    <a:pt x="3045926" y="1393109"/>
                  </a:lnTo>
                  <a:lnTo>
                    <a:pt x="2973404" y="1379644"/>
                  </a:lnTo>
                  <a:lnTo>
                    <a:pt x="2900882" y="1366508"/>
                  </a:lnTo>
                  <a:lnTo>
                    <a:pt x="2828360" y="1353697"/>
                  </a:lnTo>
                  <a:lnTo>
                    <a:pt x="2755838" y="1341203"/>
                  </a:lnTo>
                  <a:lnTo>
                    <a:pt x="2683316" y="1329021"/>
                  </a:lnTo>
                  <a:lnTo>
                    <a:pt x="2610794" y="1317142"/>
                  </a:lnTo>
                  <a:lnTo>
                    <a:pt x="2538272" y="1305558"/>
                  </a:lnTo>
                  <a:lnTo>
                    <a:pt x="2465750" y="1294260"/>
                  </a:lnTo>
                  <a:lnTo>
                    <a:pt x="2393228" y="1283239"/>
                  </a:lnTo>
                  <a:lnTo>
                    <a:pt x="2320706" y="1272484"/>
                  </a:lnTo>
                  <a:lnTo>
                    <a:pt x="2248184" y="1261987"/>
                  </a:lnTo>
                  <a:lnTo>
                    <a:pt x="2175661" y="1251736"/>
                  </a:lnTo>
                  <a:lnTo>
                    <a:pt x="2103139" y="1241721"/>
                  </a:lnTo>
                  <a:lnTo>
                    <a:pt x="2030617" y="1231933"/>
                  </a:lnTo>
                  <a:lnTo>
                    <a:pt x="1958095" y="1222362"/>
                  </a:lnTo>
                  <a:lnTo>
                    <a:pt x="1885573" y="1212997"/>
                  </a:lnTo>
                  <a:lnTo>
                    <a:pt x="1813051" y="1203829"/>
                  </a:lnTo>
                  <a:lnTo>
                    <a:pt x="1740529" y="1194848"/>
                  </a:lnTo>
                  <a:lnTo>
                    <a:pt x="1668007" y="1186046"/>
                  </a:lnTo>
                  <a:lnTo>
                    <a:pt x="1595485" y="1177413"/>
                  </a:lnTo>
                  <a:lnTo>
                    <a:pt x="1522963" y="1168941"/>
                  </a:lnTo>
                  <a:lnTo>
                    <a:pt x="1450441" y="1160622"/>
                  </a:lnTo>
                  <a:lnTo>
                    <a:pt x="1377919" y="1152449"/>
                  </a:lnTo>
                  <a:lnTo>
                    <a:pt x="1305397" y="1144413"/>
                  </a:lnTo>
                  <a:lnTo>
                    <a:pt x="1232875" y="1136508"/>
                  </a:lnTo>
                  <a:lnTo>
                    <a:pt x="1160353" y="1128727"/>
                  </a:lnTo>
                  <a:lnTo>
                    <a:pt x="1087830" y="1121064"/>
                  </a:lnTo>
                  <a:lnTo>
                    <a:pt x="1015308" y="1113513"/>
                  </a:lnTo>
                  <a:lnTo>
                    <a:pt x="942786" y="1106067"/>
                  </a:lnTo>
                  <a:lnTo>
                    <a:pt x="870264" y="1098722"/>
                  </a:lnTo>
                  <a:lnTo>
                    <a:pt x="797742" y="1091472"/>
                  </a:lnTo>
                  <a:lnTo>
                    <a:pt x="725220" y="1084313"/>
                  </a:lnTo>
                  <a:lnTo>
                    <a:pt x="652698" y="1077240"/>
                  </a:lnTo>
                  <a:lnTo>
                    <a:pt x="580176" y="1070248"/>
                  </a:lnTo>
                  <a:lnTo>
                    <a:pt x="507654" y="1063334"/>
                  </a:lnTo>
                  <a:lnTo>
                    <a:pt x="435132" y="1056494"/>
                  </a:lnTo>
                  <a:lnTo>
                    <a:pt x="362610" y="1049723"/>
                  </a:lnTo>
                  <a:lnTo>
                    <a:pt x="290088" y="1043020"/>
                  </a:lnTo>
                  <a:lnTo>
                    <a:pt x="217566" y="1036380"/>
                  </a:lnTo>
                  <a:lnTo>
                    <a:pt x="145044" y="1029800"/>
                  </a:lnTo>
                  <a:lnTo>
                    <a:pt x="72522" y="1023277"/>
                  </a:lnTo>
                  <a:lnTo>
                    <a:pt x="0" y="1016810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088437"/>
              <a:ext cx="5729243" cy="1229352"/>
            </a:xfrm>
            <a:custGeom>
              <a:avLst/>
              <a:pathLst>
                <a:path w="5729243" h="1229352">
                  <a:moveTo>
                    <a:pt x="0" y="0"/>
                  </a:moveTo>
                  <a:lnTo>
                    <a:pt x="72522" y="22608"/>
                  </a:lnTo>
                  <a:lnTo>
                    <a:pt x="145044" y="45161"/>
                  </a:lnTo>
                  <a:lnTo>
                    <a:pt x="217566" y="67657"/>
                  </a:lnTo>
                  <a:lnTo>
                    <a:pt x="290088" y="90093"/>
                  </a:lnTo>
                  <a:lnTo>
                    <a:pt x="362610" y="112465"/>
                  </a:lnTo>
                  <a:lnTo>
                    <a:pt x="435132" y="134770"/>
                  </a:lnTo>
                  <a:lnTo>
                    <a:pt x="507654" y="157006"/>
                  </a:lnTo>
                  <a:lnTo>
                    <a:pt x="580176" y="179168"/>
                  </a:lnTo>
                  <a:lnTo>
                    <a:pt x="652698" y="201252"/>
                  </a:lnTo>
                  <a:lnTo>
                    <a:pt x="725220" y="223254"/>
                  </a:lnTo>
                  <a:lnTo>
                    <a:pt x="797742" y="245171"/>
                  </a:lnTo>
                  <a:lnTo>
                    <a:pt x="870264" y="266997"/>
                  </a:lnTo>
                  <a:lnTo>
                    <a:pt x="942786" y="288728"/>
                  </a:lnTo>
                  <a:lnTo>
                    <a:pt x="1015308" y="310358"/>
                  </a:lnTo>
                  <a:lnTo>
                    <a:pt x="1087830" y="331882"/>
                  </a:lnTo>
                  <a:lnTo>
                    <a:pt x="1160353" y="353295"/>
                  </a:lnTo>
                  <a:lnTo>
                    <a:pt x="1232875" y="374590"/>
                  </a:lnTo>
                  <a:lnTo>
                    <a:pt x="1305397" y="395761"/>
                  </a:lnTo>
                  <a:lnTo>
                    <a:pt x="1377919" y="416801"/>
                  </a:lnTo>
                  <a:lnTo>
                    <a:pt x="1450441" y="437703"/>
                  </a:lnTo>
                  <a:lnTo>
                    <a:pt x="1522963" y="458461"/>
                  </a:lnTo>
                  <a:lnTo>
                    <a:pt x="1595485" y="479065"/>
                  </a:lnTo>
                  <a:lnTo>
                    <a:pt x="1668007" y="499508"/>
                  </a:lnTo>
                  <a:lnTo>
                    <a:pt x="1740529" y="519781"/>
                  </a:lnTo>
                  <a:lnTo>
                    <a:pt x="1813051" y="539876"/>
                  </a:lnTo>
                  <a:lnTo>
                    <a:pt x="1885573" y="559784"/>
                  </a:lnTo>
                  <a:lnTo>
                    <a:pt x="1958095" y="579495"/>
                  </a:lnTo>
                  <a:lnTo>
                    <a:pt x="2030617" y="598999"/>
                  </a:lnTo>
                  <a:lnTo>
                    <a:pt x="2103139" y="618287"/>
                  </a:lnTo>
                  <a:lnTo>
                    <a:pt x="2175661" y="637349"/>
                  </a:lnTo>
                  <a:lnTo>
                    <a:pt x="2248184" y="656173"/>
                  </a:lnTo>
                  <a:lnTo>
                    <a:pt x="2320706" y="674752"/>
                  </a:lnTo>
                  <a:lnTo>
                    <a:pt x="2393228" y="693073"/>
                  </a:lnTo>
                  <a:lnTo>
                    <a:pt x="2465750" y="711128"/>
                  </a:lnTo>
                  <a:lnTo>
                    <a:pt x="2538272" y="728906"/>
                  </a:lnTo>
                  <a:lnTo>
                    <a:pt x="2610794" y="746397"/>
                  </a:lnTo>
                  <a:lnTo>
                    <a:pt x="2683316" y="763594"/>
                  </a:lnTo>
                  <a:lnTo>
                    <a:pt x="2755838" y="780488"/>
                  </a:lnTo>
                  <a:lnTo>
                    <a:pt x="2828360" y="797070"/>
                  </a:lnTo>
                  <a:lnTo>
                    <a:pt x="2900882" y="813334"/>
                  </a:lnTo>
                  <a:lnTo>
                    <a:pt x="2973404" y="829274"/>
                  </a:lnTo>
                  <a:lnTo>
                    <a:pt x="3045926" y="844886"/>
                  </a:lnTo>
                  <a:lnTo>
                    <a:pt x="3118448" y="860164"/>
                  </a:lnTo>
                  <a:lnTo>
                    <a:pt x="3190970" y="875107"/>
                  </a:lnTo>
                  <a:lnTo>
                    <a:pt x="3263492" y="889713"/>
                  </a:lnTo>
                  <a:lnTo>
                    <a:pt x="3336014" y="903981"/>
                  </a:lnTo>
                  <a:lnTo>
                    <a:pt x="3408537" y="917914"/>
                  </a:lnTo>
                  <a:lnTo>
                    <a:pt x="3481059" y="931512"/>
                  </a:lnTo>
                  <a:lnTo>
                    <a:pt x="3553581" y="944779"/>
                  </a:lnTo>
                  <a:lnTo>
                    <a:pt x="3626103" y="957721"/>
                  </a:lnTo>
                  <a:lnTo>
                    <a:pt x="3698625" y="970341"/>
                  </a:lnTo>
                  <a:lnTo>
                    <a:pt x="3771147" y="982648"/>
                  </a:lnTo>
                  <a:lnTo>
                    <a:pt x="3843669" y="994648"/>
                  </a:lnTo>
                  <a:lnTo>
                    <a:pt x="3916191" y="1006350"/>
                  </a:lnTo>
                  <a:lnTo>
                    <a:pt x="3988713" y="1017762"/>
                  </a:lnTo>
                  <a:lnTo>
                    <a:pt x="4061235" y="1028894"/>
                  </a:lnTo>
                  <a:lnTo>
                    <a:pt x="4133757" y="1039754"/>
                  </a:lnTo>
                  <a:lnTo>
                    <a:pt x="4206279" y="1050354"/>
                  </a:lnTo>
                  <a:lnTo>
                    <a:pt x="4278801" y="1060703"/>
                  </a:lnTo>
                  <a:lnTo>
                    <a:pt x="4351323" y="1070811"/>
                  </a:lnTo>
                  <a:lnTo>
                    <a:pt x="4423845" y="1080689"/>
                  </a:lnTo>
                  <a:lnTo>
                    <a:pt x="4496368" y="1090347"/>
                  </a:lnTo>
                  <a:lnTo>
                    <a:pt x="4568890" y="1099794"/>
                  </a:lnTo>
                  <a:lnTo>
                    <a:pt x="4641412" y="1109040"/>
                  </a:lnTo>
                  <a:lnTo>
                    <a:pt x="4713934" y="1118095"/>
                  </a:lnTo>
                  <a:lnTo>
                    <a:pt x="4786456" y="1126968"/>
                  </a:lnTo>
                  <a:lnTo>
                    <a:pt x="4858978" y="1135668"/>
                  </a:lnTo>
                  <a:lnTo>
                    <a:pt x="4931500" y="1144204"/>
                  </a:lnTo>
                  <a:lnTo>
                    <a:pt x="5004022" y="1152583"/>
                  </a:lnTo>
                  <a:lnTo>
                    <a:pt x="5076544" y="1160814"/>
                  </a:lnTo>
                  <a:lnTo>
                    <a:pt x="5149066" y="1168904"/>
                  </a:lnTo>
                  <a:lnTo>
                    <a:pt x="5221588" y="1176861"/>
                  </a:lnTo>
                  <a:lnTo>
                    <a:pt x="5294110" y="1184691"/>
                  </a:lnTo>
                  <a:lnTo>
                    <a:pt x="5366632" y="1192401"/>
                  </a:lnTo>
                  <a:lnTo>
                    <a:pt x="5439154" y="1199997"/>
                  </a:lnTo>
                  <a:lnTo>
                    <a:pt x="5511676" y="1207484"/>
                  </a:lnTo>
                  <a:lnTo>
                    <a:pt x="5584198" y="1214869"/>
                  </a:lnTo>
                  <a:lnTo>
                    <a:pt x="5656721" y="1222157"/>
                  </a:lnTo>
                  <a:lnTo>
                    <a:pt x="5729243" y="1229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105247"/>
              <a:ext cx="5729243" cy="1067638"/>
            </a:xfrm>
            <a:custGeom>
              <a:avLst/>
              <a:pathLst>
                <a:path w="5729243" h="1067638">
                  <a:moveTo>
                    <a:pt x="5729243" y="1067638"/>
                  </a:moveTo>
                  <a:lnTo>
                    <a:pt x="5656721" y="1045757"/>
                  </a:lnTo>
                  <a:lnTo>
                    <a:pt x="5584198" y="1023969"/>
                  </a:lnTo>
                  <a:lnTo>
                    <a:pt x="5511676" y="1002278"/>
                  </a:lnTo>
                  <a:lnTo>
                    <a:pt x="5439154" y="980690"/>
                  </a:lnTo>
                  <a:lnTo>
                    <a:pt x="5366632" y="959210"/>
                  </a:lnTo>
                  <a:lnTo>
                    <a:pt x="5294110" y="937844"/>
                  </a:lnTo>
                  <a:lnTo>
                    <a:pt x="5221588" y="916598"/>
                  </a:lnTo>
                  <a:lnTo>
                    <a:pt x="5149066" y="895479"/>
                  </a:lnTo>
                  <a:lnTo>
                    <a:pt x="5076544" y="874493"/>
                  </a:lnTo>
                  <a:lnTo>
                    <a:pt x="5004022" y="853649"/>
                  </a:lnTo>
                  <a:lnTo>
                    <a:pt x="4931500" y="832952"/>
                  </a:lnTo>
                  <a:lnTo>
                    <a:pt x="4858978" y="812412"/>
                  </a:lnTo>
                  <a:lnTo>
                    <a:pt x="4786456" y="792036"/>
                  </a:lnTo>
                  <a:lnTo>
                    <a:pt x="4713934" y="771833"/>
                  </a:lnTo>
                  <a:lnTo>
                    <a:pt x="4641412" y="751813"/>
                  </a:lnTo>
                  <a:lnTo>
                    <a:pt x="4568890" y="731983"/>
                  </a:lnTo>
                  <a:lnTo>
                    <a:pt x="4496368" y="712354"/>
                  </a:lnTo>
                  <a:lnTo>
                    <a:pt x="4423845" y="692936"/>
                  </a:lnTo>
                  <a:lnTo>
                    <a:pt x="4351323" y="673738"/>
                  </a:lnTo>
                  <a:lnTo>
                    <a:pt x="4278801" y="654770"/>
                  </a:lnTo>
                  <a:lnTo>
                    <a:pt x="4206279" y="636043"/>
                  </a:lnTo>
                  <a:lnTo>
                    <a:pt x="4133757" y="617567"/>
                  </a:lnTo>
                  <a:lnTo>
                    <a:pt x="4061235" y="599352"/>
                  </a:lnTo>
                  <a:lnTo>
                    <a:pt x="3988713" y="581408"/>
                  </a:lnTo>
                  <a:lnTo>
                    <a:pt x="3916191" y="563744"/>
                  </a:lnTo>
                  <a:lnTo>
                    <a:pt x="3843669" y="546370"/>
                  </a:lnTo>
                  <a:lnTo>
                    <a:pt x="3771147" y="529294"/>
                  </a:lnTo>
                  <a:lnTo>
                    <a:pt x="3698625" y="512525"/>
                  </a:lnTo>
                  <a:lnTo>
                    <a:pt x="3626103" y="496070"/>
                  </a:lnTo>
                  <a:lnTo>
                    <a:pt x="3553581" y="479936"/>
                  </a:lnTo>
                  <a:lnTo>
                    <a:pt x="3481059" y="464127"/>
                  </a:lnTo>
                  <a:lnTo>
                    <a:pt x="3408537" y="448650"/>
                  </a:lnTo>
                  <a:lnTo>
                    <a:pt x="3336014" y="433506"/>
                  </a:lnTo>
                  <a:lnTo>
                    <a:pt x="3263492" y="418699"/>
                  </a:lnTo>
                  <a:lnTo>
                    <a:pt x="3190970" y="404229"/>
                  </a:lnTo>
                  <a:lnTo>
                    <a:pt x="3118448" y="390096"/>
                  </a:lnTo>
                  <a:lnTo>
                    <a:pt x="3045926" y="376298"/>
                  </a:lnTo>
                  <a:lnTo>
                    <a:pt x="2973404" y="362834"/>
                  </a:lnTo>
                  <a:lnTo>
                    <a:pt x="2900882" y="349698"/>
                  </a:lnTo>
                  <a:lnTo>
                    <a:pt x="2828360" y="336887"/>
                  </a:lnTo>
                  <a:lnTo>
                    <a:pt x="2755838" y="324393"/>
                  </a:lnTo>
                  <a:lnTo>
                    <a:pt x="2683316" y="312211"/>
                  </a:lnTo>
                  <a:lnTo>
                    <a:pt x="2610794" y="300332"/>
                  </a:lnTo>
                  <a:lnTo>
                    <a:pt x="2538272" y="288748"/>
                  </a:lnTo>
                  <a:lnTo>
                    <a:pt x="2465750" y="277450"/>
                  </a:lnTo>
                  <a:lnTo>
                    <a:pt x="2393228" y="266428"/>
                  </a:lnTo>
                  <a:lnTo>
                    <a:pt x="2320706" y="255674"/>
                  </a:lnTo>
                  <a:lnTo>
                    <a:pt x="2248184" y="245176"/>
                  </a:lnTo>
                  <a:lnTo>
                    <a:pt x="2175661" y="234926"/>
                  </a:lnTo>
                  <a:lnTo>
                    <a:pt x="2103139" y="224911"/>
                  </a:lnTo>
                  <a:lnTo>
                    <a:pt x="2030617" y="215123"/>
                  </a:lnTo>
                  <a:lnTo>
                    <a:pt x="1958095" y="205552"/>
                  </a:lnTo>
                  <a:lnTo>
                    <a:pt x="1885573" y="196187"/>
                  </a:lnTo>
                  <a:lnTo>
                    <a:pt x="1813051" y="187019"/>
                  </a:lnTo>
                  <a:lnTo>
                    <a:pt x="1740529" y="178038"/>
                  </a:lnTo>
                  <a:lnTo>
                    <a:pt x="1668007" y="169235"/>
                  </a:lnTo>
                  <a:lnTo>
                    <a:pt x="1595485" y="160603"/>
                  </a:lnTo>
                  <a:lnTo>
                    <a:pt x="1522963" y="152131"/>
                  </a:lnTo>
                  <a:lnTo>
                    <a:pt x="1450441" y="143812"/>
                  </a:lnTo>
                  <a:lnTo>
                    <a:pt x="1377919" y="135639"/>
                  </a:lnTo>
                  <a:lnTo>
                    <a:pt x="1305397" y="127603"/>
                  </a:lnTo>
                  <a:lnTo>
                    <a:pt x="1232875" y="119698"/>
                  </a:lnTo>
                  <a:lnTo>
                    <a:pt x="1160353" y="111917"/>
                  </a:lnTo>
                  <a:lnTo>
                    <a:pt x="1087830" y="104254"/>
                  </a:lnTo>
                  <a:lnTo>
                    <a:pt x="1015308" y="96703"/>
                  </a:lnTo>
                  <a:lnTo>
                    <a:pt x="942786" y="89257"/>
                  </a:lnTo>
                  <a:lnTo>
                    <a:pt x="870264" y="81912"/>
                  </a:lnTo>
                  <a:lnTo>
                    <a:pt x="797742" y="74662"/>
                  </a:lnTo>
                  <a:lnTo>
                    <a:pt x="725220" y="67503"/>
                  </a:lnTo>
                  <a:lnTo>
                    <a:pt x="652698" y="60430"/>
                  </a:lnTo>
                  <a:lnTo>
                    <a:pt x="580176" y="53438"/>
                  </a:lnTo>
                  <a:lnTo>
                    <a:pt x="507654" y="46524"/>
                  </a:lnTo>
                  <a:lnTo>
                    <a:pt x="435132" y="39684"/>
                  </a:lnTo>
                  <a:lnTo>
                    <a:pt x="362610" y="32913"/>
                  </a:lnTo>
                  <a:lnTo>
                    <a:pt x="290088" y="26210"/>
                  </a:lnTo>
                  <a:lnTo>
                    <a:pt x="217566" y="19569"/>
                  </a:lnTo>
                  <a:lnTo>
                    <a:pt x="145044" y="12990"/>
                  </a:lnTo>
                  <a:lnTo>
                    <a:pt x="72522" y="64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596842"/>
              <a:ext cx="5729243" cy="1148495"/>
            </a:xfrm>
            <a:custGeom>
              <a:avLst/>
              <a:pathLst>
                <a:path w="5729243" h="1148495">
                  <a:moveTo>
                    <a:pt x="0" y="0"/>
                  </a:moveTo>
                  <a:lnTo>
                    <a:pt x="72522" y="14537"/>
                  </a:lnTo>
                  <a:lnTo>
                    <a:pt x="145044" y="29075"/>
                  </a:lnTo>
                  <a:lnTo>
                    <a:pt x="217566" y="43613"/>
                  </a:lnTo>
                  <a:lnTo>
                    <a:pt x="290088" y="58151"/>
                  </a:lnTo>
                  <a:lnTo>
                    <a:pt x="362610" y="72689"/>
                  </a:lnTo>
                  <a:lnTo>
                    <a:pt x="435132" y="87227"/>
                  </a:lnTo>
                  <a:lnTo>
                    <a:pt x="507654" y="101765"/>
                  </a:lnTo>
                  <a:lnTo>
                    <a:pt x="580176" y="116303"/>
                  </a:lnTo>
                  <a:lnTo>
                    <a:pt x="652698" y="130841"/>
                  </a:lnTo>
                  <a:lnTo>
                    <a:pt x="725220" y="145379"/>
                  </a:lnTo>
                  <a:lnTo>
                    <a:pt x="797742" y="159917"/>
                  </a:lnTo>
                  <a:lnTo>
                    <a:pt x="870264" y="174455"/>
                  </a:lnTo>
                  <a:lnTo>
                    <a:pt x="942786" y="188992"/>
                  </a:lnTo>
                  <a:lnTo>
                    <a:pt x="1015308" y="203530"/>
                  </a:lnTo>
                  <a:lnTo>
                    <a:pt x="1087830" y="218068"/>
                  </a:lnTo>
                  <a:lnTo>
                    <a:pt x="1160353" y="232606"/>
                  </a:lnTo>
                  <a:lnTo>
                    <a:pt x="1232875" y="247144"/>
                  </a:lnTo>
                  <a:lnTo>
                    <a:pt x="1305397" y="261682"/>
                  </a:lnTo>
                  <a:lnTo>
                    <a:pt x="1377919" y="276220"/>
                  </a:lnTo>
                  <a:lnTo>
                    <a:pt x="1450441" y="290758"/>
                  </a:lnTo>
                  <a:lnTo>
                    <a:pt x="1522963" y="305296"/>
                  </a:lnTo>
                  <a:lnTo>
                    <a:pt x="1595485" y="319834"/>
                  </a:lnTo>
                  <a:lnTo>
                    <a:pt x="1668007" y="334372"/>
                  </a:lnTo>
                  <a:lnTo>
                    <a:pt x="1740529" y="348910"/>
                  </a:lnTo>
                  <a:lnTo>
                    <a:pt x="1813051" y="363447"/>
                  </a:lnTo>
                  <a:lnTo>
                    <a:pt x="1885573" y="377985"/>
                  </a:lnTo>
                  <a:lnTo>
                    <a:pt x="1958095" y="392523"/>
                  </a:lnTo>
                  <a:lnTo>
                    <a:pt x="2030617" y="407061"/>
                  </a:lnTo>
                  <a:lnTo>
                    <a:pt x="2103139" y="421599"/>
                  </a:lnTo>
                  <a:lnTo>
                    <a:pt x="2175661" y="436137"/>
                  </a:lnTo>
                  <a:lnTo>
                    <a:pt x="2248184" y="450675"/>
                  </a:lnTo>
                  <a:lnTo>
                    <a:pt x="2320706" y="465213"/>
                  </a:lnTo>
                  <a:lnTo>
                    <a:pt x="2393228" y="479751"/>
                  </a:lnTo>
                  <a:lnTo>
                    <a:pt x="2465750" y="494289"/>
                  </a:lnTo>
                  <a:lnTo>
                    <a:pt x="2538272" y="508827"/>
                  </a:lnTo>
                  <a:lnTo>
                    <a:pt x="2610794" y="523365"/>
                  </a:lnTo>
                  <a:lnTo>
                    <a:pt x="2683316" y="537902"/>
                  </a:lnTo>
                  <a:lnTo>
                    <a:pt x="2755838" y="552440"/>
                  </a:lnTo>
                  <a:lnTo>
                    <a:pt x="2828360" y="566978"/>
                  </a:lnTo>
                  <a:lnTo>
                    <a:pt x="2900882" y="581516"/>
                  </a:lnTo>
                  <a:lnTo>
                    <a:pt x="2973404" y="596054"/>
                  </a:lnTo>
                  <a:lnTo>
                    <a:pt x="3045926" y="610592"/>
                  </a:lnTo>
                  <a:lnTo>
                    <a:pt x="3118448" y="625130"/>
                  </a:lnTo>
                  <a:lnTo>
                    <a:pt x="3190970" y="639668"/>
                  </a:lnTo>
                  <a:lnTo>
                    <a:pt x="3263492" y="654206"/>
                  </a:lnTo>
                  <a:lnTo>
                    <a:pt x="3336014" y="668744"/>
                  </a:lnTo>
                  <a:lnTo>
                    <a:pt x="3408537" y="683282"/>
                  </a:lnTo>
                  <a:lnTo>
                    <a:pt x="3481059" y="697820"/>
                  </a:lnTo>
                  <a:lnTo>
                    <a:pt x="3553581" y="712357"/>
                  </a:lnTo>
                  <a:lnTo>
                    <a:pt x="3626103" y="726895"/>
                  </a:lnTo>
                  <a:lnTo>
                    <a:pt x="3698625" y="741433"/>
                  </a:lnTo>
                  <a:lnTo>
                    <a:pt x="3771147" y="755971"/>
                  </a:lnTo>
                  <a:lnTo>
                    <a:pt x="3843669" y="770509"/>
                  </a:lnTo>
                  <a:lnTo>
                    <a:pt x="3916191" y="785047"/>
                  </a:lnTo>
                  <a:lnTo>
                    <a:pt x="3988713" y="799585"/>
                  </a:lnTo>
                  <a:lnTo>
                    <a:pt x="4061235" y="814123"/>
                  </a:lnTo>
                  <a:lnTo>
                    <a:pt x="4133757" y="828661"/>
                  </a:lnTo>
                  <a:lnTo>
                    <a:pt x="4206279" y="843199"/>
                  </a:lnTo>
                  <a:lnTo>
                    <a:pt x="4278801" y="857737"/>
                  </a:lnTo>
                  <a:lnTo>
                    <a:pt x="4351323" y="872275"/>
                  </a:lnTo>
                  <a:lnTo>
                    <a:pt x="4423845" y="886812"/>
                  </a:lnTo>
                  <a:lnTo>
                    <a:pt x="4496368" y="901350"/>
                  </a:lnTo>
                  <a:lnTo>
                    <a:pt x="4568890" y="915888"/>
                  </a:lnTo>
                  <a:lnTo>
                    <a:pt x="4641412" y="930426"/>
                  </a:lnTo>
                  <a:lnTo>
                    <a:pt x="4713934" y="944964"/>
                  </a:lnTo>
                  <a:lnTo>
                    <a:pt x="4786456" y="959502"/>
                  </a:lnTo>
                  <a:lnTo>
                    <a:pt x="4858978" y="974040"/>
                  </a:lnTo>
                  <a:lnTo>
                    <a:pt x="4931500" y="988578"/>
                  </a:lnTo>
                  <a:lnTo>
                    <a:pt x="5004022" y="1003116"/>
                  </a:lnTo>
                  <a:lnTo>
                    <a:pt x="5076544" y="1017654"/>
                  </a:lnTo>
                  <a:lnTo>
                    <a:pt x="5149066" y="1032192"/>
                  </a:lnTo>
                  <a:lnTo>
                    <a:pt x="5221588" y="1046730"/>
                  </a:lnTo>
                  <a:lnTo>
                    <a:pt x="5294110" y="1061267"/>
                  </a:lnTo>
                  <a:lnTo>
                    <a:pt x="5366632" y="1075805"/>
                  </a:lnTo>
                  <a:lnTo>
                    <a:pt x="5439154" y="1090343"/>
                  </a:lnTo>
                  <a:lnTo>
                    <a:pt x="5511676" y="1104881"/>
                  </a:lnTo>
                  <a:lnTo>
                    <a:pt x="5584198" y="1119419"/>
                  </a:lnTo>
                  <a:lnTo>
                    <a:pt x="5656721" y="1133957"/>
                  </a:lnTo>
                  <a:lnTo>
                    <a:pt x="5729243" y="1148495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175609" y="37605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75609" y="37533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75609" y="38849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47177" y="37040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47177" y="397163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47177" y="34552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477471" y="46828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7471" y="44163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477471" y="4484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120937" y="44389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120937" y="45294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20937" y="41195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743098" y="41054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43098" y="42225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743098" y="41866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210445" y="41085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10445" y="41407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210445" y="458001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63621" y="53774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363621" y="46801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816665" y="4557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816665" y="41902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05880" y="3711067"/>
              <a:ext cx="3769487" cy="1006454"/>
            </a:xfrm>
            <a:custGeom>
              <a:avLst/>
              <a:pathLst>
                <a:path w="3769487" h="1006454">
                  <a:moveTo>
                    <a:pt x="0" y="0"/>
                  </a:moveTo>
                  <a:lnTo>
                    <a:pt x="47715" y="10353"/>
                  </a:lnTo>
                  <a:lnTo>
                    <a:pt x="95430" y="20675"/>
                  </a:lnTo>
                  <a:lnTo>
                    <a:pt x="143145" y="30965"/>
                  </a:lnTo>
                  <a:lnTo>
                    <a:pt x="190860" y="41221"/>
                  </a:lnTo>
                  <a:lnTo>
                    <a:pt x="238575" y="51442"/>
                  </a:lnTo>
                  <a:lnTo>
                    <a:pt x="286290" y="61625"/>
                  </a:lnTo>
                  <a:lnTo>
                    <a:pt x="334005" y="71768"/>
                  </a:lnTo>
                  <a:lnTo>
                    <a:pt x="381720" y="81870"/>
                  </a:lnTo>
                  <a:lnTo>
                    <a:pt x="429435" y="91929"/>
                  </a:lnTo>
                  <a:lnTo>
                    <a:pt x="477150" y="101941"/>
                  </a:lnTo>
                  <a:lnTo>
                    <a:pt x="524865" y="111906"/>
                  </a:lnTo>
                  <a:lnTo>
                    <a:pt x="572580" y="121819"/>
                  </a:lnTo>
                  <a:lnTo>
                    <a:pt x="620295" y="131679"/>
                  </a:lnTo>
                  <a:lnTo>
                    <a:pt x="668010" y="141482"/>
                  </a:lnTo>
                  <a:lnTo>
                    <a:pt x="715725" y="151226"/>
                  </a:lnTo>
                  <a:lnTo>
                    <a:pt x="763440" y="160906"/>
                  </a:lnTo>
                  <a:lnTo>
                    <a:pt x="811155" y="170521"/>
                  </a:lnTo>
                  <a:lnTo>
                    <a:pt x="858870" y="180065"/>
                  </a:lnTo>
                  <a:lnTo>
                    <a:pt x="906585" y="189535"/>
                  </a:lnTo>
                  <a:lnTo>
                    <a:pt x="954300" y="198927"/>
                  </a:lnTo>
                  <a:lnTo>
                    <a:pt x="1002015" y="208237"/>
                  </a:lnTo>
                  <a:lnTo>
                    <a:pt x="1049730" y="217459"/>
                  </a:lnTo>
                  <a:lnTo>
                    <a:pt x="1097445" y="226589"/>
                  </a:lnTo>
                  <a:lnTo>
                    <a:pt x="1145160" y="235622"/>
                  </a:lnTo>
                  <a:lnTo>
                    <a:pt x="1192875" y="244552"/>
                  </a:lnTo>
                  <a:lnTo>
                    <a:pt x="1240590" y="253373"/>
                  </a:lnTo>
                  <a:lnTo>
                    <a:pt x="1288305" y="262080"/>
                  </a:lnTo>
                  <a:lnTo>
                    <a:pt x="1336020" y="270667"/>
                  </a:lnTo>
                  <a:lnTo>
                    <a:pt x="1383736" y="279126"/>
                  </a:lnTo>
                  <a:lnTo>
                    <a:pt x="1431451" y="287451"/>
                  </a:lnTo>
                  <a:lnTo>
                    <a:pt x="1479166" y="295635"/>
                  </a:lnTo>
                  <a:lnTo>
                    <a:pt x="1526881" y="303670"/>
                  </a:lnTo>
                  <a:lnTo>
                    <a:pt x="1574596" y="311550"/>
                  </a:lnTo>
                  <a:lnTo>
                    <a:pt x="1622311" y="319267"/>
                  </a:lnTo>
                  <a:lnTo>
                    <a:pt x="1670026" y="326813"/>
                  </a:lnTo>
                  <a:lnTo>
                    <a:pt x="1717741" y="334180"/>
                  </a:lnTo>
                  <a:lnTo>
                    <a:pt x="1765456" y="341361"/>
                  </a:lnTo>
                  <a:lnTo>
                    <a:pt x="1813171" y="348348"/>
                  </a:lnTo>
                  <a:lnTo>
                    <a:pt x="1860886" y="355135"/>
                  </a:lnTo>
                  <a:lnTo>
                    <a:pt x="1908601" y="361713"/>
                  </a:lnTo>
                  <a:lnTo>
                    <a:pt x="1956316" y="368076"/>
                  </a:lnTo>
                  <a:lnTo>
                    <a:pt x="2004031" y="374218"/>
                  </a:lnTo>
                  <a:lnTo>
                    <a:pt x="2051746" y="380134"/>
                  </a:lnTo>
                  <a:lnTo>
                    <a:pt x="2099461" y="385817"/>
                  </a:lnTo>
                  <a:lnTo>
                    <a:pt x="2147176" y="391265"/>
                  </a:lnTo>
                  <a:lnTo>
                    <a:pt x="2194891" y="396472"/>
                  </a:lnTo>
                  <a:lnTo>
                    <a:pt x="2242606" y="401438"/>
                  </a:lnTo>
                  <a:lnTo>
                    <a:pt x="2290321" y="406160"/>
                  </a:lnTo>
                  <a:lnTo>
                    <a:pt x="2338036" y="410636"/>
                  </a:lnTo>
                  <a:lnTo>
                    <a:pt x="2385751" y="414869"/>
                  </a:lnTo>
                  <a:lnTo>
                    <a:pt x="2433466" y="418858"/>
                  </a:lnTo>
                  <a:lnTo>
                    <a:pt x="2481181" y="422607"/>
                  </a:lnTo>
                  <a:lnTo>
                    <a:pt x="2528896" y="426117"/>
                  </a:lnTo>
                  <a:lnTo>
                    <a:pt x="2576611" y="429393"/>
                  </a:lnTo>
                  <a:lnTo>
                    <a:pt x="2624326" y="432440"/>
                  </a:lnTo>
                  <a:lnTo>
                    <a:pt x="2672041" y="435263"/>
                  </a:lnTo>
                  <a:lnTo>
                    <a:pt x="2719757" y="437868"/>
                  </a:lnTo>
                  <a:lnTo>
                    <a:pt x="2767472" y="440262"/>
                  </a:lnTo>
                  <a:lnTo>
                    <a:pt x="2815187" y="442451"/>
                  </a:lnTo>
                  <a:lnTo>
                    <a:pt x="2862902" y="444442"/>
                  </a:lnTo>
                  <a:lnTo>
                    <a:pt x="2910617" y="446244"/>
                  </a:lnTo>
                  <a:lnTo>
                    <a:pt x="2958332" y="447863"/>
                  </a:lnTo>
                  <a:lnTo>
                    <a:pt x="3006047" y="449307"/>
                  </a:lnTo>
                  <a:lnTo>
                    <a:pt x="3053762" y="450585"/>
                  </a:lnTo>
                  <a:lnTo>
                    <a:pt x="3101477" y="451703"/>
                  </a:lnTo>
                  <a:lnTo>
                    <a:pt x="3149192" y="452669"/>
                  </a:lnTo>
                  <a:lnTo>
                    <a:pt x="3196907" y="453490"/>
                  </a:lnTo>
                  <a:lnTo>
                    <a:pt x="3244622" y="454174"/>
                  </a:lnTo>
                  <a:lnTo>
                    <a:pt x="3292337" y="454728"/>
                  </a:lnTo>
                  <a:lnTo>
                    <a:pt x="3340052" y="455157"/>
                  </a:lnTo>
                  <a:lnTo>
                    <a:pt x="3387767" y="455469"/>
                  </a:lnTo>
                  <a:lnTo>
                    <a:pt x="3435482" y="455669"/>
                  </a:lnTo>
                  <a:lnTo>
                    <a:pt x="3483197" y="455764"/>
                  </a:lnTo>
                  <a:lnTo>
                    <a:pt x="3530912" y="455759"/>
                  </a:lnTo>
                  <a:lnTo>
                    <a:pt x="3578627" y="455659"/>
                  </a:lnTo>
                  <a:lnTo>
                    <a:pt x="3626342" y="455470"/>
                  </a:lnTo>
                  <a:lnTo>
                    <a:pt x="3674057" y="455196"/>
                  </a:lnTo>
                  <a:lnTo>
                    <a:pt x="3721772" y="454841"/>
                  </a:lnTo>
                  <a:lnTo>
                    <a:pt x="3769487" y="454411"/>
                  </a:lnTo>
                  <a:lnTo>
                    <a:pt x="3769487" y="1006454"/>
                  </a:lnTo>
                  <a:lnTo>
                    <a:pt x="3721772" y="996946"/>
                  </a:lnTo>
                  <a:lnTo>
                    <a:pt x="3674057" y="987514"/>
                  </a:lnTo>
                  <a:lnTo>
                    <a:pt x="3626342" y="978163"/>
                  </a:lnTo>
                  <a:lnTo>
                    <a:pt x="3578627" y="968896"/>
                  </a:lnTo>
                  <a:lnTo>
                    <a:pt x="3530912" y="959719"/>
                  </a:lnTo>
                  <a:lnTo>
                    <a:pt x="3483197" y="950636"/>
                  </a:lnTo>
                  <a:lnTo>
                    <a:pt x="3435482" y="941653"/>
                  </a:lnTo>
                  <a:lnTo>
                    <a:pt x="3387767" y="932776"/>
                  </a:lnTo>
                  <a:lnTo>
                    <a:pt x="3340052" y="924011"/>
                  </a:lnTo>
                  <a:lnTo>
                    <a:pt x="3292337" y="915362"/>
                  </a:lnTo>
                  <a:lnTo>
                    <a:pt x="3244622" y="906838"/>
                  </a:lnTo>
                  <a:lnTo>
                    <a:pt x="3196907" y="898445"/>
                  </a:lnTo>
                  <a:lnTo>
                    <a:pt x="3149192" y="890189"/>
                  </a:lnTo>
                  <a:lnTo>
                    <a:pt x="3101477" y="882077"/>
                  </a:lnTo>
                  <a:lnTo>
                    <a:pt x="3053762" y="874118"/>
                  </a:lnTo>
                  <a:lnTo>
                    <a:pt x="3006047" y="866318"/>
                  </a:lnTo>
                  <a:lnTo>
                    <a:pt x="2958332" y="858685"/>
                  </a:lnTo>
                  <a:lnTo>
                    <a:pt x="2910617" y="851226"/>
                  </a:lnTo>
                  <a:lnTo>
                    <a:pt x="2862902" y="843950"/>
                  </a:lnTo>
                  <a:lnTo>
                    <a:pt x="2815187" y="836864"/>
                  </a:lnTo>
                  <a:lnTo>
                    <a:pt x="2767472" y="829975"/>
                  </a:lnTo>
                  <a:lnTo>
                    <a:pt x="2719757" y="823291"/>
                  </a:lnTo>
                  <a:lnTo>
                    <a:pt x="2672041" y="816819"/>
                  </a:lnTo>
                  <a:lnTo>
                    <a:pt x="2624326" y="810564"/>
                  </a:lnTo>
                  <a:lnTo>
                    <a:pt x="2576611" y="804534"/>
                  </a:lnTo>
                  <a:lnTo>
                    <a:pt x="2528896" y="798732"/>
                  </a:lnTo>
                  <a:lnTo>
                    <a:pt x="2481181" y="793165"/>
                  </a:lnTo>
                  <a:lnTo>
                    <a:pt x="2433466" y="787836"/>
                  </a:lnTo>
                  <a:lnTo>
                    <a:pt x="2385751" y="782748"/>
                  </a:lnTo>
                  <a:lnTo>
                    <a:pt x="2338036" y="777903"/>
                  </a:lnTo>
                  <a:lnTo>
                    <a:pt x="2290321" y="773302"/>
                  </a:lnTo>
                  <a:lnTo>
                    <a:pt x="2242606" y="768947"/>
                  </a:lnTo>
                  <a:lnTo>
                    <a:pt x="2194891" y="764835"/>
                  </a:lnTo>
                  <a:lnTo>
                    <a:pt x="2147176" y="760965"/>
                  </a:lnTo>
                  <a:lnTo>
                    <a:pt x="2099461" y="757335"/>
                  </a:lnTo>
                  <a:lnTo>
                    <a:pt x="2051746" y="753941"/>
                  </a:lnTo>
                  <a:lnTo>
                    <a:pt x="2004031" y="750779"/>
                  </a:lnTo>
                  <a:lnTo>
                    <a:pt x="1956316" y="747843"/>
                  </a:lnTo>
                  <a:lnTo>
                    <a:pt x="1908601" y="745129"/>
                  </a:lnTo>
                  <a:lnTo>
                    <a:pt x="1860886" y="742630"/>
                  </a:lnTo>
                  <a:lnTo>
                    <a:pt x="1813171" y="740338"/>
                  </a:lnTo>
                  <a:lnTo>
                    <a:pt x="1765456" y="738248"/>
                  </a:lnTo>
                  <a:lnTo>
                    <a:pt x="1717741" y="736352"/>
                  </a:lnTo>
                  <a:lnTo>
                    <a:pt x="1670026" y="734641"/>
                  </a:lnTo>
                  <a:lnTo>
                    <a:pt x="1622311" y="733110"/>
                  </a:lnTo>
                  <a:lnTo>
                    <a:pt x="1574596" y="731749"/>
                  </a:lnTo>
                  <a:lnTo>
                    <a:pt x="1526881" y="730551"/>
                  </a:lnTo>
                  <a:lnTo>
                    <a:pt x="1479166" y="729509"/>
                  </a:lnTo>
                  <a:lnTo>
                    <a:pt x="1431451" y="728616"/>
                  </a:lnTo>
                  <a:lnTo>
                    <a:pt x="1383736" y="727863"/>
                  </a:lnTo>
                  <a:lnTo>
                    <a:pt x="1336020" y="727245"/>
                  </a:lnTo>
                  <a:lnTo>
                    <a:pt x="1288305" y="726754"/>
                  </a:lnTo>
                  <a:lnTo>
                    <a:pt x="1240590" y="726383"/>
                  </a:lnTo>
                  <a:lnTo>
                    <a:pt x="1192875" y="726127"/>
                  </a:lnTo>
                  <a:lnTo>
                    <a:pt x="1145160" y="725980"/>
                  </a:lnTo>
                  <a:lnTo>
                    <a:pt x="1097445" y="725935"/>
                  </a:lnTo>
                  <a:lnTo>
                    <a:pt x="1049730" y="725988"/>
                  </a:lnTo>
                  <a:lnTo>
                    <a:pt x="1002015" y="726132"/>
                  </a:lnTo>
                  <a:lnTo>
                    <a:pt x="954300" y="726364"/>
                  </a:lnTo>
                  <a:lnTo>
                    <a:pt x="906585" y="726679"/>
                  </a:lnTo>
                  <a:lnTo>
                    <a:pt x="858870" y="727071"/>
                  </a:lnTo>
                  <a:lnTo>
                    <a:pt x="811155" y="727538"/>
                  </a:lnTo>
                  <a:lnTo>
                    <a:pt x="763440" y="728075"/>
                  </a:lnTo>
                  <a:lnTo>
                    <a:pt x="715725" y="728678"/>
                  </a:lnTo>
                  <a:lnTo>
                    <a:pt x="668010" y="729344"/>
                  </a:lnTo>
                  <a:lnTo>
                    <a:pt x="620295" y="730070"/>
                  </a:lnTo>
                  <a:lnTo>
                    <a:pt x="572580" y="730852"/>
                  </a:lnTo>
                  <a:lnTo>
                    <a:pt x="524865" y="731688"/>
                  </a:lnTo>
                  <a:lnTo>
                    <a:pt x="477150" y="732575"/>
                  </a:lnTo>
                  <a:lnTo>
                    <a:pt x="429435" y="733510"/>
                  </a:lnTo>
                  <a:lnTo>
                    <a:pt x="381720" y="734491"/>
                  </a:lnTo>
                  <a:lnTo>
                    <a:pt x="334005" y="735515"/>
                  </a:lnTo>
                  <a:lnTo>
                    <a:pt x="286290" y="736581"/>
                  </a:lnTo>
                  <a:lnTo>
                    <a:pt x="238575" y="737687"/>
                  </a:lnTo>
                  <a:lnTo>
                    <a:pt x="190860" y="738829"/>
                  </a:lnTo>
                  <a:lnTo>
                    <a:pt x="143145" y="740008"/>
                  </a:lnTo>
                  <a:lnTo>
                    <a:pt x="95430" y="741221"/>
                  </a:lnTo>
                  <a:lnTo>
                    <a:pt x="47715" y="742465"/>
                  </a:lnTo>
                  <a:lnTo>
                    <a:pt x="0" y="743741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105880" y="3711067"/>
              <a:ext cx="3769487" cy="455764"/>
            </a:xfrm>
            <a:custGeom>
              <a:avLst/>
              <a:pathLst>
                <a:path w="3769487" h="455764">
                  <a:moveTo>
                    <a:pt x="0" y="0"/>
                  </a:moveTo>
                  <a:lnTo>
                    <a:pt x="47715" y="10353"/>
                  </a:lnTo>
                  <a:lnTo>
                    <a:pt x="95430" y="20675"/>
                  </a:lnTo>
                  <a:lnTo>
                    <a:pt x="143145" y="30965"/>
                  </a:lnTo>
                  <a:lnTo>
                    <a:pt x="190860" y="41221"/>
                  </a:lnTo>
                  <a:lnTo>
                    <a:pt x="238575" y="51442"/>
                  </a:lnTo>
                  <a:lnTo>
                    <a:pt x="286290" y="61625"/>
                  </a:lnTo>
                  <a:lnTo>
                    <a:pt x="334005" y="71768"/>
                  </a:lnTo>
                  <a:lnTo>
                    <a:pt x="381720" y="81870"/>
                  </a:lnTo>
                  <a:lnTo>
                    <a:pt x="429435" y="91929"/>
                  </a:lnTo>
                  <a:lnTo>
                    <a:pt x="477150" y="101941"/>
                  </a:lnTo>
                  <a:lnTo>
                    <a:pt x="524865" y="111906"/>
                  </a:lnTo>
                  <a:lnTo>
                    <a:pt x="572580" y="121819"/>
                  </a:lnTo>
                  <a:lnTo>
                    <a:pt x="620295" y="131679"/>
                  </a:lnTo>
                  <a:lnTo>
                    <a:pt x="668010" y="141482"/>
                  </a:lnTo>
                  <a:lnTo>
                    <a:pt x="715725" y="151226"/>
                  </a:lnTo>
                  <a:lnTo>
                    <a:pt x="763440" y="160906"/>
                  </a:lnTo>
                  <a:lnTo>
                    <a:pt x="811155" y="170521"/>
                  </a:lnTo>
                  <a:lnTo>
                    <a:pt x="858870" y="180065"/>
                  </a:lnTo>
                  <a:lnTo>
                    <a:pt x="906585" y="189535"/>
                  </a:lnTo>
                  <a:lnTo>
                    <a:pt x="954300" y="198927"/>
                  </a:lnTo>
                  <a:lnTo>
                    <a:pt x="1002015" y="208237"/>
                  </a:lnTo>
                  <a:lnTo>
                    <a:pt x="1049730" y="217459"/>
                  </a:lnTo>
                  <a:lnTo>
                    <a:pt x="1097445" y="226589"/>
                  </a:lnTo>
                  <a:lnTo>
                    <a:pt x="1145160" y="235622"/>
                  </a:lnTo>
                  <a:lnTo>
                    <a:pt x="1192875" y="244552"/>
                  </a:lnTo>
                  <a:lnTo>
                    <a:pt x="1240590" y="253373"/>
                  </a:lnTo>
                  <a:lnTo>
                    <a:pt x="1288305" y="262080"/>
                  </a:lnTo>
                  <a:lnTo>
                    <a:pt x="1336020" y="270667"/>
                  </a:lnTo>
                  <a:lnTo>
                    <a:pt x="1383736" y="279126"/>
                  </a:lnTo>
                  <a:lnTo>
                    <a:pt x="1431451" y="287451"/>
                  </a:lnTo>
                  <a:lnTo>
                    <a:pt x="1479166" y="295635"/>
                  </a:lnTo>
                  <a:lnTo>
                    <a:pt x="1526881" y="303670"/>
                  </a:lnTo>
                  <a:lnTo>
                    <a:pt x="1574596" y="311550"/>
                  </a:lnTo>
                  <a:lnTo>
                    <a:pt x="1622311" y="319267"/>
                  </a:lnTo>
                  <a:lnTo>
                    <a:pt x="1670026" y="326813"/>
                  </a:lnTo>
                  <a:lnTo>
                    <a:pt x="1717741" y="334180"/>
                  </a:lnTo>
                  <a:lnTo>
                    <a:pt x="1765456" y="341361"/>
                  </a:lnTo>
                  <a:lnTo>
                    <a:pt x="1813171" y="348348"/>
                  </a:lnTo>
                  <a:lnTo>
                    <a:pt x="1860886" y="355135"/>
                  </a:lnTo>
                  <a:lnTo>
                    <a:pt x="1908601" y="361713"/>
                  </a:lnTo>
                  <a:lnTo>
                    <a:pt x="1956316" y="368076"/>
                  </a:lnTo>
                  <a:lnTo>
                    <a:pt x="2004031" y="374218"/>
                  </a:lnTo>
                  <a:lnTo>
                    <a:pt x="2051746" y="380134"/>
                  </a:lnTo>
                  <a:lnTo>
                    <a:pt x="2099461" y="385817"/>
                  </a:lnTo>
                  <a:lnTo>
                    <a:pt x="2147176" y="391265"/>
                  </a:lnTo>
                  <a:lnTo>
                    <a:pt x="2194891" y="396472"/>
                  </a:lnTo>
                  <a:lnTo>
                    <a:pt x="2242606" y="401438"/>
                  </a:lnTo>
                  <a:lnTo>
                    <a:pt x="2290321" y="406160"/>
                  </a:lnTo>
                  <a:lnTo>
                    <a:pt x="2338036" y="410636"/>
                  </a:lnTo>
                  <a:lnTo>
                    <a:pt x="2385751" y="414869"/>
                  </a:lnTo>
                  <a:lnTo>
                    <a:pt x="2433466" y="418858"/>
                  </a:lnTo>
                  <a:lnTo>
                    <a:pt x="2481181" y="422607"/>
                  </a:lnTo>
                  <a:lnTo>
                    <a:pt x="2528896" y="426117"/>
                  </a:lnTo>
                  <a:lnTo>
                    <a:pt x="2576611" y="429393"/>
                  </a:lnTo>
                  <a:lnTo>
                    <a:pt x="2624326" y="432440"/>
                  </a:lnTo>
                  <a:lnTo>
                    <a:pt x="2672041" y="435263"/>
                  </a:lnTo>
                  <a:lnTo>
                    <a:pt x="2719757" y="437868"/>
                  </a:lnTo>
                  <a:lnTo>
                    <a:pt x="2767472" y="440262"/>
                  </a:lnTo>
                  <a:lnTo>
                    <a:pt x="2815187" y="442451"/>
                  </a:lnTo>
                  <a:lnTo>
                    <a:pt x="2862902" y="444442"/>
                  </a:lnTo>
                  <a:lnTo>
                    <a:pt x="2910617" y="446244"/>
                  </a:lnTo>
                  <a:lnTo>
                    <a:pt x="2958332" y="447863"/>
                  </a:lnTo>
                  <a:lnTo>
                    <a:pt x="3006047" y="449307"/>
                  </a:lnTo>
                  <a:lnTo>
                    <a:pt x="3053762" y="450585"/>
                  </a:lnTo>
                  <a:lnTo>
                    <a:pt x="3101477" y="451703"/>
                  </a:lnTo>
                  <a:lnTo>
                    <a:pt x="3149192" y="452669"/>
                  </a:lnTo>
                  <a:lnTo>
                    <a:pt x="3196907" y="453490"/>
                  </a:lnTo>
                  <a:lnTo>
                    <a:pt x="3244622" y="454174"/>
                  </a:lnTo>
                  <a:lnTo>
                    <a:pt x="3292337" y="454728"/>
                  </a:lnTo>
                  <a:lnTo>
                    <a:pt x="3340052" y="455157"/>
                  </a:lnTo>
                  <a:lnTo>
                    <a:pt x="3387767" y="455469"/>
                  </a:lnTo>
                  <a:lnTo>
                    <a:pt x="3435482" y="455669"/>
                  </a:lnTo>
                  <a:lnTo>
                    <a:pt x="3483197" y="455764"/>
                  </a:lnTo>
                  <a:lnTo>
                    <a:pt x="3530912" y="455759"/>
                  </a:lnTo>
                  <a:lnTo>
                    <a:pt x="3578627" y="455659"/>
                  </a:lnTo>
                  <a:lnTo>
                    <a:pt x="3626342" y="455470"/>
                  </a:lnTo>
                  <a:lnTo>
                    <a:pt x="3674057" y="455196"/>
                  </a:lnTo>
                  <a:lnTo>
                    <a:pt x="3721772" y="454841"/>
                  </a:lnTo>
                  <a:lnTo>
                    <a:pt x="3769487" y="454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105880" y="4437002"/>
              <a:ext cx="3769487" cy="280519"/>
            </a:xfrm>
            <a:custGeom>
              <a:avLst/>
              <a:pathLst>
                <a:path w="3769487" h="280519">
                  <a:moveTo>
                    <a:pt x="3769487" y="280519"/>
                  </a:moveTo>
                  <a:lnTo>
                    <a:pt x="3721772" y="271011"/>
                  </a:lnTo>
                  <a:lnTo>
                    <a:pt x="3674057" y="261579"/>
                  </a:lnTo>
                  <a:lnTo>
                    <a:pt x="3626342" y="252227"/>
                  </a:lnTo>
                  <a:lnTo>
                    <a:pt x="3578627" y="242960"/>
                  </a:lnTo>
                  <a:lnTo>
                    <a:pt x="3530912" y="233783"/>
                  </a:lnTo>
                  <a:lnTo>
                    <a:pt x="3483197" y="224701"/>
                  </a:lnTo>
                  <a:lnTo>
                    <a:pt x="3435482" y="215718"/>
                  </a:lnTo>
                  <a:lnTo>
                    <a:pt x="3387767" y="206841"/>
                  </a:lnTo>
                  <a:lnTo>
                    <a:pt x="3340052" y="198075"/>
                  </a:lnTo>
                  <a:lnTo>
                    <a:pt x="3292337" y="189427"/>
                  </a:lnTo>
                  <a:lnTo>
                    <a:pt x="3244622" y="180903"/>
                  </a:lnTo>
                  <a:lnTo>
                    <a:pt x="3196907" y="172509"/>
                  </a:lnTo>
                  <a:lnTo>
                    <a:pt x="3149192" y="164253"/>
                  </a:lnTo>
                  <a:lnTo>
                    <a:pt x="3101477" y="156142"/>
                  </a:lnTo>
                  <a:lnTo>
                    <a:pt x="3053762" y="148182"/>
                  </a:lnTo>
                  <a:lnTo>
                    <a:pt x="3006047" y="140382"/>
                  </a:lnTo>
                  <a:lnTo>
                    <a:pt x="2958332" y="132749"/>
                  </a:lnTo>
                  <a:lnTo>
                    <a:pt x="2910617" y="125291"/>
                  </a:lnTo>
                  <a:lnTo>
                    <a:pt x="2862902" y="118015"/>
                  </a:lnTo>
                  <a:lnTo>
                    <a:pt x="2815187" y="110929"/>
                  </a:lnTo>
                  <a:lnTo>
                    <a:pt x="2767472" y="104040"/>
                  </a:lnTo>
                  <a:lnTo>
                    <a:pt x="2719757" y="97356"/>
                  </a:lnTo>
                  <a:lnTo>
                    <a:pt x="2672041" y="90883"/>
                  </a:lnTo>
                  <a:lnTo>
                    <a:pt x="2624326" y="84629"/>
                  </a:lnTo>
                  <a:lnTo>
                    <a:pt x="2576611" y="78598"/>
                  </a:lnTo>
                  <a:lnTo>
                    <a:pt x="2528896" y="72797"/>
                  </a:lnTo>
                  <a:lnTo>
                    <a:pt x="2481181" y="67230"/>
                  </a:lnTo>
                  <a:lnTo>
                    <a:pt x="2433466" y="61901"/>
                  </a:lnTo>
                  <a:lnTo>
                    <a:pt x="2385751" y="56813"/>
                  </a:lnTo>
                  <a:lnTo>
                    <a:pt x="2338036" y="51968"/>
                  </a:lnTo>
                  <a:lnTo>
                    <a:pt x="2290321" y="47367"/>
                  </a:lnTo>
                  <a:lnTo>
                    <a:pt x="2242606" y="43011"/>
                  </a:lnTo>
                  <a:lnTo>
                    <a:pt x="2194891" y="38899"/>
                  </a:lnTo>
                  <a:lnTo>
                    <a:pt x="2147176" y="35029"/>
                  </a:lnTo>
                  <a:lnTo>
                    <a:pt x="2099461" y="31399"/>
                  </a:lnTo>
                  <a:lnTo>
                    <a:pt x="2051746" y="28005"/>
                  </a:lnTo>
                  <a:lnTo>
                    <a:pt x="2004031" y="24843"/>
                  </a:lnTo>
                  <a:lnTo>
                    <a:pt x="1956316" y="21908"/>
                  </a:lnTo>
                  <a:lnTo>
                    <a:pt x="1908601" y="19194"/>
                  </a:lnTo>
                  <a:lnTo>
                    <a:pt x="1860886" y="16694"/>
                  </a:lnTo>
                  <a:lnTo>
                    <a:pt x="1813171" y="14403"/>
                  </a:lnTo>
                  <a:lnTo>
                    <a:pt x="1765456" y="12313"/>
                  </a:lnTo>
                  <a:lnTo>
                    <a:pt x="1717741" y="10416"/>
                  </a:lnTo>
                  <a:lnTo>
                    <a:pt x="1670026" y="8706"/>
                  </a:lnTo>
                  <a:lnTo>
                    <a:pt x="1622311" y="7174"/>
                  </a:lnTo>
                  <a:lnTo>
                    <a:pt x="1574596" y="5813"/>
                  </a:lnTo>
                  <a:lnTo>
                    <a:pt x="1526881" y="4616"/>
                  </a:lnTo>
                  <a:lnTo>
                    <a:pt x="1479166" y="3574"/>
                  </a:lnTo>
                  <a:lnTo>
                    <a:pt x="1431451" y="2680"/>
                  </a:lnTo>
                  <a:lnTo>
                    <a:pt x="1383736" y="1928"/>
                  </a:lnTo>
                  <a:lnTo>
                    <a:pt x="1336020" y="1309"/>
                  </a:lnTo>
                  <a:lnTo>
                    <a:pt x="1288305" y="818"/>
                  </a:lnTo>
                  <a:lnTo>
                    <a:pt x="1240590" y="448"/>
                  </a:lnTo>
                  <a:lnTo>
                    <a:pt x="1192875" y="192"/>
                  </a:lnTo>
                  <a:lnTo>
                    <a:pt x="1145160" y="44"/>
                  </a:lnTo>
                  <a:lnTo>
                    <a:pt x="1097445" y="0"/>
                  </a:lnTo>
                  <a:lnTo>
                    <a:pt x="1049730" y="52"/>
                  </a:lnTo>
                  <a:lnTo>
                    <a:pt x="1002015" y="197"/>
                  </a:lnTo>
                  <a:lnTo>
                    <a:pt x="954300" y="429"/>
                  </a:lnTo>
                  <a:lnTo>
                    <a:pt x="906585" y="743"/>
                  </a:lnTo>
                  <a:lnTo>
                    <a:pt x="858870" y="1136"/>
                  </a:lnTo>
                  <a:lnTo>
                    <a:pt x="811155" y="1602"/>
                  </a:lnTo>
                  <a:lnTo>
                    <a:pt x="763440" y="2139"/>
                  </a:lnTo>
                  <a:lnTo>
                    <a:pt x="715725" y="2742"/>
                  </a:lnTo>
                  <a:lnTo>
                    <a:pt x="668010" y="3408"/>
                  </a:lnTo>
                  <a:lnTo>
                    <a:pt x="620295" y="4134"/>
                  </a:lnTo>
                  <a:lnTo>
                    <a:pt x="572580" y="4916"/>
                  </a:lnTo>
                  <a:lnTo>
                    <a:pt x="524865" y="5752"/>
                  </a:lnTo>
                  <a:lnTo>
                    <a:pt x="477150" y="6639"/>
                  </a:lnTo>
                  <a:lnTo>
                    <a:pt x="429435" y="7574"/>
                  </a:lnTo>
                  <a:lnTo>
                    <a:pt x="381720" y="8555"/>
                  </a:lnTo>
                  <a:lnTo>
                    <a:pt x="334005" y="9580"/>
                  </a:lnTo>
                  <a:lnTo>
                    <a:pt x="286290" y="10646"/>
                  </a:lnTo>
                  <a:lnTo>
                    <a:pt x="238575" y="11751"/>
                  </a:lnTo>
                  <a:lnTo>
                    <a:pt x="190860" y="12894"/>
                  </a:lnTo>
                  <a:lnTo>
                    <a:pt x="143145" y="14073"/>
                  </a:lnTo>
                  <a:lnTo>
                    <a:pt x="95430" y="15285"/>
                  </a:lnTo>
                  <a:lnTo>
                    <a:pt x="47715" y="16530"/>
                  </a:lnTo>
                  <a:lnTo>
                    <a:pt x="0" y="17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05880" y="4082938"/>
              <a:ext cx="3769487" cy="358562"/>
            </a:xfrm>
            <a:custGeom>
              <a:avLst/>
              <a:pathLst>
                <a:path w="3769487" h="358562">
                  <a:moveTo>
                    <a:pt x="0" y="0"/>
                  </a:moveTo>
                  <a:lnTo>
                    <a:pt x="47715" y="4538"/>
                  </a:lnTo>
                  <a:lnTo>
                    <a:pt x="95430" y="9077"/>
                  </a:lnTo>
                  <a:lnTo>
                    <a:pt x="143145" y="13616"/>
                  </a:lnTo>
                  <a:lnTo>
                    <a:pt x="190860" y="18155"/>
                  </a:lnTo>
                  <a:lnTo>
                    <a:pt x="238575" y="22693"/>
                  </a:lnTo>
                  <a:lnTo>
                    <a:pt x="286290" y="27232"/>
                  </a:lnTo>
                  <a:lnTo>
                    <a:pt x="334005" y="31771"/>
                  </a:lnTo>
                  <a:lnTo>
                    <a:pt x="381720" y="36310"/>
                  </a:lnTo>
                  <a:lnTo>
                    <a:pt x="429435" y="40848"/>
                  </a:lnTo>
                  <a:lnTo>
                    <a:pt x="477150" y="45387"/>
                  </a:lnTo>
                  <a:lnTo>
                    <a:pt x="524865" y="49926"/>
                  </a:lnTo>
                  <a:lnTo>
                    <a:pt x="572580" y="54465"/>
                  </a:lnTo>
                  <a:lnTo>
                    <a:pt x="620295" y="59003"/>
                  </a:lnTo>
                  <a:lnTo>
                    <a:pt x="668010" y="63542"/>
                  </a:lnTo>
                  <a:lnTo>
                    <a:pt x="715725" y="68081"/>
                  </a:lnTo>
                  <a:lnTo>
                    <a:pt x="763440" y="72620"/>
                  </a:lnTo>
                  <a:lnTo>
                    <a:pt x="811155" y="77158"/>
                  </a:lnTo>
                  <a:lnTo>
                    <a:pt x="858870" y="81697"/>
                  </a:lnTo>
                  <a:lnTo>
                    <a:pt x="906585" y="86236"/>
                  </a:lnTo>
                  <a:lnTo>
                    <a:pt x="954300" y="90775"/>
                  </a:lnTo>
                  <a:lnTo>
                    <a:pt x="1002015" y="95314"/>
                  </a:lnTo>
                  <a:lnTo>
                    <a:pt x="1049730" y="99852"/>
                  </a:lnTo>
                  <a:lnTo>
                    <a:pt x="1097445" y="104391"/>
                  </a:lnTo>
                  <a:lnTo>
                    <a:pt x="1145160" y="108930"/>
                  </a:lnTo>
                  <a:lnTo>
                    <a:pt x="1192875" y="113469"/>
                  </a:lnTo>
                  <a:lnTo>
                    <a:pt x="1240590" y="118007"/>
                  </a:lnTo>
                  <a:lnTo>
                    <a:pt x="1288305" y="122546"/>
                  </a:lnTo>
                  <a:lnTo>
                    <a:pt x="1336020" y="127085"/>
                  </a:lnTo>
                  <a:lnTo>
                    <a:pt x="1383736" y="131624"/>
                  </a:lnTo>
                  <a:lnTo>
                    <a:pt x="1431451" y="136162"/>
                  </a:lnTo>
                  <a:lnTo>
                    <a:pt x="1479166" y="140701"/>
                  </a:lnTo>
                  <a:lnTo>
                    <a:pt x="1526881" y="145240"/>
                  </a:lnTo>
                  <a:lnTo>
                    <a:pt x="1574596" y="149779"/>
                  </a:lnTo>
                  <a:lnTo>
                    <a:pt x="1622311" y="154317"/>
                  </a:lnTo>
                  <a:lnTo>
                    <a:pt x="1670026" y="158856"/>
                  </a:lnTo>
                  <a:lnTo>
                    <a:pt x="1717741" y="163395"/>
                  </a:lnTo>
                  <a:lnTo>
                    <a:pt x="1765456" y="167934"/>
                  </a:lnTo>
                  <a:lnTo>
                    <a:pt x="1813171" y="172472"/>
                  </a:lnTo>
                  <a:lnTo>
                    <a:pt x="1860886" y="177011"/>
                  </a:lnTo>
                  <a:lnTo>
                    <a:pt x="1908601" y="181550"/>
                  </a:lnTo>
                  <a:lnTo>
                    <a:pt x="1956316" y="186089"/>
                  </a:lnTo>
                  <a:lnTo>
                    <a:pt x="2004031" y="190628"/>
                  </a:lnTo>
                  <a:lnTo>
                    <a:pt x="2051746" y="195166"/>
                  </a:lnTo>
                  <a:lnTo>
                    <a:pt x="2099461" y="199705"/>
                  </a:lnTo>
                  <a:lnTo>
                    <a:pt x="2147176" y="204244"/>
                  </a:lnTo>
                  <a:lnTo>
                    <a:pt x="2194891" y="208783"/>
                  </a:lnTo>
                  <a:lnTo>
                    <a:pt x="2242606" y="213321"/>
                  </a:lnTo>
                  <a:lnTo>
                    <a:pt x="2290321" y="217860"/>
                  </a:lnTo>
                  <a:lnTo>
                    <a:pt x="2338036" y="222399"/>
                  </a:lnTo>
                  <a:lnTo>
                    <a:pt x="2385751" y="226938"/>
                  </a:lnTo>
                  <a:lnTo>
                    <a:pt x="2433466" y="231476"/>
                  </a:lnTo>
                  <a:lnTo>
                    <a:pt x="2481181" y="236015"/>
                  </a:lnTo>
                  <a:lnTo>
                    <a:pt x="2528896" y="240554"/>
                  </a:lnTo>
                  <a:lnTo>
                    <a:pt x="2576611" y="245093"/>
                  </a:lnTo>
                  <a:lnTo>
                    <a:pt x="2624326" y="249631"/>
                  </a:lnTo>
                  <a:lnTo>
                    <a:pt x="2672041" y="254170"/>
                  </a:lnTo>
                  <a:lnTo>
                    <a:pt x="2719757" y="258709"/>
                  </a:lnTo>
                  <a:lnTo>
                    <a:pt x="2767472" y="263248"/>
                  </a:lnTo>
                  <a:lnTo>
                    <a:pt x="2815187" y="267786"/>
                  </a:lnTo>
                  <a:lnTo>
                    <a:pt x="2862902" y="272325"/>
                  </a:lnTo>
                  <a:lnTo>
                    <a:pt x="2910617" y="276864"/>
                  </a:lnTo>
                  <a:lnTo>
                    <a:pt x="2958332" y="281403"/>
                  </a:lnTo>
                  <a:lnTo>
                    <a:pt x="3006047" y="285942"/>
                  </a:lnTo>
                  <a:lnTo>
                    <a:pt x="3053762" y="290480"/>
                  </a:lnTo>
                  <a:lnTo>
                    <a:pt x="3101477" y="295019"/>
                  </a:lnTo>
                  <a:lnTo>
                    <a:pt x="3149192" y="299558"/>
                  </a:lnTo>
                  <a:lnTo>
                    <a:pt x="3196907" y="304097"/>
                  </a:lnTo>
                  <a:lnTo>
                    <a:pt x="3244622" y="308635"/>
                  </a:lnTo>
                  <a:lnTo>
                    <a:pt x="3292337" y="313174"/>
                  </a:lnTo>
                  <a:lnTo>
                    <a:pt x="3340052" y="317713"/>
                  </a:lnTo>
                  <a:lnTo>
                    <a:pt x="3387767" y="322252"/>
                  </a:lnTo>
                  <a:lnTo>
                    <a:pt x="3435482" y="326790"/>
                  </a:lnTo>
                  <a:lnTo>
                    <a:pt x="3483197" y="331329"/>
                  </a:lnTo>
                  <a:lnTo>
                    <a:pt x="3530912" y="335868"/>
                  </a:lnTo>
                  <a:lnTo>
                    <a:pt x="3578627" y="340407"/>
                  </a:lnTo>
                  <a:lnTo>
                    <a:pt x="3626342" y="344945"/>
                  </a:lnTo>
                  <a:lnTo>
                    <a:pt x="3674057" y="349484"/>
                  </a:lnTo>
                  <a:lnTo>
                    <a:pt x="3721772" y="354023"/>
                  </a:lnTo>
                  <a:lnTo>
                    <a:pt x="3769487" y="358562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395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088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782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475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796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489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182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19875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19297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50666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82034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13403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216188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4755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78925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10294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355267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69789"/>
              <a:ext cx="32309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Environmental Distance vs Final Length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9989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979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3101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685932" y="23878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685932" y="33596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685932" y="28898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31007" y="25025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31007" y="22553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31007" y="25317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71608" y="25566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71608" y="23298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71608" y="22606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5793868" y="29862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793868" y="23583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793868" y="26684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391492" y="25475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391492" y="37535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391492" y="32234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02243" y="34316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02243" y="36483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02243" y="37232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7265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3269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914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76629"/>
              <a:ext cx="5679782" cy="1408755"/>
            </a:xfrm>
            <a:custGeom>
              <a:avLst/>
              <a:pathLst>
                <a:path w="5679782" h="1408755">
                  <a:moveTo>
                    <a:pt x="0" y="0"/>
                  </a:moveTo>
                  <a:lnTo>
                    <a:pt x="71895" y="14648"/>
                  </a:lnTo>
                  <a:lnTo>
                    <a:pt x="143791" y="29244"/>
                  </a:lnTo>
                  <a:lnTo>
                    <a:pt x="215687" y="43786"/>
                  </a:lnTo>
                  <a:lnTo>
                    <a:pt x="287583" y="58270"/>
                  </a:lnTo>
                  <a:lnTo>
                    <a:pt x="359479" y="72694"/>
                  </a:lnTo>
                  <a:lnTo>
                    <a:pt x="431375" y="87052"/>
                  </a:lnTo>
                  <a:lnTo>
                    <a:pt x="503271" y="101343"/>
                  </a:lnTo>
                  <a:lnTo>
                    <a:pt x="575167" y="115562"/>
                  </a:lnTo>
                  <a:lnTo>
                    <a:pt x="647063" y="129704"/>
                  </a:lnTo>
                  <a:lnTo>
                    <a:pt x="718959" y="143765"/>
                  </a:lnTo>
                  <a:lnTo>
                    <a:pt x="790855" y="157741"/>
                  </a:lnTo>
                  <a:lnTo>
                    <a:pt x="862751" y="171625"/>
                  </a:lnTo>
                  <a:lnTo>
                    <a:pt x="934647" y="185414"/>
                  </a:lnTo>
                  <a:lnTo>
                    <a:pt x="1006543" y="199099"/>
                  </a:lnTo>
                  <a:lnTo>
                    <a:pt x="1078439" y="212676"/>
                  </a:lnTo>
                  <a:lnTo>
                    <a:pt x="1150335" y="226137"/>
                  </a:lnTo>
                  <a:lnTo>
                    <a:pt x="1222231" y="239476"/>
                  </a:lnTo>
                  <a:lnTo>
                    <a:pt x="1294127" y="252683"/>
                  </a:lnTo>
                  <a:lnTo>
                    <a:pt x="1366023" y="265751"/>
                  </a:lnTo>
                  <a:lnTo>
                    <a:pt x="1437919" y="278672"/>
                  </a:lnTo>
                  <a:lnTo>
                    <a:pt x="1509815" y="291435"/>
                  </a:lnTo>
                  <a:lnTo>
                    <a:pt x="1581711" y="304030"/>
                  </a:lnTo>
                  <a:lnTo>
                    <a:pt x="1653607" y="316447"/>
                  </a:lnTo>
                  <a:lnTo>
                    <a:pt x="1725503" y="328675"/>
                  </a:lnTo>
                  <a:lnTo>
                    <a:pt x="1797399" y="340701"/>
                  </a:lnTo>
                  <a:lnTo>
                    <a:pt x="1869295" y="352513"/>
                  </a:lnTo>
                  <a:lnTo>
                    <a:pt x="1941191" y="364098"/>
                  </a:lnTo>
                  <a:lnTo>
                    <a:pt x="2013087" y="375441"/>
                  </a:lnTo>
                  <a:lnTo>
                    <a:pt x="2084983" y="386530"/>
                  </a:lnTo>
                  <a:lnTo>
                    <a:pt x="2156879" y="397349"/>
                  </a:lnTo>
                  <a:lnTo>
                    <a:pt x="2228775" y="407882"/>
                  </a:lnTo>
                  <a:lnTo>
                    <a:pt x="2300671" y="418115"/>
                  </a:lnTo>
                  <a:lnTo>
                    <a:pt x="2372567" y="428032"/>
                  </a:lnTo>
                  <a:lnTo>
                    <a:pt x="2444463" y="437617"/>
                  </a:lnTo>
                  <a:lnTo>
                    <a:pt x="2516359" y="446855"/>
                  </a:lnTo>
                  <a:lnTo>
                    <a:pt x="2588255" y="455732"/>
                  </a:lnTo>
                  <a:lnTo>
                    <a:pt x="2660151" y="464232"/>
                  </a:lnTo>
                  <a:lnTo>
                    <a:pt x="2732047" y="472344"/>
                  </a:lnTo>
                  <a:lnTo>
                    <a:pt x="2803943" y="480054"/>
                  </a:lnTo>
                  <a:lnTo>
                    <a:pt x="2875839" y="487352"/>
                  </a:lnTo>
                  <a:lnTo>
                    <a:pt x="2947735" y="494229"/>
                  </a:lnTo>
                  <a:lnTo>
                    <a:pt x="3019631" y="500677"/>
                  </a:lnTo>
                  <a:lnTo>
                    <a:pt x="3091527" y="506692"/>
                  </a:lnTo>
                  <a:lnTo>
                    <a:pt x="3163423" y="512269"/>
                  </a:lnTo>
                  <a:lnTo>
                    <a:pt x="3235319" y="517409"/>
                  </a:lnTo>
                  <a:lnTo>
                    <a:pt x="3307215" y="522112"/>
                  </a:lnTo>
                  <a:lnTo>
                    <a:pt x="3379111" y="526381"/>
                  </a:lnTo>
                  <a:lnTo>
                    <a:pt x="3451007" y="530223"/>
                  </a:lnTo>
                  <a:lnTo>
                    <a:pt x="3522902" y="533645"/>
                  </a:lnTo>
                  <a:lnTo>
                    <a:pt x="3594798" y="536656"/>
                  </a:lnTo>
                  <a:lnTo>
                    <a:pt x="3666694" y="539267"/>
                  </a:lnTo>
                  <a:lnTo>
                    <a:pt x="3738590" y="541491"/>
                  </a:lnTo>
                  <a:lnTo>
                    <a:pt x="3810486" y="543342"/>
                  </a:lnTo>
                  <a:lnTo>
                    <a:pt x="3882382" y="544832"/>
                  </a:lnTo>
                  <a:lnTo>
                    <a:pt x="3954278" y="545978"/>
                  </a:lnTo>
                  <a:lnTo>
                    <a:pt x="4026174" y="546794"/>
                  </a:lnTo>
                  <a:lnTo>
                    <a:pt x="4098070" y="547296"/>
                  </a:lnTo>
                  <a:lnTo>
                    <a:pt x="4169966" y="547501"/>
                  </a:lnTo>
                  <a:lnTo>
                    <a:pt x="4241862" y="547422"/>
                  </a:lnTo>
                  <a:lnTo>
                    <a:pt x="4313758" y="547075"/>
                  </a:lnTo>
                  <a:lnTo>
                    <a:pt x="4385654" y="546475"/>
                  </a:lnTo>
                  <a:lnTo>
                    <a:pt x="4457550" y="545635"/>
                  </a:lnTo>
                  <a:lnTo>
                    <a:pt x="4529446" y="544571"/>
                  </a:lnTo>
                  <a:lnTo>
                    <a:pt x="4601342" y="543294"/>
                  </a:lnTo>
                  <a:lnTo>
                    <a:pt x="4673238" y="541818"/>
                  </a:lnTo>
                  <a:lnTo>
                    <a:pt x="4745134" y="540153"/>
                  </a:lnTo>
                  <a:lnTo>
                    <a:pt x="4817030" y="538312"/>
                  </a:lnTo>
                  <a:lnTo>
                    <a:pt x="4888926" y="536305"/>
                  </a:lnTo>
                  <a:lnTo>
                    <a:pt x="4960822" y="534142"/>
                  </a:lnTo>
                  <a:lnTo>
                    <a:pt x="5032718" y="531832"/>
                  </a:lnTo>
                  <a:lnTo>
                    <a:pt x="5104614" y="529384"/>
                  </a:lnTo>
                  <a:lnTo>
                    <a:pt x="5176510" y="526806"/>
                  </a:lnTo>
                  <a:lnTo>
                    <a:pt x="5248406" y="524107"/>
                  </a:lnTo>
                  <a:lnTo>
                    <a:pt x="5320302" y="521293"/>
                  </a:lnTo>
                  <a:lnTo>
                    <a:pt x="5392198" y="518371"/>
                  </a:lnTo>
                  <a:lnTo>
                    <a:pt x="5464094" y="515347"/>
                  </a:lnTo>
                  <a:lnTo>
                    <a:pt x="5535990" y="512228"/>
                  </a:lnTo>
                  <a:lnTo>
                    <a:pt x="5607886" y="509018"/>
                  </a:lnTo>
                  <a:lnTo>
                    <a:pt x="5679782" y="505724"/>
                  </a:lnTo>
                  <a:lnTo>
                    <a:pt x="5679782" y="1408755"/>
                  </a:lnTo>
                  <a:lnTo>
                    <a:pt x="5607886" y="1394683"/>
                  </a:lnTo>
                  <a:lnTo>
                    <a:pt x="5535990" y="1380695"/>
                  </a:lnTo>
                  <a:lnTo>
                    <a:pt x="5464094" y="1366797"/>
                  </a:lnTo>
                  <a:lnTo>
                    <a:pt x="5392198" y="1352995"/>
                  </a:lnTo>
                  <a:lnTo>
                    <a:pt x="5320302" y="1339294"/>
                  </a:lnTo>
                  <a:lnTo>
                    <a:pt x="5248406" y="1325702"/>
                  </a:lnTo>
                  <a:lnTo>
                    <a:pt x="5176510" y="1312224"/>
                  </a:lnTo>
                  <a:lnTo>
                    <a:pt x="5104614" y="1298868"/>
                  </a:lnTo>
                  <a:lnTo>
                    <a:pt x="5032718" y="1285642"/>
                  </a:lnTo>
                  <a:lnTo>
                    <a:pt x="4960822" y="1272553"/>
                  </a:lnTo>
                  <a:lnTo>
                    <a:pt x="4888926" y="1259611"/>
                  </a:lnTo>
                  <a:lnTo>
                    <a:pt x="4817030" y="1246826"/>
                  </a:lnTo>
                  <a:lnTo>
                    <a:pt x="4745134" y="1234206"/>
                  </a:lnTo>
                  <a:lnTo>
                    <a:pt x="4673238" y="1221764"/>
                  </a:lnTo>
                  <a:lnTo>
                    <a:pt x="4601342" y="1209509"/>
                  </a:lnTo>
                  <a:lnTo>
                    <a:pt x="4529446" y="1197453"/>
                  </a:lnTo>
                  <a:lnTo>
                    <a:pt x="4457550" y="1185610"/>
                  </a:lnTo>
                  <a:lnTo>
                    <a:pt x="4385654" y="1173993"/>
                  </a:lnTo>
                  <a:lnTo>
                    <a:pt x="4313758" y="1162614"/>
                  </a:lnTo>
                  <a:lnTo>
                    <a:pt x="4241862" y="1151489"/>
                  </a:lnTo>
                  <a:lnTo>
                    <a:pt x="4169966" y="1140632"/>
                  </a:lnTo>
                  <a:lnTo>
                    <a:pt x="4098070" y="1130057"/>
                  </a:lnTo>
                  <a:lnTo>
                    <a:pt x="4026174" y="1119781"/>
                  </a:lnTo>
                  <a:lnTo>
                    <a:pt x="3954278" y="1109819"/>
                  </a:lnTo>
                  <a:lnTo>
                    <a:pt x="3882382" y="1100186"/>
                  </a:lnTo>
                  <a:lnTo>
                    <a:pt x="3810486" y="1090898"/>
                  </a:lnTo>
                  <a:lnTo>
                    <a:pt x="3738590" y="1081970"/>
                  </a:lnTo>
                  <a:lnTo>
                    <a:pt x="3666694" y="1073416"/>
                  </a:lnTo>
                  <a:lnTo>
                    <a:pt x="3594798" y="1065249"/>
                  </a:lnTo>
                  <a:lnTo>
                    <a:pt x="3522902" y="1057481"/>
                  </a:lnTo>
                  <a:lnTo>
                    <a:pt x="3451007" y="1050125"/>
                  </a:lnTo>
                  <a:lnTo>
                    <a:pt x="3379111" y="1043188"/>
                  </a:lnTo>
                  <a:lnTo>
                    <a:pt x="3307215" y="1036679"/>
                  </a:lnTo>
                  <a:lnTo>
                    <a:pt x="3235319" y="1030604"/>
                  </a:lnTo>
                  <a:lnTo>
                    <a:pt x="3163423" y="1024965"/>
                  </a:lnTo>
                  <a:lnTo>
                    <a:pt x="3091527" y="1019764"/>
                  </a:lnTo>
                  <a:lnTo>
                    <a:pt x="3019631" y="1015000"/>
                  </a:lnTo>
                  <a:lnTo>
                    <a:pt x="2947735" y="1010670"/>
                  </a:lnTo>
                  <a:lnTo>
                    <a:pt x="2875839" y="1006768"/>
                  </a:lnTo>
                  <a:lnTo>
                    <a:pt x="2803943" y="1003288"/>
                  </a:lnTo>
                  <a:lnTo>
                    <a:pt x="2732047" y="1000219"/>
                  </a:lnTo>
                  <a:lnTo>
                    <a:pt x="2660151" y="997553"/>
                  </a:lnTo>
                  <a:lnTo>
                    <a:pt x="2588255" y="995275"/>
                  </a:lnTo>
                  <a:lnTo>
                    <a:pt x="2516359" y="993373"/>
                  </a:lnTo>
                  <a:lnTo>
                    <a:pt x="2444463" y="991833"/>
                  </a:lnTo>
                  <a:lnTo>
                    <a:pt x="2372567" y="990640"/>
                  </a:lnTo>
                  <a:lnTo>
                    <a:pt x="2300671" y="989778"/>
                  </a:lnTo>
                  <a:lnTo>
                    <a:pt x="2228775" y="989232"/>
                  </a:lnTo>
                  <a:lnTo>
                    <a:pt x="2156879" y="988987"/>
                  </a:lnTo>
                  <a:lnTo>
                    <a:pt x="2084983" y="989027"/>
                  </a:lnTo>
                  <a:lnTo>
                    <a:pt x="2013087" y="989338"/>
                  </a:lnTo>
                  <a:lnTo>
                    <a:pt x="1941191" y="989903"/>
                  </a:lnTo>
                  <a:lnTo>
                    <a:pt x="1869295" y="990709"/>
                  </a:lnTo>
                  <a:lnTo>
                    <a:pt x="1797399" y="991743"/>
                  </a:lnTo>
                  <a:lnTo>
                    <a:pt x="1725503" y="992991"/>
                  </a:lnTo>
                  <a:lnTo>
                    <a:pt x="1653607" y="994440"/>
                  </a:lnTo>
                  <a:lnTo>
                    <a:pt x="1581711" y="996078"/>
                  </a:lnTo>
                  <a:lnTo>
                    <a:pt x="1509815" y="997895"/>
                  </a:lnTo>
                  <a:lnTo>
                    <a:pt x="1437919" y="999880"/>
                  </a:lnTo>
                  <a:lnTo>
                    <a:pt x="1366023" y="1002022"/>
                  </a:lnTo>
                  <a:lnTo>
                    <a:pt x="1294127" y="1004312"/>
                  </a:lnTo>
                  <a:lnTo>
                    <a:pt x="1222231" y="1006741"/>
                  </a:lnTo>
                  <a:lnTo>
                    <a:pt x="1150335" y="1009300"/>
                  </a:lnTo>
                  <a:lnTo>
                    <a:pt x="1078439" y="1011983"/>
                  </a:lnTo>
                  <a:lnTo>
                    <a:pt x="1006543" y="1014782"/>
                  </a:lnTo>
                  <a:lnTo>
                    <a:pt x="934647" y="1017689"/>
                  </a:lnTo>
                  <a:lnTo>
                    <a:pt x="862751" y="1020699"/>
                  </a:lnTo>
                  <a:lnTo>
                    <a:pt x="790855" y="1023805"/>
                  </a:lnTo>
                  <a:lnTo>
                    <a:pt x="718959" y="1027002"/>
                  </a:lnTo>
                  <a:lnTo>
                    <a:pt x="647063" y="1030285"/>
                  </a:lnTo>
                  <a:lnTo>
                    <a:pt x="575167" y="1033649"/>
                  </a:lnTo>
                  <a:lnTo>
                    <a:pt x="503271" y="1037089"/>
                  </a:lnTo>
                  <a:lnTo>
                    <a:pt x="431375" y="1040601"/>
                  </a:lnTo>
                  <a:lnTo>
                    <a:pt x="359479" y="1044181"/>
                  </a:lnTo>
                  <a:lnTo>
                    <a:pt x="287583" y="1047826"/>
                  </a:lnTo>
                  <a:lnTo>
                    <a:pt x="215687" y="1051532"/>
                  </a:lnTo>
                  <a:lnTo>
                    <a:pt x="143791" y="1055295"/>
                  </a:lnTo>
                  <a:lnTo>
                    <a:pt x="71895" y="1059113"/>
                  </a:lnTo>
                  <a:lnTo>
                    <a:pt x="0" y="1062983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76629"/>
              <a:ext cx="5679782" cy="547501"/>
            </a:xfrm>
            <a:custGeom>
              <a:avLst/>
              <a:pathLst>
                <a:path w="5679782" h="547501">
                  <a:moveTo>
                    <a:pt x="0" y="0"/>
                  </a:moveTo>
                  <a:lnTo>
                    <a:pt x="71895" y="14648"/>
                  </a:lnTo>
                  <a:lnTo>
                    <a:pt x="143791" y="29244"/>
                  </a:lnTo>
                  <a:lnTo>
                    <a:pt x="215687" y="43786"/>
                  </a:lnTo>
                  <a:lnTo>
                    <a:pt x="287583" y="58270"/>
                  </a:lnTo>
                  <a:lnTo>
                    <a:pt x="359479" y="72694"/>
                  </a:lnTo>
                  <a:lnTo>
                    <a:pt x="431375" y="87052"/>
                  </a:lnTo>
                  <a:lnTo>
                    <a:pt x="503271" y="101343"/>
                  </a:lnTo>
                  <a:lnTo>
                    <a:pt x="575167" y="115562"/>
                  </a:lnTo>
                  <a:lnTo>
                    <a:pt x="647063" y="129704"/>
                  </a:lnTo>
                  <a:lnTo>
                    <a:pt x="718959" y="143765"/>
                  </a:lnTo>
                  <a:lnTo>
                    <a:pt x="790855" y="157741"/>
                  </a:lnTo>
                  <a:lnTo>
                    <a:pt x="862751" y="171625"/>
                  </a:lnTo>
                  <a:lnTo>
                    <a:pt x="934647" y="185414"/>
                  </a:lnTo>
                  <a:lnTo>
                    <a:pt x="1006543" y="199099"/>
                  </a:lnTo>
                  <a:lnTo>
                    <a:pt x="1078439" y="212676"/>
                  </a:lnTo>
                  <a:lnTo>
                    <a:pt x="1150335" y="226137"/>
                  </a:lnTo>
                  <a:lnTo>
                    <a:pt x="1222231" y="239476"/>
                  </a:lnTo>
                  <a:lnTo>
                    <a:pt x="1294127" y="252683"/>
                  </a:lnTo>
                  <a:lnTo>
                    <a:pt x="1366023" y="265751"/>
                  </a:lnTo>
                  <a:lnTo>
                    <a:pt x="1437919" y="278672"/>
                  </a:lnTo>
                  <a:lnTo>
                    <a:pt x="1509815" y="291435"/>
                  </a:lnTo>
                  <a:lnTo>
                    <a:pt x="1581711" y="304030"/>
                  </a:lnTo>
                  <a:lnTo>
                    <a:pt x="1653607" y="316447"/>
                  </a:lnTo>
                  <a:lnTo>
                    <a:pt x="1725503" y="328675"/>
                  </a:lnTo>
                  <a:lnTo>
                    <a:pt x="1797399" y="340701"/>
                  </a:lnTo>
                  <a:lnTo>
                    <a:pt x="1869295" y="352513"/>
                  </a:lnTo>
                  <a:lnTo>
                    <a:pt x="1941191" y="364098"/>
                  </a:lnTo>
                  <a:lnTo>
                    <a:pt x="2013087" y="375441"/>
                  </a:lnTo>
                  <a:lnTo>
                    <a:pt x="2084983" y="386530"/>
                  </a:lnTo>
                  <a:lnTo>
                    <a:pt x="2156879" y="397349"/>
                  </a:lnTo>
                  <a:lnTo>
                    <a:pt x="2228775" y="407882"/>
                  </a:lnTo>
                  <a:lnTo>
                    <a:pt x="2300671" y="418115"/>
                  </a:lnTo>
                  <a:lnTo>
                    <a:pt x="2372567" y="428032"/>
                  </a:lnTo>
                  <a:lnTo>
                    <a:pt x="2444463" y="437617"/>
                  </a:lnTo>
                  <a:lnTo>
                    <a:pt x="2516359" y="446855"/>
                  </a:lnTo>
                  <a:lnTo>
                    <a:pt x="2588255" y="455732"/>
                  </a:lnTo>
                  <a:lnTo>
                    <a:pt x="2660151" y="464232"/>
                  </a:lnTo>
                  <a:lnTo>
                    <a:pt x="2732047" y="472344"/>
                  </a:lnTo>
                  <a:lnTo>
                    <a:pt x="2803943" y="480054"/>
                  </a:lnTo>
                  <a:lnTo>
                    <a:pt x="2875839" y="487352"/>
                  </a:lnTo>
                  <a:lnTo>
                    <a:pt x="2947735" y="494229"/>
                  </a:lnTo>
                  <a:lnTo>
                    <a:pt x="3019631" y="500677"/>
                  </a:lnTo>
                  <a:lnTo>
                    <a:pt x="3091527" y="506692"/>
                  </a:lnTo>
                  <a:lnTo>
                    <a:pt x="3163423" y="512269"/>
                  </a:lnTo>
                  <a:lnTo>
                    <a:pt x="3235319" y="517409"/>
                  </a:lnTo>
                  <a:lnTo>
                    <a:pt x="3307215" y="522112"/>
                  </a:lnTo>
                  <a:lnTo>
                    <a:pt x="3379111" y="526381"/>
                  </a:lnTo>
                  <a:lnTo>
                    <a:pt x="3451007" y="530223"/>
                  </a:lnTo>
                  <a:lnTo>
                    <a:pt x="3522902" y="533645"/>
                  </a:lnTo>
                  <a:lnTo>
                    <a:pt x="3594798" y="536656"/>
                  </a:lnTo>
                  <a:lnTo>
                    <a:pt x="3666694" y="539267"/>
                  </a:lnTo>
                  <a:lnTo>
                    <a:pt x="3738590" y="541491"/>
                  </a:lnTo>
                  <a:lnTo>
                    <a:pt x="3810486" y="543342"/>
                  </a:lnTo>
                  <a:lnTo>
                    <a:pt x="3882382" y="544832"/>
                  </a:lnTo>
                  <a:lnTo>
                    <a:pt x="3954278" y="545978"/>
                  </a:lnTo>
                  <a:lnTo>
                    <a:pt x="4026174" y="546794"/>
                  </a:lnTo>
                  <a:lnTo>
                    <a:pt x="4098070" y="547296"/>
                  </a:lnTo>
                  <a:lnTo>
                    <a:pt x="4169966" y="547501"/>
                  </a:lnTo>
                  <a:lnTo>
                    <a:pt x="4241862" y="547422"/>
                  </a:lnTo>
                  <a:lnTo>
                    <a:pt x="4313758" y="547075"/>
                  </a:lnTo>
                  <a:lnTo>
                    <a:pt x="4385654" y="546475"/>
                  </a:lnTo>
                  <a:lnTo>
                    <a:pt x="4457550" y="545635"/>
                  </a:lnTo>
                  <a:lnTo>
                    <a:pt x="4529446" y="544571"/>
                  </a:lnTo>
                  <a:lnTo>
                    <a:pt x="4601342" y="543294"/>
                  </a:lnTo>
                  <a:lnTo>
                    <a:pt x="4673238" y="541818"/>
                  </a:lnTo>
                  <a:lnTo>
                    <a:pt x="4745134" y="540153"/>
                  </a:lnTo>
                  <a:lnTo>
                    <a:pt x="4817030" y="538312"/>
                  </a:lnTo>
                  <a:lnTo>
                    <a:pt x="4888926" y="536305"/>
                  </a:lnTo>
                  <a:lnTo>
                    <a:pt x="4960822" y="534142"/>
                  </a:lnTo>
                  <a:lnTo>
                    <a:pt x="5032718" y="531832"/>
                  </a:lnTo>
                  <a:lnTo>
                    <a:pt x="5104614" y="529384"/>
                  </a:lnTo>
                  <a:lnTo>
                    <a:pt x="5176510" y="526806"/>
                  </a:lnTo>
                  <a:lnTo>
                    <a:pt x="5248406" y="524107"/>
                  </a:lnTo>
                  <a:lnTo>
                    <a:pt x="5320302" y="521293"/>
                  </a:lnTo>
                  <a:lnTo>
                    <a:pt x="5392198" y="518371"/>
                  </a:lnTo>
                  <a:lnTo>
                    <a:pt x="5464094" y="515347"/>
                  </a:lnTo>
                  <a:lnTo>
                    <a:pt x="5535990" y="512228"/>
                  </a:lnTo>
                  <a:lnTo>
                    <a:pt x="5607886" y="509018"/>
                  </a:lnTo>
                  <a:lnTo>
                    <a:pt x="5679782" y="505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3165617"/>
              <a:ext cx="5679782" cy="419768"/>
            </a:xfrm>
            <a:custGeom>
              <a:avLst/>
              <a:pathLst>
                <a:path w="5679782" h="419768">
                  <a:moveTo>
                    <a:pt x="5679782" y="419768"/>
                  </a:moveTo>
                  <a:lnTo>
                    <a:pt x="5607886" y="405695"/>
                  </a:lnTo>
                  <a:lnTo>
                    <a:pt x="5535990" y="391707"/>
                  </a:lnTo>
                  <a:lnTo>
                    <a:pt x="5464094" y="377809"/>
                  </a:lnTo>
                  <a:lnTo>
                    <a:pt x="5392198" y="364007"/>
                  </a:lnTo>
                  <a:lnTo>
                    <a:pt x="5320302" y="350306"/>
                  </a:lnTo>
                  <a:lnTo>
                    <a:pt x="5248406" y="336714"/>
                  </a:lnTo>
                  <a:lnTo>
                    <a:pt x="5176510" y="323236"/>
                  </a:lnTo>
                  <a:lnTo>
                    <a:pt x="5104614" y="309880"/>
                  </a:lnTo>
                  <a:lnTo>
                    <a:pt x="5032718" y="296654"/>
                  </a:lnTo>
                  <a:lnTo>
                    <a:pt x="4960822" y="283565"/>
                  </a:lnTo>
                  <a:lnTo>
                    <a:pt x="4888926" y="270624"/>
                  </a:lnTo>
                  <a:lnTo>
                    <a:pt x="4817030" y="257838"/>
                  </a:lnTo>
                  <a:lnTo>
                    <a:pt x="4745134" y="245219"/>
                  </a:lnTo>
                  <a:lnTo>
                    <a:pt x="4673238" y="232776"/>
                  </a:lnTo>
                  <a:lnTo>
                    <a:pt x="4601342" y="220521"/>
                  </a:lnTo>
                  <a:lnTo>
                    <a:pt x="4529446" y="208466"/>
                  </a:lnTo>
                  <a:lnTo>
                    <a:pt x="4457550" y="196623"/>
                  </a:lnTo>
                  <a:lnTo>
                    <a:pt x="4385654" y="185005"/>
                  </a:lnTo>
                  <a:lnTo>
                    <a:pt x="4313758" y="173627"/>
                  </a:lnTo>
                  <a:lnTo>
                    <a:pt x="4241862" y="162501"/>
                  </a:lnTo>
                  <a:lnTo>
                    <a:pt x="4169966" y="151644"/>
                  </a:lnTo>
                  <a:lnTo>
                    <a:pt x="4098070" y="141069"/>
                  </a:lnTo>
                  <a:lnTo>
                    <a:pt x="4026174" y="130793"/>
                  </a:lnTo>
                  <a:lnTo>
                    <a:pt x="3954278" y="120831"/>
                  </a:lnTo>
                  <a:lnTo>
                    <a:pt x="3882382" y="111199"/>
                  </a:lnTo>
                  <a:lnTo>
                    <a:pt x="3810486" y="101911"/>
                  </a:lnTo>
                  <a:lnTo>
                    <a:pt x="3738590" y="92982"/>
                  </a:lnTo>
                  <a:lnTo>
                    <a:pt x="3666694" y="84428"/>
                  </a:lnTo>
                  <a:lnTo>
                    <a:pt x="3594798" y="76261"/>
                  </a:lnTo>
                  <a:lnTo>
                    <a:pt x="3522902" y="68494"/>
                  </a:lnTo>
                  <a:lnTo>
                    <a:pt x="3451007" y="61137"/>
                  </a:lnTo>
                  <a:lnTo>
                    <a:pt x="3379111" y="54200"/>
                  </a:lnTo>
                  <a:lnTo>
                    <a:pt x="3307215" y="47692"/>
                  </a:lnTo>
                  <a:lnTo>
                    <a:pt x="3235319" y="41616"/>
                  </a:lnTo>
                  <a:lnTo>
                    <a:pt x="3163423" y="35977"/>
                  </a:lnTo>
                  <a:lnTo>
                    <a:pt x="3091527" y="30776"/>
                  </a:lnTo>
                  <a:lnTo>
                    <a:pt x="3019631" y="26012"/>
                  </a:lnTo>
                  <a:lnTo>
                    <a:pt x="2947735" y="21682"/>
                  </a:lnTo>
                  <a:lnTo>
                    <a:pt x="2875839" y="17780"/>
                  </a:lnTo>
                  <a:lnTo>
                    <a:pt x="2803943" y="14300"/>
                  </a:lnTo>
                  <a:lnTo>
                    <a:pt x="2732047" y="11232"/>
                  </a:lnTo>
                  <a:lnTo>
                    <a:pt x="2660151" y="8565"/>
                  </a:lnTo>
                  <a:lnTo>
                    <a:pt x="2588255" y="6287"/>
                  </a:lnTo>
                  <a:lnTo>
                    <a:pt x="2516359" y="4385"/>
                  </a:lnTo>
                  <a:lnTo>
                    <a:pt x="2444463" y="2845"/>
                  </a:lnTo>
                  <a:lnTo>
                    <a:pt x="2372567" y="1652"/>
                  </a:lnTo>
                  <a:lnTo>
                    <a:pt x="2300671" y="790"/>
                  </a:lnTo>
                  <a:lnTo>
                    <a:pt x="2228775" y="245"/>
                  </a:lnTo>
                  <a:lnTo>
                    <a:pt x="2156879" y="0"/>
                  </a:lnTo>
                  <a:lnTo>
                    <a:pt x="2084983" y="40"/>
                  </a:lnTo>
                  <a:lnTo>
                    <a:pt x="2013087" y="350"/>
                  </a:lnTo>
                  <a:lnTo>
                    <a:pt x="1941191" y="915"/>
                  </a:lnTo>
                  <a:lnTo>
                    <a:pt x="1869295" y="1722"/>
                  </a:lnTo>
                  <a:lnTo>
                    <a:pt x="1797399" y="2755"/>
                  </a:lnTo>
                  <a:lnTo>
                    <a:pt x="1725503" y="4003"/>
                  </a:lnTo>
                  <a:lnTo>
                    <a:pt x="1653607" y="5452"/>
                  </a:lnTo>
                  <a:lnTo>
                    <a:pt x="1581711" y="7091"/>
                  </a:lnTo>
                  <a:lnTo>
                    <a:pt x="1509815" y="8908"/>
                  </a:lnTo>
                  <a:lnTo>
                    <a:pt x="1437919" y="10892"/>
                  </a:lnTo>
                  <a:lnTo>
                    <a:pt x="1366023" y="13034"/>
                  </a:lnTo>
                  <a:lnTo>
                    <a:pt x="1294127" y="15324"/>
                  </a:lnTo>
                  <a:lnTo>
                    <a:pt x="1222231" y="17753"/>
                  </a:lnTo>
                  <a:lnTo>
                    <a:pt x="1150335" y="20313"/>
                  </a:lnTo>
                  <a:lnTo>
                    <a:pt x="1078439" y="22995"/>
                  </a:lnTo>
                  <a:lnTo>
                    <a:pt x="1006543" y="25794"/>
                  </a:lnTo>
                  <a:lnTo>
                    <a:pt x="934647" y="28701"/>
                  </a:lnTo>
                  <a:lnTo>
                    <a:pt x="862751" y="31711"/>
                  </a:lnTo>
                  <a:lnTo>
                    <a:pt x="790855" y="34817"/>
                  </a:lnTo>
                  <a:lnTo>
                    <a:pt x="718959" y="38014"/>
                  </a:lnTo>
                  <a:lnTo>
                    <a:pt x="647063" y="41297"/>
                  </a:lnTo>
                  <a:lnTo>
                    <a:pt x="575167" y="44661"/>
                  </a:lnTo>
                  <a:lnTo>
                    <a:pt x="503271" y="48101"/>
                  </a:lnTo>
                  <a:lnTo>
                    <a:pt x="431375" y="51613"/>
                  </a:lnTo>
                  <a:lnTo>
                    <a:pt x="359479" y="55193"/>
                  </a:lnTo>
                  <a:lnTo>
                    <a:pt x="287583" y="58838"/>
                  </a:lnTo>
                  <a:lnTo>
                    <a:pt x="215687" y="62544"/>
                  </a:lnTo>
                  <a:lnTo>
                    <a:pt x="143791" y="66307"/>
                  </a:lnTo>
                  <a:lnTo>
                    <a:pt x="71895" y="70125"/>
                  </a:lnTo>
                  <a:lnTo>
                    <a:pt x="0" y="7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708121"/>
              <a:ext cx="5679782" cy="425748"/>
            </a:xfrm>
            <a:custGeom>
              <a:avLst/>
              <a:pathLst>
                <a:path w="5679782" h="425748">
                  <a:moveTo>
                    <a:pt x="0" y="0"/>
                  </a:moveTo>
                  <a:lnTo>
                    <a:pt x="71895" y="5389"/>
                  </a:lnTo>
                  <a:lnTo>
                    <a:pt x="143791" y="10778"/>
                  </a:lnTo>
                  <a:lnTo>
                    <a:pt x="215687" y="16167"/>
                  </a:lnTo>
                  <a:lnTo>
                    <a:pt x="287583" y="21556"/>
                  </a:lnTo>
                  <a:lnTo>
                    <a:pt x="359479" y="26946"/>
                  </a:lnTo>
                  <a:lnTo>
                    <a:pt x="431375" y="32335"/>
                  </a:lnTo>
                  <a:lnTo>
                    <a:pt x="503271" y="37724"/>
                  </a:lnTo>
                  <a:lnTo>
                    <a:pt x="575167" y="43113"/>
                  </a:lnTo>
                  <a:lnTo>
                    <a:pt x="647063" y="48502"/>
                  </a:lnTo>
                  <a:lnTo>
                    <a:pt x="718959" y="53892"/>
                  </a:lnTo>
                  <a:lnTo>
                    <a:pt x="790855" y="59281"/>
                  </a:lnTo>
                  <a:lnTo>
                    <a:pt x="862751" y="64670"/>
                  </a:lnTo>
                  <a:lnTo>
                    <a:pt x="934647" y="70059"/>
                  </a:lnTo>
                  <a:lnTo>
                    <a:pt x="1006543" y="75449"/>
                  </a:lnTo>
                  <a:lnTo>
                    <a:pt x="1078439" y="80838"/>
                  </a:lnTo>
                  <a:lnTo>
                    <a:pt x="1150335" y="86227"/>
                  </a:lnTo>
                  <a:lnTo>
                    <a:pt x="1222231" y="91616"/>
                  </a:lnTo>
                  <a:lnTo>
                    <a:pt x="1294127" y="97005"/>
                  </a:lnTo>
                  <a:lnTo>
                    <a:pt x="1366023" y="102395"/>
                  </a:lnTo>
                  <a:lnTo>
                    <a:pt x="1437919" y="107784"/>
                  </a:lnTo>
                  <a:lnTo>
                    <a:pt x="1509815" y="113173"/>
                  </a:lnTo>
                  <a:lnTo>
                    <a:pt x="1581711" y="118562"/>
                  </a:lnTo>
                  <a:lnTo>
                    <a:pt x="1653607" y="123952"/>
                  </a:lnTo>
                  <a:lnTo>
                    <a:pt x="1725503" y="129341"/>
                  </a:lnTo>
                  <a:lnTo>
                    <a:pt x="1797399" y="134730"/>
                  </a:lnTo>
                  <a:lnTo>
                    <a:pt x="1869295" y="140119"/>
                  </a:lnTo>
                  <a:lnTo>
                    <a:pt x="1941191" y="145508"/>
                  </a:lnTo>
                  <a:lnTo>
                    <a:pt x="2013087" y="150898"/>
                  </a:lnTo>
                  <a:lnTo>
                    <a:pt x="2084983" y="156287"/>
                  </a:lnTo>
                  <a:lnTo>
                    <a:pt x="2156879" y="161676"/>
                  </a:lnTo>
                  <a:lnTo>
                    <a:pt x="2228775" y="167065"/>
                  </a:lnTo>
                  <a:lnTo>
                    <a:pt x="2300671" y="172454"/>
                  </a:lnTo>
                  <a:lnTo>
                    <a:pt x="2372567" y="177844"/>
                  </a:lnTo>
                  <a:lnTo>
                    <a:pt x="2444463" y="183233"/>
                  </a:lnTo>
                  <a:lnTo>
                    <a:pt x="2516359" y="188622"/>
                  </a:lnTo>
                  <a:lnTo>
                    <a:pt x="2588255" y="194011"/>
                  </a:lnTo>
                  <a:lnTo>
                    <a:pt x="2660151" y="199401"/>
                  </a:lnTo>
                  <a:lnTo>
                    <a:pt x="2732047" y="204790"/>
                  </a:lnTo>
                  <a:lnTo>
                    <a:pt x="2803943" y="210179"/>
                  </a:lnTo>
                  <a:lnTo>
                    <a:pt x="2875839" y="215568"/>
                  </a:lnTo>
                  <a:lnTo>
                    <a:pt x="2947735" y="220957"/>
                  </a:lnTo>
                  <a:lnTo>
                    <a:pt x="3019631" y="226347"/>
                  </a:lnTo>
                  <a:lnTo>
                    <a:pt x="3091527" y="231736"/>
                  </a:lnTo>
                  <a:lnTo>
                    <a:pt x="3163423" y="237125"/>
                  </a:lnTo>
                  <a:lnTo>
                    <a:pt x="3235319" y="242514"/>
                  </a:lnTo>
                  <a:lnTo>
                    <a:pt x="3307215" y="247904"/>
                  </a:lnTo>
                  <a:lnTo>
                    <a:pt x="3379111" y="253293"/>
                  </a:lnTo>
                  <a:lnTo>
                    <a:pt x="3451007" y="258682"/>
                  </a:lnTo>
                  <a:lnTo>
                    <a:pt x="3522902" y="264071"/>
                  </a:lnTo>
                  <a:lnTo>
                    <a:pt x="3594798" y="269460"/>
                  </a:lnTo>
                  <a:lnTo>
                    <a:pt x="3666694" y="274850"/>
                  </a:lnTo>
                  <a:lnTo>
                    <a:pt x="3738590" y="280239"/>
                  </a:lnTo>
                  <a:lnTo>
                    <a:pt x="3810486" y="285628"/>
                  </a:lnTo>
                  <a:lnTo>
                    <a:pt x="3882382" y="291017"/>
                  </a:lnTo>
                  <a:lnTo>
                    <a:pt x="3954278" y="296407"/>
                  </a:lnTo>
                  <a:lnTo>
                    <a:pt x="4026174" y="301796"/>
                  </a:lnTo>
                  <a:lnTo>
                    <a:pt x="4098070" y="307185"/>
                  </a:lnTo>
                  <a:lnTo>
                    <a:pt x="4169966" y="312574"/>
                  </a:lnTo>
                  <a:lnTo>
                    <a:pt x="4241862" y="317963"/>
                  </a:lnTo>
                  <a:lnTo>
                    <a:pt x="4313758" y="323353"/>
                  </a:lnTo>
                  <a:lnTo>
                    <a:pt x="4385654" y="328742"/>
                  </a:lnTo>
                  <a:lnTo>
                    <a:pt x="4457550" y="334131"/>
                  </a:lnTo>
                  <a:lnTo>
                    <a:pt x="4529446" y="339520"/>
                  </a:lnTo>
                  <a:lnTo>
                    <a:pt x="4601342" y="344909"/>
                  </a:lnTo>
                  <a:lnTo>
                    <a:pt x="4673238" y="350299"/>
                  </a:lnTo>
                  <a:lnTo>
                    <a:pt x="4745134" y="355688"/>
                  </a:lnTo>
                  <a:lnTo>
                    <a:pt x="4817030" y="361077"/>
                  </a:lnTo>
                  <a:lnTo>
                    <a:pt x="4888926" y="366466"/>
                  </a:lnTo>
                  <a:lnTo>
                    <a:pt x="4960822" y="371856"/>
                  </a:lnTo>
                  <a:lnTo>
                    <a:pt x="5032718" y="377245"/>
                  </a:lnTo>
                  <a:lnTo>
                    <a:pt x="5104614" y="382634"/>
                  </a:lnTo>
                  <a:lnTo>
                    <a:pt x="5176510" y="388023"/>
                  </a:lnTo>
                  <a:lnTo>
                    <a:pt x="5248406" y="393412"/>
                  </a:lnTo>
                  <a:lnTo>
                    <a:pt x="5320302" y="398802"/>
                  </a:lnTo>
                  <a:lnTo>
                    <a:pt x="5392198" y="404191"/>
                  </a:lnTo>
                  <a:lnTo>
                    <a:pt x="5464094" y="409580"/>
                  </a:lnTo>
                  <a:lnTo>
                    <a:pt x="5535990" y="414969"/>
                  </a:lnTo>
                  <a:lnTo>
                    <a:pt x="5607886" y="420359"/>
                  </a:lnTo>
                  <a:lnTo>
                    <a:pt x="5679782" y="425748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909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3974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611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85932" y="344086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685932" y="28139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85932" y="28530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31007" y="25442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31007" y="22997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31007" y="25971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071608" y="2047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071608" y="24231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071608" y="23405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793868" y="301886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93868" y="31357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793868" y="255448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91492" y="310363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391492" y="38632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91492" y="33121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502243" y="388505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502243" y="39063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02243" y="39529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45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2449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865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335082"/>
              <a:ext cx="5679782" cy="1435839"/>
            </a:xfrm>
            <a:custGeom>
              <a:avLst/>
              <a:pathLst>
                <a:path w="5679782" h="1435839">
                  <a:moveTo>
                    <a:pt x="0" y="0"/>
                  </a:moveTo>
                  <a:lnTo>
                    <a:pt x="71895" y="14731"/>
                  </a:lnTo>
                  <a:lnTo>
                    <a:pt x="143791" y="29406"/>
                  </a:lnTo>
                  <a:lnTo>
                    <a:pt x="215687" y="44021"/>
                  </a:lnTo>
                  <a:lnTo>
                    <a:pt x="287583" y="58575"/>
                  </a:lnTo>
                  <a:lnTo>
                    <a:pt x="359479" y="73062"/>
                  </a:lnTo>
                  <a:lnTo>
                    <a:pt x="431375" y="87480"/>
                  </a:lnTo>
                  <a:lnTo>
                    <a:pt x="503271" y="101824"/>
                  </a:lnTo>
                  <a:lnTo>
                    <a:pt x="575167" y="116090"/>
                  </a:lnTo>
                  <a:lnTo>
                    <a:pt x="647063" y="130274"/>
                  </a:lnTo>
                  <a:lnTo>
                    <a:pt x="718959" y="144370"/>
                  </a:lnTo>
                  <a:lnTo>
                    <a:pt x="790855" y="158373"/>
                  </a:lnTo>
                  <a:lnTo>
                    <a:pt x="862751" y="172278"/>
                  </a:lnTo>
                  <a:lnTo>
                    <a:pt x="934647" y="186078"/>
                  </a:lnTo>
                  <a:lnTo>
                    <a:pt x="1006543" y="199768"/>
                  </a:lnTo>
                  <a:lnTo>
                    <a:pt x="1078439" y="213340"/>
                  </a:lnTo>
                  <a:lnTo>
                    <a:pt x="1150335" y="226787"/>
                  </a:lnTo>
                  <a:lnTo>
                    <a:pt x="1222231" y="240101"/>
                  </a:lnTo>
                  <a:lnTo>
                    <a:pt x="1294127" y="253273"/>
                  </a:lnTo>
                  <a:lnTo>
                    <a:pt x="1366023" y="266295"/>
                  </a:lnTo>
                  <a:lnTo>
                    <a:pt x="1437919" y="279157"/>
                  </a:lnTo>
                  <a:lnTo>
                    <a:pt x="1509815" y="291848"/>
                  </a:lnTo>
                  <a:lnTo>
                    <a:pt x="1581711" y="304358"/>
                  </a:lnTo>
                  <a:lnTo>
                    <a:pt x="1653607" y="316676"/>
                  </a:lnTo>
                  <a:lnTo>
                    <a:pt x="1725503" y="328788"/>
                  </a:lnTo>
                  <a:lnTo>
                    <a:pt x="1797399" y="340683"/>
                  </a:lnTo>
                  <a:lnTo>
                    <a:pt x="1869295" y="352346"/>
                  </a:lnTo>
                  <a:lnTo>
                    <a:pt x="1941191" y="363763"/>
                  </a:lnTo>
                  <a:lnTo>
                    <a:pt x="2013087" y="374919"/>
                  </a:lnTo>
                  <a:lnTo>
                    <a:pt x="2084983" y="385800"/>
                  </a:lnTo>
                  <a:lnTo>
                    <a:pt x="2156879" y="396388"/>
                  </a:lnTo>
                  <a:lnTo>
                    <a:pt x="2228775" y="406668"/>
                  </a:lnTo>
                  <a:lnTo>
                    <a:pt x="2300671" y="416622"/>
                  </a:lnTo>
                  <a:lnTo>
                    <a:pt x="2372567" y="426235"/>
                  </a:lnTo>
                  <a:lnTo>
                    <a:pt x="2444463" y="435489"/>
                  </a:lnTo>
                  <a:lnTo>
                    <a:pt x="2516359" y="444368"/>
                  </a:lnTo>
                  <a:lnTo>
                    <a:pt x="2588255" y="452856"/>
                  </a:lnTo>
                  <a:lnTo>
                    <a:pt x="2660151" y="460937"/>
                  </a:lnTo>
                  <a:lnTo>
                    <a:pt x="2732047" y="468597"/>
                  </a:lnTo>
                  <a:lnTo>
                    <a:pt x="2803943" y="475823"/>
                  </a:lnTo>
                  <a:lnTo>
                    <a:pt x="2875839" y="482603"/>
                  </a:lnTo>
                  <a:lnTo>
                    <a:pt x="2947735" y="488927"/>
                  </a:lnTo>
                  <a:lnTo>
                    <a:pt x="3019631" y="494788"/>
                  </a:lnTo>
                  <a:lnTo>
                    <a:pt x="3091527" y="500180"/>
                  </a:lnTo>
                  <a:lnTo>
                    <a:pt x="3163423" y="505099"/>
                  </a:lnTo>
                  <a:lnTo>
                    <a:pt x="3235319" y="509544"/>
                  </a:lnTo>
                  <a:lnTo>
                    <a:pt x="3307215" y="513517"/>
                  </a:lnTo>
                  <a:lnTo>
                    <a:pt x="3379111" y="517021"/>
                  </a:lnTo>
                  <a:lnTo>
                    <a:pt x="3451007" y="520062"/>
                  </a:lnTo>
                  <a:lnTo>
                    <a:pt x="3522902" y="522649"/>
                  </a:lnTo>
                  <a:lnTo>
                    <a:pt x="3594798" y="524792"/>
                  </a:lnTo>
                  <a:lnTo>
                    <a:pt x="3666694" y="526503"/>
                  </a:lnTo>
                  <a:lnTo>
                    <a:pt x="3738590" y="527794"/>
                  </a:lnTo>
                  <a:lnTo>
                    <a:pt x="3810486" y="528681"/>
                  </a:lnTo>
                  <a:lnTo>
                    <a:pt x="3882382" y="529179"/>
                  </a:lnTo>
                  <a:lnTo>
                    <a:pt x="3954278" y="529304"/>
                  </a:lnTo>
                  <a:lnTo>
                    <a:pt x="4026174" y="529073"/>
                  </a:lnTo>
                  <a:lnTo>
                    <a:pt x="4098070" y="528502"/>
                  </a:lnTo>
                  <a:lnTo>
                    <a:pt x="4169966" y="527608"/>
                  </a:lnTo>
                  <a:lnTo>
                    <a:pt x="4241862" y="526408"/>
                  </a:lnTo>
                  <a:lnTo>
                    <a:pt x="4313758" y="524919"/>
                  </a:lnTo>
                  <a:lnTo>
                    <a:pt x="4385654" y="523155"/>
                  </a:lnTo>
                  <a:lnTo>
                    <a:pt x="4457550" y="521133"/>
                  </a:lnTo>
                  <a:lnTo>
                    <a:pt x="4529446" y="518868"/>
                  </a:lnTo>
                  <a:lnTo>
                    <a:pt x="4601342" y="516372"/>
                  </a:lnTo>
                  <a:lnTo>
                    <a:pt x="4673238" y="513661"/>
                  </a:lnTo>
                  <a:lnTo>
                    <a:pt x="4745134" y="510746"/>
                  </a:lnTo>
                  <a:lnTo>
                    <a:pt x="4817030" y="507640"/>
                  </a:lnTo>
                  <a:lnTo>
                    <a:pt x="4888926" y="504355"/>
                  </a:lnTo>
                  <a:lnTo>
                    <a:pt x="4960822" y="500900"/>
                  </a:lnTo>
                  <a:lnTo>
                    <a:pt x="5032718" y="497287"/>
                  </a:lnTo>
                  <a:lnTo>
                    <a:pt x="5104614" y="493525"/>
                  </a:lnTo>
                  <a:lnTo>
                    <a:pt x="5176510" y="489623"/>
                  </a:lnTo>
                  <a:lnTo>
                    <a:pt x="5248406" y="485588"/>
                  </a:lnTo>
                  <a:lnTo>
                    <a:pt x="5320302" y="481430"/>
                  </a:lnTo>
                  <a:lnTo>
                    <a:pt x="5392198" y="477155"/>
                  </a:lnTo>
                  <a:lnTo>
                    <a:pt x="5464094" y="472770"/>
                  </a:lnTo>
                  <a:lnTo>
                    <a:pt x="5535990" y="468281"/>
                  </a:lnTo>
                  <a:lnTo>
                    <a:pt x="5607886" y="463695"/>
                  </a:lnTo>
                  <a:lnTo>
                    <a:pt x="5679782" y="459017"/>
                  </a:lnTo>
                  <a:lnTo>
                    <a:pt x="5679782" y="1435839"/>
                  </a:lnTo>
                  <a:lnTo>
                    <a:pt x="5607886" y="1421730"/>
                  </a:lnTo>
                  <a:lnTo>
                    <a:pt x="5535990" y="1407714"/>
                  </a:lnTo>
                  <a:lnTo>
                    <a:pt x="5464094" y="1393795"/>
                  </a:lnTo>
                  <a:lnTo>
                    <a:pt x="5392198" y="1379979"/>
                  </a:lnTo>
                  <a:lnTo>
                    <a:pt x="5320302" y="1366273"/>
                  </a:lnTo>
                  <a:lnTo>
                    <a:pt x="5248406" y="1352684"/>
                  </a:lnTo>
                  <a:lnTo>
                    <a:pt x="5176510" y="1339220"/>
                  </a:lnTo>
                  <a:lnTo>
                    <a:pt x="5104614" y="1325887"/>
                  </a:lnTo>
                  <a:lnTo>
                    <a:pt x="5032718" y="1312694"/>
                  </a:lnTo>
                  <a:lnTo>
                    <a:pt x="4960822" y="1299650"/>
                  </a:lnTo>
                  <a:lnTo>
                    <a:pt x="4888926" y="1286765"/>
                  </a:lnTo>
                  <a:lnTo>
                    <a:pt x="4817030" y="1274049"/>
                  </a:lnTo>
                  <a:lnTo>
                    <a:pt x="4745134" y="1261513"/>
                  </a:lnTo>
                  <a:lnTo>
                    <a:pt x="4673238" y="1249168"/>
                  </a:lnTo>
                  <a:lnTo>
                    <a:pt x="4601342" y="1237026"/>
                  </a:lnTo>
                  <a:lnTo>
                    <a:pt x="4529446" y="1225100"/>
                  </a:lnTo>
                  <a:lnTo>
                    <a:pt x="4457550" y="1213403"/>
                  </a:lnTo>
                  <a:lnTo>
                    <a:pt x="4385654" y="1201951"/>
                  </a:lnTo>
                  <a:lnTo>
                    <a:pt x="4313758" y="1190757"/>
                  </a:lnTo>
                  <a:lnTo>
                    <a:pt x="4241862" y="1179837"/>
                  </a:lnTo>
                  <a:lnTo>
                    <a:pt x="4169966" y="1169206"/>
                  </a:lnTo>
                  <a:lnTo>
                    <a:pt x="4098070" y="1158882"/>
                  </a:lnTo>
                  <a:lnTo>
                    <a:pt x="4026174" y="1148881"/>
                  </a:lnTo>
                  <a:lnTo>
                    <a:pt x="3954278" y="1139219"/>
                  </a:lnTo>
                  <a:lnTo>
                    <a:pt x="3882382" y="1129914"/>
                  </a:lnTo>
                  <a:lnTo>
                    <a:pt x="3810486" y="1120981"/>
                  </a:lnTo>
                  <a:lnTo>
                    <a:pt x="3738590" y="1112437"/>
                  </a:lnTo>
                  <a:lnTo>
                    <a:pt x="3666694" y="1104298"/>
                  </a:lnTo>
                  <a:lnTo>
                    <a:pt x="3594798" y="1096578"/>
                  </a:lnTo>
                  <a:lnTo>
                    <a:pt x="3522902" y="1089291"/>
                  </a:lnTo>
                  <a:lnTo>
                    <a:pt x="3451007" y="1082447"/>
                  </a:lnTo>
                  <a:lnTo>
                    <a:pt x="3379111" y="1076058"/>
                  </a:lnTo>
                  <a:lnTo>
                    <a:pt x="3307215" y="1070132"/>
                  </a:lnTo>
                  <a:lnTo>
                    <a:pt x="3235319" y="1064674"/>
                  </a:lnTo>
                  <a:lnTo>
                    <a:pt x="3163423" y="1059688"/>
                  </a:lnTo>
                  <a:lnTo>
                    <a:pt x="3091527" y="1055177"/>
                  </a:lnTo>
                  <a:lnTo>
                    <a:pt x="3019631" y="1051138"/>
                  </a:lnTo>
                  <a:lnTo>
                    <a:pt x="2947735" y="1047568"/>
                  </a:lnTo>
                  <a:lnTo>
                    <a:pt x="2875839" y="1044462"/>
                  </a:lnTo>
                  <a:lnTo>
                    <a:pt x="2803943" y="1041812"/>
                  </a:lnTo>
                  <a:lnTo>
                    <a:pt x="2732047" y="1039607"/>
                  </a:lnTo>
                  <a:lnTo>
                    <a:pt x="2660151" y="1037837"/>
                  </a:lnTo>
                  <a:lnTo>
                    <a:pt x="2588255" y="1036487"/>
                  </a:lnTo>
                  <a:lnTo>
                    <a:pt x="2516359" y="1035544"/>
                  </a:lnTo>
                  <a:lnTo>
                    <a:pt x="2444463" y="1034993"/>
                  </a:lnTo>
                  <a:lnTo>
                    <a:pt x="2372567" y="1034816"/>
                  </a:lnTo>
                  <a:lnTo>
                    <a:pt x="2300671" y="1034998"/>
                  </a:lnTo>
                  <a:lnTo>
                    <a:pt x="2228775" y="1035522"/>
                  </a:lnTo>
                  <a:lnTo>
                    <a:pt x="2156879" y="1036372"/>
                  </a:lnTo>
                  <a:lnTo>
                    <a:pt x="2084983" y="1037529"/>
                  </a:lnTo>
                  <a:lnTo>
                    <a:pt x="2013087" y="1038979"/>
                  </a:lnTo>
                  <a:lnTo>
                    <a:pt x="1941191" y="1040705"/>
                  </a:lnTo>
                  <a:lnTo>
                    <a:pt x="1869295" y="1042692"/>
                  </a:lnTo>
                  <a:lnTo>
                    <a:pt x="1797399" y="1044924"/>
                  </a:lnTo>
                  <a:lnTo>
                    <a:pt x="1725503" y="1047388"/>
                  </a:lnTo>
                  <a:lnTo>
                    <a:pt x="1653607" y="1050070"/>
                  </a:lnTo>
                  <a:lnTo>
                    <a:pt x="1581711" y="1052957"/>
                  </a:lnTo>
                  <a:lnTo>
                    <a:pt x="1509815" y="1056037"/>
                  </a:lnTo>
                  <a:lnTo>
                    <a:pt x="1437919" y="1059298"/>
                  </a:lnTo>
                  <a:lnTo>
                    <a:pt x="1366023" y="1062729"/>
                  </a:lnTo>
                  <a:lnTo>
                    <a:pt x="1294127" y="1066320"/>
                  </a:lnTo>
                  <a:lnTo>
                    <a:pt x="1222231" y="1070062"/>
                  </a:lnTo>
                  <a:lnTo>
                    <a:pt x="1150335" y="1073945"/>
                  </a:lnTo>
                  <a:lnTo>
                    <a:pt x="1078439" y="1077961"/>
                  </a:lnTo>
                  <a:lnTo>
                    <a:pt x="1006543" y="1082103"/>
                  </a:lnTo>
                  <a:lnTo>
                    <a:pt x="934647" y="1086362"/>
                  </a:lnTo>
                  <a:lnTo>
                    <a:pt x="862751" y="1090732"/>
                  </a:lnTo>
                  <a:lnTo>
                    <a:pt x="790855" y="1095206"/>
                  </a:lnTo>
                  <a:lnTo>
                    <a:pt x="718959" y="1099779"/>
                  </a:lnTo>
                  <a:lnTo>
                    <a:pt x="647063" y="1104445"/>
                  </a:lnTo>
                  <a:lnTo>
                    <a:pt x="575167" y="1109198"/>
                  </a:lnTo>
                  <a:lnTo>
                    <a:pt x="503271" y="1114033"/>
                  </a:lnTo>
                  <a:lnTo>
                    <a:pt x="431375" y="1118947"/>
                  </a:lnTo>
                  <a:lnTo>
                    <a:pt x="359479" y="1123934"/>
                  </a:lnTo>
                  <a:lnTo>
                    <a:pt x="287583" y="1128991"/>
                  </a:lnTo>
                  <a:lnTo>
                    <a:pt x="215687" y="1134114"/>
                  </a:lnTo>
                  <a:lnTo>
                    <a:pt x="143791" y="1139299"/>
                  </a:lnTo>
                  <a:lnTo>
                    <a:pt x="71895" y="1144543"/>
                  </a:lnTo>
                  <a:lnTo>
                    <a:pt x="0" y="1149844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335082"/>
              <a:ext cx="5679782" cy="529304"/>
            </a:xfrm>
            <a:custGeom>
              <a:avLst/>
              <a:pathLst>
                <a:path w="5679782" h="529304">
                  <a:moveTo>
                    <a:pt x="0" y="0"/>
                  </a:moveTo>
                  <a:lnTo>
                    <a:pt x="71895" y="14731"/>
                  </a:lnTo>
                  <a:lnTo>
                    <a:pt x="143791" y="29406"/>
                  </a:lnTo>
                  <a:lnTo>
                    <a:pt x="215687" y="44021"/>
                  </a:lnTo>
                  <a:lnTo>
                    <a:pt x="287583" y="58575"/>
                  </a:lnTo>
                  <a:lnTo>
                    <a:pt x="359479" y="73062"/>
                  </a:lnTo>
                  <a:lnTo>
                    <a:pt x="431375" y="87480"/>
                  </a:lnTo>
                  <a:lnTo>
                    <a:pt x="503271" y="101824"/>
                  </a:lnTo>
                  <a:lnTo>
                    <a:pt x="575167" y="116090"/>
                  </a:lnTo>
                  <a:lnTo>
                    <a:pt x="647063" y="130274"/>
                  </a:lnTo>
                  <a:lnTo>
                    <a:pt x="718959" y="144370"/>
                  </a:lnTo>
                  <a:lnTo>
                    <a:pt x="790855" y="158373"/>
                  </a:lnTo>
                  <a:lnTo>
                    <a:pt x="862751" y="172278"/>
                  </a:lnTo>
                  <a:lnTo>
                    <a:pt x="934647" y="186078"/>
                  </a:lnTo>
                  <a:lnTo>
                    <a:pt x="1006543" y="199768"/>
                  </a:lnTo>
                  <a:lnTo>
                    <a:pt x="1078439" y="213340"/>
                  </a:lnTo>
                  <a:lnTo>
                    <a:pt x="1150335" y="226787"/>
                  </a:lnTo>
                  <a:lnTo>
                    <a:pt x="1222231" y="240101"/>
                  </a:lnTo>
                  <a:lnTo>
                    <a:pt x="1294127" y="253273"/>
                  </a:lnTo>
                  <a:lnTo>
                    <a:pt x="1366023" y="266295"/>
                  </a:lnTo>
                  <a:lnTo>
                    <a:pt x="1437919" y="279157"/>
                  </a:lnTo>
                  <a:lnTo>
                    <a:pt x="1509815" y="291848"/>
                  </a:lnTo>
                  <a:lnTo>
                    <a:pt x="1581711" y="304358"/>
                  </a:lnTo>
                  <a:lnTo>
                    <a:pt x="1653607" y="316676"/>
                  </a:lnTo>
                  <a:lnTo>
                    <a:pt x="1725503" y="328788"/>
                  </a:lnTo>
                  <a:lnTo>
                    <a:pt x="1797399" y="340683"/>
                  </a:lnTo>
                  <a:lnTo>
                    <a:pt x="1869295" y="352346"/>
                  </a:lnTo>
                  <a:lnTo>
                    <a:pt x="1941191" y="363763"/>
                  </a:lnTo>
                  <a:lnTo>
                    <a:pt x="2013087" y="374919"/>
                  </a:lnTo>
                  <a:lnTo>
                    <a:pt x="2084983" y="385800"/>
                  </a:lnTo>
                  <a:lnTo>
                    <a:pt x="2156879" y="396388"/>
                  </a:lnTo>
                  <a:lnTo>
                    <a:pt x="2228775" y="406668"/>
                  </a:lnTo>
                  <a:lnTo>
                    <a:pt x="2300671" y="416622"/>
                  </a:lnTo>
                  <a:lnTo>
                    <a:pt x="2372567" y="426235"/>
                  </a:lnTo>
                  <a:lnTo>
                    <a:pt x="2444463" y="435489"/>
                  </a:lnTo>
                  <a:lnTo>
                    <a:pt x="2516359" y="444368"/>
                  </a:lnTo>
                  <a:lnTo>
                    <a:pt x="2588255" y="452856"/>
                  </a:lnTo>
                  <a:lnTo>
                    <a:pt x="2660151" y="460937"/>
                  </a:lnTo>
                  <a:lnTo>
                    <a:pt x="2732047" y="468597"/>
                  </a:lnTo>
                  <a:lnTo>
                    <a:pt x="2803943" y="475823"/>
                  </a:lnTo>
                  <a:lnTo>
                    <a:pt x="2875839" y="482603"/>
                  </a:lnTo>
                  <a:lnTo>
                    <a:pt x="2947735" y="488927"/>
                  </a:lnTo>
                  <a:lnTo>
                    <a:pt x="3019631" y="494788"/>
                  </a:lnTo>
                  <a:lnTo>
                    <a:pt x="3091527" y="500180"/>
                  </a:lnTo>
                  <a:lnTo>
                    <a:pt x="3163423" y="505099"/>
                  </a:lnTo>
                  <a:lnTo>
                    <a:pt x="3235319" y="509544"/>
                  </a:lnTo>
                  <a:lnTo>
                    <a:pt x="3307215" y="513517"/>
                  </a:lnTo>
                  <a:lnTo>
                    <a:pt x="3379111" y="517021"/>
                  </a:lnTo>
                  <a:lnTo>
                    <a:pt x="3451007" y="520062"/>
                  </a:lnTo>
                  <a:lnTo>
                    <a:pt x="3522902" y="522649"/>
                  </a:lnTo>
                  <a:lnTo>
                    <a:pt x="3594798" y="524792"/>
                  </a:lnTo>
                  <a:lnTo>
                    <a:pt x="3666694" y="526503"/>
                  </a:lnTo>
                  <a:lnTo>
                    <a:pt x="3738590" y="527794"/>
                  </a:lnTo>
                  <a:lnTo>
                    <a:pt x="3810486" y="528681"/>
                  </a:lnTo>
                  <a:lnTo>
                    <a:pt x="3882382" y="529179"/>
                  </a:lnTo>
                  <a:lnTo>
                    <a:pt x="3954278" y="529304"/>
                  </a:lnTo>
                  <a:lnTo>
                    <a:pt x="4026174" y="529073"/>
                  </a:lnTo>
                  <a:lnTo>
                    <a:pt x="4098070" y="528502"/>
                  </a:lnTo>
                  <a:lnTo>
                    <a:pt x="4169966" y="527608"/>
                  </a:lnTo>
                  <a:lnTo>
                    <a:pt x="4241862" y="526408"/>
                  </a:lnTo>
                  <a:lnTo>
                    <a:pt x="4313758" y="524919"/>
                  </a:lnTo>
                  <a:lnTo>
                    <a:pt x="4385654" y="523155"/>
                  </a:lnTo>
                  <a:lnTo>
                    <a:pt x="4457550" y="521133"/>
                  </a:lnTo>
                  <a:lnTo>
                    <a:pt x="4529446" y="518868"/>
                  </a:lnTo>
                  <a:lnTo>
                    <a:pt x="4601342" y="516372"/>
                  </a:lnTo>
                  <a:lnTo>
                    <a:pt x="4673238" y="513661"/>
                  </a:lnTo>
                  <a:lnTo>
                    <a:pt x="4745134" y="510746"/>
                  </a:lnTo>
                  <a:lnTo>
                    <a:pt x="4817030" y="507640"/>
                  </a:lnTo>
                  <a:lnTo>
                    <a:pt x="4888926" y="504355"/>
                  </a:lnTo>
                  <a:lnTo>
                    <a:pt x="4960822" y="500900"/>
                  </a:lnTo>
                  <a:lnTo>
                    <a:pt x="5032718" y="497287"/>
                  </a:lnTo>
                  <a:lnTo>
                    <a:pt x="5104614" y="493525"/>
                  </a:lnTo>
                  <a:lnTo>
                    <a:pt x="5176510" y="489623"/>
                  </a:lnTo>
                  <a:lnTo>
                    <a:pt x="5248406" y="485588"/>
                  </a:lnTo>
                  <a:lnTo>
                    <a:pt x="5320302" y="481430"/>
                  </a:lnTo>
                  <a:lnTo>
                    <a:pt x="5392198" y="477155"/>
                  </a:lnTo>
                  <a:lnTo>
                    <a:pt x="5464094" y="472770"/>
                  </a:lnTo>
                  <a:lnTo>
                    <a:pt x="5535990" y="468281"/>
                  </a:lnTo>
                  <a:lnTo>
                    <a:pt x="5607886" y="463695"/>
                  </a:lnTo>
                  <a:lnTo>
                    <a:pt x="5679782" y="4590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369898"/>
              <a:ext cx="5679782" cy="401022"/>
            </a:xfrm>
            <a:custGeom>
              <a:avLst/>
              <a:pathLst>
                <a:path w="5679782" h="401022">
                  <a:moveTo>
                    <a:pt x="5679782" y="401022"/>
                  </a:moveTo>
                  <a:lnTo>
                    <a:pt x="5607886" y="386914"/>
                  </a:lnTo>
                  <a:lnTo>
                    <a:pt x="5535990" y="372897"/>
                  </a:lnTo>
                  <a:lnTo>
                    <a:pt x="5464094" y="358978"/>
                  </a:lnTo>
                  <a:lnTo>
                    <a:pt x="5392198" y="345162"/>
                  </a:lnTo>
                  <a:lnTo>
                    <a:pt x="5320302" y="331457"/>
                  </a:lnTo>
                  <a:lnTo>
                    <a:pt x="5248406" y="317868"/>
                  </a:lnTo>
                  <a:lnTo>
                    <a:pt x="5176510" y="304403"/>
                  </a:lnTo>
                  <a:lnTo>
                    <a:pt x="5104614" y="291070"/>
                  </a:lnTo>
                  <a:lnTo>
                    <a:pt x="5032718" y="277877"/>
                  </a:lnTo>
                  <a:lnTo>
                    <a:pt x="4960822" y="264834"/>
                  </a:lnTo>
                  <a:lnTo>
                    <a:pt x="4888926" y="251949"/>
                  </a:lnTo>
                  <a:lnTo>
                    <a:pt x="4817030" y="239233"/>
                  </a:lnTo>
                  <a:lnTo>
                    <a:pt x="4745134" y="226696"/>
                  </a:lnTo>
                  <a:lnTo>
                    <a:pt x="4673238" y="214351"/>
                  </a:lnTo>
                  <a:lnTo>
                    <a:pt x="4601342" y="202209"/>
                  </a:lnTo>
                  <a:lnTo>
                    <a:pt x="4529446" y="190283"/>
                  </a:lnTo>
                  <a:lnTo>
                    <a:pt x="4457550" y="178587"/>
                  </a:lnTo>
                  <a:lnTo>
                    <a:pt x="4385654" y="167134"/>
                  </a:lnTo>
                  <a:lnTo>
                    <a:pt x="4313758" y="155940"/>
                  </a:lnTo>
                  <a:lnTo>
                    <a:pt x="4241862" y="145020"/>
                  </a:lnTo>
                  <a:lnTo>
                    <a:pt x="4169966" y="134390"/>
                  </a:lnTo>
                  <a:lnTo>
                    <a:pt x="4098070" y="124066"/>
                  </a:lnTo>
                  <a:lnTo>
                    <a:pt x="4026174" y="114064"/>
                  </a:lnTo>
                  <a:lnTo>
                    <a:pt x="3954278" y="104402"/>
                  </a:lnTo>
                  <a:lnTo>
                    <a:pt x="3882382" y="95097"/>
                  </a:lnTo>
                  <a:lnTo>
                    <a:pt x="3810486" y="86164"/>
                  </a:lnTo>
                  <a:lnTo>
                    <a:pt x="3738590" y="77621"/>
                  </a:lnTo>
                  <a:lnTo>
                    <a:pt x="3666694" y="69482"/>
                  </a:lnTo>
                  <a:lnTo>
                    <a:pt x="3594798" y="61762"/>
                  </a:lnTo>
                  <a:lnTo>
                    <a:pt x="3522902" y="54474"/>
                  </a:lnTo>
                  <a:lnTo>
                    <a:pt x="3451007" y="47631"/>
                  </a:lnTo>
                  <a:lnTo>
                    <a:pt x="3379111" y="41242"/>
                  </a:lnTo>
                  <a:lnTo>
                    <a:pt x="3307215" y="35315"/>
                  </a:lnTo>
                  <a:lnTo>
                    <a:pt x="3235319" y="29857"/>
                  </a:lnTo>
                  <a:lnTo>
                    <a:pt x="3163423" y="24872"/>
                  </a:lnTo>
                  <a:lnTo>
                    <a:pt x="3091527" y="20360"/>
                  </a:lnTo>
                  <a:lnTo>
                    <a:pt x="3019631" y="16321"/>
                  </a:lnTo>
                  <a:lnTo>
                    <a:pt x="2947735" y="12752"/>
                  </a:lnTo>
                  <a:lnTo>
                    <a:pt x="2875839" y="9646"/>
                  </a:lnTo>
                  <a:lnTo>
                    <a:pt x="2803943" y="6995"/>
                  </a:lnTo>
                  <a:lnTo>
                    <a:pt x="2732047" y="4791"/>
                  </a:lnTo>
                  <a:lnTo>
                    <a:pt x="2660151" y="3020"/>
                  </a:lnTo>
                  <a:lnTo>
                    <a:pt x="2588255" y="1670"/>
                  </a:lnTo>
                  <a:lnTo>
                    <a:pt x="2516359" y="728"/>
                  </a:lnTo>
                  <a:lnTo>
                    <a:pt x="2444463" y="176"/>
                  </a:lnTo>
                  <a:lnTo>
                    <a:pt x="2372567" y="0"/>
                  </a:lnTo>
                  <a:lnTo>
                    <a:pt x="2300671" y="182"/>
                  </a:lnTo>
                  <a:lnTo>
                    <a:pt x="2228775" y="706"/>
                  </a:lnTo>
                  <a:lnTo>
                    <a:pt x="2156879" y="1555"/>
                  </a:lnTo>
                  <a:lnTo>
                    <a:pt x="2084983" y="2713"/>
                  </a:lnTo>
                  <a:lnTo>
                    <a:pt x="2013087" y="4163"/>
                  </a:lnTo>
                  <a:lnTo>
                    <a:pt x="1941191" y="5889"/>
                  </a:lnTo>
                  <a:lnTo>
                    <a:pt x="1869295" y="7875"/>
                  </a:lnTo>
                  <a:lnTo>
                    <a:pt x="1797399" y="10108"/>
                  </a:lnTo>
                  <a:lnTo>
                    <a:pt x="1725503" y="12572"/>
                  </a:lnTo>
                  <a:lnTo>
                    <a:pt x="1653607" y="15253"/>
                  </a:lnTo>
                  <a:lnTo>
                    <a:pt x="1581711" y="18140"/>
                  </a:lnTo>
                  <a:lnTo>
                    <a:pt x="1509815" y="21220"/>
                  </a:lnTo>
                  <a:lnTo>
                    <a:pt x="1437919" y="24481"/>
                  </a:lnTo>
                  <a:lnTo>
                    <a:pt x="1366023" y="27912"/>
                  </a:lnTo>
                  <a:lnTo>
                    <a:pt x="1294127" y="31504"/>
                  </a:lnTo>
                  <a:lnTo>
                    <a:pt x="1222231" y="35245"/>
                  </a:lnTo>
                  <a:lnTo>
                    <a:pt x="1150335" y="39129"/>
                  </a:lnTo>
                  <a:lnTo>
                    <a:pt x="1078439" y="43145"/>
                  </a:lnTo>
                  <a:lnTo>
                    <a:pt x="1006543" y="47286"/>
                  </a:lnTo>
                  <a:lnTo>
                    <a:pt x="934647" y="51545"/>
                  </a:lnTo>
                  <a:lnTo>
                    <a:pt x="862751" y="55915"/>
                  </a:lnTo>
                  <a:lnTo>
                    <a:pt x="790855" y="60390"/>
                  </a:lnTo>
                  <a:lnTo>
                    <a:pt x="718959" y="64963"/>
                  </a:lnTo>
                  <a:lnTo>
                    <a:pt x="647063" y="69628"/>
                  </a:lnTo>
                  <a:lnTo>
                    <a:pt x="575167" y="74381"/>
                  </a:lnTo>
                  <a:lnTo>
                    <a:pt x="503271" y="79217"/>
                  </a:lnTo>
                  <a:lnTo>
                    <a:pt x="431375" y="84130"/>
                  </a:lnTo>
                  <a:lnTo>
                    <a:pt x="359479" y="89117"/>
                  </a:lnTo>
                  <a:lnTo>
                    <a:pt x="287583" y="94174"/>
                  </a:lnTo>
                  <a:lnTo>
                    <a:pt x="215687" y="99297"/>
                  </a:lnTo>
                  <a:lnTo>
                    <a:pt x="143791" y="104482"/>
                  </a:lnTo>
                  <a:lnTo>
                    <a:pt x="71895" y="109727"/>
                  </a:lnTo>
                  <a:lnTo>
                    <a:pt x="0" y="1150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910004"/>
              <a:ext cx="5679782" cy="372506"/>
            </a:xfrm>
            <a:custGeom>
              <a:avLst/>
              <a:pathLst>
                <a:path w="5679782" h="372506">
                  <a:moveTo>
                    <a:pt x="0" y="0"/>
                  </a:moveTo>
                  <a:lnTo>
                    <a:pt x="71895" y="4715"/>
                  </a:lnTo>
                  <a:lnTo>
                    <a:pt x="143791" y="9430"/>
                  </a:lnTo>
                  <a:lnTo>
                    <a:pt x="215687" y="14145"/>
                  </a:lnTo>
                  <a:lnTo>
                    <a:pt x="287583" y="18861"/>
                  </a:lnTo>
                  <a:lnTo>
                    <a:pt x="359479" y="23576"/>
                  </a:lnTo>
                  <a:lnTo>
                    <a:pt x="431375" y="28291"/>
                  </a:lnTo>
                  <a:lnTo>
                    <a:pt x="503271" y="33006"/>
                  </a:lnTo>
                  <a:lnTo>
                    <a:pt x="575167" y="37722"/>
                  </a:lnTo>
                  <a:lnTo>
                    <a:pt x="647063" y="42437"/>
                  </a:lnTo>
                  <a:lnTo>
                    <a:pt x="718959" y="47152"/>
                  </a:lnTo>
                  <a:lnTo>
                    <a:pt x="790855" y="51867"/>
                  </a:lnTo>
                  <a:lnTo>
                    <a:pt x="862751" y="56583"/>
                  </a:lnTo>
                  <a:lnTo>
                    <a:pt x="934647" y="61298"/>
                  </a:lnTo>
                  <a:lnTo>
                    <a:pt x="1006543" y="66013"/>
                  </a:lnTo>
                  <a:lnTo>
                    <a:pt x="1078439" y="70729"/>
                  </a:lnTo>
                  <a:lnTo>
                    <a:pt x="1150335" y="75444"/>
                  </a:lnTo>
                  <a:lnTo>
                    <a:pt x="1222231" y="80159"/>
                  </a:lnTo>
                  <a:lnTo>
                    <a:pt x="1294127" y="84874"/>
                  </a:lnTo>
                  <a:lnTo>
                    <a:pt x="1366023" y="89590"/>
                  </a:lnTo>
                  <a:lnTo>
                    <a:pt x="1437919" y="94305"/>
                  </a:lnTo>
                  <a:lnTo>
                    <a:pt x="1509815" y="99020"/>
                  </a:lnTo>
                  <a:lnTo>
                    <a:pt x="1581711" y="103735"/>
                  </a:lnTo>
                  <a:lnTo>
                    <a:pt x="1653607" y="108451"/>
                  </a:lnTo>
                  <a:lnTo>
                    <a:pt x="1725503" y="113166"/>
                  </a:lnTo>
                  <a:lnTo>
                    <a:pt x="1797399" y="117881"/>
                  </a:lnTo>
                  <a:lnTo>
                    <a:pt x="1869295" y="122596"/>
                  </a:lnTo>
                  <a:lnTo>
                    <a:pt x="1941191" y="127312"/>
                  </a:lnTo>
                  <a:lnTo>
                    <a:pt x="2013087" y="132027"/>
                  </a:lnTo>
                  <a:lnTo>
                    <a:pt x="2084983" y="136742"/>
                  </a:lnTo>
                  <a:lnTo>
                    <a:pt x="2156879" y="141458"/>
                  </a:lnTo>
                  <a:lnTo>
                    <a:pt x="2228775" y="146173"/>
                  </a:lnTo>
                  <a:lnTo>
                    <a:pt x="2300671" y="150888"/>
                  </a:lnTo>
                  <a:lnTo>
                    <a:pt x="2372567" y="155603"/>
                  </a:lnTo>
                  <a:lnTo>
                    <a:pt x="2444463" y="160319"/>
                  </a:lnTo>
                  <a:lnTo>
                    <a:pt x="2516359" y="165034"/>
                  </a:lnTo>
                  <a:lnTo>
                    <a:pt x="2588255" y="169749"/>
                  </a:lnTo>
                  <a:lnTo>
                    <a:pt x="2660151" y="174464"/>
                  </a:lnTo>
                  <a:lnTo>
                    <a:pt x="2732047" y="179180"/>
                  </a:lnTo>
                  <a:lnTo>
                    <a:pt x="2803943" y="183895"/>
                  </a:lnTo>
                  <a:lnTo>
                    <a:pt x="2875839" y="188610"/>
                  </a:lnTo>
                  <a:lnTo>
                    <a:pt x="2947735" y="193326"/>
                  </a:lnTo>
                  <a:lnTo>
                    <a:pt x="3019631" y="198041"/>
                  </a:lnTo>
                  <a:lnTo>
                    <a:pt x="3091527" y="202756"/>
                  </a:lnTo>
                  <a:lnTo>
                    <a:pt x="3163423" y="207471"/>
                  </a:lnTo>
                  <a:lnTo>
                    <a:pt x="3235319" y="212187"/>
                  </a:lnTo>
                  <a:lnTo>
                    <a:pt x="3307215" y="216902"/>
                  </a:lnTo>
                  <a:lnTo>
                    <a:pt x="3379111" y="221617"/>
                  </a:lnTo>
                  <a:lnTo>
                    <a:pt x="3451007" y="226332"/>
                  </a:lnTo>
                  <a:lnTo>
                    <a:pt x="3522902" y="231048"/>
                  </a:lnTo>
                  <a:lnTo>
                    <a:pt x="3594798" y="235763"/>
                  </a:lnTo>
                  <a:lnTo>
                    <a:pt x="3666694" y="240478"/>
                  </a:lnTo>
                  <a:lnTo>
                    <a:pt x="3738590" y="245193"/>
                  </a:lnTo>
                  <a:lnTo>
                    <a:pt x="3810486" y="249909"/>
                  </a:lnTo>
                  <a:lnTo>
                    <a:pt x="3882382" y="254624"/>
                  </a:lnTo>
                  <a:lnTo>
                    <a:pt x="3954278" y="259339"/>
                  </a:lnTo>
                  <a:lnTo>
                    <a:pt x="4026174" y="264055"/>
                  </a:lnTo>
                  <a:lnTo>
                    <a:pt x="4098070" y="268770"/>
                  </a:lnTo>
                  <a:lnTo>
                    <a:pt x="4169966" y="273485"/>
                  </a:lnTo>
                  <a:lnTo>
                    <a:pt x="4241862" y="278200"/>
                  </a:lnTo>
                  <a:lnTo>
                    <a:pt x="4313758" y="282916"/>
                  </a:lnTo>
                  <a:lnTo>
                    <a:pt x="4385654" y="287631"/>
                  </a:lnTo>
                  <a:lnTo>
                    <a:pt x="4457550" y="292346"/>
                  </a:lnTo>
                  <a:lnTo>
                    <a:pt x="4529446" y="297061"/>
                  </a:lnTo>
                  <a:lnTo>
                    <a:pt x="4601342" y="301777"/>
                  </a:lnTo>
                  <a:lnTo>
                    <a:pt x="4673238" y="306492"/>
                  </a:lnTo>
                  <a:lnTo>
                    <a:pt x="4745134" y="311207"/>
                  </a:lnTo>
                  <a:lnTo>
                    <a:pt x="4817030" y="315923"/>
                  </a:lnTo>
                  <a:lnTo>
                    <a:pt x="4888926" y="320638"/>
                  </a:lnTo>
                  <a:lnTo>
                    <a:pt x="4960822" y="325353"/>
                  </a:lnTo>
                  <a:lnTo>
                    <a:pt x="5032718" y="330068"/>
                  </a:lnTo>
                  <a:lnTo>
                    <a:pt x="5104614" y="334784"/>
                  </a:lnTo>
                  <a:lnTo>
                    <a:pt x="5176510" y="339499"/>
                  </a:lnTo>
                  <a:lnTo>
                    <a:pt x="5248406" y="344214"/>
                  </a:lnTo>
                  <a:lnTo>
                    <a:pt x="5320302" y="348929"/>
                  </a:lnTo>
                  <a:lnTo>
                    <a:pt x="5392198" y="353645"/>
                  </a:lnTo>
                  <a:lnTo>
                    <a:pt x="5464094" y="358360"/>
                  </a:lnTo>
                  <a:lnTo>
                    <a:pt x="5535990" y="363075"/>
                  </a:lnTo>
                  <a:lnTo>
                    <a:pt x="5607886" y="367790"/>
                  </a:lnTo>
                  <a:lnTo>
                    <a:pt x="5679782" y="372506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991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30194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9054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685932" y="369920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685932" y="30172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85932" y="32421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31007" y="33397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31007" y="27081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31007" y="29175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071608" y="25045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071608" y="2424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071608" y="22596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793868" y="346198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93868" y="26635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93868" y="32503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391492" y="36153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391492" y="35271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391492" y="4011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502243" y="49781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502243" y="5066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02243" y="53699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50555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2899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69356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313610"/>
              <a:ext cx="5679782" cy="2426176"/>
            </a:xfrm>
            <a:custGeom>
              <a:avLst/>
              <a:pathLst>
                <a:path w="5679782" h="2426176">
                  <a:moveTo>
                    <a:pt x="0" y="0"/>
                  </a:moveTo>
                  <a:lnTo>
                    <a:pt x="71895" y="25654"/>
                  </a:lnTo>
                  <a:lnTo>
                    <a:pt x="143791" y="51225"/>
                  </a:lnTo>
                  <a:lnTo>
                    <a:pt x="215687" y="76710"/>
                  </a:lnTo>
                  <a:lnTo>
                    <a:pt x="287583" y="102104"/>
                  </a:lnTo>
                  <a:lnTo>
                    <a:pt x="359479" y="127400"/>
                  </a:lnTo>
                  <a:lnTo>
                    <a:pt x="431375" y="152594"/>
                  </a:lnTo>
                  <a:lnTo>
                    <a:pt x="503271" y="177680"/>
                  </a:lnTo>
                  <a:lnTo>
                    <a:pt x="575167" y="202652"/>
                  </a:lnTo>
                  <a:lnTo>
                    <a:pt x="647063" y="227502"/>
                  </a:lnTo>
                  <a:lnTo>
                    <a:pt x="718959" y="252224"/>
                  </a:lnTo>
                  <a:lnTo>
                    <a:pt x="790855" y="276809"/>
                  </a:lnTo>
                  <a:lnTo>
                    <a:pt x="862751" y="301251"/>
                  </a:lnTo>
                  <a:lnTo>
                    <a:pt x="934647" y="325539"/>
                  </a:lnTo>
                  <a:lnTo>
                    <a:pt x="1006543" y="349664"/>
                  </a:lnTo>
                  <a:lnTo>
                    <a:pt x="1078439" y="373616"/>
                  </a:lnTo>
                  <a:lnTo>
                    <a:pt x="1150335" y="397385"/>
                  </a:lnTo>
                  <a:lnTo>
                    <a:pt x="1222231" y="420958"/>
                  </a:lnTo>
                  <a:lnTo>
                    <a:pt x="1294127" y="444323"/>
                  </a:lnTo>
                  <a:lnTo>
                    <a:pt x="1366023" y="467468"/>
                  </a:lnTo>
                  <a:lnTo>
                    <a:pt x="1437919" y="490378"/>
                  </a:lnTo>
                  <a:lnTo>
                    <a:pt x="1509815" y="513037"/>
                  </a:lnTo>
                  <a:lnTo>
                    <a:pt x="1581711" y="535431"/>
                  </a:lnTo>
                  <a:lnTo>
                    <a:pt x="1653607" y="557541"/>
                  </a:lnTo>
                  <a:lnTo>
                    <a:pt x="1725503" y="579350"/>
                  </a:lnTo>
                  <a:lnTo>
                    <a:pt x="1797399" y="600839"/>
                  </a:lnTo>
                  <a:lnTo>
                    <a:pt x="1869295" y="621989"/>
                  </a:lnTo>
                  <a:lnTo>
                    <a:pt x="1941191" y="642777"/>
                  </a:lnTo>
                  <a:lnTo>
                    <a:pt x="2013087" y="663183"/>
                  </a:lnTo>
                  <a:lnTo>
                    <a:pt x="2084983" y="683183"/>
                  </a:lnTo>
                  <a:lnTo>
                    <a:pt x="2156879" y="702755"/>
                  </a:lnTo>
                  <a:lnTo>
                    <a:pt x="2228775" y="721873"/>
                  </a:lnTo>
                  <a:lnTo>
                    <a:pt x="2300671" y="740514"/>
                  </a:lnTo>
                  <a:lnTo>
                    <a:pt x="2372567" y="758654"/>
                  </a:lnTo>
                  <a:lnTo>
                    <a:pt x="2444463" y="776266"/>
                  </a:lnTo>
                  <a:lnTo>
                    <a:pt x="2516359" y="793328"/>
                  </a:lnTo>
                  <a:lnTo>
                    <a:pt x="2588255" y="809815"/>
                  </a:lnTo>
                  <a:lnTo>
                    <a:pt x="2660151" y="825705"/>
                  </a:lnTo>
                  <a:lnTo>
                    <a:pt x="2732047" y="840977"/>
                  </a:lnTo>
                  <a:lnTo>
                    <a:pt x="2803943" y="855612"/>
                  </a:lnTo>
                  <a:lnTo>
                    <a:pt x="2875839" y="869592"/>
                  </a:lnTo>
                  <a:lnTo>
                    <a:pt x="2947735" y="882903"/>
                  </a:lnTo>
                  <a:lnTo>
                    <a:pt x="3019631" y="895533"/>
                  </a:lnTo>
                  <a:lnTo>
                    <a:pt x="3091527" y="907474"/>
                  </a:lnTo>
                  <a:lnTo>
                    <a:pt x="3163423" y="918722"/>
                  </a:lnTo>
                  <a:lnTo>
                    <a:pt x="3235319" y="929273"/>
                  </a:lnTo>
                  <a:lnTo>
                    <a:pt x="3307215" y="939131"/>
                  </a:lnTo>
                  <a:lnTo>
                    <a:pt x="3379111" y="948301"/>
                  </a:lnTo>
                  <a:lnTo>
                    <a:pt x="3451007" y="956792"/>
                  </a:lnTo>
                  <a:lnTo>
                    <a:pt x="3522902" y="964615"/>
                  </a:lnTo>
                  <a:lnTo>
                    <a:pt x="3594798" y="971787"/>
                  </a:lnTo>
                  <a:lnTo>
                    <a:pt x="3666694" y="978323"/>
                  </a:lnTo>
                  <a:lnTo>
                    <a:pt x="3738590" y="984244"/>
                  </a:lnTo>
                  <a:lnTo>
                    <a:pt x="3810486" y="989572"/>
                  </a:lnTo>
                  <a:lnTo>
                    <a:pt x="3882382" y="994328"/>
                  </a:lnTo>
                  <a:lnTo>
                    <a:pt x="3954278" y="998536"/>
                  </a:lnTo>
                  <a:lnTo>
                    <a:pt x="4026174" y="1002222"/>
                  </a:lnTo>
                  <a:lnTo>
                    <a:pt x="4098070" y="1005408"/>
                  </a:lnTo>
                  <a:lnTo>
                    <a:pt x="4169966" y="1008121"/>
                  </a:lnTo>
                  <a:lnTo>
                    <a:pt x="4241862" y="1010385"/>
                  </a:lnTo>
                  <a:lnTo>
                    <a:pt x="4313758" y="1012223"/>
                  </a:lnTo>
                  <a:lnTo>
                    <a:pt x="4385654" y="1013658"/>
                  </a:lnTo>
                  <a:lnTo>
                    <a:pt x="4457550" y="1014714"/>
                  </a:lnTo>
                  <a:lnTo>
                    <a:pt x="4529446" y="1015413"/>
                  </a:lnTo>
                  <a:lnTo>
                    <a:pt x="4601342" y="1015774"/>
                  </a:lnTo>
                  <a:lnTo>
                    <a:pt x="4673238" y="1015817"/>
                  </a:lnTo>
                  <a:lnTo>
                    <a:pt x="4745134" y="1015563"/>
                  </a:lnTo>
                  <a:lnTo>
                    <a:pt x="4817030" y="1015028"/>
                  </a:lnTo>
                  <a:lnTo>
                    <a:pt x="4888926" y="1014229"/>
                  </a:lnTo>
                  <a:lnTo>
                    <a:pt x="4960822" y="1013182"/>
                  </a:lnTo>
                  <a:lnTo>
                    <a:pt x="5032718" y="1011902"/>
                  </a:lnTo>
                  <a:lnTo>
                    <a:pt x="5104614" y="1010403"/>
                  </a:lnTo>
                  <a:lnTo>
                    <a:pt x="5176510" y="1008698"/>
                  </a:lnTo>
                  <a:lnTo>
                    <a:pt x="5248406" y="1006799"/>
                  </a:lnTo>
                  <a:lnTo>
                    <a:pt x="5320302" y="1004719"/>
                  </a:lnTo>
                  <a:lnTo>
                    <a:pt x="5392198" y="1002467"/>
                  </a:lnTo>
                  <a:lnTo>
                    <a:pt x="5464094" y="1000053"/>
                  </a:lnTo>
                  <a:lnTo>
                    <a:pt x="5535990" y="997488"/>
                  </a:lnTo>
                  <a:lnTo>
                    <a:pt x="5607886" y="994779"/>
                  </a:lnTo>
                  <a:lnTo>
                    <a:pt x="5679782" y="991935"/>
                  </a:lnTo>
                  <a:lnTo>
                    <a:pt x="5679782" y="2426176"/>
                  </a:lnTo>
                  <a:lnTo>
                    <a:pt x="5607886" y="2401436"/>
                  </a:lnTo>
                  <a:lnTo>
                    <a:pt x="5535990" y="2376830"/>
                  </a:lnTo>
                  <a:lnTo>
                    <a:pt x="5464094" y="2352368"/>
                  </a:lnTo>
                  <a:lnTo>
                    <a:pt x="5392198" y="2328058"/>
                  </a:lnTo>
                  <a:lnTo>
                    <a:pt x="5320302" y="2303910"/>
                  </a:lnTo>
                  <a:lnTo>
                    <a:pt x="5248406" y="2279933"/>
                  </a:lnTo>
                  <a:lnTo>
                    <a:pt x="5176510" y="2256137"/>
                  </a:lnTo>
                  <a:lnTo>
                    <a:pt x="5104614" y="2232536"/>
                  </a:lnTo>
                  <a:lnTo>
                    <a:pt x="5032718" y="2209140"/>
                  </a:lnTo>
                  <a:lnTo>
                    <a:pt x="4960822" y="2185964"/>
                  </a:lnTo>
                  <a:lnTo>
                    <a:pt x="4888926" y="2163020"/>
                  </a:lnTo>
                  <a:lnTo>
                    <a:pt x="4817030" y="2140325"/>
                  </a:lnTo>
                  <a:lnTo>
                    <a:pt x="4745134" y="2117893"/>
                  </a:lnTo>
                  <a:lnTo>
                    <a:pt x="4673238" y="2095742"/>
                  </a:lnTo>
                  <a:lnTo>
                    <a:pt x="4601342" y="2073889"/>
                  </a:lnTo>
                  <a:lnTo>
                    <a:pt x="4529446" y="2052354"/>
                  </a:lnTo>
                  <a:lnTo>
                    <a:pt x="4457550" y="2031155"/>
                  </a:lnTo>
                  <a:lnTo>
                    <a:pt x="4385654" y="2010315"/>
                  </a:lnTo>
                  <a:lnTo>
                    <a:pt x="4313758" y="1989854"/>
                  </a:lnTo>
                  <a:lnTo>
                    <a:pt x="4241862" y="1969795"/>
                  </a:lnTo>
                  <a:lnTo>
                    <a:pt x="4169966" y="1950162"/>
                  </a:lnTo>
                  <a:lnTo>
                    <a:pt x="4098070" y="1930979"/>
                  </a:lnTo>
                  <a:lnTo>
                    <a:pt x="4026174" y="1912269"/>
                  </a:lnTo>
                  <a:lnTo>
                    <a:pt x="3954278" y="1894058"/>
                  </a:lnTo>
                  <a:lnTo>
                    <a:pt x="3882382" y="1876370"/>
                  </a:lnTo>
                  <a:lnTo>
                    <a:pt x="3810486" y="1859229"/>
                  </a:lnTo>
                  <a:lnTo>
                    <a:pt x="3738590" y="1842660"/>
                  </a:lnTo>
                  <a:lnTo>
                    <a:pt x="3666694" y="1826685"/>
                  </a:lnTo>
                  <a:lnTo>
                    <a:pt x="3594798" y="1811325"/>
                  </a:lnTo>
                  <a:lnTo>
                    <a:pt x="3522902" y="1796599"/>
                  </a:lnTo>
                  <a:lnTo>
                    <a:pt x="3451007" y="1782526"/>
                  </a:lnTo>
                  <a:lnTo>
                    <a:pt x="3379111" y="1769120"/>
                  </a:lnTo>
                  <a:lnTo>
                    <a:pt x="3307215" y="1756394"/>
                  </a:lnTo>
                  <a:lnTo>
                    <a:pt x="3235319" y="1744355"/>
                  </a:lnTo>
                  <a:lnTo>
                    <a:pt x="3163423" y="1733010"/>
                  </a:lnTo>
                  <a:lnTo>
                    <a:pt x="3091527" y="1722361"/>
                  </a:lnTo>
                  <a:lnTo>
                    <a:pt x="3019631" y="1712406"/>
                  </a:lnTo>
                  <a:lnTo>
                    <a:pt x="2947735" y="1703140"/>
                  </a:lnTo>
                  <a:lnTo>
                    <a:pt x="2875839" y="1694554"/>
                  </a:lnTo>
                  <a:lnTo>
                    <a:pt x="2803943" y="1686638"/>
                  </a:lnTo>
                  <a:lnTo>
                    <a:pt x="2732047" y="1679376"/>
                  </a:lnTo>
                  <a:lnTo>
                    <a:pt x="2660151" y="1672751"/>
                  </a:lnTo>
                  <a:lnTo>
                    <a:pt x="2588255" y="1666745"/>
                  </a:lnTo>
                  <a:lnTo>
                    <a:pt x="2516359" y="1661335"/>
                  </a:lnTo>
                  <a:lnTo>
                    <a:pt x="2444463" y="1656500"/>
                  </a:lnTo>
                  <a:lnTo>
                    <a:pt x="2372567" y="1652216"/>
                  </a:lnTo>
                  <a:lnTo>
                    <a:pt x="2300671" y="1648459"/>
                  </a:lnTo>
                  <a:lnTo>
                    <a:pt x="2228775" y="1645203"/>
                  </a:lnTo>
                  <a:lnTo>
                    <a:pt x="2156879" y="1642425"/>
                  </a:lnTo>
                  <a:lnTo>
                    <a:pt x="2084983" y="1640100"/>
                  </a:lnTo>
                  <a:lnTo>
                    <a:pt x="2013087" y="1638204"/>
                  </a:lnTo>
                  <a:lnTo>
                    <a:pt x="1941191" y="1636713"/>
                  </a:lnTo>
                  <a:lnTo>
                    <a:pt x="1869295" y="1635605"/>
                  </a:lnTo>
                  <a:lnTo>
                    <a:pt x="1797399" y="1634858"/>
                  </a:lnTo>
                  <a:lnTo>
                    <a:pt x="1725503" y="1634451"/>
                  </a:lnTo>
                  <a:lnTo>
                    <a:pt x="1653607" y="1634363"/>
                  </a:lnTo>
                  <a:lnTo>
                    <a:pt x="1581711" y="1634577"/>
                  </a:lnTo>
                  <a:lnTo>
                    <a:pt x="1509815" y="1635074"/>
                  </a:lnTo>
                  <a:lnTo>
                    <a:pt x="1437919" y="1635837"/>
                  </a:lnTo>
                  <a:lnTo>
                    <a:pt x="1366023" y="1636850"/>
                  </a:lnTo>
                  <a:lnTo>
                    <a:pt x="1294127" y="1638098"/>
                  </a:lnTo>
                  <a:lnTo>
                    <a:pt x="1222231" y="1639567"/>
                  </a:lnTo>
                  <a:lnTo>
                    <a:pt x="1150335" y="1641244"/>
                  </a:lnTo>
                  <a:lnTo>
                    <a:pt x="1078439" y="1643116"/>
                  </a:lnTo>
                  <a:lnTo>
                    <a:pt x="1006543" y="1645172"/>
                  </a:lnTo>
                  <a:lnTo>
                    <a:pt x="934647" y="1647400"/>
                  </a:lnTo>
                  <a:lnTo>
                    <a:pt x="862751" y="1649792"/>
                  </a:lnTo>
                  <a:lnTo>
                    <a:pt x="790855" y="1652336"/>
                  </a:lnTo>
                  <a:lnTo>
                    <a:pt x="718959" y="1655025"/>
                  </a:lnTo>
                  <a:lnTo>
                    <a:pt x="647063" y="1657850"/>
                  </a:lnTo>
                  <a:lnTo>
                    <a:pt x="575167" y="1660804"/>
                  </a:lnTo>
                  <a:lnTo>
                    <a:pt x="503271" y="1663879"/>
                  </a:lnTo>
                  <a:lnTo>
                    <a:pt x="431375" y="1667068"/>
                  </a:lnTo>
                  <a:lnTo>
                    <a:pt x="359479" y="1670366"/>
                  </a:lnTo>
                  <a:lnTo>
                    <a:pt x="287583" y="1673766"/>
                  </a:lnTo>
                  <a:lnTo>
                    <a:pt x="215687" y="1677263"/>
                  </a:lnTo>
                  <a:lnTo>
                    <a:pt x="143791" y="1680851"/>
                  </a:lnTo>
                  <a:lnTo>
                    <a:pt x="71895" y="1684526"/>
                  </a:lnTo>
                  <a:lnTo>
                    <a:pt x="0" y="168828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313610"/>
              <a:ext cx="5679782" cy="1015817"/>
            </a:xfrm>
            <a:custGeom>
              <a:avLst/>
              <a:pathLst>
                <a:path w="5679782" h="1015817">
                  <a:moveTo>
                    <a:pt x="0" y="0"/>
                  </a:moveTo>
                  <a:lnTo>
                    <a:pt x="71895" y="25654"/>
                  </a:lnTo>
                  <a:lnTo>
                    <a:pt x="143791" y="51225"/>
                  </a:lnTo>
                  <a:lnTo>
                    <a:pt x="215687" y="76710"/>
                  </a:lnTo>
                  <a:lnTo>
                    <a:pt x="287583" y="102104"/>
                  </a:lnTo>
                  <a:lnTo>
                    <a:pt x="359479" y="127400"/>
                  </a:lnTo>
                  <a:lnTo>
                    <a:pt x="431375" y="152594"/>
                  </a:lnTo>
                  <a:lnTo>
                    <a:pt x="503271" y="177680"/>
                  </a:lnTo>
                  <a:lnTo>
                    <a:pt x="575167" y="202652"/>
                  </a:lnTo>
                  <a:lnTo>
                    <a:pt x="647063" y="227502"/>
                  </a:lnTo>
                  <a:lnTo>
                    <a:pt x="718959" y="252224"/>
                  </a:lnTo>
                  <a:lnTo>
                    <a:pt x="790855" y="276809"/>
                  </a:lnTo>
                  <a:lnTo>
                    <a:pt x="862751" y="301251"/>
                  </a:lnTo>
                  <a:lnTo>
                    <a:pt x="934647" y="325539"/>
                  </a:lnTo>
                  <a:lnTo>
                    <a:pt x="1006543" y="349664"/>
                  </a:lnTo>
                  <a:lnTo>
                    <a:pt x="1078439" y="373616"/>
                  </a:lnTo>
                  <a:lnTo>
                    <a:pt x="1150335" y="397385"/>
                  </a:lnTo>
                  <a:lnTo>
                    <a:pt x="1222231" y="420958"/>
                  </a:lnTo>
                  <a:lnTo>
                    <a:pt x="1294127" y="444323"/>
                  </a:lnTo>
                  <a:lnTo>
                    <a:pt x="1366023" y="467468"/>
                  </a:lnTo>
                  <a:lnTo>
                    <a:pt x="1437919" y="490378"/>
                  </a:lnTo>
                  <a:lnTo>
                    <a:pt x="1509815" y="513037"/>
                  </a:lnTo>
                  <a:lnTo>
                    <a:pt x="1581711" y="535431"/>
                  </a:lnTo>
                  <a:lnTo>
                    <a:pt x="1653607" y="557541"/>
                  </a:lnTo>
                  <a:lnTo>
                    <a:pt x="1725503" y="579350"/>
                  </a:lnTo>
                  <a:lnTo>
                    <a:pt x="1797399" y="600839"/>
                  </a:lnTo>
                  <a:lnTo>
                    <a:pt x="1869295" y="621989"/>
                  </a:lnTo>
                  <a:lnTo>
                    <a:pt x="1941191" y="642777"/>
                  </a:lnTo>
                  <a:lnTo>
                    <a:pt x="2013087" y="663183"/>
                  </a:lnTo>
                  <a:lnTo>
                    <a:pt x="2084983" y="683183"/>
                  </a:lnTo>
                  <a:lnTo>
                    <a:pt x="2156879" y="702755"/>
                  </a:lnTo>
                  <a:lnTo>
                    <a:pt x="2228775" y="721873"/>
                  </a:lnTo>
                  <a:lnTo>
                    <a:pt x="2300671" y="740514"/>
                  </a:lnTo>
                  <a:lnTo>
                    <a:pt x="2372567" y="758654"/>
                  </a:lnTo>
                  <a:lnTo>
                    <a:pt x="2444463" y="776266"/>
                  </a:lnTo>
                  <a:lnTo>
                    <a:pt x="2516359" y="793328"/>
                  </a:lnTo>
                  <a:lnTo>
                    <a:pt x="2588255" y="809815"/>
                  </a:lnTo>
                  <a:lnTo>
                    <a:pt x="2660151" y="825705"/>
                  </a:lnTo>
                  <a:lnTo>
                    <a:pt x="2732047" y="840977"/>
                  </a:lnTo>
                  <a:lnTo>
                    <a:pt x="2803943" y="855612"/>
                  </a:lnTo>
                  <a:lnTo>
                    <a:pt x="2875839" y="869592"/>
                  </a:lnTo>
                  <a:lnTo>
                    <a:pt x="2947735" y="882903"/>
                  </a:lnTo>
                  <a:lnTo>
                    <a:pt x="3019631" y="895533"/>
                  </a:lnTo>
                  <a:lnTo>
                    <a:pt x="3091527" y="907474"/>
                  </a:lnTo>
                  <a:lnTo>
                    <a:pt x="3163423" y="918722"/>
                  </a:lnTo>
                  <a:lnTo>
                    <a:pt x="3235319" y="929273"/>
                  </a:lnTo>
                  <a:lnTo>
                    <a:pt x="3307215" y="939131"/>
                  </a:lnTo>
                  <a:lnTo>
                    <a:pt x="3379111" y="948301"/>
                  </a:lnTo>
                  <a:lnTo>
                    <a:pt x="3451007" y="956792"/>
                  </a:lnTo>
                  <a:lnTo>
                    <a:pt x="3522902" y="964615"/>
                  </a:lnTo>
                  <a:lnTo>
                    <a:pt x="3594798" y="971787"/>
                  </a:lnTo>
                  <a:lnTo>
                    <a:pt x="3666694" y="978323"/>
                  </a:lnTo>
                  <a:lnTo>
                    <a:pt x="3738590" y="984244"/>
                  </a:lnTo>
                  <a:lnTo>
                    <a:pt x="3810486" y="989572"/>
                  </a:lnTo>
                  <a:lnTo>
                    <a:pt x="3882382" y="994328"/>
                  </a:lnTo>
                  <a:lnTo>
                    <a:pt x="3954278" y="998536"/>
                  </a:lnTo>
                  <a:lnTo>
                    <a:pt x="4026174" y="1002222"/>
                  </a:lnTo>
                  <a:lnTo>
                    <a:pt x="4098070" y="1005408"/>
                  </a:lnTo>
                  <a:lnTo>
                    <a:pt x="4169966" y="1008121"/>
                  </a:lnTo>
                  <a:lnTo>
                    <a:pt x="4241862" y="1010385"/>
                  </a:lnTo>
                  <a:lnTo>
                    <a:pt x="4313758" y="1012223"/>
                  </a:lnTo>
                  <a:lnTo>
                    <a:pt x="4385654" y="1013658"/>
                  </a:lnTo>
                  <a:lnTo>
                    <a:pt x="4457550" y="1014714"/>
                  </a:lnTo>
                  <a:lnTo>
                    <a:pt x="4529446" y="1015413"/>
                  </a:lnTo>
                  <a:lnTo>
                    <a:pt x="4601342" y="1015774"/>
                  </a:lnTo>
                  <a:lnTo>
                    <a:pt x="4673238" y="1015817"/>
                  </a:lnTo>
                  <a:lnTo>
                    <a:pt x="4745134" y="1015563"/>
                  </a:lnTo>
                  <a:lnTo>
                    <a:pt x="4817030" y="1015028"/>
                  </a:lnTo>
                  <a:lnTo>
                    <a:pt x="4888926" y="1014229"/>
                  </a:lnTo>
                  <a:lnTo>
                    <a:pt x="4960822" y="1013182"/>
                  </a:lnTo>
                  <a:lnTo>
                    <a:pt x="5032718" y="1011902"/>
                  </a:lnTo>
                  <a:lnTo>
                    <a:pt x="5104614" y="1010403"/>
                  </a:lnTo>
                  <a:lnTo>
                    <a:pt x="5176510" y="1008698"/>
                  </a:lnTo>
                  <a:lnTo>
                    <a:pt x="5248406" y="1006799"/>
                  </a:lnTo>
                  <a:lnTo>
                    <a:pt x="5320302" y="1004719"/>
                  </a:lnTo>
                  <a:lnTo>
                    <a:pt x="5392198" y="1002467"/>
                  </a:lnTo>
                  <a:lnTo>
                    <a:pt x="5464094" y="1000053"/>
                  </a:lnTo>
                  <a:lnTo>
                    <a:pt x="5535990" y="997488"/>
                  </a:lnTo>
                  <a:lnTo>
                    <a:pt x="5607886" y="994779"/>
                  </a:lnTo>
                  <a:lnTo>
                    <a:pt x="5679782" y="991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947974"/>
              <a:ext cx="5679782" cy="791812"/>
            </a:xfrm>
            <a:custGeom>
              <a:avLst/>
              <a:pathLst>
                <a:path w="5679782" h="791812">
                  <a:moveTo>
                    <a:pt x="5679782" y="791812"/>
                  </a:moveTo>
                  <a:lnTo>
                    <a:pt x="5607886" y="767072"/>
                  </a:lnTo>
                  <a:lnTo>
                    <a:pt x="5535990" y="742467"/>
                  </a:lnTo>
                  <a:lnTo>
                    <a:pt x="5464094" y="718005"/>
                  </a:lnTo>
                  <a:lnTo>
                    <a:pt x="5392198" y="693694"/>
                  </a:lnTo>
                  <a:lnTo>
                    <a:pt x="5320302" y="669546"/>
                  </a:lnTo>
                  <a:lnTo>
                    <a:pt x="5248406" y="645569"/>
                  </a:lnTo>
                  <a:lnTo>
                    <a:pt x="5176510" y="621774"/>
                  </a:lnTo>
                  <a:lnTo>
                    <a:pt x="5104614" y="598172"/>
                  </a:lnTo>
                  <a:lnTo>
                    <a:pt x="5032718" y="574777"/>
                  </a:lnTo>
                  <a:lnTo>
                    <a:pt x="4960822" y="551600"/>
                  </a:lnTo>
                  <a:lnTo>
                    <a:pt x="4888926" y="528657"/>
                  </a:lnTo>
                  <a:lnTo>
                    <a:pt x="4817030" y="505961"/>
                  </a:lnTo>
                  <a:lnTo>
                    <a:pt x="4745134" y="483529"/>
                  </a:lnTo>
                  <a:lnTo>
                    <a:pt x="4673238" y="461378"/>
                  </a:lnTo>
                  <a:lnTo>
                    <a:pt x="4601342" y="439525"/>
                  </a:lnTo>
                  <a:lnTo>
                    <a:pt x="4529446" y="417990"/>
                  </a:lnTo>
                  <a:lnTo>
                    <a:pt x="4457550" y="396791"/>
                  </a:lnTo>
                  <a:lnTo>
                    <a:pt x="4385654" y="375951"/>
                  </a:lnTo>
                  <a:lnTo>
                    <a:pt x="4313758" y="355490"/>
                  </a:lnTo>
                  <a:lnTo>
                    <a:pt x="4241862" y="335431"/>
                  </a:lnTo>
                  <a:lnTo>
                    <a:pt x="4169966" y="315798"/>
                  </a:lnTo>
                  <a:lnTo>
                    <a:pt x="4098070" y="296615"/>
                  </a:lnTo>
                  <a:lnTo>
                    <a:pt x="4026174" y="277905"/>
                  </a:lnTo>
                  <a:lnTo>
                    <a:pt x="3954278" y="259694"/>
                  </a:lnTo>
                  <a:lnTo>
                    <a:pt x="3882382" y="242006"/>
                  </a:lnTo>
                  <a:lnTo>
                    <a:pt x="3810486" y="224865"/>
                  </a:lnTo>
                  <a:lnTo>
                    <a:pt x="3738590" y="208296"/>
                  </a:lnTo>
                  <a:lnTo>
                    <a:pt x="3666694" y="192321"/>
                  </a:lnTo>
                  <a:lnTo>
                    <a:pt x="3594798" y="176961"/>
                  </a:lnTo>
                  <a:lnTo>
                    <a:pt x="3522902" y="162235"/>
                  </a:lnTo>
                  <a:lnTo>
                    <a:pt x="3451007" y="148162"/>
                  </a:lnTo>
                  <a:lnTo>
                    <a:pt x="3379111" y="134756"/>
                  </a:lnTo>
                  <a:lnTo>
                    <a:pt x="3307215" y="122030"/>
                  </a:lnTo>
                  <a:lnTo>
                    <a:pt x="3235319" y="109991"/>
                  </a:lnTo>
                  <a:lnTo>
                    <a:pt x="3163423" y="98646"/>
                  </a:lnTo>
                  <a:lnTo>
                    <a:pt x="3091527" y="87997"/>
                  </a:lnTo>
                  <a:lnTo>
                    <a:pt x="3019631" y="78042"/>
                  </a:lnTo>
                  <a:lnTo>
                    <a:pt x="2947735" y="68776"/>
                  </a:lnTo>
                  <a:lnTo>
                    <a:pt x="2875839" y="60190"/>
                  </a:lnTo>
                  <a:lnTo>
                    <a:pt x="2803943" y="52274"/>
                  </a:lnTo>
                  <a:lnTo>
                    <a:pt x="2732047" y="45012"/>
                  </a:lnTo>
                  <a:lnTo>
                    <a:pt x="2660151" y="38387"/>
                  </a:lnTo>
                  <a:lnTo>
                    <a:pt x="2588255" y="32381"/>
                  </a:lnTo>
                  <a:lnTo>
                    <a:pt x="2516359" y="26971"/>
                  </a:lnTo>
                  <a:lnTo>
                    <a:pt x="2444463" y="22136"/>
                  </a:lnTo>
                  <a:lnTo>
                    <a:pt x="2372567" y="17852"/>
                  </a:lnTo>
                  <a:lnTo>
                    <a:pt x="2300671" y="14095"/>
                  </a:lnTo>
                  <a:lnTo>
                    <a:pt x="2228775" y="10839"/>
                  </a:lnTo>
                  <a:lnTo>
                    <a:pt x="2156879" y="8061"/>
                  </a:lnTo>
                  <a:lnTo>
                    <a:pt x="2084983" y="5736"/>
                  </a:lnTo>
                  <a:lnTo>
                    <a:pt x="2013087" y="3840"/>
                  </a:lnTo>
                  <a:lnTo>
                    <a:pt x="1941191" y="2349"/>
                  </a:lnTo>
                  <a:lnTo>
                    <a:pt x="1869295" y="1241"/>
                  </a:lnTo>
                  <a:lnTo>
                    <a:pt x="1797399" y="494"/>
                  </a:lnTo>
                  <a:lnTo>
                    <a:pt x="1725503" y="87"/>
                  </a:lnTo>
                  <a:lnTo>
                    <a:pt x="1653607" y="0"/>
                  </a:lnTo>
                  <a:lnTo>
                    <a:pt x="1581711" y="213"/>
                  </a:lnTo>
                  <a:lnTo>
                    <a:pt x="1509815" y="710"/>
                  </a:lnTo>
                  <a:lnTo>
                    <a:pt x="1437919" y="1473"/>
                  </a:lnTo>
                  <a:lnTo>
                    <a:pt x="1366023" y="2486"/>
                  </a:lnTo>
                  <a:lnTo>
                    <a:pt x="1294127" y="3734"/>
                  </a:lnTo>
                  <a:lnTo>
                    <a:pt x="1222231" y="5203"/>
                  </a:lnTo>
                  <a:lnTo>
                    <a:pt x="1150335" y="6880"/>
                  </a:lnTo>
                  <a:lnTo>
                    <a:pt x="1078439" y="8752"/>
                  </a:lnTo>
                  <a:lnTo>
                    <a:pt x="1006543" y="10808"/>
                  </a:lnTo>
                  <a:lnTo>
                    <a:pt x="934647" y="13036"/>
                  </a:lnTo>
                  <a:lnTo>
                    <a:pt x="862751" y="15428"/>
                  </a:lnTo>
                  <a:lnTo>
                    <a:pt x="790855" y="17972"/>
                  </a:lnTo>
                  <a:lnTo>
                    <a:pt x="718959" y="20661"/>
                  </a:lnTo>
                  <a:lnTo>
                    <a:pt x="647063" y="23487"/>
                  </a:lnTo>
                  <a:lnTo>
                    <a:pt x="575167" y="26440"/>
                  </a:lnTo>
                  <a:lnTo>
                    <a:pt x="503271" y="29515"/>
                  </a:lnTo>
                  <a:lnTo>
                    <a:pt x="431375" y="32705"/>
                  </a:lnTo>
                  <a:lnTo>
                    <a:pt x="359479" y="36002"/>
                  </a:lnTo>
                  <a:lnTo>
                    <a:pt x="287583" y="39402"/>
                  </a:lnTo>
                  <a:lnTo>
                    <a:pt x="215687" y="42899"/>
                  </a:lnTo>
                  <a:lnTo>
                    <a:pt x="143791" y="46487"/>
                  </a:lnTo>
                  <a:lnTo>
                    <a:pt x="71895" y="50163"/>
                  </a:lnTo>
                  <a:lnTo>
                    <a:pt x="0" y="53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157753"/>
              <a:ext cx="5679782" cy="864913"/>
            </a:xfrm>
            <a:custGeom>
              <a:avLst/>
              <a:pathLst>
                <a:path w="5679782" h="864913">
                  <a:moveTo>
                    <a:pt x="0" y="0"/>
                  </a:moveTo>
                  <a:lnTo>
                    <a:pt x="71895" y="10948"/>
                  </a:lnTo>
                  <a:lnTo>
                    <a:pt x="143791" y="21896"/>
                  </a:lnTo>
                  <a:lnTo>
                    <a:pt x="215687" y="32844"/>
                  </a:lnTo>
                  <a:lnTo>
                    <a:pt x="287583" y="43793"/>
                  </a:lnTo>
                  <a:lnTo>
                    <a:pt x="359479" y="54741"/>
                  </a:lnTo>
                  <a:lnTo>
                    <a:pt x="431375" y="65689"/>
                  </a:lnTo>
                  <a:lnTo>
                    <a:pt x="503271" y="76637"/>
                  </a:lnTo>
                  <a:lnTo>
                    <a:pt x="575167" y="87586"/>
                  </a:lnTo>
                  <a:lnTo>
                    <a:pt x="647063" y="98534"/>
                  </a:lnTo>
                  <a:lnTo>
                    <a:pt x="718959" y="109482"/>
                  </a:lnTo>
                  <a:lnTo>
                    <a:pt x="790855" y="120431"/>
                  </a:lnTo>
                  <a:lnTo>
                    <a:pt x="862751" y="131379"/>
                  </a:lnTo>
                  <a:lnTo>
                    <a:pt x="934647" y="142327"/>
                  </a:lnTo>
                  <a:lnTo>
                    <a:pt x="1006543" y="153275"/>
                  </a:lnTo>
                  <a:lnTo>
                    <a:pt x="1078439" y="164224"/>
                  </a:lnTo>
                  <a:lnTo>
                    <a:pt x="1150335" y="175172"/>
                  </a:lnTo>
                  <a:lnTo>
                    <a:pt x="1222231" y="186120"/>
                  </a:lnTo>
                  <a:lnTo>
                    <a:pt x="1294127" y="197068"/>
                  </a:lnTo>
                  <a:lnTo>
                    <a:pt x="1366023" y="208017"/>
                  </a:lnTo>
                  <a:lnTo>
                    <a:pt x="1437919" y="218965"/>
                  </a:lnTo>
                  <a:lnTo>
                    <a:pt x="1509815" y="229913"/>
                  </a:lnTo>
                  <a:lnTo>
                    <a:pt x="1581711" y="240862"/>
                  </a:lnTo>
                  <a:lnTo>
                    <a:pt x="1653607" y="251810"/>
                  </a:lnTo>
                  <a:lnTo>
                    <a:pt x="1725503" y="262758"/>
                  </a:lnTo>
                  <a:lnTo>
                    <a:pt x="1797399" y="273706"/>
                  </a:lnTo>
                  <a:lnTo>
                    <a:pt x="1869295" y="284655"/>
                  </a:lnTo>
                  <a:lnTo>
                    <a:pt x="1941191" y="295603"/>
                  </a:lnTo>
                  <a:lnTo>
                    <a:pt x="2013087" y="306551"/>
                  </a:lnTo>
                  <a:lnTo>
                    <a:pt x="2084983" y="317500"/>
                  </a:lnTo>
                  <a:lnTo>
                    <a:pt x="2156879" y="328448"/>
                  </a:lnTo>
                  <a:lnTo>
                    <a:pt x="2228775" y="339396"/>
                  </a:lnTo>
                  <a:lnTo>
                    <a:pt x="2300671" y="350344"/>
                  </a:lnTo>
                  <a:lnTo>
                    <a:pt x="2372567" y="361293"/>
                  </a:lnTo>
                  <a:lnTo>
                    <a:pt x="2444463" y="372241"/>
                  </a:lnTo>
                  <a:lnTo>
                    <a:pt x="2516359" y="383189"/>
                  </a:lnTo>
                  <a:lnTo>
                    <a:pt x="2588255" y="394137"/>
                  </a:lnTo>
                  <a:lnTo>
                    <a:pt x="2660151" y="405086"/>
                  </a:lnTo>
                  <a:lnTo>
                    <a:pt x="2732047" y="416034"/>
                  </a:lnTo>
                  <a:lnTo>
                    <a:pt x="2803943" y="426982"/>
                  </a:lnTo>
                  <a:lnTo>
                    <a:pt x="2875839" y="437931"/>
                  </a:lnTo>
                  <a:lnTo>
                    <a:pt x="2947735" y="448879"/>
                  </a:lnTo>
                  <a:lnTo>
                    <a:pt x="3019631" y="459827"/>
                  </a:lnTo>
                  <a:lnTo>
                    <a:pt x="3091527" y="470775"/>
                  </a:lnTo>
                  <a:lnTo>
                    <a:pt x="3163423" y="481724"/>
                  </a:lnTo>
                  <a:lnTo>
                    <a:pt x="3235319" y="492672"/>
                  </a:lnTo>
                  <a:lnTo>
                    <a:pt x="3307215" y="503620"/>
                  </a:lnTo>
                  <a:lnTo>
                    <a:pt x="3379111" y="514568"/>
                  </a:lnTo>
                  <a:lnTo>
                    <a:pt x="3451007" y="525517"/>
                  </a:lnTo>
                  <a:lnTo>
                    <a:pt x="3522902" y="536465"/>
                  </a:lnTo>
                  <a:lnTo>
                    <a:pt x="3594798" y="547413"/>
                  </a:lnTo>
                  <a:lnTo>
                    <a:pt x="3666694" y="558362"/>
                  </a:lnTo>
                  <a:lnTo>
                    <a:pt x="3738590" y="569310"/>
                  </a:lnTo>
                  <a:lnTo>
                    <a:pt x="3810486" y="580258"/>
                  </a:lnTo>
                  <a:lnTo>
                    <a:pt x="3882382" y="591206"/>
                  </a:lnTo>
                  <a:lnTo>
                    <a:pt x="3954278" y="602155"/>
                  </a:lnTo>
                  <a:lnTo>
                    <a:pt x="4026174" y="613103"/>
                  </a:lnTo>
                  <a:lnTo>
                    <a:pt x="4098070" y="624051"/>
                  </a:lnTo>
                  <a:lnTo>
                    <a:pt x="4169966" y="635000"/>
                  </a:lnTo>
                  <a:lnTo>
                    <a:pt x="4241862" y="645948"/>
                  </a:lnTo>
                  <a:lnTo>
                    <a:pt x="4313758" y="656896"/>
                  </a:lnTo>
                  <a:lnTo>
                    <a:pt x="4385654" y="667844"/>
                  </a:lnTo>
                  <a:lnTo>
                    <a:pt x="4457550" y="678793"/>
                  </a:lnTo>
                  <a:lnTo>
                    <a:pt x="4529446" y="689741"/>
                  </a:lnTo>
                  <a:lnTo>
                    <a:pt x="4601342" y="700689"/>
                  </a:lnTo>
                  <a:lnTo>
                    <a:pt x="4673238" y="711637"/>
                  </a:lnTo>
                  <a:lnTo>
                    <a:pt x="4745134" y="722586"/>
                  </a:lnTo>
                  <a:lnTo>
                    <a:pt x="4817030" y="733534"/>
                  </a:lnTo>
                  <a:lnTo>
                    <a:pt x="4888926" y="744482"/>
                  </a:lnTo>
                  <a:lnTo>
                    <a:pt x="4960822" y="755431"/>
                  </a:lnTo>
                  <a:lnTo>
                    <a:pt x="5032718" y="766379"/>
                  </a:lnTo>
                  <a:lnTo>
                    <a:pt x="5104614" y="777327"/>
                  </a:lnTo>
                  <a:lnTo>
                    <a:pt x="5176510" y="788275"/>
                  </a:lnTo>
                  <a:lnTo>
                    <a:pt x="5248406" y="799224"/>
                  </a:lnTo>
                  <a:lnTo>
                    <a:pt x="5320302" y="810172"/>
                  </a:lnTo>
                  <a:lnTo>
                    <a:pt x="5392198" y="821120"/>
                  </a:lnTo>
                  <a:lnTo>
                    <a:pt x="5464094" y="832068"/>
                  </a:lnTo>
                  <a:lnTo>
                    <a:pt x="5535990" y="843017"/>
                  </a:lnTo>
                  <a:lnTo>
                    <a:pt x="5607886" y="853965"/>
                  </a:lnTo>
                  <a:lnTo>
                    <a:pt x="5679782" y="864913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3595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30570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30125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85932" y="34439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932" y="3315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685932" y="318524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331007" y="35949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331007" y="308335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331007" y="31801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071608" y="297573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071608" y="23216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071608" y="24809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793868" y="38827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793868" y="26955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793868" y="35550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391492" y="3659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391492" y="40727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391492" y="37573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502243" y="54922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502243" y="52623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02243" y="54126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1785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90646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52899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464152"/>
              <a:ext cx="5679782" cy="2473913"/>
            </a:xfrm>
            <a:custGeom>
              <a:avLst/>
              <a:pathLst>
                <a:path w="5679782" h="2473913">
                  <a:moveTo>
                    <a:pt x="0" y="0"/>
                  </a:moveTo>
                  <a:lnTo>
                    <a:pt x="71895" y="26301"/>
                  </a:lnTo>
                  <a:lnTo>
                    <a:pt x="143791" y="52520"/>
                  </a:lnTo>
                  <a:lnTo>
                    <a:pt x="215687" y="78653"/>
                  </a:lnTo>
                  <a:lnTo>
                    <a:pt x="287583" y="104696"/>
                  </a:lnTo>
                  <a:lnTo>
                    <a:pt x="359479" y="130642"/>
                  </a:lnTo>
                  <a:lnTo>
                    <a:pt x="431375" y="156487"/>
                  </a:lnTo>
                  <a:lnTo>
                    <a:pt x="503271" y="182225"/>
                  </a:lnTo>
                  <a:lnTo>
                    <a:pt x="575167" y="207849"/>
                  </a:lnTo>
                  <a:lnTo>
                    <a:pt x="647063" y="233353"/>
                  </a:lnTo>
                  <a:lnTo>
                    <a:pt x="718959" y="258730"/>
                  </a:lnTo>
                  <a:lnTo>
                    <a:pt x="790855" y="283971"/>
                  </a:lnTo>
                  <a:lnTo>
                    <a:pt x="862751" y="309069"/>
                  </a:lnTo>
                  <a:lnTo>
                    <a:pt x="934647" y="334016"/>
                  </a:lnTo>
                  <a:lnTo>
                    <a:pt x="1006543" y="358801"/>
                  </a:lnTo>
                  <a:lnTo>
                    <a:pt x="1078439" y="383414"/>
                  </a:lnTo>
                  <a:lnTo>
                    <a:pt x="1150335" y="407846"/>
                  </a:lnTo>
                  <a:lnTo>
                    <a:pt x="1222231" y="432083"/>
                  </a:lnTo>
                  <a:lnTo>
                    <a:pt x="1294127" y="456115"/>
                  </a:lnTo>
                  <a:lnTo>
                    <a:pt x="1366023" y="479928"/>
                  </a:lnTo>
                  <a:lnTo>
                    <a:pt x="1437919" y="503508"/>
                  </a:lnTo>
                  <a:lnTo>
                    <a:pt x="1509815" y="526839"/>
                  </a:lnTo>
                  <a:lnTo>
                    <a:pt x="1581711" y="549907"/>
                  </a:lnTo>
                  <a:lnTo>
                    <a:pt x="1653607" y="572694"/>
                  </a:lnTo>
                  <a:lnTo>
                    <a:pt x="1725503" y="595183"/>
                  </a:lnTo>
                  <a:lnTo>
                    <a:pt x="1797399" y="617354"/>
                  </a:lnTo>
                  <a:lnTo>
                    <a:pt x="1869295" y="639189"/>
                  </a:lnTo>
                  <a:lnTo>
                    <a:pt x="1941191" y="660665"/>
                  </a:lnTo>
                  <a:lnTo>
                    <a:pt x="2013087" y="681762"/>
                  </a:lnTo>
                  <a:lnTo>
                    <a:pt x="2084983" y="702457"/>
                  </a:lnTo>
                  <a:lnTo>
                    <a:pt x="2156879" y="722726"/>
                  </a:lnTo>
                  <a:lnTo>
                    <a:pt x="2228775" y="742547"/>
                  </a:lnTo>
                  <a:lnTo>
                    <a:pt x="2300671" y="761894"/>
                  </a:lnTo>
                  <a:lnTo>
                    <a:pt x="2372567" y="780744"/>
                  </a:lnTo>
                  <a:lnTo>
                    <a:pt x="2444463" y="799071"/>
                  </a:lnTo>
                  <a:lnTo>
                    <a:pt x="2516359" y="816852"/>
                  </a:lnTo>
                  <a:lnTo>
                    <a:pt x="2588255" y="834063"/>
                  </a:lnTo>
                  <a:lnTo>
                    <a:pt x="2660151" y="850683"/>
                  </a:lnTo>
                  <a:lnTo>
                    <a:pt x="2732047" y="866689"/>
                  </a:lnTo>
                  <a:lnTo>
                    <a:pt x="2803943" y="882064"/>
                  </a:lnTo>
                  <a:lnTo>
                    <a:pt x="2875839" y="896789"/>
                  </a:lnTo>
                  <a:lnTo>
                    <a:pt x="2947735" y="910851"/>
                  </a:lnTo>
                  <a:lnTo>
                    <a:pt x="3019631" y="924238"/>
                  </a:lnTo>
                  <a:lnTo>
                    <a:pt x="3091527" y="936942"/>
                  </a:lnTo>
                  <a:lnTo>
                    <a:pt x="3163423" y="948958"/>
                  </a:lnTo>
                  <a:lnTo>
                    <a:pt x="3235319" y="960284"/>
                  </a:lnTo>
                  <a:lnTo>
                    <a:pt x="3307215" y="970922"/>
                  </a:lnTo>
                  <a:lnTo>
                    <a:pt x="3379111" y="980878"/>
                  </a:lnTo>
                  <a:lnTo>
                    <a:pt x="3451007" y="990160"/>
                  </a:lnTo>
                  <a:lnTo>
                    <a:pt x="3522902" y="998781"/>
                  </a:lnTo>
                  <a:lnTo>
                    <a:pt x="3594798" y="1006755"/>
                  </a:lnTo>
                  <a:lnTo>
                    <a:pt x="3666694" y="1014100"/>
                  </a:lnTo>
                  <a:lnTo>
                    <a:pt x="3738590" y="1020834"/>
                  </a:lnTo>
                  <a:lnTo>
                    <a:pt x="3810486" y="1026980"/>
                  </a:lnTo>
                  <a:lnTo>
                    <a:pt x="3882382" y="1032559"/>
                  </a:lnTo>
                  <a:lnTo>
                    <a:pt x="3954278" y="1037596"/>
                  </a:lnTo>
                  <a:lnTo>
                    <a:pt x="4026174" y="1042113"/>
                  </a:lnTo>
                  <a:lnTo>
                    <a:pt x="4098070" y="1046137"/>
                  </a:lnTo>
                  <a:lnTo>
                    <a:pt x="4169966" y="1049690"/>
                  </a:lnTo>
                  <a:lnTo>
                    <a:pt x="4241862" y="1052798"/>
                  </a:lnTo>
                  <a:lnTo>
                    <a:pt x="4313758" y="1055483"/>
                  </a:lnTo>
                  <a:lnTo>
                    <a:pt x="4385654" y="1057770"/>
                  </a:lnTo>
                  <a:lnTo>
                    <a:pt x="4457550" y="1059680"/>
                  </a:lnTo>
                  <a:lnTo>
                    <a:pt x="4529446" y="1061236"/>
                  </a:lnTo>
                  <a:lnTo>
                    <a:pt x="4601342" y="1062457"/>
                  </a:lnTo>
                  <a:lnTo>
                    <a:pt x="4673238" y="1063364"/>
                  </a:lnTo>
                  <a:lnTo>
                    <a:pt x="4745134" y="1063975"/>
                  </a:lnTo>
                  <a:lnTo>
                    <a:pt x="4817030" y="1064308"/>
                  </a:lnTo>
                  <a:lnTo>
                    <a:pt x="4888926" y="1064379"/>
                  </a:lnTo>
                  <a:lnTo>
                    <a:pt x="4960822" y="1064204"/>
                  </a:lnTo>
                  <a:lnTo>
                    <a:pt x="5032718" y="1063798"/>
                  </a:lnTo>
                  <a:lnTo>
                    <a:pt x="5104614" y="1063175"/>
                  </a:lnTo>
                  <a:lnTo>
                    <a:pt x="5176510" y="1062348"/>
                  </a:lnTo>
                  <a:lnTo>
                    <a:pt x="5248406" y="1061328"/>
                  </a:lnTo>
                  <a:lnTo>
                    <a:pt x="5320302" y="1060129"/>
                  </a:lnTo>
                  <a:lnTo>
                    <a:pt x="5392198" y="1058759"/>
                  </a:lnTo>
                  <a:lnTo>
                    <a:pt x="5464094" y="1057229"/>
                  </a:lnTo>
                  <a:lnTo>
                    <a:pt x="5535990" y="1055548"/>
                  </a:lnTo>
                  <a:lnTo>
                    <a:pt x="5607886" y="1053726"/>
                  </a:lnTo>
                  <a:lnTo>
                    <a:pt x="5679782" y="1051769"/>
                  </a:lnTo>
                  <a:lnTo>
                    <a:pt x="5679782" y="2473913"/>
                  </a:lnTo>
                  <a:lnTo>
                    <a:pt x="5607886" y="2448518"/>
                  </a:lnTo>
                  <a:lnTo>
                    <a:pt x="5535990" y="2423257"/>
                  </a:lnTo>
                  <a:lnTo>
                    <a:pt x="5464094" y="2398138"/>
                  </a:lnTo>
                  <a:lnTo>
                    <a:pt x="5392198" y="2373170"/>
                  </a:lnTo>
                  <a:lnTo>
                    <a:pt x="5320302" y="2348362"/>
                  </a:lnTo>
                  <a:lnTo>
                    <a:pt x="5248406" y="2323724"/>
                  </a:lnTo>
                  <a:lnTo>
                    <a:pt x="5176510" y="2299266"/>
                  </a:lnTo>
                  <a:lnTo>
                    <a:pt x="5104614" y="2275000"/>
                  </a:lnTo>
                  <a:lnTo>
                    <a:pt x="5032718" y="2250939"/>
                  </a:lnTo>
                  <a:lnTo>
                    <a:pt x="4960822" y="2227094"/>
                  </a:lnTo>
                  <a:lnTo>
                    <a:pt x="4888926" y="2203481"/>
                  </a:lnTo>
                  <a:lnTo>
                    <a:pt x="4817030" y="2180114"/>
                  </a:lnTo>
                  <a:lnTo>
                    <a:pt x="4745134" y="2157008"/>
                  </a:lnTo>
                  <a:lnTo>
                    <a:pt x="4673238" y="2134180"/>
                  </a:lnTo>
                  <a:lnTo>
                    <a:pt x="4601342" y="2111648"/>
                  </a:lnTo>
                  <a:lnTo>
                    <a:pt x="4529446" y="2089431"/>
                  </a:lnTo>
                  <a:lnTo>
                    <a:pt x="4457550" y="2067548"/>
                  </a:lnTo>
                  <a:lnTo>
                    <a:pt x="4385654" y="2046020"/>
                  </a:lnTo>
                  <a:lnTo>
                    <a:pt x="4313758" y="2024869"/>
                  </a:lnTo>
                  <a:lnTo>
                    <a:pt x="4241862" y="2004116"/>
                  </a:lnTo>
                  <a:lnTo>
                    <a:pt x="4169966" y="1983785"/>
                  </a:lnTo>
                  <a:lnTo>
                    <a:pt x="4098070" y="1963900"/>
                  </a:lnTo>
                  <a:lnTo>
                    <a:pt x="4026174" y="1944485"/>
                  </a:lnTo>
                  <a:lnTo>
                    <a:pt x="3954278" y="1925564"/>
                  </a:lnTo>
                  <a:lnTo>
                    <a:pt x="3882382" y="1907162"/>
                  </a:lnTo>
                  <a:lnTo>
                    <a:pt x="3810486" y="1889303"/>
                  </a:lnTo>
                  <a:lnTo>
                    <a:pt x="3738590" y="1872010"/>
                  </a:lnTo>
                  <a:lnTo>
                    <a:pt x="3666694" y="1855306"/>
                  </a:lnTo>
                  <a:lnTo>
                    <a:pt x="3594798" y="1839212"/>
                  </a:lnTo>
                  <a:lnTo>
                    <a:pt x="3522902" y="1823748"/>
                  </a:lnTo>
                  <a:lnTo>
                    <a:pt x="3451007" y="1808930"/>
                  </a:lnTo>
                  <a:lnTo>
                    <a:pt x="3379111" y="1794774"/>
                  </a:lnTo>
                  <a:lnTo>
                    <a:pt x="3307215" y="1781291"/>
                  </a:lnTo>
                  <a:lnTo>
                    <a:pt x="3235319" y="1768491"/>
                  </a:lnTo>
                  <a:lnTo>
                    <a:pt x="3163423" y="1756379"/>
                  </a:lnTo>
                  <a:lnTo>
                    <a:pt x="3091527" y="1744956"/>
                  </a:lnTo>
                  <a:lnTo>
                    <a:pt x="3019631" y="1734221"/>
                  </a:lnTo>
                  <a:lnTo>
                    <a:pt x="2947735" y="1724170"/>
                  </a:lnTo>
                  <a:lnTo>
                    <a:pt x="2875839" y="1714794"/>
                  </a:lnTo>
                  <a:lnTo>
                    <a:pt x="2803943" y="1706081"/>
                  </a:lnTo>
                  <a:lnTo>
                    <a:pt x="2732047" y="1698017"/>
                  </a:lnTo>
                  <a:lnTo>
                    <a:pt x="2660151" y="1690585"/>
                  </a:lnTo>
                  <a:lnTo>
                    <a:pt x="2588255" y="1683766"/>
                  </a:lnTo>
                  <a:lnTo>
                    <a:pt x="2516359" y="1677538"/>
                  </a:lnTo>
                  <a:lnTo>
                    <a:pt x="2444463" y="1671881"/>
                  </a:lnTo>
                  <a:lnTo>
                    <a:pt x="2372567" y="1666770"/>
                  </a:lnTo>
                  <a:lnTo>
                    <a:pt x="2300671" y="1662181"/>
                  </a:lnTo>
                  <a:lnTo>
                    <a:pt x="2228775" y="1658089"/>
                  </a:lnTo>
                  <a:lnTo>
                    <a:pt x="2156879" y="1654472"/>
                  </a:lnTo>
                  <a:lnTo>
                    <a:pt x="2084983" y="1651303"/>
                  </a:lnTo>
                  <a:lnTo>
                    <a:pt x="2013087" y="1648559"/>
                  </a:lnTo>
                  <a:lnTo>
                    <a:pt x="1941191" y="1646218"/>
                  </a:lnTo>
                  <a:lnTo>
                    <a:pt x="1869295" y="1644256"/>
                  </a:lnTo>
                  <a:lnTo>
                    <a:pt x="1797399" y="1642651"/>
                  </a:lnTo>
                  <a:lnTo>
                    <a:pt x="1725503" y="1641384"/>
                  </a:lnTo>
                  <a:lnTo>
                    <a:pt x="1653607" y="1640435"/>
                  </a:lnTo>
                  <a:lnTo>
                    <a:pt x="1581711" y="1639783"/>
                  </a:lnTo>
                  <a:lnTo>
                    <a:pt x="1509815" y="1639413"/>
                  </a:lnTo>
                  <a:lnTo>
                    <a:pt x="1437919" y="1639306"/>
                  </a:lnTo>
                  <a:lnTo>
                    <a:pt x="1366023" y="1639447"/>
                  </a:lnTo>
                  <a:lnTo>
                    <a:pt x="1294127" y="1639821"/>
                  </a:lnTo>
                  <a:lnTo>
                    <a:pt x="1222231" y="1640414"/>
                  </a:lnTo>
                  <a:lnTo>
                    <a:pt x="1150335" y="1641214"/>
                  </a:lnTo>
                  <a:lnTo>
                    <a:pt x="1078439" y="1642207"/>
                  </a:lnTo>
                  <a:lnTo>
                    <a:pt x="1006543" y="1643382"/>
                  </a:lnTo>
                  <a:lnTo>
                    <a:pt x="934647" y="1644728"/>
                  </a:lnTo>
                  <a:lnTo>
                    <a:pt x="862751" y="1646236"/>
                  </a:lnTo>
                  <a:lnTo>
                    <a:pt x="790855" y="1647896"/>
                  </a:lnTo>
                  <a:lnTo>
                    <a:pt x="718959" y="1649699"/>
                  </a:lnTo>
                  <a:lnTo>
                    <a:pt x="647063" y="1651637"/>
                  </a:lnTo>
                  <a:lnTo>
                    <a:pt x="575167" y="1653703"/>
                  </a:lnTo>
                  <a:lnTo>
                    <a:pt x="503271" y="1655888"/>
                  </a:lnTo>
                  <a:lnTo>
                    <a:pt x="431375" y="1658188"/>
                  </a:lnTo>
                  <a:lnTo>
                    <a:pt x="359479" y="1660594"/>
                  </a:lnTo>
                  <a:lnTo>
                    <a:pt x="287583" y="1663102"/>
                  </a:lnTo>
                  <a:lnTo>
                    <a:pt x="215687" y="1665706"/>
                  </a:lnTo>
                  <a:lnTo>
                    <a:pt x="143791" y="1668401"/>
                  </a:lnTo>
                  <a:lnTo>
                    <a:pt x="71895" y="1671182"/>
                  </a:lnTo>
                  <a:lnTo>
                    <a:pt x="0" y="1674045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464152"/>
              <a:ext cx="5679782" cy="1064379"/>
            </a:xfrm>
            <a:custGeom>
              <a:avLst/>
              <a:pathLst>
                <a:path w="5679782" h="1064379">
                  <a:moveTo>
                    <a:pt x="0" y="0"/>
                  </a:moveTo>
                  <a:lnTo>
                    <a:pt x="71895" y="26301"/>
                  </a:lnTo>
                  <a:lnTo>
                    <a:pt x="143791" y="52520"/>
                  </a:lnTo>
                  <a:lnTo>
                    <a:pt x="215687" y="78653"/>
                  </a:lnTo>
                  <a:lnTo>
                    <a:pt x="287583" y="104696"/>
                  </a:lnTo>
                  <a:lnTo>
                    <a:pt x="359479" y="130642"/>
                  </a:lnTo>
                  <a:lnTo>
                    <a:pt x="431375" y="156487"/>
                  </a:lnTo>
                  <a:lnTo>
                    <a:pt x="503271" y="182225"/>
                  </a:lnTo>
                  <a:lnTo>
                    <a:pt x="575167" y="207849"/>
                  </a:lnTo>
                  <a:lnTo>
                    <a:pt x="647063" y="233353"/>
                  </a:lnTo>
                  <a:lnTo>
                    <a:pt x="718959" y="258730"/>
                  </a:lnTo>
                  <a:lnTo>
                    <a:pt x="790855" y="283971"/>
                  </a:lnTo>
                  <a:lnTo>
                    <a:pt x="862751" y="309069"/>
                  </a:lnTo>
                  <a:lnTo>
                    <a:pt x="934647" y="334016"/>
                  </a:lnTo>
                  <a:lnTo>
                    <a:pt x="1006543" y="358801"/>
                  </a:lnTo>
                  <a:lnTo>
                    <a:pt x="1078439" y="383414"/>
                  </a:lnTo>
                  <a:lnTo>
                    <a:pt x="1150335" y="407846"/>
                  </a:lnTo>
                  <a:lnTo>
                    <a:pt x="1222231" y="432083"/>
                  </a:lnTo>
                  <a:lnTo>
                    <a:pt x="1294127" y="456115"/>
                  </a:lnTo>
                  <a:lnTo>
                    <a:pt x="1366023" y="479928"/>
                  </a:lnTo>
                  <a:lnTo>
                    <a:pt x="1437919" y="503508"/>
                  </a:lnTo>
                  <a:lnTo>
                    <a:pt x="1509815" y="526839"/>
                  </a:lnTo>
                  <a:lnTo>
                    <a:pt x="1581711" y="549907"/>
                  </a:lnTo>
                  <a:lnTo>
                    <a:pt x="1653607" y="572694"/>
                  </a:lnTo>
                  <a:lnTo>
                    <a:pt x="1725503" y="595183"/>
                  </a:lnTo>
                  <a:lnTo>
                    <a:pt x="1797399" y="617354"/>
                  </a:lnTo>
                  <a:lnTo>
                    <a:pt x="1869295" y="639189"/>
                  </a:lnTo>
                  <a:lnTo>
                    <a:pt x="1941191" y="660665"/>
                  </a:lnTo>
                  <a:lnTo>
                    <a:pt x="2013087" y="681762"/>
                  </a:lnTo>
                  <a:lnTo>
                    <a:pt x="2084983" y="702457"/>
                  </a:lnTo>
                  <a:lnTo>
                    <a:pt x="2156879" y="722726"/>
                  </a:lnTo>
                  <a:lnTo>
                    <a:pt x="2228775" y="742547"/>
                  </a:lnTo>
                  <a:lnTo>
                    <a:pt x="2300671" y="761894"/>
                  </a:lnTo>
                  <a:lnTo>
                    <a:pt x="2372567" y="780744"/>
                  </a:lnTo>
                  <a:lnTo>
                    <a:pt x="2444463" y="799071"/>
                  </a:lnTo>
                  <a:lnTo>
                    <a:pt x="2516359" y="816852"/>
                  </a:lnTo>
                  <a:lnTo>
                    <a:pt x="2588255" y="834063"/>
                  </a:lnTo>
                  <a:lnTo>
                    <a:pt x="2660151" y="850683"/>
                  </a:lnTo>
                  <a:lnTo>
                    <a:pt x="2732047" y="866689"/>
                  </a:lnTo>
                  <a:lnTo>
                    <a:pt x="2803943" y="882064"/>
                  </a:lnTo>
                  <a:lnTo>
                    <a:pt x="2875839" y="896789"/>
                  </a:lnTo>
                  <a:lnTo>
                    <a:pt x="2947735" y="910851"/>
                  </a:lnTo>
                  <a:lnTo>
                    <a:pt x="3019631" y="924238"/>
                  </a:lnTo>
                  <a:lnTo>
                    <a:pt x="3091527" y="936942"/>
                  </a:lnTo>
                  <a:lnTo>
                    <a:pt x="3163423" y="948958"/>
                  </a:lnTo>
                  <a:lnTo>
                    <a:pt x="3235319" y="960284"/>
                  </a:lnTo>
                  <a:lnTo>
                    <a:pt x="3307215" y="970922"/>
                  </a:lnTo>
                  <a:lnTo>
                    <a:pt x="3379111" y="980878"/>
                  </a:lnTo>
                  <a:lnTo>
                    <a:pt x="3451007" y="990160"/>
                  </a:lnTo>
                  <a:lnTo>
                    <a:pt x="3522902" y="998781"/>
                  </a:lnTo>
                  <a:lnTo>
                    <a:pt x="3594798" y="1006755"/>
                  </a:lnTo>
                  <a:lnTo>
                    <a:pt x="3666694" y="1014100"/>
                  </a:lnTo>
                  <a:lnTo>
                    <a:pt x="3738590" y="1020834"/>
                  </a:lnTo>
                  <a:lnTo>
                    <a:pt x="3810486" y="1026980"/>
                  </a:lnTo>
                  <a:lnTo>
                    <a:pt x="3882382" y="1032559"/>
                  </a:lnTo>
                  <a:lnTo>
                    <a:pt x="3954278" y="1037596"/>
                  </a:lnTo>
                  <a:lnTo>
                    <a:pt x="4026174" y="1042113"/>
                  </a:lnTo>
                  <a:lnTo>
                    <a:pt x="4098070" y="1046137"/>
                  </a:lnTo>
                  <a:lnTo>
                    <a:pt x="4169966" y="1049690"/>
                  </a:lnTo>
                  <a:lnTo>
                    <a:pt x="4241862" y="1052798"/>
                  </a:lnTo>
                  <a:lnTo>
                    <a:pt x="4313758" y="1055483"/>
                  </a:lnTo>
                  <a:lnTo>
                    <a:pt x="4385654" y="1057770"/>
                  </a:lnTo>
                  <a:lnTo>
                    <a:pt x="4457550" y="1059680"/>
                  </a:lnTo>
                  <a:lnTo>
                    <a:pt x="4529446" y="1061236"/>
                  </a:lnTo>
                  <a:lnTo>
                    <a:pt x="4601342" y="1062457"/>
                  </a:lnTo>
                  <a:lnTo>
                    <a:pt x="4673238" y="1063364"/>
                  </a:lnTo>
                  <a:lnTo>
                    <a:pt x="4745134" y="1063975"/>
                  </a:lnTo>
                  <a:lnTo>
                    <a:pt x="4817030" y="1064308"/>
                  </a:lnTo>
                  <a:lnTo>
                    <a:pt x="4888926" y="1064379"/>
                  </a:lnTo>
                  <a:lnTo>
                    <a:pt x="4960822" y="1064204"/>
                  </a:lnTo>
                  <a:lnTo>
                    <a:pt x="5032718" y="1063798"/>
                  </a:lnTo>
                  <a:lnTo>
                    <a:pt x="5104614" y="1063175"/>
                  </a:lnTo>
                  <a:lnTo>
                    <a:pt x="5176510" y="1062348"/>
                  </a:lnTo>
                  <a:lnTo>
                    <a:pt x="5248406" y="1061328"/>
                  </a:lnTo>
                  <a:lnTo>
                    <a:pt x="5320302" y="1060129"/>
                  </a:lnTo>
                  <a:lnTo>
                    <a:pt x="5392198" y="1058759"/>
                  </a:lnTo>
                  <a:lnTo>
                    <a:pt x="5464094" y="1057229"/>
                  </a:lnTo>
                  <a:lnTo>
                    <a:pt x="5535990" y="1055548"/>
                  </a:lnTo>
                  <a:lnTo>
                    <a:pt x="5607886" y="1053726"/>
                  </a:lnTo>
                  <a:lnTo>
                    <a:pt x="5679782" y="10517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4103459"/>
              <a:ext cx="5679782" cy="834607"/>
            </a:xfrm>
            <a:custGeom>
              <a:avLst/>
              <a:pathLst>
                <a:path w="5679782" h="834607">
                  <a:moveTo>
                    <a:pt x="5679782" y="834607"/>
                  </a:moveTo>
                  <a:lnTo>
                    <a:pt x="5607886" y="809212"/>
                  </a:lnTo>
                  <a:lnTo>
                    <a:pt x="5535990" y="783951"/>
                  </a:lnTo>
                  <a:lnTo>
                    <a:pt x="5464094" y="758832"/>
                  </a:lnTo>
                  <a:lnTo>
                    <a:pt x="5392198" y="733864"/>
                  </a:lnTo>
                  <a:lnTo>
                    <a:pt x="5320302" y="709056"/>
                  </a:lnTo>
                  <a:lnTo>
                    <a:pt x="5248406" y="684417"/>
                  </a:lnTo>
                  <a:lnTo>
                    <a:pt x="5176510" y="659960"/>
                  </a:lnTo>
                  <a:lnTo>
                    <a:pt x="5104614" y="635694"/>
                  </a:lnTo>
                  <a:lnTo>
                    <a:pt x="5032718" y="611632"/>
                  </a:lnTo>
                  <a:lnTo>
                    <a:pt x="4960822" y="587788"/>
                  </a:lnTo>
                  <a:lnTo>
                    <a:pt x="4888926" y="564175"/>
                  </a:lnTo>
                  <a:lnTo>
                    <a:pt x="4817030" y="540807"/>
                  </a:lnTo>
                  <a:lnTo>
                    <a:pt x="4745134" y="517702"/>
                  </a:lnTo>
                  <a:lnTo>
                    <a:pt x="4673238" y="494874"/>
                  </a:lnTo>
                  <a:lnTo>
                    <a:pt x="4601342" y="472342"/>
                  </a:lnTo>
                  <a:lnTo>
                    <a:pt x="4529446" y="450125"/>
                  </a:lnTo>
                  <a:lnTo>
                    <a:pt x="4457550" y="428242"/>
                  </a:lnTo>
                  <a:lnTo>
                    <a:pt x="4385654" y="406714"/>
                  </a:lnTo>
                  <a:lnTo>
                    <a:pt x="4313758" y="385563"/>
                  </a:lnTo>
                  <a:lnTo>
                    <a:pt x="4241862" y="364810"/>
                  </a:lnTo>
                  <a:lnTo>
                    <a:pt x="4169966" y="344479"/>
                  </a:lnTo>
                  <a:lnTo>
                    <a:pt x="4098070" y="324594"/>
                  </a:lnTo>
                  <a:lnTo>
                    <a:pt x="4026174" y="305179"/>
                  </a:lnTo>
                  <a:lnTo>
                    <a:pt x="3954278" y="286258"/>
                  </a:lnTo>
                  <a:lnTo>
                    <a:pt x="3882382" y="267856"/>
                  </a:lnTo>
                  <a:lnTo>
                    <a:pt x="3810486" y="249996"/>
                  </a:lnTo>
                  <a:lnTo>
                    <a:pt x="3738590" y="232704"/>
                  </a:lnTo>
                  <a:lnTo>
                    <a:pt x="3666694" y="216000"/>
                  </a:lnTo>
                  <a:lnTo>
                    <a:pt x="3594798" y="199906"/>
                  </a:lnTo>
                  <a:lnTo>
                    <a:pt x="3522902" y="184442"/>
                  </a:lnTo>
                  <a:lnTo>
                    <a:pt x="3451007" y="169624"/>
                  </a:lnTo>
                  <a:lnTo>
                    <a:pt x="3379111" y="155468"/>
                  </a:lnTo>
                  <a:lnTo>
                    <a:pt x="3307215" y="141985"/>
                  </a:lnTo>
                  <a:lnTo>
                    <a:pt x="3235319" y="129185"/>
                  </a:lnTo>
                  <a:lnTo>
                    <a:pt x="3163423" y="117072"/>
                  </a:lnTo>
                  <a:lnTo>
                    <a:pt x="3091527" y="105650"/>
                  </a:lnTo>
                  <a:lnTo>
                    <a:pt x="3019631" y="94915"/>
                  </a:lnTo>
                  <a:lnTo>
                    <a:pt x="2947735" y="84864"/>
                  </a:lnTo>
                  <a:lnTo>
                    <a:pt x="2875839" y="75487"/>
                  </a:lnTo>
                  <a:lnTo>
                    <a:pt x="2803943" y="66774"/>
                  </a:lnTo>
                  <a:lnTo>
                    <a:pt x="2732047" y="58710"/>
                  </a:lnTo>
                  <a:lnTo>
                    <a:pt x="2660151" y="51278"/>
                  </a:lnTo>
                  <a:lnTo>
                    <a:pt x="2588255" y="44459"/>
                  </a:lnTo>
                  <a:lnTo>
                    <a:pt x="2516359" y="38232"/>
                  </a:lnTo>
                  <a:lnTo>
                    <a:pt x="2444463" y="32575"/>
                  </a:lnTo>
                  <a:lnTo>
                    <a:pt x="2372567" y="27463"/>
                  </a:lnTo>
                  <a:lnTo>
                    <a:pt x="2300671" y="22874"/>
                  </a:lnTo>
                  <a:lnTo>
                    <a:pt x="2228775" y="18783"/>
                  </a:lnTo>
                  <a:lnTo>
                    <a:pt x="2156879" y="15165"/>
                  </a:lnTo>
                  <a:lnTo>
                    <a:pt x="2084983" y="11996"/>
                  </a:lnTo>
                  <a:lnTo>
                    <a:pt x="2013087" y="9253"/>
                  </a:lnTo>
                  <a:lnTo>
                    <a:pt x="1941191" y="6911"/>
                  </a:lnTo>
                  <a:lnTo>
                    <a:pt x="1869295" y="4949"/>
                  </a:lnTo>
                  <a:lnTo>
                    <a:pt x="1797399" y="3345"/>
                  </a:lnTo>
                  <a:lnTo>
                    <a:pt x="1725503" y="2078"/>
                  </a:lnTo>
                  <a:lnTo>
                    <a:pt x="1653607" y="1128"/>
                  </a:lnTo>
                  <a:lnTo>
                    <a:pt x="1581711" y="477"/>
                  </a:lnTo>
                  <a:lnTo>
                    <a:pt x="1509815" y="106"/>
                  </a:lnTo>
                  <a:lnTo>
                    <a:pt x="1437919" y="0"/>
                  </a:lnTo>
                  <a:lnTo>
                    <a:pt x="1366023" y="141"/>
                  </a:lnTo>
                  <a:lnTo>
                    <a:pt x="1294127" y="515"/>
                  </a:lnTo>
                  <a:lnTo>
                    <a:pt x="1222231" y="1108"/>
                  </a:lnTo>
                  <a:lnTo>
                    <a:pt x="1150335" y="1908"/>
                  </a:lnTo>
                  <a:lnTo>
                    <a:pt x="1078439" y="2900"/>
                  </a:lnTo>
                  <a:lnTo>
                    <a:pt x="1006543" y="4076"/>
                  </a:lnTo>
                  <a:lnTo>
                    <a:pt x="934647" y="5422"/>
                  </a:lnTo>
                  <a:lnTo>
                    <a:pt x="862751" y="6930"/>
                  </a:lnTo>
                  <a:lnTo>
                    <a:pt x="790855" y="8590"/>
                  </a:lnTo>
                  <a:lnTo>
                    <a:pt x="718959" y="10393"/>
                  </a:lnTo>
                  <a:lnTo>
                    <a:pt x="647063" y="12331"/>
                  </a:lnTo>
                  <a:lnTo>
                    <a:pt x="575167" y="14397"/>
                  </a:lnTo>
                  <a:lnTo>
                    <a:pt x="503271" y="16582"/>
                  </a:lnTo>
                  <a:lnTo>
                    <a:pt x="431375" y="18881"/>
                  </a:lnTo>
                  <a:lnTo>
                    <a:pt x="359479" y="21288"/>
                  </a:lnTo>
                  <a:lnTo>
                    <a:pt x="287583" y="23796"/>
                  </a:lnTo>
                  <a:lnTo>
                    <a:pt x="215687" y="26400"/>
                  </a:lnTo>
                  <a:lnTo>
                    <a:pt x="143791" y="29095"/>
                  </a:lnTo>
                  <a:lnTo>
                    <a:pt x="71895" y="31876"/>
                  </a:lnTo>
                  <a:lnTo>
                    <a:pt x="0" y="34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3301175"/>
              <a:ext cx="5679782" cy="925819"/>
            </a:xfrm>
            <a:custGeom>
              <a:avLst/>
              <a:pathLst>
                <a:path w="5679782" h="925819">
                  <a:moveTo>
                    <a:pt x="0" y="0"/>
                  </a:moveTo>
                  <a:lnTo>
                    <a:pt x="71895" y="11719"/>
                  </a:lnTo>
                  <a:lnTo>
                    <a:pt x="143791" y="23438"/>
                  </a:lnTo>
                  <a:lnTo>
                    <a:pt x="215687" y="35157"/>
                  </a:lnTo>
                  <a:lnTo>
                    <a:pt x="287583" y="46876"/>
                  </a:lnTo>
                  <a:lnTo>
                    <a:pt x="359479" y="58596"/>
                  </a:lnTo>
                  <a:lnTo>
                    <a:pt x="431375" y="70315"/>
                  </a:lnTo>
                  <a:lnTo>
                    <a:pt x="503271" y="82034"/>
                  </a:lnTo>
                  <a:lnTo>
                    <a:pt x="575167" y="93753"/>
                  </a:lnTo>
                  <a:lnTo>
                    <a:pt x="647063" y="105473"/>
                  </a:lnTo>
                  <a:lnTo>
                    <a:pt x="718959" y="117192"/>
                  </a:lnTo>
                  <a:lnTo>
                    <a:pt x="790855" y="128911"/>
                  </a:lnTo>
                  <a:lnTo>
                    <a:pt x="862751" y="140630"/>
                  </a:lnTo>
                  <a:lnTo>
                    <a:pt x="934647" y="152350"/>
                  </a:lnTo>
                  <a:lnTo>
                    <a:pt x="1006543" y="164069"/>
                  </a:lnTo>
                  <a:lnTo>
                    <a:pt x="1078439" y="175788"/>
                  </a:lnTo>
                  <a:lnTo>
                    <a:pt x="1150335" y="187507"/>
                  </a:lnTo>
                  <a:lnTo>
                    <a:pt x="1222231" y="199226"/>
                  </a:lnTo>
                  <a:lnTo>
                    <a:pt x="1294127" y="210946"/>
                  </a:lnTo>
                  <a:lnTo>
                    <a:pt x="1366023" y="222665"/>
                  </a:lnTo>
                  <a:lnTo>
                    <a:pt x="1437919" y="234384"/>
                  </a:lnTo>
                  <a:lnTo>
                    <a:pt x="1509815" y="246103"/>
                  </a:lnTo>
                  <a:lnTo>
                    <a:pt x="1581711" y="257823"/>
                  </a:lnTo>
                  <a:lnTo>
                    <a:pt x="1653607" y="269542"/>
                  </a:lnTo>
                  <a:lnTo>
                    <a:pt x="1725503" y="281261"/>
                  </a:lnTo>
                  <a:lnTo>
                    <a:pt x="1797399" y="292980"/>
                  </a:lnTo>
                  <a:lnTo>
                    <a:pt x="1869295" y="304700"/>
                  </a:lnTo>
                  <a:lnTo>
                    <a:pt x="1941191" y="316419"/>
                  </a:lnTo>
                  <a:lnTo>
                    <a:pt x="2013087" y="328138"/>
                  </a:lnTo>
                  <a:lnTo>
                    <a:pt x="2084983" y="339857"/>
                  </a:lnTo>
                  <a:lnTo>
                    <a:pt x="2156879" y="351576"/>
                  </a:lnTo>
                  <a:lnTo>
                    <a:pt x="2228775" y="363296"/>
                  </a:lnTo>
                  <a:lnTo>
                    <a:pt x="2300671" y="375015"/>
                  </a:lnTo>
                  <a:lnTo>
                    <a:pt x="2372567" y="386734"/>
                  </a:lnTo>
                  <a:lnTo>
                    <a:pt x="2444463" y="398453"/>
                  </a:lnTo>
                  <a:lnTo>
                    <a:pt x="2516359" y="410173"/>
                  </a:lnTo>
                  <a:lnTo>
                    <a:pt x="2588255" y="421892"/>
                  </a:lnTo>
                  <a:lnTo>
                    <a:pt x="2660151" y="433611"/>
                  </a:lnTo>
                  <a:lnTo>
                    <a:pt x="2732047" y="445330"/>
                  </a:lnTo>
                  <a:lnTo>
                    <a:pt x="2803943" y="457050"/>
                  </a:lnTo>
                  <a:lnTo>
                    <a:pt x="2875839" y="468769"/>
                  </a:lnTo>
                  <a:lnTo>
                    <a:pt x="2947735" y="480488"/>
                  </a:lnTo>
                  <a:lnTo>
                    <a:pt x="3019631" y="492207"/>
                  </a:lnTo>
                  <a:lnTo>
                    <a:pt x="3091527" y="503927"/>
                  </a:lnTo>
                  <a:lnTo>
                    <a:pt x="3163423" y="515646"/>
                  </a:lnTo>
                  <a:lnTo>
                    <a:pt x="3235319" y="527365"/>
                  </a:lnTo>
                  <a:lnTo>
                    <a:pt x="3307215" y="539084"/>
                  </a:lnTo>
                  <a:lnTo>
                    <a:pt x="3379111" y="550803"/>
                  </a:lnTo>
                  <a:lnTo>
                    <a:pt x="3451007" y="562523"/>
                  </a:lnTo>
                  <a:lnTo>
                    <a:pt x="3522902" y="574242"/>
                  </a:lnTo>
                  <a:lnTo>
                    <a:pt x="3594798" y="585961"/>
                  </a:lnTo>
                  <a:lnTo>
                    <a:pt x="3666694" y="597680"/>
                  </a:lnTo>
                  <a:lnTo>
                    <a:pt x="3738590" y="609400"/>
                  </a:lnTo>
                  <a:lnTo>
                    <a:pt x="3810486" y="621119"/>
                  </a:lnTo>
                  <a:lnTo>
                    <a:pt x="3882382" y="632838"/>
                  </a:lnTo>
                  <a:lnTo>
                    <a:pt x="3954278" y="644557"/>
                  </a:lnTo>
                  <a:lnTo>
                    <a:pt x="4026174" y="656277"/>
                  </a:lnTo>
                  <a:lnTo>
                    <a:pt x="4098070" y="667996"/>
                  </a:lnTo>
                  <a:lnTo>
                    <a:pt x="4169966" y="679715"/>
                  </a:lnTo>
                  <a:lnTo>
                    <a:pt x="4241862" y="691434"/>
                  </a:lnTo>
                  <a:lnTo>
                    <a:pt x="4313758" y="703153"/>
                  </a:lnTo>
                  <a:lnTo>
                    <a:pt x="4385654" y="714873"/>
                  </a:lnTo>
                  <a:lnTo>
                    <a:pt x="4457550" y="726592"/>
                  </a:lnTo>
                  <a:lnTo>
                    <a:pt x="4529446" y="738311"/>
                  </a:lnTo>
                  <a:lnTo>
                    <a:pt x="4601342" y="750030"/>
                  </a:lnTo>
                  <a:lnTo>
                    <a:pt x="4673238" y="761750"/>
                  </a:lnTo>
                  <a:lnTo>
                    <a:pt x="4745134" y="773469"/>
                  </a:lnTo>
                  <a:lnTo>
                    <a:pt x="4817030" y="785188"/>
                  </a:lnTo>
                  <a:lnTo>
                    <a:pt x="4888926" y="796907"/>
                  </a:lnTo>
                  <a:lnTo>
                    <a:pt x="4960822" y="808627"/>
                  </a:lnTo>
                  <a:lnTo>
                    <a:pt x="5032718" y="820346"/>
                  </a:lnTo>
                  <a:lnTo>
                    <a:pt x="5104614" y="832065"/>
                  </a:lnTo>
                  <a:lnTo>
                    <a:pt x="5176510" y="843784"/>
                  </a:lnTo>
                  <a:lnTo>
                    <a:pt x="5248406" y="855503"/>
                  </a:lnTo>
                  <a:lnTo>
                    <a:pt x="5320302" y="867223"/>
                  </a:lnTo>
                  <a:lnTo>
                    <a:pt x="5392198" y="878942"/>
                  </a:lnTo>
                  <a:lnTo>
                    <a:pt x="5464094" y="890661"/>
                  </a:lnTo>
                  <a:lnTo>
                    <a:pt x="5535990" y="902380"/>
                  </a:lnTo>
                  <a:lnTo>
                    <a:pt x="5607886" y="914100"/>
                  </a:lnTo>
                  <a:lnTo>
                    <a:pt x="5679782" y="92581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62769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7565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8854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30143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3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6677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7966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9255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3054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833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65304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6706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68107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254428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55829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57230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941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Predicted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997002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127304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229625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294822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27375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59927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418540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83737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516290" y="1673080"/>
              <a:ext cx="1796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Lewisetta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825923" y="23561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825923" y="24894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825923" y="22950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511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427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429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877943" y="22737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877943" y="21409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877943" y="22051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4697" y="22690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4697" y="25013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4697" y="2275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370397" y="21014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370397" y="204749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70397" y="21120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245320" y="238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45320" y="239199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245320" y="2959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356787" y="35412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56787" y="34221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56787" y="276517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564714" y="26391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564714" y="28778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564714" y="30088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86094"/>
              <a:ext cx="5679782" cy="845008"/>
            </a:xfrm>
            <a:custGeom>
              <a:avLst/>
              <a:pathLst>
                <a:path w="5679782" h="845008">
                  <a:moveTo>
                    <a:pt x="0" y="185755"/>
                  </a:moveTo>
                  <a:lnTo>
                    <a:pt x="71895" y="188542"/>
                  </a:lnTo>
                  <a:lnTo>
                    <a:pt x="143791" y="191292"/>
                  </a:lnTo>
                  <a:lnTo>
                    <a:pt x="215687" y="194004"/>
                  </a:lnTo>
                  <a:lnTo>
                    <a:pt x="287583" y="196675"/>
                  </a:lnTo>
                  <a:lnTo>
                    <a:pt x="359479" y="199304"/>
                  </a:lnTo>
                  <a:lnTo>
                    <a:pt x="431375" y="201887"/>
                  </a:lnTo>
                  <a:lnTo>
                    <a:pt x="503271" y="204423"/>
                  </a:lnTo>
                  <a:lnTo>
                    <a:pt x="575167" y="206908"/>
                  </a:lnTo>
                  <a:lnTo>
                    <a:pt x="647063" y="209341"/>
                  </a:lnTo>
                  <a:lnTo>
                    <a:pt x="718959" y="211717"/>
                  </a:lnTo>
                  <a:lnTo>
                    <a:pt x="790855" y="214033"/>
                  </a:lnTo>
                  <a:lnTo>
                    <a:pt x="862751" y="216287"/>
                  </a:lnTo>
                  <a:lnTo>
                    <a:pt x="934647" y="218473"/>
                  </a:lnTo>
                  <a:lnTo>
                    <a:pt x="1006543" y="220590"/>
                  </a:lnTo>
                  <a:lnTo>
                    <a:pt x="1078439" y="222631"/>
                  </a:lnTo>
                  <a:lnTo>
                    <a:pt x="1150335" y="224593"/>
                  </a:lnTo>
                  <a:lnTo>
                    <a:pt x="1222231" y="226471"/>
                  </a:lnTo>
                  <a:lnTo>
                    <a:pt x="1294127" y="228260"/>
                  </a:lnTo>
                  <a:lnTo>
                    <a:pt x="1366023" y="229955"/>
                  </a:lnTo>
                  <a:lnTo>
                    <a:pt x="1437919" y="231549"/>
                  </a:lnTo>
                  <a:lnTo>
                    <a:pt x="1509815" y="233038"/>
                  </a:lnTo>
                  <a:lnTo>
                    <a:pt x="1581711" y="234414"/>
                  </a:lnTo>
                  <a:lnTo>
                    <a:pt x="1653607" y="235671"/>
                  </a:lnTo>
                  <a:lnTo>
                    <a:pt x="1725503" y="236803"/>
                  </a:lnTo>
                  <a:lnTo>
                    <a:pt x="1797399" y="237801"/>
                  </a:lnTo>
                  <a:lnTo>
                    <a:pt x="1869295" y="238659"/>
                  </a:lnTo>
                  <a:lnTo>
                    <a:pt x="1941191" y="239368"/>
                  </a:lnTo>
                  <a:lnTo>
                    <a:pt x="2013087" y="239920"/>
                  </a:lnTo>
                  <a:lnTo>
                    <a:pt x="2084983" y="240307"/>
                  </a:lnTo>
                  <a:lnTo>
                    <a:pt x="2156879" y="240522"/>
                  </a:lnTo>
                  <a:lnTo>
                    <a:pt x="2228775" y="240554"/>
                  </a:lnTo>
                  <a:lnTo>
                    <a:pt x="2300671" y="240396"/>
                  </a:lnTo>
                  <a:lnTo>
                    <a:pt x="2372567" y="240040"/>
                  </a:lnTo>
                  <a:lnTo>
                    <a:pt x="2444463" y="239477"/>
                  </a:lnTo>
                  <a:lnTo>
                    <a:pt x="2516359" y="238698"/>
                  </a:lnTo>
                  <a:lnTo>
                    <a:pt x="2588255" y="237698"/>
                  </a:lnTo>
                  <a:lnTo>
                    <a:pt x="2660151" y="236467"/>
                  </a:lnTo>
                  <a:lnTo>
                    <a:pt x="2732047" y="235001"/>
                  </a:lnTo>
                  <a:lnTo>
                    <a:pt x="2803943" y="233294"/>
                  </a:lnTo>
                  <a:lnTo>
                    <a:pt x="2875839" y="231339"/>
                  </a:lnTo>
                  <a:lnTo>
                    <a:pt x="2947735" y="229135"/>
                  </a:lnTo>
                  <a:lnTo>
                    <a:pt x="3019631" y="226678"/>
                  </a:lnTo>
                  <a:lnTo>
                    <a:pt x="3091527" y="223965"/>
                  </a:lnTo>
                  <a:lnTo>
                    <a:pt x="3163423" y="220998"/>
                  </a:lnTo>
                  <a:lnTo>
                    <a:pt x="3235319" y="217776"/>
                  </a:lnTo>
                  <a:lnTo>
                    <a:pt x="3307215" y="214300"/>
                  </a:lnTo>
                  <a:lnTo>
                    <a:pt x="3379111" y="210575"/>
                  </a:lnTo>
                  <a:lnTo>
                    <a:pt x="3451007" y="206603"/>
                  </a:lnTo>
                  <a:lnTo>
                    <a:pt x="3522902" y="202389"/>
                  </a:lnTo>
                  <a:lnTo>
                    <a:pt x="3594798" y="197940"/>
                  </a:lnTo>
                  <a:lnTo>
                    <a:pt x="3666694" y="193262"/>
                  </a:lnTo>
                  <a:lnTo>
                    <a:pt x="3738590" y="188360"/>
                  </a:lnTo>
                  <a:lnTo>
                    <a:pt x="3810486" y="183245"/>
                  </a:lnTo>
                  <a:lnTo>
                    <a:pt x="3882382" y="177922"/>
                  </a:lnTo>
                  <a:lnTo>
                    <a:pt x="3954278" y="172401"/>
                  </a:lnTo>
                  <a:lnTo>
                    <a:pt x="4026174" y="166689"/>
                  </a:lnTo>
                  <a:lnTo>
                    <a:pt x="4098070" y="160796"/>
                  </a:lnTo>
                  <a:lnTo>
                    <a:pt x="4169966" y="154730"/>
                  </a:lnTo>
                  <a:lnTo>
                    <a:pt x="4241862" y="148499"/>
                  </a:lnTo>
                  <a:lnTo>
                    <a:pt x="4313758" y="142112"/>
                  </a:lnTo>
                  <a:lnTo>
                    <a:pt x="4385654" y="135576"/>
                  </a:lnTo>
                  <a:lnTo>
                    <a:pt x="4457550" y="128899"/>
                  </a:lnTo>
                  <a:lnTo>
                    <a:pt x="4529446" y="122090"/>
                  </a:lnTo>
                  <a:lnTo>
                    <a:pt x="4601342" y="115154"/>
                  </a:lnTo>
                  <a:lnTo>
                    <a:pt x="4673238" y="108100"/>
                  </a:lnTo>
                  <a:lnTo>
                    <a:pt x="4745134" y="100934"/>
                  </a:lnTo>
                  <a:lnTo>
                    <a:pt x="4817030" y="93661"/>
                  </a:lnTo>
                  <a:lnTo>
                    <a:pt x="4888926" y="86289"/>
                  </a:lnTo>
                  <a:lnTo>
                    <a:pt x="4960822" y="78822"/>
                  </a:lnTo>
                  <a:lnTo>
                    <a:pt x="5032718" y="71266"/>
                  </a:lnTo>
                  <a:lnTo>
                    <a:pt x="5104614" y="63627"/>
                  </a:lnTo>
                  <a:lnTo>
                    <a:pt x="5176510" y="55908"/>
                  </a:lnTo>
                  <a:lnTo>
                    <a:pt x="5248406" y="48114"/>
                  </a:lnTo>
                  <a:lnTo>
                    <a:pt x="5320302" y="40250"/>
                  </a:lnTo>
                  <a:lnTo>
                    <a:pt x="5392198" y="32319"/>
                  </a:lnTo>
                  <a:lnTo>
                    <a:pt x="5464094" y="24325"/>
                  </a:lnTo>
                  <a:lnTo>
                    <a:pt x="5535990" y="16272"/>
                  </a:lnTo>
                  <a:lnTo>
                    <a:pt x="5607886" y="8162"/>
                  </a:lnTo>
                  <a:lnTo>
                    <a:pt x="5679782" y="0"/>
                  </a:lnTo>
                  <a:lnTo>
                    <a:pt x="5679782" y="582313"/>
                  </a:lnTo>
                  <a:lnTo>
                    <a:pt x="5607886" y="579827"/>
                  </a:lnTo>
                  <a:lnTo>
                    <a:pt x="5535990" y="577394"/>
                  </a:lnTo>
                  <a:lnTo>
                    <a:pt x="5464094" y="575018"/>
                  </a:lnTo>
                  <a:lnTo>
                    <a:pt x="5392198" y="572701"/>
                  </a:lnTo>
                  <a:lnTo>
                    <a:pt x="5320302" y="570446"/>
                  </a:lnTo>
                  <a:lnTo>
                    <a:pt x="5248406" y="568259"/>
                  </a:lnTo>
                  <a:lnTo>
                    <a:pt x="5176510" y="566141"/>
                  </a:lnTo>
                  <a:lnTo>
                    <a:pt x="5104614" y="564099"/>
                  </a:lnTo>
                  <a:lnTo>
                    <a:pt x="5032718" y="562136"/>
                  </a:lnTo>
                  <a:lnTo>
                    <a:pt x="4960822" y="560257"/>
                  </a:lnTo>
                  <a:lnTo>
                    <a:pt x="4888926" y="558467"/>
                  </a:lnTo>
                  <a:lnTo>
                    <a:pt x="4817030" y="556771"/>
                  </a:lnTo>
                  <a:lnTo>
                    <a:pt x="4745134" y="555175"/>
                  </a:lnTo>
                  <a:lnTo>
                    <a:pt x="4673238" y="553685"/>
                  </a:lnTo>
                  <a:lnTo>
                    <a:pt x="4601342" y="552307"/>
                  </a:lnTo>
                  <a:lnTo>
                    <a:pt x="4529446" y="551049"/>
                  </a:lnTo>
                  <a:lnTo>
                    <a:pt x="4457550" y="549916"/>
                  </a:lnTo>
                  <a:lnTo>
                    <a:pt x="4385654" y="548916"/>
                  </a:lnTo>
                  <a:lnTo>
                    <a:pt x="4313758" y="548056"/>
                  </a:lnTo>
                  <a:lnTo>
                    <a:pt x="4241862" y="547346"/>
                  </a:lnTo>
                  <a:lnTo>
                    <a:pt x="4169966" y="546791"/>
                  </a:lnTo>
                  <a:lnTo>
                    <a:pt x="4098070" y="546402"/>
                  </a:lnTo>
                  <a:lnTo>
                    <a:pt x="4026174" y="546185"/>
                  </a:lnTo>
                  <a:lnTo>
                    <a:pt x="3954278" y="546150"/>
                  </a:lnTo>
                  <a:lnTo>
                    <a:pt x="3882382" y="546306"/>
                  </a:lnTo>
                  <a:lnTo>
                    <a:pt x="3810486" y="546660"/>
                  </a:lnTo>
                  <a:lnTo>
                    <a:pt x="3738590" y="547220"/>
                  </a:lnTo>
                  <a:lnTo>
                    <a:pt x="3666694" y="547996"/>
                  </a:lnTo>
                  <a:lnTo>
                    <a:pt x="3594798" y="548994"/>
                  </a:lnTo>
                  <a:lnTo>
                    <a:pt x="3522902" y="550221"/>
                  </a:lnTo>
                  <a:lnTo>
                    <a:pt x="3451007" y="551684"/>
                  </a:lnTo>
                  <a:lnTo>
                    <a:pt x="3379111" y="553389"/>
                  </a:lnTo>
                  <a:lnTo>
                    <a:pt x="3307215" y="555340"/>
                  </a:lnTo>
                  <a:lnTo>
                    <a:pt x="3235319" y="557541"/>
                  </a:lnTo>
                  <a:lnTo>
                    <a:pt x="3163423" y="559996"/>
                  </a:lnTo>
                  <a:lnTo>
                    <a:pt x="3091527" y="562705"/>
                  </a:lnTo>
                  <a:lnTo>
                    <a:pt x="3019631" y="565669"/>
                  </a:lnTo>
                  <a:lnTo>
                    <a:pt x="2947735" y="568888"/>
                  </a:lnTo>
                  <a:lnTo>
                    <a:pt x="2875839" y="572361"/>
                  </a:lnTo>
                  <a:lnTo>
                    <a:pt x="2803943" y="576083"/>
                  </a:lnTo>
                  <a:lnTo>
                    <a:pt x="2732047" y="580052"/>
                  </a:lnTo>
                  <a:lnTo>
                    <a:pt x="2660151" y="584262"/>
                  </a:lnTo>
                  <a:lnTo>
                    <a:pt x="2588255" y="588709"/>
                  </a:lnTo>
                  <a:lnTo>
                    <a:pt x="2516359" y="593384"/>
                  </a:lnTo>
                  <a:lnTo>
                    <a:pt x="2444463" y="598283"/>
                  </a:lnTo>
                  <a:lnTo>
                    <a:pt x="2372567" y="603396"/>
                  </a:lnTo>
                  <a:lnTo>
                    <a:pt x="2300671" y="608716"/>
                  </a:lnTo>
                  <a:lnTo>
                    <a:pt x="2228775" y="614235"/>
                  </a:lnTo>
                  <a:lnTo>
                    <a:pt x="2156879" y="619944"/>
                  </a:lnTo>
                  <a:lnTo>
                    <a:pt x="2084983" y="625835"/>
                  </a:lnTo>
                  <a:lnTo>
                    <a:pt x="2013087" y="631899"/>
                  </a:lnTo>
                  <a:lnTo>
                    <a:pt x="1941191" y="638128"/>
                  </a:lnTo>
                  <a:lnTo>
                    <a:pt x="1869295" y="644514"/>
                  </a:lnTo>
                  <a:lnTo>
                    <a:pt x="1797399" y="651048"/>
                  </a:lnTo>
                  <a:lnTo>
                    <a:pt x="1725503" y="657723"/>
                  </a:lnTo>
                  <a:lnTo>
                    <a:pt x="1653607" y="664531"/>
                  </a:lnTo>
                  <a:lnTo>
                    <a:pt x="1581711" y="671464"/>
                  </a:lnTo>
                  <a:lnTo>
                    <a:pt x="1509815" y="678517"/>
                  </a:lnTo>
                  <a:lnTo>
                    <a:pt x="1437919" y="685682"/>
                  </a:lnTo>
                  <a:lnTo>
                    <a:pt x="1366023" y="692953"/>
                  </a:lnTo>
                  <a:lnTo>
                    <a:pt x="1294127" y="700325"/>
                  </a:lnTo>
                  <a:lnTo>
                    <a:pt x="1222231" y="707790"/>
                  </a:lnTo>
                  <a:lnTo>
                    <a:pt x="1150335" y="715345"/>
                  </a:lnTo>
                  <a:lnTo>
                    <a:pt x="1078439" y="722984"/>
                  </a:lnTo>
                  <a:lnTo>
                    <a:pt x="1006543" y="730702"/>
                  </a:lnTo>
                  <a:lnTo>
                    <a:pt x="934647" y="738494"/>
                  </a:lnTo>
                  <a:lnTo>
                    <a:pt x="862751" y="746358"/>
                  </a:lnTo>
                  <a:lnTo>
                    <a:pt x="790855" y="754288"/>
                  </a:lnTo>
                  <a:lnTo>
                    <a:pt x="718959" y="762281"/>
                  </a:lnTo>
                  <a:lnTo>
                    <a:pt x="647063" y="770334"/>
                  </a:lnTo>
                  <a:lnTo>
                    <a:pt x="575167" y="778442"/>
                  </a:lnTo>
                  <a:lnTo>
                    <a:pt x="503271" y="786604"/>
                  </a:lnTo>
                  <a:lnTo>
                    <a:pt x="431375" y="794817"/>
                  </a:lnTo>
                  <a:lnTo>
                    <a:pt x="359479" y="803077"/>
                  </a:lnTo>
                  <a:lnTo>
                    <a:pt x="287583" y="811382"/>
                  </a:lnTo>
                  <a:lnTo>
                    <a:pt x="215687" y="819730"/>
                  </a:lnTo>
                  <a:lnTo>
                    <a:pt x="143791" y="828118"/>
                  </a:lnTo>
                  <a:lnTo>
                    <a:pt x="71895" y="836545"/>
                  </a:lnTo>
                  <a:lnTo>
                    <a:pt x="0" y="845008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86094"/>
              <a:ext cx="5679782" cy="240554"/>
            </a:xfrm>
            <a:custGeom>
              <a:avLst/>
              <a:pathLst>
                <a:path w="5679782" h="240554">
                  <a:moveTo>
                    <a:pt x="0" y="185755"/>
                  </a:moveTo>
                  <a:lnTo>
                    <a:pt x="71895" y="188542"/>
                  </a:lnTo>
                  <a:lnTo>
                    <a:pt x="143791" y="191292"/>
                  </a:lnTo>
                  <a:lnTo>
                    <a:pt x="215687" y="194004"/>
                  </a:lnTo>
                  <a:lnTo>
                    <a:pt x="287583" y="196675"/>
                  </a:lnTo>
                  <a:lnTo>
                    <a:pt x="359479" y="199304"/>
                  </a:lnTo>
                  <a:lnTo>
                    <a:pt x="431375" y="201887"/>
                  </a:lnTo>
                  <a:lnTo>
                    <a:pt x="503271" y="204423"/>
                  </a:lnTo>
                  <a:lnTo>
                    <a:pt x="575167" y="206908"/>
                  </a:lnTo>
                  <a:lnTo>
                    <a:pt x="647063" y="209341"/>
                  </a:lnTo>
                  <a:lnTo>
                    <a:pt x="718959" y="211717"/>
                  </a:lnTo>
                  <a:lnTo>
                    <a:pt x="790855" y="214033"/>
                  </a:lnTo>
                  <a:lnTo>
                    <a:pt x="862751" y="216287"/>
                  </a:lnTo>
                  <a:lnTo>
                    <a:pt x="934647" y="218473"/>
                  </a:lnTo>
                  <a:lnTo>
                    <a:pt x="1006543" y="220590"/>
                  </a:lnTo>
                  <a:lnTo>
                    <a:pt x="1078439" y="222631"/>
                  </a:lnTo>
                  <a:lnTo>
                    <a:pt x="1150335" y="224593"/>
                  </a:lnTo>
                  <a:lnTo>
                    <a:pt x="1222231" y="226471"/>
                  </a:lnTo>
                  <a:lnTo>
                    <a:pt x="1294127" y="228260"/>
                  </a:lnTo>
                  <a:lnTo>
                    <a:pt x="1366023" y="229955"/>
                  </a:lnTo>
                  <a:lnTo>
                    <a:pt x="1437919" y="231549"/>
                  </a:lnTo>
                  <a:lnTo>
                    <a:pt x="1509815" y="233038"/>
                  </a:lnTo>
                  <a:lnTo>
                    <a:pt x="1581711" y="234414"/>
                  </a:lnTo>
                  <a:lnTo>
                    <a:pt x="1653607" y="235671"/>
                  </a:lnTo>
                  <a:lnTo>
                    <a:pt x="1725503" y="236803"/>
                  </a:lnTo>
                  <a:lnTo>
                    <a:pt x="1797399" y="237801"/>
                  </a:lnTo>
                  <a:lnTo>
                    <a:pt x="1869295" y="238659"/>
                  </a:lnTo>
                  <a:lnTo>
                    <a:pt x="1941191" y="239368"/>
                  </a:lnTo>
                  <a:lnTo>
                    <a:pt x="2013087" y="239920"/>
                  </a:lnTo>
                  <a:lnTo>
                    <a:pt x="2084983" y="240307"/>
                  </a:lnTo>
                  <a:lnTo>
                    <a:pt x="2156879" y="240522"/>
                  </a:lnTo>
                  <a:lnTo>
                    <a:pt x="2228775" y="240554"/>
                  </a:lnTo>
                  <a:lnTo>
                    <a:pt x="2300671" y="240396"/>
                  </a:lnTo>
                  <a:lnTo>
                    <a:pt x="2372567" y="240040"/>
                  </a:lnTo>
                  <a:lnTo>
                    <a:pt x="2444463" y="239477"/>
                  </a:lnTo>
                  <a:lnTo>
                    <a:pt x="2516359" y="238698"/>
                  </a:lnTo>
                  <a:lnTo>
                    <a:pt x="2588255" y="237698"/>
                  </a:lnTo>
                  <a:lnTo>
                    <a:pt x="2660151" y="236467"/>
                  </a:lnTo>
                  <a:lnTo>
                    <a:pt x="2732047" y="235001"/>
                  </a:lnTo>
                  <a:lnTo>
                    <a:pt x="2803943" y="233294"/>
                  </a:lnTo>
                  <a:lnTo>
                    <a:pt x="2875839" y="231339"/>
                  </a:lnTo>
                  <a:lnTo>
                    <a:pt x="2947735" y="229135"/>
                  </a:lnTo>
                  <a:lnTo>
                    <a:pt x="3019631" y="226678"/>
                  </a:lnTo>
                  <a:lnTo>
                    <a:pt x="3091527" y="223965"/>
                  </a:lnTo>
                  <a:lnTo>
                    <a:pt x="3163423" y="220998"/>
                  </a:lnTo>
                  <a:lnTo>
                    <a:pt x="3235319" y="217776"/>
                  </a:lnTo>
                  <a:lnTo>
                    <a:pt x="3307215" y="214300"/>
                  </a:lnTo>
                  <a:lnTo>
                    <a:pt x="3379111" y="210575"/>
                  </a:lnTo>
                  <a:lnTo>
                    <a:pt x="3451007" y="206603"/>
                  </a:lnTo>
                  <a:lnTo>
                    <a:pt x="3522902" y="202389"/>
                  </a:lnTo>
                  <a:lnTo>
                    <a:pt x="3594798" y="197940"/>
                  </a:lnTo>
                  <a:lnTo>
                    <a:pt x="3666694" y="193262"/>
                  </a:lnTo>
                  <a:lnTo>
                    <a:pt x="3738590" y="188360"/>
                  </a:lnTo>
                  <a:lnTo>
                    <a:pt x="3810486" y="183245"/>
                  </a:lnTo>
                  <a:lnTo>
                    <a:pt x="3882382" y="177922"/>
                  </a:lnTo>
                  <a:lnTo>
                    <a:pt x="3954278" y="172401"/>
                  </a:lnTo>
                  <a:lnTo>
                    <a:pt x="4026174" y="166689"/>
                  </a:lnTo>
                  <a:lnTo>
                    <a:pt x="4098070" y="160796"/>
                  </a:lnTo>
                  <a:lnTo>
                    <a:pt x="4169966" y="154730"/>
                  </a:lnTo>
                  <a:lnTo>
                    <a:pt x="4241862" y="148499"/>
                  </a:lnTo>
                  <a:lnTo>
                    <a:pt x="4313758" y="142112"/>
                  </a:lnTo>
                  <a:lnTo>
                    <a:pt x="4385654" y="135576"/>
                  </a:lnTo>
                  <a:lnTo>
                    <a:pt x="4457550" y="128899"/>
                  </a:lnTo>
                  <a:lnTo>
                    <a:pt x="4529446" y="122090"/>
                  </a:lnTo>
                  <a:lnTo>
                    <a:pt x="4601342" y="115154"/>
                  </a:lnTo>
                  <a:lnTo>
                    <a:pt x="4673238" y="108100"/>
                  </a:lnTo>
                  <a:lnTo>
                    <a:pt x="4745134" y="100934"/>
                  </a:lnTo>
                  <a:lnTo>
                    <a:pt x="4817030" y="93661"/>
                  </a:lnTo>
                  <a:lnTo>
                    <a:pt x="4888926" y="86289"/>
                  </a:lnTo>
                  <a:lnTo>
                    <a:pt x="4960822" y="78822"/>
                  </a:lnTo>
                  <a:lnTo>
                    <a:pt x="5032718" y="71266"/>
                  </a:lnTo>
                  <a:lnTo>
                    <a:pt x="5104614" y="63627"/>
                  </a:lnTo>
                  <a:lnTo>
                    <a:pt x="5176510" y="55908"/>
                  </a:lnTo>
                  <a:lnTo>
                    <a:pt x="5248406" y="48114"/>
                  </a:lnTo>
                  <a:lnTo>
                    <a:pt x="5320302" y="40250"/>
                  </a:lnTo>
                  <a:lnTo>
                    <a:pt x="5392198" y="32319"/>
                  </a:lnTo>
                  <a:lnTo>
                    <a:pt x="5464094" y="24325"/>
                  </a:lnTo>
                  <a:lnTo>
                    <a:pt x="5535990" y="16272"/>
                  </a:lnTo>
                  <a:lnTo>
                    <a:pt x="5607886" y="8162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32245"/>
              <a:ext cx="5679782" cy="298858"/>
            </a:xfrm>
            <a:custGeom>
              <a:avLst/>
              <a:pathLst>
                <a:path w="5679782" h="298858">
                  <a:moveTo>
                    <a:pt x="5679782" y="36163"/>
                  </a:moveTo>
                  <a:lnTo>
                    <a:pt x="5607886" y="33677"/>
                  </a:lnTo>
                  <a:lnTo>
                    <a:pt x="5535990" y="31244"/>
                  </a:lnTo>
                  <a:lnTo>
                    <a:pt x="5464094" y="28867"/>
                  </a:lnTo>
                  <a:lnTo>
                    <a:pt x="5392198" y="26550"/>
                  </a:lnTo>
                  <a:lnTo>
                    <a:pt x="5320302" y="24295"/>
                  </a:lnTo>
                  <a:lnTo>
                    <a:pt x="5248406" y="22108"/>
                  </a:lnTo>
                  <a:lnTo>
                    <a:pt x="5176510" y="19991"/>
                  </a:lnTo>
                  <a:lnTo>
                    <a:pt x="5104614" y="17948"/>
                  </a:lnTo>
                  <a:lnTo>
                    <a:pt x="5032718" y="15985"/>
                  </a:lnTo>
                  <a:lnTo>
                    <a:pt x="4960822" y="14106"/>
                  </a:lnTo>
                  <a:lnTo>
                    <a:pt x="4888926" y="12316"/>
                  </a:lnTo>
                  <a:lnTo>
                    <a:pt x="4817030" y="10620"/>
                  </a:lnTo>
                  <a:lnTo>
                    <a:pt x="4745134" y="9024"/>
                  </a:lnTo>
                  <a:lnTo>
                    <a:pt x="4673238" y="7534"/>
                  </a:lnTo>
                  <a:lnTo>
                    <a:pt x="4601342" y="6157"/>
                  </a:lnTo>
                  <a:lnTo>
                    <a:pt x="4529446" y="4898"/>
                  </a:lnTo>
                  <a:lnTo>
                    <a:pt x="4457550" y="3765"/>
                  </a:lnTo>
                  <a:lnTo>
                    <a:pt x="4385654" y="2765"/>
                  </a:lnTo>
                  <a:lnTo>
                    <a:pt x="4313758" y="1906"/>
                  </a:lnTo>
                  <a:lnTo>
                    <a:pt x="4241862" y="1195"/>
                  </a:lnTo>
                  <a:lnTo>
                    <a:pt x="4169966" y="640"/>
                  </a:lnTo>
                  <a:lnTo>
                    <a:pt x="4098070" y="251"/>
                  </a:lnTo>
                  <a:lnTo>
                    <a:pt x="4026174" y="34"/>
                  </a:lnTo>
                  <a:lnTo>
                    <a:pt x="3954278" y="0"/>
                  </a:lnTo>
                  <a:lnTo>
                    <a:pt x="3882382" y="155"/>
                  </a:lnTo>
                  <a:lnTo>
                    <a:pt x="3810486" y="509"/>
                  </a:lnTo>
                  <a:lnTo>
                    <a:pt x="3738590" y="1070"/>
                  </a:lnTo>
                  <a:lnTo>
                    <a:pt x="3666694" y="1845"/>
                  </a:lnTo>
                  <a:lnTo>
                    <a:pt x="3594798" y="2843"/>
                  </a:lnTo>
                  <a:lnTo>
                    <a:pt x="3522902" y="4070"/>
                  </a:lnTo>
                  <a:lnTo>
                    <a:pt x="3451007" y="5534"/>
                  </a:lnTo>
                  <a:lnTo>
                    <a:pt x="3379111" y="7238"/>
                  </a:lnTo>
                  <a:lnTo>
                    <a:pt x="3307215" y="9189"/>
                  </a:lnTo>
                  <a:lnTo>
                    <a:pt x="3235319" y="11391"/>
                  </a:lnTo>
                  <a:lnTo>
                    <a:pt x="3163423" y="13845"/>
                  </a:lnTo>
                  <a:lnTo>
                    <a:pt x="3091527" y="16554"/>
                  </a:lnTo>
                  <a:lnTo>
                    <a:pt x="3019631" y="19518"/>
                  </a:lnTo>
                  <a:lnTo>
                    <a:pt x="2947735" y="22737"/>
                  </a:lnTo>
                  <a:lnTo>
                    <a:pt x="2875839" y="26210"/>
                  </a:lnTo>
                  <a:lnTo>
                    <a:pt x="2803943" y="29932"/>
                  </a:lnTo>
                  <a:lnTo>
                    <a:pt x="2732047" y="33901"/>
                  </a:lnTo>
                  <a:lnTo>
                    <a:pt x="2660151" y="38111"/>
                  </a:lnTo>
                  <a:lnTo>
                    <a:pt x="2588255" y="42558"/>
                  </a:lnTo>
                  <a:lnTo>
                    <a:pt x="2516359" y="47234"/>
                  </a:lnTo>
                  <a:lnTo>
                    <a:pt x="2444463" y="52132"/>
                  </a:lnTo>
                  <a:lnTo>
                    <a:pt x="2372567" y="57245"/>
                  </a:lnTo>
                  <a:lnTo>
                    <a:pt x="2300671" y="62565"/>
                  </a:lnTo>
                  <a:lnTo>
                    <a:pt x="2228775" y="68084"/>
                  </a:lnTo>
                  <a:lnTo>
                    <a:pt x="2156879" y="73793"/>
                  </a:lnTo>
                  <a:lnTo>
                    <a:pt x="2084983" y="79684"/>
                  </a:lnTo>
                  <a:lnTo>
                    <a:pt x="2013087" y="85748"/>
                  </a:lnTo>
                  <a:lnTo>
                    <a:pt x="1941191" y="91977"/>
                  </a:lnTo>
                  <a:lnTo>
                    <a:pt x="1869295" y="98363"/>
                  </a:lnTo>
                  <a:lnTo>
                    <a:pt x="1797399" y="104897"/>
                  </a:lnTo>
                  <a:lnTo>
                    <a:pt x="1725503" y="111572"/>
                  </a:lnTo>
                  <a:lnTo>
                    <a:pt x="1653607" y="118380"/>
                  </a:lnTo>
                  <a:lnTo>
                    <a:pt x="1581711" y="125313"/>
                  </a:lnTo>
                  <a:lnTo>
                    <a:pt x="1509815" y="132366"/>
                  </a:lnTo>
                  <a:lnTo>
                    <a:pt x="1437919" y="139531"/>
                  </a:lnTo>
                  <a:lnTo>
                    <a:pt x="1366023" y="146803"/>
                  </a:lnTo>
                  <a:lnTo>
                    <a:pt x="1294127" y="154174"/>
                  </a:lnTo>
                  <a:lnTo>
                    <a:pt x="1222231" y="161639"/>
                  </a:lnTo>
                  <a:lnTo>
                    <a:pt x="1150335" y="169194"/>
                  </a:lnTo>
                  <a:lnTo>
                    <a:pt x="1078439" y="176833"/>
                  </a:lnTo>
                  <a:lnTo>
                    <a:pt x="1006543" y="184551"/>
                  </a:lnTo>
                  <a:lnTo>
                    <a:pt x="934647" y="192344"/>
                  </a:lnTo>
                  <a:lnTo>
                    <a:pt x="862751" y="200207"/>
                  </a:lnTo>
                  <a:lnTo>
                    <a:pt x="790855" y="208137"/>
                  </a:lnTo>
                  <a:lnTo>
                    <a:pt x="718959" y="216130"/>
                  </a:lnTo>
                  <a:lnTo>
                    <a:pt x="647063" y="224183"/>
                  </a:lnTo>
                  <a:lnTo>
                    <a:pt x="575167" y="232292"/>
                  </a:lnTo>
                  <a:lnTo>
                    <a:pt x="503271" y="240454"/>
                  </a:lnTo>
                  <a:lnTo>
                    <a:pt x="431375" y="248666"/>
                  </a:lnTo>
                  <a:lnTo>
                    <a:pt x="359479" y="256926"/>
                  </a:lnTo>
                  <a:lnTo>
                    <a:pt x="287583" y="265231"/>
                  </a:lnTo>
                  <a:lnTo>
                    <a:pt x="215687" y="273579"/>
                  </a:lnTo>
                  <a:lnTo>
                    <a:pt x="143791" y="281967"/>
                  </a:lnTo>
                  <a:lnTo>
                    <a:pt x="71895" y="290394"/>
                  </a:lnTo>
                  <a:lnTo>
                    <a:pt x="0" y="298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77251"/>
              <a:ext cx="5679782" cy="224225"/>
            </a:xfrm>
            <a:custGeom>
              <a:avLst/>
              <a:pathLst>
                <a:path w="5679782" h="224225">
                  <a:moveTo>
                    <a:pt x="0" y="224225"/>
                  </a:moveTo>
                  <a:lnTo>
                    <a:pt x="71895" y="221386"/>
                  </a:lnTo>
                  <a:lnTo>
                    <a:pt x="143791" y="218548"/>
                  </a:lnTo>
                  <a:lnTo>
                    <a:pt x="215687" y="215710"/>
                  </a:lnTo>
                  <a:lnTo>
                    <a:pt x="287583" y="212872"/>
                  </a:lnTo>
                  <a:lnTo>
                    <a:pt x="359479" y="210033"/>
                  </a:lnTo>
                  <a:lnTo>
                    <a:pt x="431375" y="207195"/>
                  </a:lnTo>
                  <a:lnTo>
                    <a:pt x="503271" y="204357"/>
                  </a:lnTo>
                  <a:lnTo>
                    <a:pt x="575167" y="201518"/>
                  </a:lnTo>
                  <a:lnTo>
                    <a:pt x="647063" y="198680"/>
                  </a:lnTo>
                  <a:lnTo>
                    <a:pt x="718959" y="195842"/>
                  </a:lnTo>
                  <a:lnTo>
                    <a:pt x="790855" y="193004"/>
                  </a:lnTo>
                  <a:lnTo>
                    <a:pt x="862751" y="190165"/>
                  </a:lnTo>
                  <a:lnTo>
                    <a:pt x="934647" y="187327"/>
                  </a:lnTo>
                  <a:lnTo>
                    <a:pt x="1006543" y="184489"/>
                  </a:lnTo>
                  <a:lnTo>
                    <a:pt x="1078439" y="181650"/>
                  </a:lnTo>
                  <a:lnTo>
                    <a:pt x="1150335" y="178812"/>
                  </a:lnTo>
                  <a:lnTo>
                    <a:pt x="1222231" y="175974"/>
                  </a:lnTo>
                  <a:lnTo>
                    <a:pt x="1294127" y="173135"/>
                  </a:lnTo>
                  <a:lnTo>
                    <a:pt x="1366023" y="170297"/>
                  </a:lnTo>
                  <a:lnTo>
                    <a:pt x="1437919" y="167459"/>
                  </a:lnTo>
                  <a:lnTo>
                    <a:pt x="1509815" y="164621"/>
                  </a:lnTo>
                  <a:lnTo>
                    <a:pt x="1581711" y="161782"/>
                  </a:lnTo>
                  <a:lnTo>
                    <a:pt x="1653607" y="158944"/>
                  </a:lnTo>
                  <a:lnTo>
                    <a:pt x="1725503" y="156106"/>
                  </a:lnTo>
                  <a:lnTo>
                    <a:pt x="1797399" y="153267"/>
                  </a:lnTo>
                  <a:lnTo>
                    <a:pt x="1869295" y="150429"/>
                  </a:lnTo>
                  <a:lnTo>
                    <a:pt x="1941191" y="147591"/>
                  </a:lnTo>
                  <a:lnTo>
                    <a:pt x="2013087" y="144753"/>
                  </a:lnTo>
                  <a:lnTo>
                    <a:pt x="2084983" y="141914"/>
                  </a:lnTo>
                  <a:lnTo>
                    <a:pt x="2156879" y="139076"/>
                  </a:lnTo>
                  <a:lnTo>
                    <a:pt x="2228775" y="136238"/>
                  </a:lnTo>
                  <a:lnTo>
                    <a:pt x="2300671" y="133399"/>
                  </a:lnTo>
                  <a:lnTo>
                    <a:pt x="2372567" y="130561"/>
                  </a:lnTo>
                  <a:lnTo>
                    <a:pt x="2444463" y="127723"/>
                  </a:lnTo>
                  <a:lnTo>
                    <a:pt x="2516359" y="124884"/>
                  </a:lnTo>
                  <a:lnTo>
                    <a:pt x="2588255" y="122046"/>
                  </a:lnTo>
                  <a:lnTo>
                    <a:pt x="2660151" y="119208"/>
                  </a:lnTo>
                  <a:lnTo>
                    <a:pt x="2732047" y="116370"/>
                  </a:lnTo>
                  <a:lnTo>
                    <a:pt x="2803943" y="113531"/>
                  </a:lnTo>
                  <a:lnTo>
                    <a:pt x="2875839" y="110693"/>
                  </a:lnTo>
                  <a:lnTo>
                    <a:pt x="2947735" y="107855"/>
                  </a:lnTo>
                  <a:lnTo>
                    <a:pt x="3019631" y="105016"/>
                  </a:lnTo>
                  <a:lnTo>
                    <a:pt x="3091527" y="102178"/>
                  </a:lnTo>
                  <a:lnTo>
                    <a:pt x="3163423" y="99340"/>
                  </a:lnTo>
                  <a:lnTo>
                    <a:pt x="3235319" y="96502"/>
                  </a:lnTo>
                  <a:lnTo>
                    <a:pt x="3307215" y="93663"/>
                  </a:lnTo>
                  <a:lnTo>
                    <a:pt x="3379111" y="90825"/>
                  </a:lnTo>
                  <a:lnTo>
                    <a:pt x="3451007" y="87987"/>
                  </a:lnTo>
                  <a:lnTo>
                    <a:pt x="3522902" y="85148"/>
                  </a:lnTo>
                  <a:lnTo>
                    <a:pt x="3594798" y="82310"/>
                  </a:lnTo>
                  <a:lnTo>
                    <a:pt x="3666694" y="79472"/>
                  </a:lnTo>
                  <a:lnTo>
                    <a:pt x="3738590" y="76633"/>
                  </a:lnTo>
                  <a:lnTo>
                    <a:pt x="3810486" y="73795"/>
                  </a:lnTo>
                  <a:lnTo>
                    <a:pt x="3882382" y="70957"/>
                  </a:lnTo>
                  <a:lnTo>
                    <a:pt x="3954278" y="68119"/>
                  </a:lnTo>
                  <a:lnTo>
                    <a:pt x="4026174" y="65280"/>
                  </a:lnTo>
                  <a:lnTo>
                    <a:pt x="4098070" y="62442"/>
                  </a:lnTo>
                  <a:lnTo>
                    <a:pt x="4169966" y="59604"/>
                  </a:lnTo>
                  <a:lnTo>
                    <a:pt x="4241862" y="56765"/>
                  </a:lnTo>
                  <a:lnTo>
                    <a:pt x="4313758" y="53927"/>
                  </a:lnTo>
                  <a:lnTo>
                    <a:pt x="4385654" y="51089"/>
                  </a:lnTo>
                  <a:lnTo>
                    <a:pt x="4457550" y="48251"/>
                  </a:lnTo>
                  <a:lnTo>
                    <a:pt x="4529446" y="45412"/>
                  </a:lnTo>
                  <a:lnTo>
                    <a:pt x="4601342" y="42574"/>
                  </a:lnTo>
                  <a:lnTo>
                    <a:pt x="4673238" y="39736"/>
                  </a:lnTo>
                  <a:lnTo>
                    <a:pt x="4745134" y="36897"/>
                  </a:lnTo>
                  <a:lnTo>
                    <a:pt x="4817030" y="34059"/>
                  </a:lnTo>
                  <a:lnTo>
                    <a:pt x="4888926" y="31221"/>
                  </a:lnTo>
                  <a:lnTo>
                    <a:pt x="4960822" y="28382"/>
                  </a:lnTo>
                  <a:lnTo>
                    <a:pt x="5032718" y="25544"/>
                  </a:lnTo>
                  <a:lnTo>
                    <a:pt x="5104614" y="22706"/>
                  </a:lnTo>
                  <a:lnTo>
                    <a:pt x="5176510" y="19868"/>
                  </a:lnTo>
                  <a:lnTo>
                    <a:pt x="5248406" y="17029"/>
                  </a:lnTo>
                  <a:lnTo>
                    <a:pt x="5320302" y="14191"/>
                  </a:lnTo>
                  <a:lnTo>
                    <a:pt x="5392198" y="11353"/>
                  </a:lnTo>
                  <a:lnTo>
                    <a:pt x="5464094" y="8514"/>
                  </a:lnTo>
                  <a:lnTo>
                    <a:pt x="5535990" y="5676"/>
                  </a:lnTo>
                  <a:lnTo>
                    <a:pt x="5607886" y="2838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25923" y="2913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25923" y="33111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25923" y="28541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982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1183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240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77943" y="28308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77943" y="28723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77943" y="29141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4697" y="31497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4697" y="30015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4697" y="30842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70397" y="26787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70397" y="25184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70397" y="2706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245320" y="30362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45320" y="34003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20" y="30248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56787" y="44433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56787" y="38963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356787" y="35266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64714" y="35082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564714" y="3610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564714" y="36444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849044"/>
              <a:ext cx="5679782" cy="848650"/>
            </a:xfrm>
            <a:custGeom>
              <a:avLst/>
              <a:pathLst>
                <a:path w="5679782" h="848650">
                  <a:moveTo>
                    <a:pt x="0" y="126499"/>
                  </a:moveTo>
                  <a:lnTo>
                    <a:pt x="71895" y="130526"/>
                  </a:lnTo>
                  <a:lnTo>
                    <a:pt x="143791" y="134513"/>
                  </a:lnTo>
                  <a:lnTo>
                    <a:pt x="215687" y="138458"/>
                  </a:lnTo>
                  <a:lnTo>
                    <a:pt x="287583" y="142358"/>
                  </a:lnTo>
                  <a:lnTo>
                    <a:pt x="359479" y="146212"/>
                  </a:lnTo>
                  <a:lnTo>
                    <a:pt x="431375" y="150017"/>
                  </a:lnTo>
                  <a:lnTo>
                    <a:pt x="503271" y="153769"/>
                  </a:lnTo>
                  <a:lnTo>
                    <a:pt x="575167" y="157466"/>
                  </a:lnTo>
                  <a:lnTo>
                    <a:pt x="647063" y="161104"/>
                  </a:lnTo>
                  <a:lnTo>
                    <a:pt x="718959" y="164681"/>
                  </a:lnTo>
                  <a:lnTo>
                    <a:pt x="790855" y="168193"/>
                  </a:lnTo>
                  <a:lnTo>
                    <a:pt x="862751" y="171636"/>
                  </a:lnTo>
                  <a:lnTo>
                    <a:pt x="934647" y="175006"/>
                  </a:lnTo>
                  <a:lnTo>
                    <a:pt x="1006543" y="178299"/>
                  </a:lnTo>
                  <a:lnTo>
                    <a:pt x="1078439" y="181509"/>
                  </a:lnTo>
                  <a:lnTo>
                    <a:pt x="1150335" y="184633"/>
                  </a:lnTo>
                  <a:lnTo>
                    <a:pt x="1222231" y="187665"/>
                  </a:lnTo>
                  <a:lnTo>
                    <a:pt x="1294127" y="190599"/>
                  </a:lnTo>
                  <a:lnTo>
                    <a:pt x="1366023" y="193429"/>
                  </a:lnTo>
                  <a:lnTo>
                    <a:pt x="1437919" y="196151"/>
                  </a:lnTo>
                  <a:lnTo>
                    <a:pt x="1509815" y="198756"/>
                  </a:lnTo>
                  <a:lnTo>
                    <a:pt x="1581711" y="201238"/>
                  </a:lnTo>
                  <a:lnTo>
                    <a:pt x="1653607" y="203589"/>
                  </a:lnTo>
                  <a:lnTo>
                    <a:pt x="1725503" y="205803"/>
                  </a:lnTo>
                  <a:lnTo>
                    <a:pt x="1797399" y="207871"/>
                  </a:lnTo>
                  <a:lnTo>
                    <a:pt x="1869295" y="209784"/>
                  </a:lnTo>
                  <a:lnTo>
                    <a:pt x="1941191" y="211535"/>
                  </a:lnTo>
                  <a:lnTo>
                    <a:pt x="2013087" y="213115"/>
                  </a:lnTo>
                  <a:lnTo>
                    <a:pt x="2084983" y="214514"/>
                  </a:lnTo>
                  <a:lnTo>
                    <a:pt x="2156879" y="215723"/>
                  </a:lnTo>
                  <a:lnTo>
                    <a:pt x="2228775" y="216733"/>
                  </a:lnTo>
                  <a:lnTo>
                    <a:pt x="2300671" y="217535"/>
                  </a:lnTo>
                  <a:lnTo>
                    <a:pt x="2372567" y="218119"/>
                  </a:lnTo>
                  <a:lnTo>
                    <a:pt x="2444463" y="218476"/>
                  </a:lnTo>
                  <a:lnTo>
                    <a:pt x="2516359" y="218598"/>
                  </a:lnTo>
                  <a:lnTo>
                    <a:pt x="2588255" y="218476"/>
                  </a:lnTo>
                  <a:lnTo>
                    <a:pt x="2660151" y="218103"/>
                  </a:lnTo>
                  <a:lnTo>
                    <a:pt x="2732047" y="217471"/>
                  </a:lnTo>
                  <a:lnTo>
                    <a:pt x="2803943" y="216575"/>
                  </a:lnTo>
                  <a:lnTo>
                    <a:pt x="2875839" y="215409"/>
                  </a:lnTo>
                  <a:lnTo>
                    <a:pt x="2947735" y="213969"/>
                  </a:lnTo>
                  <a:lnTo>
                    <a:pt x="3019631" y="212251"/>
                  </a:lnTo>
                  <a:lnTo>
                    <a:pt x="3091527" y="210255"/>
                  </a:lnTo>
                  <a:lnTo>
                    <a:pt x="3163423" y="207978"/>
                  </a:lnTo>
                  <a:lnTo>
                    <a:pt x="3235319" y="205423"/>
                  </a:lnTo>
                  <a:lnTo>
                    <a:pt x="3307215" y="202590"/>
                  </a:lnTo>
                  <a:lnTo>
                    <a:pt x="3379111" y="199484"/>
                  </a:lnTo>
                  <a:lnTo>
                    <a:pt x="3451007" y="196108"/>
                  </a:lnTo>
                  <a:lnTo>
                    <a:pt x="3522902" y="192467"/>
                  </a:lnTo>
                  <a:lnTo>
                    <a:pt x="3594798" y="188567"/>
                  </a:lnTo>
                  <a:lnTo>
                    <a:pt x="3666694" y="184417"/>
                  </a:lnTo>
                  <a:lnTo>
                    <a:pt x="3738590" y="180022"/>
                  </a:lnTo>
                  <a:lnTo>
                    <a:pt x="3810486" y="175393"/>
                  </a:lnTo>
                  <a:lnTo>
                    <a:pt x="3882382" y="170537"/>
                  </a:lnTo>
                  <a:lnTo>
                    <a:pt x="3954278" y="165463"/>
                  </a:lnTo>
                  <a:lnTo>
                    <a:pt x="4026174" y="160181"/>
                  </a:lnTo>
                  <a:lnTo>
                    <a:pt x="4098070" y="154700"/>
                  </a:lnTo>
                  <a:lnTo>
                    <a:pt x="4169966" y="149030"/>
                  </a:lnTo>
                  <a:lnTo>
                    <a:pt x="4241862" y="143179"/>
                  </a:lnTo>
                  <a:lnTo>
                    <a:pt x="4313758" y="137156"/>
                  </a:lnTo>
                  <a:lnTo>
                    <a:pt x="4385654" y="130971"/>
                  </a:lnTo>
                  <a:lnTo>
                    <a:pt x="4457550" y="124632"/>
                  </a:lnTo>
                  <a:lnTo>
                    <a:pt x="4529446" y="118147"/>
                  </a:lnTo>
                  <a:lnTo>
                    <a:pt x="4601342" y="111525"/>
                  </a:lnTo>
                  <a:lnTo>
                    <a:pt x="4673238" y="104772"/>
                  </a:lnTo>
                  <a:lnTo>
                    <a:pt x="4745134" y="97896"/>
                  </a:lnTo>
                  <a:lnTo>
                    <a:pt x="4817030" y="90904"/>
                  </a:lnTo>
                  <a:lnTo>
                    <a:pt x="4888926" y="83803"/>
                  </a:lnTo>
                  <a:lnTo>
                    <a:pt x="4960822" y="76598"/>
                  </a:lnTo>
                  <a:lnTo>
                    <a:pt x="5032718" y="69296"/>
                  </a:lnTo>
                  <a:lnTo>
                    <a:pt x="5104614" y="61902"/>
                  </a:lnTo>
                  <a:lnTo>
                    <a:pt x="5176510" y="54421"/>
                  </a:lnTo>
                  <a:lnTo>
                    <a:pt x="5248406" y="46858"/>
                  </a:lnTo>
                  <a:lnTo>
                    <a:pt x="5320302" y="39218"/>
                  </a:lnTo>
                  <a:lnTo>
                    <a:pt x="5392198" y="31505"/>
                  </a:lnTo>
                  <a:lnTo>
                    <a:pt x="5464094" y="23723"/>
                  </a:lnTo>
                  <a:lnTo>
                    <a:pt x="5535990" y="15875"/>
                  </a:lnTo>
                  <a:lnTo>
                    <a:pt x="5607886" y="7967"/>
                  </a:lnTo>
                  <a:lnTo>
                    <a:pt x="5679782" y="0"/>
                  </a:lnTo>
                  <a:lnTo>
                    <a:pt x="5679782" y="637871"/>
                  </a:lnTo>
                  <a:lnTo>
                    <a:pt x="5607886" y="634173"/>
                  </a:lnTo>
                  <a:lnTo>
                    <a:pt x="5535990" y="630534"/>
                  </a:lnTo>
                  <a:lnTo>
                    <a:pt x="5464094" y="626956"/>
                  </a:lnTo>
                  <a:lnTo>
                    <a:pt x="5392198" y="623443"/>
                  </a:lnTo>
                  <a:lnTo>
                    <a:pt x="5320302" y="619999"/>
                  </a:lnTo>
                  <a:lnTo>
                    <a:pt x="5248406" y="616628"/>
                  </a:lnTo>
                  <a:lnTo>
                    <a:pt x="5176510" y="613335"/>
                  </a:lnTo>
                  <a:lnTo>
                    <a:pt x="5104614" y="610123"/>
                  </a:lnTo>
                  <a:lnTo>
                    <a:pt x="5032718" y="606998"/>
                  </a:lnTo>
                  <a:lnTo>
                    <a:pt x="4960822" y="603966"/>
                  </a:lnTo>
                  <a:lnTo>
                    <a:pt x="4888926" y="601030"/>
                  </a:lnTo>
                  <a:lnTo>
                    <a:pt x="4817030" y="598198"/>
                  </a:lnTo>
                  <a:lnTo>
                    <a:pt x="4745134" y="595476"/>
                  </a:lnTo>
                  <a:lnTo>
                    <a:pt x="4673238" y="592869"/>
                  </a:lnTo>
                  <a:lnTo>
                    <a:pt x="4601342" y="590386"/>
                  </a:lnTo>
                  <a:lnTo>
                    <a:pt x="4529446" y="588032"/>
                  </a:lnTo>
                  <a:lnTo>
                    <a:pt x="4457550" y="585817"/>
                  </a:lnTo>
                  <a:lnTo>
                    <a:pt x="4385654" y="583747"/>
                  </a:lnTo>
                  <a:lnTo>
                    <a:pt x="4313758" y="581831"/>
                  </a:lnTo>
                  <a:lnTo>
                    <a:pt x="4241862" y="580078"/>
                  </a:lnTo>
                  <a:lnTo>
                    <a:pt x="4169966" y="578497"/>
                  </a:lnTo>
                  <a:lnTo>
                    <a:pt x="4098070" y="577095"/>
                  </a:lnTo>
                  <a:lnTo>
                    <a:pt x="4026174" y="575884"/>
                  </a:lnTo>
                  <a:lnTo>
                    <a:pt x="3954278" y="574871"/>
                  </a:lnTo>
                  <a:lnTo>
                    <a:pt x="3882382" y="574067"/>
                  </a:lnTo>
                  <a:lnTo>
                    <a:pt x="3810486" y="573480"/>
                  </a:lnTo>
                  <a:lnTo>
                    <a:pt x="3738590" y="573120"/>
                  </a:lnTo>
                  <a:lnTo>
                    <a:pt x="3666694" y="572995"/>
                  </a:lnTo>
                  <a:lnTo>
                    <a:pt x="3594798" y="573114"/>
                  </a:lnTo>
                  <a:lnTo>
                    <a:pt x="3522902" y="573484"/>
                  </a:lnTo>
                  <a:lnTo>
                    <a:pt x="3451007" y="574113"/>
                  </a:lnTo>
                  <a:lnTo>
                    <a:pt x="3379111" y="575005"/>
                  </a:lnTo>
                  <a:lnTo>
                    <a:pt x="3307215" y="576168"/>
                  </a:lnTo>
                  <a:lnTo>
                    <a:pt x="3235319" y="577605"/>
                  </a:lnTo>
                  <a:lnTo>
                    <a:pt x="3163423" y="579319"/>
                  </a:lnTo>
                  <a:lnTo>
                    <a:pt x="3091527" y="581312"/>
                  </a:lnTo>
                  <a:lnTo>
                    <a:pt x="3019631" y="583585"/>
                  </a:lnTo>
                  <a:lnTo>
                    <a:pt x="2947735" y="586137"/>
                  </a:lnTo>
                  <a:lnTo>
                    <a:pt x="2875839" y="588966"/>
                  </a:lnTo>
                  <a:lnTo>
                    <a:pt x="2803943" y="592069"/>
                  </a:lnTo>
                  <a:lnTo>
                    <a:pt x="2732047" y="595442"/>
                  </a:lnTo>
                  <a:lnTo>
                    <a:pt x="2660151" y="599080"/>
                  </a:lnTo>
                  <a:lnTo>
                    <a:pt x="2588255" y="602976"/>
                  </a:lnTo>
                  <a:lnTo>
                    <a:pt x="2516359" y="607124"/>
                  </a:lnTo>
                  <a:lnTo>
                    <a:pt x="2444463" y="611515"/>
                  </a:lnTo>
                  <a:lnTo>
                    <a:pt x="2372567" y="616142"/>
                  </a:lnTo>
                  <a:lnTo>
                    <a:pt x="2300671" y="620995"/>
                  </a:lnTo>
                  <a:lnTo>
                    <a:pt x="2228775" y="626066"/>
                  </a:lnTo>
                  <a:lnTo>
                    <a:pt x="2156879" y="631345"/>
                  </a:lnTo>
                  <a:lnTo>
                    <a:pt x="2084983" y="636824"/>
                  </a:lnTo>
                  <a:lnTo>
                    <a:pt x="2013087" y="642492"/>
                  </a:lnTo>
                  <a:lnTo>
                    <a:pt x="1941191" y="648341"/>
                  </a:lnTo>
                  <a:lnTo>
                    <a:pt x="1869295" y="654361"/>
                  </a:lnTo>
                  <a:lnTo>
                    <a:pt x="1797399" y="660544"/>
                  </a:lnTo>
                  <a:lnTo>
                    <a:pt x="1725503" y="666882"/>
                  </a:lnTo>
                  <a:lnTo>
                    <a:pt x="1653607" y="673365"/>
                  </a:lnTo>
                  <a:lnTo>
                    <a:pt x="1581711" y="679986"/>
                  </a:lnTo>
                  <a:lnTo>
                    <a:pt x="1509815" y="686737"/>
                  </a:lnTo>
                  <a:lnTo>
                    <a:pt x="1437919" y="693611"/>
                  </a:lnTo>
                  <a:lnTo>
                    <a:pt x="1366023" y="700602"/>
                  </a:lnTo>
                  <a:lnTo>
                    <a:pt x="1294127" y="707702"/>
                  </a:lnTo>
                  <a:lnTo>
                    <a:pt x="1222231" y="714905"/>
                  </a:lnTo>
                  <a:lnTo>
                    <a:pt x="1150335" y="722206"/>
                  </a:lnTo>
                  <a:lnTo>
                    <a:pt x="1078439" y="729599"/>
                  </a:lnTo>
                  <a:lnTo>
                    <a:pt x="1006543" y="737079"/>
                  </a:lnTo>
                  <a:lnTo>
                    <a:pt x="934647" y="744641"/>
                  </a:lnTo>
                  <a:lnTo>
                    <a:pt x="862751" y="752280"/>
                  </a:lnTo>
                  <a:lnTo>
                    <a:pt x="790855" y="759993"/>
                  </a:lnTo>
                  <a:lnTo>
                    <a:pt x="718959" y="767774"/>
                  </a:lnTo>
                  <a:lnTo>
                    <a:pt x="647063" y="775620"/>
                  </a:lnTo>
                  <a:lnTo>
                    <a:pt x="575167" y="783528"/>
                  </a:lnTo>
                  <a:lnTo>
                    <a:pt x="503271" y="791495"/>
                  </a:lnTo>
                  <a:lnTo>
                    <a:pt x="431375" y="799516"/>
                  </a:lnTo>
                  <a:lnTo>
                    <a:pt x="359479" y="807590"/>
                  </a:lnTo>
                  <a:lnTo>
                    <a:pt x="287583" y="815713"/>
                  </a:lnTo>
                  <a:lnTo>
                    <a:pt x="215687" y="823883"/>
                  </a:lnTo>
                  <a:lnTo>
                    <a:pt x="143791" y="832097"/>
                  </a:lnTo>
                  <a:lnTo>
                    <a:pt x="71895" y="840354"/>
                  </a:lnTo>
                  <a:lnTo>
                    <a:pt x="0" y="848650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849044"/>
              <a:ext cx="5679782" cy="218598"/>
            </a:xfrm>
            <a:custGeom>
              <a:avLst/>
              <a:pathLst>
                <a:path w="5679782" h="218598">
                  <a:moveTo>
                    <a:pt x="0" y="126499"/>
                  </a:moveTo>
                  <a:lnTo>
                    <a:pt x="71895" y="130526"/>
                  </a:lnTo>
                  <a:lnTo>
                    <a:pt x="143791" y="134513"/>
                  </a:lnTo>
                  <a:lnTo>
                    <a:pt x="215687" y="138458"/>
                  </a:lnTo>
                  <a:lnTo>
                    <a:pt x="287583" y="142358"/>
                  </a:lnTo>
                  <a:lnTo>
                    <a:pt x="359479" y="146212"/>
                  </a:lnTo>
                  <a:lnTo>
                    <a:pt x="431375" y="150017"/>
                  </a:lnTo>
                  <a:lnTo>
                    <a:pt x="503271" y="153769"/>
                  </a:lnTo>
                  <a:lnTo>
                    <a:pt x="575167" y="157466"/>
                  </a:lnTo>
                  <a:lnTo>
                    <a:pt x="647063" y="161104"/>
                  </a:lnTo>
                  <a:lnTo>
                    <a:pt x="718959" y="164681"/>
                  </a:lnTo>
                  <a:lnTo>
                    <a:pt x="790855" y="168193"/>
                  </a:lnTo>
                  <a:lnTo>
                    <a:pt x="862751" y="171636"/>
                  </a:lnTo>
                  <a:lnTo>
                    <a:pt x="934647" y="175006"/>
                  </a:lnTo>
                  <a:lnTo>
                    <a:pt x="1006543" y="178299"/>
                  </a:lnTo>
                  <a:lnTo>
                    <a:pt x="1078439" y="181509"/>
                  </a:lnTo>
                  <a:lnTo>
                    <a:pt x="1150335" y="184633"/>
                  </a:lnTo>
                  <a:lnTo>
                    <a:pt x="1222231" y="187665"/>
                  </a:lnTo>
                  <a:lnTo>
                    <a:pt x="1294127" y="190599"/>
                  </a:lnTo>
                  <a:lnTo>
                    <a:pt x="1366023" y="193429"/>
                  </a:lnTo>
                  <a:lnTo>
                    <a:pt x="1437919" y="196151"/>
                  </a:lnTo>
                  <a:lnTo>
                    <a:pt x="1509815" y="198756"/>
                  </a:lnTo>
                  <a:lnTo>
                    <a:pt x="1581711" y="201238"/>
                  </a:lnTo>
                  <a:lnTo>
                    <a:pt x="1653607" y="203589"/>
                  </a:lnTo>
                  <a:lnTo>
                    <a:pt x="1725503" y="205803"/>
                  </a:lnTo>
                  <a:lnTo>
                    <a:pt x="1797399" y="207871"/>
                  </a:lnTo>
                  <a:lnTo>
                    <a:pt x="1869295" y="209784"/>
                  </a:lnTo>
                  <a:lnTo>
                    <a:pt x="1941191" y="211535"/>
                  </a:lnTo>
                  <a:lnTo>
                    <a:pt x="2013087" y="213115"/>
                  </a:lnTo>
                  <a:lnTo>
                    <a:pt x="2084983" y="214514"/>
                  </a:lnTo>
                  <a:lnTo>
                    <a:pt x="2156879" y="215723"/>
                  </a:lnTo>
                  <a:lnTo>
                    <a:pt x="2228775" y="216733"/>
                  </a:lnTo>
                  <a:lnTo>
                    <a:pt x="2300671" y="217535"/>
                  </a:lnTo>
                  <a:lnTo>
                    <a:pt x="2372567" y="218119"/>
                  </a:lnTo>
                  <a:lnTo>
                    <a:pt x="2444463" y="218476"/>
                  </a:lnTo>
                  <a:lnTo>
                    <a:pt x="2516359" y="218598"/>
                  </a:lnTo>
                  <a:lnTo>
                    <a:pt x="2588255" y="218476"/>
                  </a:lnTo>
                  <a:lnTo>
                    <a:pt x="2660151" y="218103"/>
                  </a:lnTo>
                  <a:lnTo>
                    <a:pt x="2732047" y="217471"/>
                  </a:lnTo>
                  <a:lnTo>
                    <a:pt x="2803943" y="216575"/>
                  </a:lnTo>
                  <a:lnTo>
                    <a:pt x="2875839" y="215409"/>
                  </a:lnTo>
                  <a:lnTo>
                    <a:pt x="2947735" y="213969"/>
                  </a:lnTo>
                  <a:lnTo>
                    <a:pt x="3019631" y="212251"/>
                  </a:lnTo>
                  <a:lnTo>
                    <a:pt x="3091527" y="210255"/>
                  </a:lnTo>
                  <a:lnTo>
                    <a:pt x="3163423" y="207978"/>
                  </a:lnTo>
                  <a:lnTo>
                    <a:pt x="3235319" y="205423"/>
                  </a:lnTo>
                  <a:lnTo>
                    <a:pt x="3307215" y="202590"/>
                  </a:lnTo>
                  <a:lnTo>
                    <a:pt x="3379111" y="199484"/>
                  </a:lnTo>
                  <a:lnTo>
                    <a:pt x="3451007" y="196108"/>
                  </a:lnTo>
                  <a:lnTo>
                    <a:pt x="3522902" y="192467"/>
                  </a:lnTo>
                  <a:lnTo>
                    <a:pt x="3594798" y="188567"/>
                  </a:lnTo>
                  <a:lnTo>
                    <a:pt x="3666694" y="184417"/>
                  </a:lnTo>
                  <a:lnTo>
                    <a:pt x="3738590" y="180022"/>
                  </a:lnTo>
                  <a:lnTo>
                    <a:pt x="3810486" y="175393"/>
                  </a:lnTo>
                  <a:lnTo>
                    <a:pt x="3882382" y="170537"/>
                  </a:lnTo>
                  <a:lnTo>
                    <a:pt x="3954278" y="165463"/>
                  </a:lnTo>
                  <a:lnTo>
                    <a:pt x="4026174" y="160181"/>
                  </a:lnTo>
                  <a:lnTo>
                    <a:pt x="4098070" y="154700"/>
                  </a:lnTo>
                  <a:lnTo>
                    <a:pt x="4169966" y="149030"/>
                  </a:lnTo>
                  <a:lnTo>
                    <a:pt x="4241862" y="143179"/>
                  </a:lnTo>
                  <a:lnTo>
                    <a:pt x="4313758" y="137156"/>
                  </a:lnTo>
                  <a:lnTo>
                    <a:pt x="4385654" y="130971"/>
                  </a:lnTo>
                  <a:lnTo>
                    <a:pt x="4457550" y="124632"/>
                  </a:lnTo>
                  <a:lnTo>
                    <a:pt x="4529446" y="118147"/>
                  </a:lnTo>
                  <a:lnTo>
                    <a:pt x="4601342" y="111525"/>
                  </a:lnTo>
                  <a:lnTo>
                    <a:pt x="4673238" y="104772"/>
                  </a:lnTo>
                  <a:lnTo>
                    <a:pt x="4745134" y="97896"/>
                  </a:lnTo>
                  <a:lnTo>
                    <a:pt x="4817030" y="90904"/>
                  </a:lnTo>
                  <a:lnTo>
                    <a:pt x="4888926" y="83803"/>
                  </a:lnTo>
                  <a:lnTo>
                    <a:pt x="4960822" y="76598"/>
                  </a:lnTo>
                  <a:lnTo>
                    <a:pt x="5032718" y="69296"/>
                  </a:lnTo>
                  <a:lnTo>
                    <a:pt x="5104614" y="61902"/>
                  </a:lnTo>
                  <a:lnTo>
                    <a:pt x="5176510" y="54421"/>
                  </a:lnTo>
                  <a:lnTo>
                    <a:pt x="5248406" y="46858"/>
                  </a:lnTo>
                  <a:lnTo>
                    <a:pt x="5320302" y="39218"/>
                  </a:lnTo>
                  <a:lnTo>
                    <a:pt x="5392198" y="31505"/>
                  </a:lnTo>
                  <a:lnTo>
                    <a:pt x="5464094" y="23723"/>
                  </a:lnTo>
                  <a:lnTo>
                    <a:pt x="5535990" y="15875"/>
                  </a:lnTo>
                  <a:lnTo>
                    <a:pt x="5607886" y="7967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22039"/>
              <a:ext cx="5679782" cy="275654"/>
            </a:xfrm>
            <a:custGeom>
              <a:avLst/>
              <a:pathLst>
                <a:path w="5679782" h="275654">
                  <a:moveTo>
                    <a:pt x="5679782" y="64875"/>
                  </a:moveTo>
                  <a:lnTo>
                    <a:pt x="5607886" y="61177"/>
                  </a:lnTo>
                  <a:lnTo>
                    <a:pt x="5535990" y="57538"/>
                  </a:lnTo>
                  <a:lnTo>
                    <a:pt x="5464094" y="53960"/>
                  </a:lnTo>
                  <a:lnTo>
                    <a:pt x="5392198" y="50447"/>
                  </a:lnTo>
                  <a:lnTo>
                    <a:pt x="5320302" y="47003"/>
                  </a:lnTo>
                  <a:lnTo>
                    <a:pt x="5248406" y="43632"/>
                  </a:lnTo>
                  <a:lnTo>
                    <a:pt x="5176510" y="40339"/>
                  </a:lnTo>
                  <a:lnTo>
                    <a:pt x="5104614" y="37127"/>
                  </a:lnTo>
                  <a:lnTo>
                    <a:pt x="5032718" y="34002"/>
                  </a:lnTo>
                  <a:lnTo>
                    <a:pt x="4960822" y="30970"/>
                  </a:lnTo>
                  <a:lnTo>
                    <a:pt x="4888926" y="28034"/>
                  </a:lnTo>
                  <a:lnTo>
                    <a:pt x="4817030" y="25202"/>
                  </a:lnTo>
                  <a:lnTo>
                    <a:pt x="4745134" y="22480"/>
                  </a:lnTo>
                  <a:lnTo>
                    <a:pt x="4673238" y="19873"/>
                  </a:lnTo>
                  <a:lnTo>
                    <a:pt x="4601342" y="17390"/>
                  </a:lnTo>
                  <a:lnTo>
                    <a:pt x="4529446" y="15036"/>
                  </a:lnTo>
                  <a:lnTo>
                    <a:pt x="4457550" y="12821"/>
                  </a:lnTo>
                  <a:lnTo>
                    <a:pt x="4385654" y="10751"/>
                  </a:lnTo>
                  <a:lnTo>
                    <a:pt x="4313758" y="8836"/>
                  </a:lnTo>
                  <a:lnTo>
                    <a:pt x="4241862" y="7082"/>
                  </a:lnTo>
                  <a:lnTo>
                    <a:pt x="4169966" y="5501"/>
                  </a:lnTo>
                  <a:lnTo>
                    <a:pt x="4098070" y="4100"/>
                  </a:lnTo>
                  <a:lnTo>
                    <a:pt x="4026174" y="2888"/>
                  </a:lnTo>
                  <a:lnTo>
                    <a:pt x="3954278" y="1876"/>
                  </a:lnTo>
                  <a:lnTo>
                    <a:pt x="3882382" y="1071"/>
                  </a:lnTo>
                  <a:lnTo>
                    <a:pt x="3810486" y="485"/>
                  </a:lnTo>
                  <a:lnTo>
                    <a:pt x="3738590" y="124"/>
                  </a:lnTo>
                  <a:lnTo>
                    <a:pt x="3666694" y="0"/>
                  </a:lnTo>
                  <a:lnTo>
                    <a:pt x="3594798" y="118"/>
                  </a:lnTo>
                  <a:lnTo>
                    <a:pt x="3522902" y="488"/>
                  </a:lnTo>
                  <a:lnTo>
                    <a:pt x="3451007" y="1117"/>
                  </a:lnTo>
                  <a:lnTo>
                    <a:pt x="3379111" y="2010"/>
                  </a:lnTo>
                  <a:lnTo>
                    <a:pt x="3307215" y="3172"/>
                  </a:lnTo>
                  <a:lnTo>
                    <a:pt x="3235319" y="4609"/>
                  </a:lnTo>
                  <a:lnTo>
                    <a:pt x="3163423" y="6323"/>
                  </a:lnTo>
                  <a:lnTo>
                    <a:pt x="3091527" y="8316"/>
                  </a:lnTo>
                  <a:lnTo>
                    <a:pt x="3019631" y="10589"/>
                  </a:lnTo>
                  <a:lnTo>
                    <a:pt x="2947735" y="13141"/>
                  </a:lnTo>
                  <a:lnTo>
                    <a:pt x="2875839" y="15970"/>
                  </a:lnTo>
                  <a:lnTo>
                    <a:pt x="2803943" y="19073"/>
                  </a:lnTo>
                  <a:lnTo>
                    <a:pt x="2732047" y="22446"/>
                  </a:lnTo>
                  <a:lnTo>
                    <a:pt x="2660151" y="26084"/>
                  </a:lnTo>
                  <a:lnTo>
                    <a:pt x="2588255" y="29980"/>
                  </a:lnTo>
                  <a:lnTo>
                    <a:pt x="2516359" y="34128"/>
                  </a:lnTo>
                  <a:lnTo>
                    <a:pt x="2444463" y="38519"/>
                  </a:lnTo>
                  <a:lnTo>
                    <a:pt x="2372567" y="43146"/>
                  </a:lnTo>
                  <a:lnTo>
                    <a:pt x="2300671" y="47999"/>
                  </a:lnTo>
                  <a:lnTo>
                    <a:pt x="2228775" y="53070"/>
                  </a:lnTo>
                  <a:lnTo>
                    <a:pt x="2156879" y="58349"/>
                  </a:lnTo>
                  <a:lnTo>
                    <a:pt x="2084983" y="63828"/>
                  </a:lnTo>
                  <a:lnTo>
                    <a:pt x="2013087" y="69496"/>
                  </a:lnTo>
                  <a:lnTo>
                    <a:pt x="1941191" y="75345"/>
                  </a:lnTo>
                  <a:lnTo>
                    <a:pt x="1869295" y="81365"/>
                  </a:lnTo>
                  <a:lnTo>
                    <a:pt x="1797399" y="87548"/>
                  </a:lnTo>
                  <a:lnTo>
                    <a:pt x="1725503" y="93886"/>
                  </a:lnTo>
                  <a:lnTo>
                    <a:pt x="1653607" y="100369"/>
                  </a:lnTo>
                  <a:lnTo>
                    <a:pt x="1581711" y="106990"/>
                  </a:lnTo>
                  <a:lnTo>
                    <a:pt x="1509815" y="113741"/>
                  </a:lnTo>
                  <a:lnTo>
                    <a:pt x="1437919" y="120615"/>
                  </a:lnTo>
                  <a:lnTo>
                    <a:pt x="1366023" y="127606"/>
                  </a:lnTo>
                  <a:lnTo>
                    <a:pt x="1294127" y="134706"/>
                  </a:lnTo>
                  <a:lnTo>
                    <a:pt x="1222231" y="141909"/>
                  </a:lnTo>
                  <a:lnTo>
                    <a:pt x="1150335" y="149210"/>
                  </a:lnTo>
                  <a:lnTo>
                    <a:pt x="1078439" y="156603"/>
                  </a:lnTo>
                  <a:lnTo>
                    <a:pt x="1006543" y="164083"/>
                  </a:lnTo>
                  <a:lnTo>
                    <a:pt x="934647" y="171645"/>
                  </a:lnTo>
                  <a:lnTo>
                    <a:pt x="862751" y="179284"/>
                  </a:lnTo>
                  <a:lnTo>
                    <a:pt x="790855" y="186997"/>
                  </a:lnTo>
                  <a:lnTo>
                    <a:pt x="718959" y="194778"/>
                  </a:lnTo>
                  <a:lnTo>
                    <a:pt x="647063" y="202624"/>
                  </a:lnTo>
                  <a:lnTo>
                    <a:pt x="575167" y="210533"/>
                  </a:lnTo>
                  <a:lnTo>
                    <a:pt x="503271" y="218499"/>
                  </a:lnTo>
                  <a:lnTo>
                    <a:pt x="431375" y="226520"/>
                  </a:lnTo>
                  <a:lnTo>
                    <a:pt x="359479" y="234594"/>
                  </a:lnTo>
                  <a:lnTo>
                    <a:pt x="287583" y="242717"/>
                  </a:lnTo>
                  <a:lnTo>
                    <a:pt x="215687" y="250887"/>
                  </a:lnTo>
                  <a:lnTo>
                    <a:pt x="143791" y="259101"/>
                  </a:lnTo>
                  <a:lnTo>
                    <a:pt x="71895" y="267358"/>
                  </a:lnTo>
                  <a:lnTo>
                    <a:pt x="0" y="275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67979"/>
              <a:ext cx="5679782" cy="168639"/>
            </a:xfrm>
            <a:custGeom>
              <a:avLst/>
              <a:pathLst>
                <a:path w="5679782" h="168639">
                  <a:moveTo>
                    <a:pt x="0" y="168639"/>
                  </a:moveTo>
                  <a:lnTo>
                    <a:pt x="71895" y="166504"/>
                  </a:lnTo>
                  <a:lnTo>
                    <a:pt x="143791" y="164369"/>
                  </a:lnTo>
                  <a:lnTo>
                    <a:pt x="215687" y="162235"/>
                  </a:lnTo>
                  <a:lnTo>
                    <a:pt x="287583" y="160100"/>
                  </a:lnTo>
                  <a:lnTo>
                    <a:pt x="359479" y="157965"/>
                  </a:lnTo>
                  <a:lnTo>
                    <a:pt x="431375" y="155831"/>
                  </a:lnTo>
                  <a:lnTo>
                    <a:pt x="503271" y="153696"/>
                  </a:lnTo>
                  <a:lnTo>
                    <a:pt x="575167" y="151561"/>
                  </a:lnTo>
                  <a:lnTo>
                    <a:pt x="647063" y="149427"/>
                  </a:lnTo>
                  <a:lnTo>
                    <a:pt x="718959" y="147292"/>
                  </a:lnTo>
                  <a:lnTo>
                    <a:pt x="790855" y="145157"/>
                  </a:lnTo>
                  <a:lnTo>
                    <a:pt x="862751" y="143023"/>
                  </a:lnTo>
                  <a:lnTo>
                    <a:pt x="934647" y="140888"/>
                  </a:lnTo>
                  <a:lnTo>
                    <a:pt x="1006543" y="138753"/>
                  </a:lnTo>
                  <a:lnTo>
                    <a:pt x="1078439" y="136619"/>
                  </a:lnTo>
                  <a:lnTo>
                    <a:pt x="1150335" y="134484"/>
                  </a:lnTo>
                  <a:lnTo>
                    <a:pt x="1222231" y="132349"/>
                  </a:lnTo>
                  <a:lnTo>
                    <a:pt x="1294127" y="130215"/>
                  </a:lnTo>
                  <a:lnTo>
                    <a:pt x="1366023" y="128080"/>
                  </a:lnTo>
                  <a:lnTo>
                    <a:pt x="1437919" y="125945"/>
                  </a:lnTo>
                  <a:lnTo>
                    <a:pt x="1509815" y="123811"/>
                  </a:lnTo>
                  <a:lnTo>
                    <a:pt x="1581711" y="121676"/>
                  </a:lnTo>
                  <a:lnTo>
                    <a:pt x="1653607" y="119541"/>
                  </a:lnTo>
                  <a:lnTo>
                    <a:pt x="1725503" y="117407"/>
                  </a:lnTo>
                  <a:lnTo>
                    <a:pt x="1797399" y="115272"/>
                  </a:lnTo>
                  <a:lnTo>
                    <a:pt x="1869295" y="113137"/>
                  </a:lnTo>
                  <a:lnTo>
                    <a:pt x="1941191" y="111003"/>
                  </a:lnTo>
                  <a:lnTo>
                    <a:pt x="2013087" y="108868"/>
                  </a:lnTo>
                  <a:lnTo>
                    <a:pt x="2084983" y="106733"/>
                  </a:lnTo>
                  <a:lnTo>
                    <a:pt x="2156879" y="104599"/>
                  </a:lnTo>
                  <a:lnTo>
                    <a:pt x="2228775" y="102464"/>
                  </a:lnTo>
                  <a:lnTo>
                    <a:pt x="2300671" y="100329"/>
                  </a:lnTo>
                  <a:lnTo>
                    <a:pt x="2372567" y="98195"/>
                  </a:lnTo>
                  <a:lnTo>
                    <a:pt x="2444463" y="96060"/>
                  </a:lnTo>
                  <a:lnTo>
                    <a:pt x="2516359" y="93925"/>
                  </a:lnTo>
                  <a:lnTo>
                    <a:pt x="2588255" y="91791"/>
                  </a:lnTo>
                  <a:lnTo>
                    <a:pt x="2660151" y="89656"/>
                  </a:lnTo>
                  <a:lnTo>
                    <a:pt x="2732047" y="87521"/>
                  </a:lnTo>
                  <a:lnTo>
                    <a:pt x="2803943" y="85386"/>
                  </a:lnTo>
                  <a:lnTo>
                    <a:pt x="2875839" y="83252"/>
                  </a:lnTo>
                  <a:lnTo>
                    <a:pt x="2947735" y="81117"/>
                  </a:lnTo>
                  <a:lnTo>
                    <a:pt x="3019631" y="78982"/>
                  </a:lnTo>
                  <a:lnTo>
                    <a:pt x="3091527" y="76848"/>
                  </a:lnTo>
                  <a:lnTo>
                    <a:pt x="3163423" y="74713"/>
                  </a:lnTo>
                  <a:lnTo>
                    <a:pt x="3235319" y="72578"/>
                  </a:lnTo>
                  <a:lnTo>
                    <a:pt x="3307215" y="70444"/>
                  </a:lnTo>
                  <a:lnTo>
                    <a:pt x="3379111" y="68309"/>
                  </a:lnTo>
                  <a:lnTo>
                    <a:pt x="3451007" y="66174"/>
                  </a:lnTo>
                  <a:lnTo>
                    <a:pt x="3522902" y="64040"/>
                  </a:lnTo>
                  <a:lnTo>
                    <a:pt x="3594798" y="61905"/>
                  </a:lnTo>
                  <a:lnTo>
                    <a:pt x="3666694" y="59770"/>
                  </a:lnTo>
                  <a:lnTo>
                    <a:pt x="3738590" y="57636"/>
                  </a:lnTo>
                  <a:lnTo>
                    <a:pt x="3810486" y="55501"/>
                  </a:lnTo>
                  <a:lnTo>
                    <a:pt x="3882382" y="53366"/>
                  </a:lnTo>
                  <a:lnTo>
                    <a:pt x="3954278" y="51232"/>
                  </a:lnTo>
                  <a:lnTo>
                    <a:pt x="4026174" y="49097"/>
                  </a:lnTo>
                  <a:lnTo>
                    <a:pt x="4098070" y="46962"/>
                  </a:lnTo>
                  <a:lnTo>
                    <a:pt x="4169966" y="44828"/>
                  </a:lnTo>
                  <a:lnTo>
                    <a:pt x="4241862" y="42693"/>
                  </a:lnTo>
                  <a:lnTo>
                    <a:pt x="4313758" y="40558"/>
                  </a:lnTo>
                  <a:lnTo>
                    <a:pt x="4385654" y="38424"/>
                  </a:lnTo>
                  <a:lnTo>
                    <a:pt x="4457550" y="36289"/>
                  </a:lnTo>
                  <a:lnTo>
                    <a:pt x="4529446" y="34154"/>
                  </a:lnTo>
                  <a:lnTo>
                    <a:pt x="4601342" y="32020"/>
                  </a:lnTo>
                  <a:lnTo>
                    <a:pt x="4673238" y="29885"/>
                  </a:lnTo>
                  <a:lnTo>
                    <a:pt x="4745134" y="27750"/>
                  </a:lnTo>
                  <a:lnTo>
                    <a:pt x="4817030" y="25616"/>
                  </a:lnTo>
                  <a:lnTo>
                    <a:pt x="4888926" y="23481"/>
                  </a:lnTo>
                  <a:lnTo>
                    <a:pt x="4960822" y="21346"/>
                  </a:lnTo>
                  <a:lnTo>
                    <a:pt x="5032718" y="19212"/>
                  </a:lnTo>
                  <a:lnTo>
                    <a:pt x="5104614" y="17077"/>
                  </a:lnTo>
                  <a:lnTo>
                    <a:pt x="5176510" y="14942"/>
                  </a:lnTo>
                  <a:lnTo>
                    <a:pt x="5248406" y="12808"/>
                  </a:lnTo>
                  <a:lnTo>
                    <a:pt x="5320302" y="10673"/>
                  </a:lnTo>
                  <a:lnTo>
                    <a:pt x="5392198" y="8538"/>
                  </a:lnTo>
                  <a:lnTo>
                    <a:pt x="5464094" y="6404"/>
                  </a:lnTo>
                  <a:lnTo>
                    <a:pt x="5535990" y="4269"/>
                  </a:lnTo>
                  <a:lnTo>
                    <a:pt x="5607886" y="2134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825923" y="45159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825923" y="43124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825923" y="43122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8167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241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698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877943" y="42219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877943" y="36693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77943" y="39526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4697" y="4606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4697" y="415454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4697" y="44883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70397" y="33587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70397" y="36252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70397" y="36668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245320" y="36257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245320" y="3863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245320" y="3983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356787" y="52905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356787" y="54922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356787" y="53282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714" y="54166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564714" y="53277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564714" y="54214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564711"/>
              <a:ext cx="5679782" cy="1542104"/>
            </a:xfrm>
            <a:custGeom>
              <a:avLst/>
              <a:pathLst>
                <a:path w="5679782" h="1542104">
                  <a:moveTo>
                    <a:pt x="0" y="0"/>
                  </a:moveTo>
                  <a:lnTo>
                    <a:pt x="71895" y="15666"/>
                  </a:lnTo>
                  <a:lnTo>
                    <a:pt x="143791" y="31270"/>
                  </a:lnTo>
                  <a:lnTo>
                    <a:pt x="215687" y="46808"/>
                  </a:lnTo>
                  <a:lnTo>
                    <a:pt x="287583" y="62276"/>
                  </a:lnTo>
                  <a:lnTo>
                    <a:pt x="359479" y="77670"/>
                  </a:lnTo>
                  <a:lnTo>
                    <a:pt x="431375" y="92986"/>
                  </a:lnTo>
                  <a:lnTo>
                    <a:pt x="503271" y="108220"/>
                  </a:lnTo>
                  <a:lnTo>
                    <a:pt x="575167" y="123366"/>
                  </a:lnTo>
                  <a:lnTo>
                    <a:pt x="647063" y="138422"/>
                  </a:lnTo>
                  <a:lnTo>
                    <a:pt x="718959" y="153380"/>
                  </a:lnTo>
                  <a:lnTo>
                    <a:pt x="790855" y="168235"/>
                  </a:lnTo>
                  <a:lnTo>
                    <a:pt x="862751" y="182982"/>
                  </a:lnTo>
                  <a:lnTo>
                    <a:pt x="934647" y="197614"/>
                  </a:lnTo>
                  <a:lnTo>
                    <a:pt x="1006543" y="212123"/>
                  </a:lnTo>
                  <a:lnTo>
                    <a:pt x="1078439" y="226504"/>
                  </a:lnTo>
                  <a:lnTo>
                    <a:pt x="1150335" y="240748"/>
                  </a:lnTo>
                  <a:lnTo>
                    <a:pt x="1222231" y="254847"/>
                  </a:lnTo>
                  <a:lnTo>
                    <a:pt x="1294127" y="268792"/>
                  </a:lnTo>
                  <a:lnTo>
                    <a:pt x="1366023" y="282574"/>
                  </a:lnTo>
                  <a:lnTo>
                    <a:pt x="1437919" y="296184"/>
                  </a:lnTo>
                  <a:lnTo>
                    <a:pt x="1509815" y="309611"/>
                  </a:lnTo>
                  <a:lnTo>
                    <a:pt x="1581711" y="322843"/>
                  </a:lnTo>
                  <a:lnTo>
                    <a:pt x="1653607" y="335871"/>
                  </a:lnTo>
                  <a:lnTo>
                    <a:pt x="1725503" y="348681"/>
                  </a:lnTo>
                  <a:lnTo>
                    <a:pt x="1797399" y="361262"/>
                  </a:lnTo>
                  <a:lnTo>
                    <a:pt x="1869295" y="373600"/>
                  </a:lnTo>
                  <a:lnTo>
                    <a:pt x="1941191" y="385681"/>
                  </a:lnTo>
                  <a:lnTo>
                    <a:pt x="2013087" y="397492"/>
                  </a:lnTo>
                  <a:lnTo>
                    <a:pt x="2084983" y="409019"/>
                  </a:lnTo>
                  <a:lnTo>
                    <a:pt x="2156879" y="420246"/>
                  </a:lnTo>
                  <a:lnTo>
                    <a:pt x="2228775" y="431160"/>
                  </a:lnTo>
                  <a:lnTo>
                    <a:pt x="2300671" y="441746"/>
                  </a:lnTo>
                  <a:lnTo>
                    <a:pt x="2372567" y="451989"/>
                  </a:lnTo>
                  <a:lnTo>
                    <a:pt x="2444463" y="461875"/>
                  </a:lnTo>
                  <a:lnTo>
                    <a:pt x="2516359" y="471390"/>
                  </a:lnTo>
                  <a:lnTo>
                    <a:pt x="2588255" y="480521"/>
                  </a:lnTo>
                  <a:lnTo>
                    <a:pt x="2660151" y="489256"/>
                  </a:lnTo>
                  <a:lnTo>
                    <a:pt x="2732047" y="497584"/>
                  </a:lnTo>
                  <a:lnTo>
                    <a:pt x="2803943" y="505495"/>
                  </a:lnTo>
                  <a:lnTo>
                    <a:pt x="2875839" y="512980"/>
                  </a:lnTo>
                  <a:lnTo>
                    <a:pt x="2947735" y="520034"/>
                  </a:lnTo>
                  <a:lnTo>
                    <a:pt x="3019631" y="526651"/>
                  </a:lnTo>
                  <a:lnTo>
                    <a:pt x="3091527" y="532829"/>
                  </a:lnTo>
                  <a:lnTo>
                    <a:pt x="3163423" y="538566"/>
                  </a:lnTo>
                  <a:lnTo>
                    <a:pt x="3235319" y="543863"/>
                  </a:lnTo>
                  <a:lnTo>
                    <a:pt x="3307215" y="548724"/>
                  </a:lnTo>
                  <a:lnTo>
                    <a:pt x="3379111" y="553153"/>
                  </a:lnTo>
                  <a:lnTo>
                    <a:pt x="3451007" y="557157"/>
                  </a:lnTo>
                  <a:lnTo>
                    <a:pt x="3522902" y="560744"/>
                  </a:lnTo>
                  <a:lnTo>
                    <a:pt x="3594798" y="563924"/>
                  </a:lnTo>
                  <a:lnTo>
                    <a:pt x="3666694" y="566708"/>
                  </a:lnTo>
                  <a:lnTo>
                    <a:pt x="3738590" y="569108"/>
                  </a:lnTo>
                  <a:lnTo>
                    <a:pt x="3810486" y="571138"/>
                  </a:lnTo>
                  <a:lnTo>
                    <a:pt x="3882382" y="572811"/>
                  </a:lnTo>
                  <a:lnTo>
                    <a:pt x="3954278" y="574141"/>
                  </a:lnTo>
                  <a:lnTo>
                    <a:pt x="4026174" y="575143"/>
                  </a:lnTo>
                  <a:lnTo>
                    <a:pt x="4098070" y="575831"/>
                  </a:lnTo>
                  <a:lnTo>
                    <a:pt x="4169966" y="576221"/>
                  </a:lnTo>
                  <a:lnTo>
                    <a:pt x="4241862" y="576326"/>
                  </a:lnTo>
                  <a:lnTo>
                    <a:pt x="4313758" y="576162"/>
                  </a:lnTo>
                  <a:lnTo>
                    <a:pt x="4385654" y="575741"/>
                  </a:lnTo>
                  <a:lnTo>
                    <a:pt x="4457550" y="575077"/>
                  </a:lnTo>
                  <a:lnTo>
                    <a:pt x="4529446" y="574184"/>
                  </a:lnTo>
                  <a:lnTo>
                    <a:pt x="4601342" y="573074"/>
                  </a:lnTo>
                  <a:lnTo>
                    <a:pt x="4673238" y="571759"/>
                  </a:lnTo>
                  <a:lnTo>
                    <a:pt x="4745134" y="570250"/>
                  </a:lnTo>
                  <a:lnTo>
                    <a:pt x="4817030" y="568558"/>
                  </a:lnTo>
                  <a:lnTo>
                    <a:pt x="4888926" y="566693"/>
                  </a:lnTo>
                  <a:lnTo>
                    <a:pt x="4960822" y="564666"/>
                  </a:lnTo>
                  <a:lnTo>
                    <a:pt x="5032718" y="562485"/>
                  </a:lnTo>
                  <a:lnTo>
                    <a:pt x="5104614" y="560160"/>
                  </a:lnTo>
                  <a:lnTo>
                    <a:pt x="5176510" y="557697"/>
                  </a:lnTo>
                  <a:lnTo>
                    <a:pt x="5248406" y="555106"/>
                  </a:lnTo>
                  <a:lnTo>
                    <a:pt x="5320302" y="552393"/>
                  </a:lnTo>
                  <a:lnTo>
                    <a:pt x="5392198" y="549565"/>
                  </a:lnTo>
                  <a:lnTo>
                    <a:pt x="5464094" y="546628"/>
                  </a:lnTo>
                  <a:lnTo>
                    <a:pt x="5535990" y="543589"/>
                  </a:lnTo>
                  <a:lnTo>
                    <a:pt x="5607886" y="540452"/>
                  </a:lnTo>
                  <a:lnTo>
                    <a:pt x="5679782" y="537224"/>
                  </a:lnTo>
                  <a:lnTo>
                    <a:pt x="5679782" y="1542104"/>
                  </a:lnTo>
                  <a:lnTo>
                    <a:pt x="5607886" y="1526956"/>
                  </a:lnTo>
                  <a:lnTo>
                    <a:pt x="5535990" y="1511900"/>
                  </a:lnTo>
                  <a:lnTo>
                    <a:pt x="5464094" y="1496940"/>
                  </a:lnTo>
                  <a:lnTo>
                    <a:pt x="5392198" y="1482083"/>
                  </a:lnTo>
                  <a:lnTo>
                    <a:pt x="5320302" y="1467335"/>
                  </a:lnTo>
                  <a:lnTo>
                    <a:pt x="5248406" y="1452702"/>
                  </a:lnTo>
                  <a:lnTo>
                    <a:pt x="5176510" y="1438191"/>
                  </a:lnTo>
                  <a:lnTo>
                    <a:pt x="5104614" y="1423809"/>
                  </a:lnTo>
                  <a:lnTo>
                    <a:pt x="5032718" y="1409563"/>
                  </a:lnTo>
                  <a:lnTo>
                    <a:pt x="4960822" y="1395462"/>
                  </a:lnTo>
                  <a:lnTo>
                    <a:pt x="4888926" y="1381515"/>
                  </a:lnTo>
                  <a:lnTo>
                    <a:pt x="4817030" y="1367731"/>
                  </a:lnTo>
                  <a:lnTo>
                    <a:pt x="4745134" y="1354119"/>
                  </a:lnTo>
                  <a:lnTo>
                    <a:pt x="4673238" y="1340690"/>
                  </a:lnTo>
                  <a:lnTo>
                    <a:pt x="4601342" y="1327455"/>
                  </a:lnTo>
                  <a:lnTo>
                    <a:pt x="4529446" y="1314424"/>
                  </a:lnTo>
                  <a:lnTo>
                    <a:pt x="4457550" y="1301611"/>
                  </a:lnTo>
                  <a:lnTo>
                    <a:pt x="4385654" y="1289028"/>
                  </a:lnTo>
                  <a:lnTo>
                    <a:pt x="4313758" y="1276687"/>
                  </a:lnTo>
                  <a:lnTo>
                    <a:pt x="4241862" y="1264602"/>
                  </a:lnTo>
                  <a:lnTo>
                    <a:pt x="4169966" y="1252788"/>
                  </a:lnTo>
                  <a:lnTo>
                    <a:pt x="4098070" y="1241258"/>
                  </a:lnTo>
                  <a:lnTo>
                    <a:pt x="4026174" y="1230026"/>
                  </a:lnTo>
                  <a:lnTo>
                    <a:pt x="3954278" y="1219108"/>
                  </a:lnTo>
                  <a:lnTo>
                    <a:pt x="3882382" y="1208518"/>
                  </a:lnTo>
                  <a:lnTo>
                    <a:pt x="3810486" y="1198271"/>
                  </a:lnTo>
                  <a:lnTo>
                    <a:pt x="3738590" y="1188381"/>
                  </a:lnTo>
                  <a:lnTo>
                    <a:pt x="3666694" y="1178861"/>
                  </a:lnTo>
                  <a:lnTo>
                    <a:pt x="3594798" y="1169725"/>
                  </a:lnTo>
                  <a:lnTo>
                    <a:pt x="3522902" y="1160985"/>
                  </a:lnTo>
                  <a:lnTo>
                    <a:pt x="3451007" y="1152652"/>
                  </a:lnTo>
                  <a:lnTo>
                    <a:pt x="3379111" y="1144736"/>
                  </a:lnTo>
                  <a:lnTo>
                    <a:pt x="3307215" y="1137245"/>
                  </a:lnTo>
                  <a:lnTo>
                    <a:pt x="3235319" y="1130186"/>
                  </a:lnTo>
                  <a:lnTo>
                    <a:pt x="3163423" y="1123563"/>
                  </a:lnTo>
                  <a:lnTo>
                    <a:pt x="3091527" y="1117380"/>
                  </a:lnTo>
                  <a:lnTo>
                    <a:pt x="3019631" y="1111638"/>
                  </a:lnTo>
                  <a:lnTo>
                    <a:pt x="2947735" y="1106335"/>
                  </a:lnTo>
                  <a:lnTo>
                    <a:pt x="2875839" y="1101469"/>
                  </a:lnTo>
                  <a:lnTo>
                    <a:pt x="2803943" y="1097035"/>
                  </a:lnTo>
                  <a:lnTo>
                    <a:pt x="2732047" y="1093026"/>
                  </a:lnTo>
                  <a:lnTo>
                    <a:pt x="2660151" y="1089434"/>
                  </a:lnTo>
                  <a:lnTo>
                    <a:pt x="2588255" y="1086249"/>
                  </a:lnTo>
                  <a:lnTo>
                    <a:pt x="2516359" y="1083460"/>
                  </a:lnTo>
                  <a:lnTo>
                    <a:pt x="2444463" y="1081055"/>
                  </a:lnTo>
                  <a:lnTo>
                    <a:pt x="2372567" y="1079021"/>
                  </a:lnTo>
                  <a:lnTo>
                    <a:pt x="2300671" y="1077343"/>
                  </a:lnTo>
                  <a:lnTo>
                    <a:pt x="2228775" y="1076009"/>
                  </a:lnTo>
                  <a:lnTo>
                    <a:pt x="2156879" y="1075003"/>
                  </a:lnTo>
                  <a:lnTo>
                    <a:pt x="2084983" y="1074311"/>
                  </a:lnTo>
                  <a:lnTo>
                    <a:pt x="2013087" y="1073918"/>
                  </a:lnTo>
                  <a:lnTo>
                    <a:pt x="1941191" y="1073809"/>
                  </a:lnTo>
                  <a:lnTo>
                    <a:pt x="1869295" y="1073970"/>
                  </a:lnTo>
                  <a:lnTo>
                    <a:pt x="1797399" y="1074388"/>
                  </a:lnTo>
                  <a:lnTo>
                    <a:pt x="1725503" y="1075049"/>
                  </a:lnTo>
                  <a:lnTo>
                    <a:pt x="1653607" y="1075939"/>
                  </a:lnTo>
                  <a:lnTo>
                    <a:pt x="1581711" y="1077046"/>
                  </a:lnTo>
                  <a:lnTo>
                    <a:pt x="1509815" y="1078359"/>
                  </a:lnTo>
                  <a:lnTo>
                    <a:pt x="1437919" y="1079866"/>
                  </a:lnTo>
                  <a:lnTo>
                    <a:pt x="1366023" y="1081556"/>
                  </a:lnTo>
                  <a:lnTo>
                    <a:pt x="1294127" y="1083418"/>
                  </a:lnTo>
                  <a:lnTo>
                    <a:pt x="1222231" y="1085443"/>
                  </a:lnTo>
                  <a:lnTo>
                    <a:pt x="1150335" y="1087622"/>
                  </a:lnTo>
                  <a:lnTo>
                    <a:pt x="1078439" y="1089946"/>
                  </a:lnTo>
                  <a:lnTo>
                    <a:pt x="1006543" y="1092407"/>
                  </a:lnTo>
                  <a:lnTo>
                    <a:pt x="934647" y="1094997"/>
                  </a:lnTo>
                  <a:lnTo>
                    <a:pt x="862751" y="1097708"/>
                  </a:lnTo>
                  <a:lnTo>
                    <a:pt x="790855" y="1100535"/>
                  </a:lnTo>
                  <a:lnTo>
                    <a:pt x="718959" y="1103470"/>
                  </a:lnTo>
                  <a:lnTo>
                    <a:pt x="647063" y="1106509"/>
                  </a:lnTo>
                  <a:lnTo>
                    <a:pt x="575167" y="1109644"/>
                  </a:lnTo>
                  <a:lnTo>
                    <a:pt x="503271" y="1112871"/>
                  </a:lnTo>
                  <a:lnTo>
                    <a:pt x="431375" y="1116185"/>
                  </a:lnTo>
                  <a:lnTo>
                    <a:pt x="359479" y="1119581"/>
                  </a:lnTo>
                  <a:lnTo>
                    <a:pt x="287583" y="1123055"/>
                  </a:lnTo>
                  <a:lnTo>
                    <a:pt x="215687" y="1126602"/>
                  </a:lnTo>
                  <a:lnTo>
                    <a:pt x="143791" y="1130220"/>
                  </a:lnTo>
                  <a:lnTo>
                    <a:pt x="71895" y="1133904"/>
                  </a:lnTo>
                  <a:lnTo>
                    <a:pt x="0" y="113765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564711"/>
              <a:ext cx="5679782" cy="576326"/>
            </a:xfrm>
            <a:custGeom>
              <a:avLst/>
              <a:pathLst>
                <a:path w="5679782" h="576326">
                  <a:moveTo>
                    <a:pt x="0" y="0"/>
                  </a:moveTo>
                  <a:lnTo>
                    <a:pt x="71895" y="15666"/>
                  </a:lnTo>
                  <a:lnTo>
                    <a:pt x="143791" y="31270"/>
                  </a:lnTo>
                  <a:lnTo>
                    <a:pt x="215687" y="46808"/>
                  </a:lnTo>
                  <a:lnTo>
                    <a:pt x="287583" y="62276"/>
                  </a:lnTo>
                  <a:lnTo>
                    <a:pt x="359479" y="77670"/>
                  </a:lnTo>
                  <a:lnTo>
                    <a:pt x="431375" y="92986"/>
                  </a:lnTo>
                  <a:lnTo>
                    <a:pt x="503271" y="108220"/>
                  </a:lnTo>
                  <a:lnTo>
                    <a:pt x="575167" y="123366"/>
                  </a:lnTo>
                  <a:lnTo>
                    <a:pt x="647063" y="138422"/>
                  </a:lnTo>
                  <a:lnTo>
                    <a:pt x="718959" y="153380"/>
                  </a:lnTo>
                  <a:lnTo>
                    <a:pt x="790855" y="168235"/>
                  </a:lnTo>
                  <a:lnTo>
                    <a:pt x="862751" y="182982"/>
                  </a:lnTo>
                  <a:lnTo>
                    <a:pt x="934647" y="197614"/>
                  </a:lnTo>
                  <a:lnTo>
                    <a:pt x="1006543" y="212123"/>
                  </a:lnTo>
                  <a:lnTo>
                    <a:pt x="1078439" y="226504"/>
                  </a:lnTo>
                  <a:lnTo>
                    <a:pt x="1150335" y="240748"/>
                  </a:lnTo>
                  <a:lnTo>
                    <a:pt x="1222231" y="254847"/>
                  </a:lnTo>
                  <a:lnTo>
                    <a:pt x="1294127" y="268792"/>
                  </a:lnTo>
                  <a:lnTo>
                    <a:pt x="1366023" y="282574"/>
                  </a:lnTo>
                  <a:lnTo>
                    <a:pt x="1437919" y="296184"/>
                  </a:lnTo>
                  <a:lnTo>
                    <a:pt x="1509815" y="309611"/>
                  </a:lnTo>
                  <a:lnTo>
                    <a:pt x="1581711" y="322843"/>
                  </a:lnTo>
                  <a:lnTo>
                    <a:pt x="1653607" y="335871"/>
                  </a:lnTo>
                  <a:lnTo>
                    <a:pt x="1725503" y="348681"/>
                  </a:lnTo>
                  <a:lnTo>
                    <a:pt x="1797399" y="361262"/>
                  </a:lnTo>
                  <a:lnTo>
                    <a:pt x="1869295" y="373600"/>
                  </a:lnTo>
                  <a:lnTo>
                    <a:pt x="1941191" y="385681"/>
                  </a:lnTo>
                  <a:lnTo>
                    <a:pt x="2013087" y="397492"/>
                  </a:lnTo>
                  <a:lnTo>
                    <a:pt x="2084983" y="409019"/>
                  </a:lnTo>
                  <a:lnTo>
                    <a:pt x="2156879" y="420246"/>
                  </a:lnTo>
                  <a:lnTo>
                    <a:pt x="2228775" y="431160"/>
                  </a:lnTo>
                  <a:lnTo>
                    <a:pt x="2300671" y="441746"/>
                  </a:lnTo>
                  <a:lnTo>
                    <a:pt x="2372567" y="451989"/>
                  </a:lnTo>
                  <a:lnTo>
                    <a:pt x="2444463" y="461875"/>
                  </a:lnTo>
                  <a:lnTo>
                    <a:pt x="2516359" y="471390"/>
                  </a:lnTo>
                  <a:lnTo>
                    <a:pt x="2588255" y="480521"/>
                  </a:lnTo>
                  <a:lnTo>
                    <a:pt x="2660151" y="489256"/>
                  </a:lnTo>
                  <a:lnTo>
                    <a:pt x="2732047" y="497584"/>
                  </a:lnTo>
                  <a:lnTo>
                    <a:pt x="2803943" y="505495"/>
                  </a:lnTo>
                  <a:lnTo>
                    <a:pt x="2875839" y="512980"/>
                  </a:lnTo>
                  <a:lnTo>
                    <a:pt x="2947735" y="520034"/>
                  </a:lnTo>
                  <a:lnTo>
                    <a:pt x="3019631" y="526651"/>
                  </a:lnTo>
                  <a:lnTo>
                    <a:pt x="3091527" y="532829"/>
                  </a:lnTo>
                  <a:lnTo>
                    <a:pt x="3163423" y="538566"/>
                  </a:lnTo>
                  <a:lnTo>
                    <a:pt x="3235319" y="543863"/>
                  </a:lnTo>
                  <a:lnTo>
                    <a:pt x="3307215" y="548724"/>
                  </a:lnTo>
                  <a:lnTo>
                    <a:pt x="3379111" y="553153"/>
                  </a:lnTo>
                  <a:lnTo>
                    <a:pt x="3451007" y="557157"/>
                  </a:lnTo>
                  <a:lnTo>
                    <a:pt x="3522902" y="560744"/>
                  </a:lnTo>
                  <a:lnTo>
                    <a:pt x="3594798" y="563924"/>
                  </a:lnTo>
                  <a:lnTo>
                    <a:pt x="3666694" y="566708"/>
                  </a:lnTo>
                  <a:lnTo>
                    <a:pt x="3738590" y="569108"/>
                  </a:lnTo>
                  <a:lnTo>
                    <a:pt x="3810486" y="571138"/>
                  </a:lnTo>
                  <a:lnTo>
                    <a:pt x="3882382" y="572811"/>
                  </a:lnTo>
                  <a:lnTo>
                    <a:pt x="3954278" y="574141"/>
                  </a:lnTo>
                  <a:lnTo>
                    <a:pt x="4026174" y="575143"/>
                  </a:lnTo>
                  <a:lnTo>
                    <a:pt x="4098070" y="575831"/>
                  </a:lnTo>
                  <a:lnTo>
                    <a:pt x="4169966" y="576221"/>
                  </a:lnTo>
                  <a:lnTo>
                    <a:pt x="4241862" y="576326"/>
                  </a:lnTo>
                  <a:lnTo>
                    <a:pt x="4313758" y="576162"/>
                  </a:lnTo>
                  <a:lnTo>
                    <a:pt x="4385654" y="575741"/>
                  </a:lnTo>
                  <a:lnTo>
                    <a:pt x="4457550" y="575077"/>
                  </a:lnTo>
                  <a:lnTo>
                    <a:pt x="4529446" y="574184"/>
                  </a:lnTo>
                  <a:lnTo>
                    <a:pt x="4601342" y="573074"/>
                  </a:lnTo>
                  <a:lnTo>
                    <a:pt x="4673238" y="571759"/>
                  </a:lnTo>
                  <a:lnTo>
                    <a:pt x="4745134" y="570250"/>
                  </a:lnTo>
                  <a:lnTo>
                    <a:pt x="4817030" y="568558"/>
                  </a:lnTo>
                  <a:lnTo>
                    <a:pt x="4888926" y="566693"/>
                  </a:lnTo>
                  <a:lnTo>
                    <a:pt x="4960822" y="564666"/>
                  </a:lnTo>
                  <a:lnTo>
                    <a:pt x="5032718" y="562485"/>
                  </a:lnTo>
                  <a:lnTo>
                    <a:pt x="5104614" y="560160"/>
                  </a:lnTo>
                  <a:lnTo>
                    <a:pt x="5176510" y="557697"/>
                  </a:lnTo>
                  <a:lnTo>
                    <a:pt x="5248406" y="555106"/>
                  </a:lnTo>
                  <a:lnTo>
                    <a:pt x="5320302" y="552393"/>
                  </a:lnTo>
                  <a:lnTo>
                    <a:pt x="5392198" y="549565"/>
                  </a:lnTo>
                  <a:lnTo>
                    <a:pt x="5464094" y="546628"/>
                  </a:lnTo>
                  <a:lnTo>
                    <a:pt x="5535990" y="543589"/>
                  </a:lnTo>
                  <a:lnTo>
                    <a:pt x="5607886" y="540452"/>
                  </a:lnTo>
                  <a:lnTo>
                    <a:pt x="5679782" y="537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638521"/>
              <a:ext cx="5679782" cy="468295"/>
            </a:xfrm>
            <a:custGeom>
              <a:avLst/>
              <a:pathLst>
                <a:path w="5679782" h="468295">
                  <a:moveTo>
                    <a:pt x="5679782" y="468295"/>
                  </a:moveTo>
                  <a:lnTo>
                    <a:pt x="5607886" y="453147"/>
                  </a:lnTo>
                  <a:lnTo>
                    <a:pt x="5535990" y="438090"/>
                  </a:lnTo>
                  <a:lnTo>
                    <a:pt x="5464094" y="423131"/>
                  </a:lnTo>
                  <a:lnTo>
                    <a:pt x="5392198" y="408274"/>
                  </a:lnTo>
                  <a:lnTo>
                    <a:pt x="5320302" y="393526"/>
                  </a:lnTo>
                  <a:lnTo>
                    <a:pt x="5248406" y="378893"/>
                  </a:lnTo>
                  <a:lnTo>
                    <a:pt x="5176510" y="364382"/>
                  </a:lnTo>
                  <a:lnTo>
                    <a:pt x="5104614" y="349999"/>
                  </a:lnTo>
                  <a:lnTo>
                    <a:pt x="5032718" y="335754"/>
                  </a:lnTo>
                  <a:lnTo>
                    <a:pt x="4960822" y="321653"/>
                  </a:lnTo>
                  <a:lnTo>
                    <a:pt x="4888926" y="307706"/>
                  </a:lnTo>
                  <a:lnTo>
                    <a:pt x="4817030" y="293921"/>
                  </a:lnTo>
                  <a:lnTo>
                    <a:pt x="4745134" y="280310"/>
                  </a:lnTo>
                  <a:lnTo>
                    <a:pt x="4673238" y="266881"/>
                  </a:lnTo>
                  <a:lnTo>
                    <a:pt x="4601342" y="253645"/>
                  </a:lnTo>
                  <a:lnTo>
                    <a:pt x="4529446" y="240615"/>
                  </a:lnTo>
                  <a:lnTo>
                    <a:pt x="4457550" y="227802"/>
                  </a:lnTo>
                  <a:lnTo>
                    <a:pt x="4385654" y="215219"/>
                  </a:lnTo>
                  <a:lnTo>
                    <a:pt x="4313758" y="202878"/>
                  </a:lnTo>
                  <a:lnTo>
                    <a:pt x="4241862" y="190793"/>
                  </a:lnTo>
                  <a:lnTo>
                    <a:pt x="4169966" y="178979"/>
                  </a:lnTo>
                  <a:lnTo>
                    <a:pt x="4098070" y="167448"/>
                  </a:lnTo>
                  <a:lnTo>
                    <a:pt x="4026174" y="156217"/>
                  </a:lnTo>
                  <a:lnTo>
                    <a:pt x="3954278" y="145299"/>
                  </a:lnTo>
                  <a:lnTo>
                    <a:pt x="3882382" y="134709"/>
                  </a:lnTo>
                  <a:lnTo>
                    <a:pt x="3810486" y="124462"/>
                  </a:lnTo>
                  <a:lnTo>
                    <a:pt x="3738590" y="114571"/>
                  </a:lnTo>
                  <a:lnTo>
                    <a:pt x="3666694" y="105052"/>
                  </a:lnTo>
                  <a:lnTo>
                    <a:pt x="3594798" y="95916"/>
                  </a:lnTo>
                  <a:lnTo>
                    <a:pt x="3522902" y="87176"/>
                  </a:lnTo>
                  <a:lnTo>
                    <a:pt x="3451007" y="78843"/>
                  </a:lnTo>
                  <a:lnTo>
                    <a:pt x="3379111" y="70927"/>
                  </a:lnTo>
                  <a:lnTo>
                    <a:pt x="3307215" y="63436"/>
                  </a:lnTo>
                  <a:lnTo>
                    <a:pt x="3235319" y="56377"/>
                  </a:lnTo>
                  <a:lnTo>
                    <a:pt x="3163423" y="49754"/>
                  </a:lnTo>
                  <a:lnTo>
                    <a:pt x="3091527" y="43571"/>
                  </a:lnTo>
                  <a:lnTo>
                    <a:pt x="3019631" y="37829"/>
                  </a:lnTo>
                  <a:lnTo>
                    <a:pt x="2947735" y="32526"/>
                  </a:lnTo>
                  <a:lnTo>
                    <a:pt x="2875839" y="27660"/>
                  </a:lnTo>
                  <a:lnTo>
                    <a:pt x="2803943" y="23226"/>
                  </a:lnTo>
                  <a:lnTo>
                    <a:pt x="2732047" y="19216"/>
                  </a:lnTo>
                  <a:lnTo>
                    <a:pt x="2660151" y="15624"/>
                  </a:lnTo>
                  <a:lnTo>
                    <a:pt x="2588255" y="12439"/>
                  </a:lnTo>
                  <a:lnTo>
                    <a:pt x="2516359" y="9650"/>
                  </a:lnTo>
                  <a:lnTo>
                    <a:pt x="2444463" y="7245"/>
                  </a:lnTo>
                  <a:lnTo>
                    <a:pt x="2372567" y="5211"/>
                  </a:lnTo>
                  <a:lnTo>
                    <a:pt x="2300671" y="3534"/>
                  </a:lnTo>
                  <a:lnTo>
                    <a:pt x="2228775" y="2200"/>
                  </a:lnTo>
                  <a:lnTo>
                    <a:pt x="2156879" y="1194"/>
                  </a:lnTo>
                  <a:lnTo>
                    <a:pt x="2084983" y="502"/>
                  </a:lnTo>
                  <a:lnTo>
                    <a:pt x="2013087" y="108"/>
                  </a:lnTo>
                  <a:lnTo>
                    <a:pt x="1941191" y="0"/>
                  </a:lnTo>
                  <a:lnTo>
                    <a:pt x="1869295" y="161"/>
                  </a:lnTo>
                  <a:lnTo>
                    <a:pt x="1797399" y="579"/>
                  </a:lnTo>
                  <a:lnTo>
                    <a:pt x="1725503" y="1239"/>
                  </a:lnTo>
                  <a:lnTo>
                    <a:pt x="1653607" y="2130"/>
                  </a:lnTo>
                  <a:lnTo>
                    <a:pt x="1581711" y="3237"/>
                  </a:lnTo>
                  <a:lnTo>
                    <a:pt x="1509815" y="4550"/>
                  </a:lnTo>
                  <a:lnTo>
                    <a:pt x="1437919" y="6057"/>
                  </a:lnTo>
                  <a:lnTo>
                    <a:pt x="1366023" y="7746"/>
                  </a:lnTo>
                  <a:lnTo>
                    <a:pt x="1294127" y="9609"/>
                  </a:lnTo>
                  <a:lnTo>
                    <a:pt x="1222231" y="11634"/>
                  </a:lnTo>
                  <a:lnTo>
                    <a:pt x="1150335" y="13813"/>
                  </a:lnTo>
                  <a:lnTo>
                    <a:pt x="1078439" y="16137"/>
                  </a:lnTo>
                  <a:lnTo>
                    <a:pt x="1006543" y="18597"/>
                  </a:lnTo>
                  <a:lnTo>
                    <a:pt x="934647" y="21187"/>
                  </a:lnTo>
                  <a:lnTo>
                    <a:pt x="862751" y="23899"/>
                  </a:lnTo>
                  <a:lnTo>
                    <a:pt x="790855" y="26726"/>
                  </a:lnTo>
                  <a:lnTo>
                    <a:pt x="718959" y="29661"/>
                  </a:lnTo>
                  <a:lnTo>
                    <a:pt x="647063" y="32699"/>
                  </a:lnTo>
                  <a:lnTo>
                    <a:pt x="575167" y="35835"/>
                  </a:lnTo>
                  <a:lnTo>
                    <a:pt x="503271" y="39062"/>
                  </a:lnTo>
                  <a:lnTo>
                    <a:pt x="431375" y="42375"/>
                  </a:lnTo>
                  <a:lnTo>
                    <a:pt x="359479" y="45771"/>
                  </a:lnTo>
                  <a:lnTo>
                    <a:pt x="287583" y="49245"/>
                  </a:lnTo>
                  <a:lnTo>
                    <a:pt x="215687" y="52793"/>
                  </a:lnTo>
                  <a:lnTo>
                    <a:pt x="143791" y="56411"/>
                  </a:lnTo>
                  <a:lnTo>
                    <a:pt x="71895" y="60095"/>
                  </a:lnTo>
                  <a:lnTo>
                    <a:pt x="0" y="6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4133537"/>
              <a:ext cx="5679782" cy="470838"/>
            </a:xfrm>
            <a:custGeom>
              <a:avLst/>
              <a:pathLst>
                <a:path w="5679782" h="470838">
                  <a:moveTo>
                    <a:pt x="0" y="0"/>
                  </a:moveTo>
                  <a:lnTo>
                    <a:pt x="71895" y="5959"/>
                  </a:lnTo>
                  <a:lnTo>
                    <a:pt x="143791" y="11919"/>
                  </a:lnTo>
                  <a:lnTo>
                    <a:pt x="215687" y="17879"/>
                  </a:lnTo>
                  <a:lnTo>
                    <a:pt x="287583" y="23839"/>
                  </a:lnTo>
                  <a:lnTo>
                    <a:pt x="359479" y="29799"/>
                  </a:lnTo>
                  <a:lnTo>
                    <a:pt x="431375" y="35759"/>
                  </a:lnTo>
                  <a:lnTo>
                    <a:pt x="503271" y="41719"/>
                  </a:lnTo>
                  <a:lnTo>
                    <a:pt x="575167" y="47679"/>
                  </a:lnTo>
                  <a:lnTo>
                    <a:pt x="647063" y="53639"/>
                  </a:lnTo>
                  <a:lnTo>
                    <a:pt x="718959" y="59599"/>
                  </a:lnTo>
                  <a:lnTo>
                    <a:pt x="790855" y="65559"/>
                  </a:lnTo>
                  <a:lnTo>
                    <a:pt x="862751" y="71519"/>
                  </a:lnTo>
                  <a:lnTo>
                    <a:pt x="934647" y="77479"/>
                  </a:lnTo>
                  <a:lnTo>
                    <a:pt x="1006543" y="83439"/>
                  </a:lnTo>
                  <a:lnTo>
                    <a:pt x="1078439" y="89399"/>
                  </a:lnTo>
                  <a:lnTo>
                    <a:pt x="1150335" y="95359"/>
                  </a:lnTo>
                  <a:lnTo>
                    <a:pt x="1222231" y="101319"/>
                  </a:lnTo>
                  <a:lnTo>
                    <a:pt x="1294127" y="107279"/>
                  </a:lnTo>
                  <a:lnTo>
                    <a:pt x="1366023" y="113239"/>
                  </a:lnTo>
                  <a:lnTo>
                    <a:pt x="1437919" y="119199"/>
                  </a:lnTo>
                  <a:lnTo>
                    <a:pt x="1509815" y="125159"/>
                  </a:lnTo>
                  <a:lnTo>
                    <a:pt x="1581711" y="131119"/>
                  </a:lnTo>
                  <a:lnTo>
                    <a:pt x="1653607" y="137079"/>
                  </a:lnTo>
                  <a:lnTo>
                    <a:pt x="1725503" y="143039"/>
                  </a:lnTo>
                  <a:lnTo>
                    <a:pt x="1797399" y="148999"/>
                  </a:lnTo>
                  <a:lnTo>
                    <a:pt x="1869295" y="154959"/>
                  </a:lnTo>
                  <a:lnTo>
                    <a:pt x="1941191" y="160919"/>
                  </a:lnTo>
                  <a:lnTo>
                    <a:pt x="2013087" y="166879"/>
                  </a:lnTo>
                  <a:lnTo>
                    <a:pt x="2084983" y="172839"/>
                  </a:lnTo>
                  <a:lnTo>
                    <a:pt x="2156879" y="178799"/>
                  </a:lnTo>
                  <a:lnTo>
                    <a:pt x="2228775" y="184759"/>
                  </a:lnTo>
                  <a:lnTo>
                    <a:pt x="2300671" y="190719"/>
                  </a:lnTo>
                  <a:lnTo>
                    <a:pt x="2372567" y="196679"/>
                  </a:lnTo>
                  <a:lnTo>
                    <a:pt x="2444463" y="202639"/>
                  </a:lnTo>
                  <a:lnTo>
                    <a:pt x="2516359" y="208599"/>
                  </a:lnTo>
                  <a:lnTo>
                    <a:pt x="2588255" y="214559"/>
                  </a:lnTo>
                  <a:lnTo>
                    <a:pt x="2660151" y="220519"/>
                  </a:lnTo>
                  <a:lnTo>
                    <a:pt x="2732047" y="226479"/>
                  </a:lnTo>
                  <a:lnTo>
                    <a:pt x="2803943" y="232439"/>
                  </a:lnTo>
                  <a:lnTo>
                    <a:pt x="2875839" y="238399"/>
                  </a:lnTo>
                  <a:lnTo>
                    <a:pt x="2947735" y="244359"/>
                  </a:lnTo>
                  <a:lnTo>
                    <a:pt x="3019631" y="250319"/>
                  </a:lnTo>
                  <a:lnTo>
                    <a:pt x="3091527" y="256279"/>
                  </a:lnTo>
                  <a:lnTo>
                    <a:pt x="3163423" y="262239"/>
                  </a:lnTo>
                  <a:lnTo>
                    <a:pt x="3235319" y="268199"/>
                  </a:lnTo>
                  <a:lnTo>
                    <a:pt x="3307215" y="274159"/>
                  </a:lnTo>
                  <a:lnTo>
                    <a:pt x="3379111" y="280119"/>
                  </a:lnTo>
                  <a:lnTo>
                    <a:pt x="3451007" y="286079"/>
                  </a:lnTo>
                  <a:lnTo>
                    <a:pt x="3522902" y="292039"/>
                  </a:lnTo>
                  <a:lnTo>
                    <a:pt x="3594798" y="297999"/>
                  </a:lnTo>
                  <a:lnTo>
                    <a:pt x="3666694" y="303959"/>
                  </a:lnTo>
                  <a:lnTo>
                    <a:pt x="3738590" y="309919"/>
                  </a:lnTo>
                  <a:lnTo>
                    <a:pt x="3810486" y="315879"/>
                  </a:lnTo>
                  <a:lnTo>
                    <a:pt x="3882382" y="321839"/>
                  </a:lnTo>
                  <a:lnTo>
                    <a:pt x="3954278" y="327799"/>
                  </a:lnTo>
                  <a:lnTo>
                    <a:pt x="4026174" y="333759"/>
                  </a:lnTo>
                  <a:lnTo>
                    <a:pt x="4098070" y="339719"/>
                  </a:lnTo>
                  <a:lnTo>
                    <a:pt x="4169966" y="345679"/>
                  </a:lnTo>
                  <a:lnTo>
                    <a:pt x="4241862" y="351639"/>
                  </a:lnTo>
                  <a:lnTo>
                    <a:pt x="4313758" y="357599"/>
                  </a:lnTo>
                  <a:lnTo>
                    <a:pt x="4385654" y="363559"/>
                  </a:lnTo>
                  <a:lnTo>
                    <a:pt x="4457550" y="369519"/>
                  </a:lnTo>
                  <a:lnTo>
                    <a:pt x="4529446" y="375479"/>
                  </a:lnTo>
                  <a:lnTo>
                    <a:pt x="4601342" y="381438"/>
                  </a:lnTo>
                  <a:lnTo>
                    <a:pt x="4673238" y="387398"/>
                  </a:lnTo>
                  <a:lnTo>
                    <a:pt x="4745134" y="393358"/>
                  </a:lnTo>
                  <a:lnTo>
                    <a:pt x="4817030" y="399318"/>
                  </a:lnTo>
                  <a:lnTo>
                    <a:pt x="4888926" y="405278"/>
                  </a:lnTo>
                  <a:lnTo>
                    <a:pt x="4960822" y="411238"/>
                  </a:lnTo>
                  <a:lnTo>
                    <a:pt x="5032718" y="417198"/>
                  </a:lnTo>
                  <a:lnTo>
                    <a:pt x="5104614" y="423158"/>
                  </a:lnTo>
                  <a:lnTo>
                    <a:pt x="5176510" y="429118"/>
                  </a:lnTo>
                  <a:lnTo>
                    <a:pt x="5248406" y="435078"/>
                  </a:lnTo>
                  <a:lnTo>
                    <a:pt x="5320302" y="441038"/>
                  </a:lnTo>
                  <a:lnTo>
                    <a:pt x="5392198" y="446998"/>
                  </a:lnTo>
                  <a:lnTo>
                    <a:pt x="5464094" y="452958"/>
                  </a:lnTo>
                  <a:lnTo>
                    <a:pt x="5535990" y="458918"/>
                  </a:lnTo>
                  <a:lnTo>
                    <a:pt x="5607886" y="464878"/>
                  </a:lnTo>
                  <a:lnTo>
                    <a:pt x="5679782" y="47083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25923" y="44975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25923" y="46206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825923" y="4703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708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569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724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877943" y="42577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877943" y="3866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77943" y="42046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4697" y="48828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4697" y="45101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4697" y="48471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70397" y="37523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370397" y="41152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370397" y="39579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45320" y="38207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245320" y="40672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45320" y="40615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56787" y="54063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356787" y="53719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4714" y="54791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4714" y="5368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845724"/>
              <a:ext cx="5679782" cy="1269982"/>
            </a:xfrm>
            <a:custGeom>
              <a:avLst/>
              <a:pathLst>
                <a:path w="5679782" h="1269982">
                  <a:moveTo>
                    <a:pt x="0" y="0"/>
                  </a:moveTo>
                  <a:lnTo>
                    <a:pt x="71895" y="12738"/>
                  </a:lnTo>
                  <a:lnTo>
                    <a:pt x="143791" y="25423"/>
                  </a:lnTo>
                  <a:lnTo>
                    <a:pt x="215687" y="38051"/>
                  </a:lnTo>
                  <a:lnTo>
                    <a:pt x="287583" y="50620"/>
                  </a:lnTo>
                  <a:lnTo>
                    <a:pt x="359479" y="63126"/>
                  </a:lnTo>
                  <a:lnTo>
                    <a:pt x="431375" y="75567"/>
                  </a:lnTo>
                  <a:lnTo>
                    <a:pt x="503271" y="87937"/>
                  </a:lnTo>
                  <a:lnTo>
                    <a:pt x="575167" y="100235"/>
                  </a:lnTo>
                  <a:lnTo>
                    <a:pt x="647063" y="112454"/>
                  </a:lnTo>
                  <a:lnTo>
                    <a:pt x="718959" y="124592"/>
                  </a:lnTo>
                  <a:lnTo>
                    <a:pt x="790855" y="136644"/>
                  </a:lnTo>
                  <a:lnTo>
                    <a:pt x="862751" y="148605"/>
                  </a:lnTo>
                  <a:lnTo>
                    <a:pt x="934647" y="160469"/>
                  </a:lnTo>
                  <a:lnTo>
                    <a:pt x="1006543" y="172231"/>
                  </a:lnTo>
                  <a:lnTo>
                    <a:pt x="1078439" y="183885"/>
                  </a:lnTo>
                  <a:lnTo>
                    <a:pt x="1150335" y="195425"/>
                  </a:lnTo>
                  <a:lnTo>
                    <a:pt x="1222231" y="206845"/>
                  </a:lnTo>
                  <a:lnTo>
                    <a:pt x="1294127" y="218138"/>
                  </a:lnTo>
                  <a:lnTo>
                    <a:pt x="1366023" y="229296"/>
                  </a:lnTo>
                  <a:lnTo>
                    <a:pt x="1437919" y="240312"/>
                  </a:lnTo>
                  <a:lnTo>
                    <a:pt x="1509815" y="251177"/>
                  </a:lnTo>
                  <a:lnTo>
                    <a:pt x="1581711" y="261884"/>
                  </a:lnTo>
                  <a:lnTo>
                    <a:pt x="1653607" y="272422"/>
                  </a:lnTo>
                  <a:lnTo>
                    <a:pt x="1725503" y="282784"/>
                  </a:lnTo>
                  <a:lnTo>
                    <a:pt x="1797399" y="292959"/>
                  </a:lnTo>
                  <a:lnTo>
                    <a:pt x="1869295" y="302938"/>
                  </a:lnTo>
                  <a:lnTo>
                    <a:pt x="1941191" y="312710"/>
                  </a:lnTo>
                  <a:lnTo>
                    <a:pt x="2013087" y="322264"/>
                  </a:lnTo>
                  <a:lnTo>
                    <a:pt x="2084983" y="331591"/>
                  </a:lnTo>
                  <a:lnTo>
                    <a:pt x="2156879" y="340679"/>
                  </a:lnTo>
                  <a:lnTo>
                    <a:pt x="2228775" y="349518"/>
                  </a:lnTo>
                  <a:lnTo>
                    <a:pt x="2300671" y="358096"/>
                  </a:lnTo>
                  <a:lnTo>
                    <a:pt x="2372567" y="366404"/>
                  </a:lnTo>
                  <a:lnTo>
                    <a:pt x="2444463" y="374431"/>
                  </a:lnTo>
                  <a:lnTo>
                    <a:pt x="2516359" y="382167"/>
                  </a:lnTo>
                  <a:lnTo>
                    <a:pt x="2588255" y="389603"/>
                  </a:lnTo>
                  <a:lnTo>
                    <a:pt x="2660151" y="396730"/>
                  </a:lnTo>
                  <a:lnTo>
                    <a:pt x="2732047" y="403541"/>
                  </a:lnTo>
                  <a:lnTo>
                    <a:pt x="2803943" y="410029"/>
                  </a:lnTo>
                  <a:lnTo>
                    <a:pt x="2875839" y="416188"/>
                  </a:lnTo>
                  <a:lnTo>
                    <a:pt x="2947735" y="422014"/>
                  </a:lnTo>
                  <a:lnTo>
                    <a:pt x="3019631" y="427504"/>
                  </a:lnTo>
                  <a:lnTo>
                    <a:pt x="3091527" y="432655"/>
                  </a:lnTo>
                  <a:lnTo>
                    <a:pt x="3163423" y="437469"/>
                  </a:lnTo>
                  <a:lnTo>
                    <a:pt x="3235319" y="441944"/>
                  </a:lnTo>
                  <a:lnTo>
                    <a:pt x="3307215" y="446085"/>
                  </a:lnTo>
                  <a:lnTo>
                    <a:pt x="3379111" y="449895"/>
                  </a:lnTo>
                  <a:lnTo>
                    <a:pt x="3451007" y="453378"/>
                  </a:lnTo>
                  <a:lnTo>
                    <a:pt x="3522902" y="456541"/>
                  </a:lnTo>
                  <a:lnTo>
                    <a:pt x="3594798" y="459391"/>
                  </a:lnTo>
                  <a:lnTo>
                    <a:pt x="3666694" y="461936"/>
                  </a:lnTo>
                  <a:lnTo>
                    <a:pt x="3738590" y="464185"/>
                  </a:lnTo>
                  <a:lnTo>
                    <a:pt x="3810486" y="466147"/>
                  </a:lnTo>
                  <a:lnTo>
                    <a:pt x="3882382" y="467833"/>
                  </a:lnTo>
                  <a:lnTo>
                    <a:pt x="3954278" y="469253"/>
                  </a:lnTo>
                  <a:lnTo>
                    <a:pt x="4026174" y="470418"/>
                  </a:lnTo>
                  <a:lnTo>
                    <a:pt x="4098070" y="471338"/>
                  </a:lnTo>
                  <a:lnTo>
                    <a:pt x="4169966" y="472024"/>
                  </a:lnTo>
                  <a:lnTo>
                    <a:pt x="4241862" y="472487"/>
                  </a:lnTo>
                  <a:lnTo>
                    <a:pt x="4313758" y="472738"/>
                  </a:lnTo>
                  <a:lnTo>
                    <a:pt x="4385654" y="472786"/>
                  </a:lnTo>
                  <a:lnTo>
                    <a:pt x="4457550" y="472643"/>
                  </a:lnTo>
                  <a:lnTo>
                    <a:pt x="4529446" y="472317"/>
                  </a:lnTo>
                  <a:lnTo>
                    <a:pt x="4601342" y="471818"/>
                  </a:lnTo>
                  <a:lnTo>
                    <a:pt x="4673238" y="471155"/>
                  </a:lnTo>
                  <a:lnTo>
                    <a:pt x="4745134" y="470338"/>
                  </a:lnTo>
                  <a:lnTo>
                    <a:pt x="4817030" y="469374"/>
                  </a:lnTo>
                  <a:lnTo>
                    <a:pt x="4888926" y="468271"/>
                  </a:lnTo>
                  <a:lnTo>
                    <a:pt x="4960822" y="467036"/>
                  </a:lnTo>
                  <a:lnTo>
                    <a:pt x="5032718" y="465677"/>
                  </a:lnTo>
                  <a:lnTo>
                    <a:pt x="5104614" y="464201"/>
                  </a:lnTo>
                  <a:lnTo>
                    <a:pt x="5176510" y="462614"/>
                  </a:lnTo>
                  <a:lnTo>
                    <a:pt x="5248406" y="460922"/>
                  </a:lnTo>
                  <a:lnTo>
                    <a:pt x="5320302" y="459130"/>
                  </a:lnTo>
                  <a:lnTo>
                    <a:pt x="5392198" y="457244"/>
                  </a:lnTo>
                  <a:lnTo>
                    <a:pt x="5464094" y="455269"/>
                  </a:lnTo>
                  <a:lnTo>
                    <a:pt x="5535990" y="453210"/>
                  </a:lnTo>
                  <a:lnTo>
                    <a:pt x="5607886" y="451071"/>
                  </a:lnTo>
                  <a:lnTo>
                    <a:pt x="5679782" y="448856"/>
                  </a:lnTo>
                  <a:lnTo>
                    <a:pt x="5679782" y="1269982"/>
                  </a:lnTo>
                  <a:lnTo>
                    <a:pt x="5607886" y="1257652"/>
                  </a:lnTo>
                  <a:lnTo>
                    <a:pt x="5535990" y="1245397"/>
                  </a:lnTo>
                  <a:lnTo>
                    <a:pt x="5464094" y="1233222"/>
                  </a:lnTo>
                  <a:lnTo>
                    <a:pt x="5392198" y="1221131"/>
                  </a:lnTo>
                  <a:lnTo>
                    <a:pt x="5320302" y="1209130"/>
                  </a:lnTo>
                  <a:lnTo>
                    <a:pt x="5248406" y="1197222"/>
                  </a:lnTo>
                  <a:lnTo>
                    <a:pt x="5176510" y="1185414"/>
                  </a:lnTo>
                  <a:lnTo>
                    <a:pt x="5104614" y="1173710"/>
                  </a:lnTo>
                  <a:lnTo>
                    <a:pt x="5032718" y="1162118"/>
                  </a:lnTo>
                  <a:lnTo>
                    <a:pt x="4960822" y="1150644"/>
                  </a:lnTo>
                  <a:lnTo>
                    <a:pt x="4888926" y="1139293"/>
                  </a:lnTo>
                  <a:lnTo>
                    <a:pt x="4817030" y="1128074"/>
                  </a:lnTo>
                  <a:lnTo>
                    <a:pt x="4745134" y="1116994"/>
                  </a:lnTo>
                  <a:lnTo>
                    <a:pt x="4673238" y="1106061"/>
                  </a:lnTo>
                  <a:lnTo>
                    <a:pt x="4601342" y="1095282"/>
                  </a:lnTo>
                  <a:lnTo>
                    <a:pt x="4529446" y="1084668"/>
                  </a:lnTo>
                  <a:lnTo>
                    <a:pt x="4457550" y="1074226"/>
                  </a:lnTo>
                  <a:lnTo>
                    <a:pt x="4385654" y="1063967"/>
                  </a:lnTo>
                  <a:lnTo>
                    <a:pt x="4313758" y="1053899"/>
                  </a:lnTo>
                  <a:lnTo>
                    <a:pt x="4241862" y="1044034"/>
                  </a:lnTo>
                  <a:lnTo>
                    <a:pt x="4169966" y="1034381"/>
                  </a:lnTo>
                  <a:lnTo>
                    <a:pt x="4098070" y="1024951"/>
                  </a:lnTo>
                  <a:lnTo>
                    <a:pt x="4026174" y="1015755"/>
                  </a:lnTo>
                  <a:lnTo>
                    <a:pt x="3954278" y="1006804"/>
                  </a:lnTo>
                  <a:lnTo>
                    <a:pt x="3882382" y="998108"/>
                  </a:lnTo>
                  <a:lnTo>
                    <a:pt x="3810486" y="989678"/>
                  </a:lnTo>
                  <a:lnTo>
                    <a:pt x="3738590" y="981525"/>
                  </a:lnTo>
                  <a:lnTo>
                    <a:pt x="3666694" y="973658"/>
                  </a:lnTo>
                  <a:lnTo>
                    <a:pt x="3594798" y="966087"/>
                  </a:lnTo>
                  <a:lnTo>
                    <a:pt x="3522902" y="958821"/>
                  </a:lnTo>
                  <a:lnTo>
                    <a:pt x="3451007" y="951868"/>
                  </a:lnTo>
                  <a:lnTo>
                    <a:pt x="3379111" y="945235"/>
                  </a:lnTo>
                  <a:lnTo>
                    <a:pt x="3307215" y="938929"/>
                  </a:lnTo>
                  <a:lnTo>
                    <a:pt x="3235319" y="932954"/>
                  </a:lnTo>
                  <a:lnTo>
                    <a:pt x="3163423" y="927314"/>
                  </a:lnTo>
                  <a:lnTo>
                    <a:pt x="3091527" y="922011"/>
                  </a:lnTo>
                  <a:lnTo>
                    <a:pt x="3019631" y="917047"/>
                  </a:lnTo>
                  <a:lnTo>
                    <a:pt x="2947735" y="912421"/>
                  </a:lnTo>
                  <a:lnTo>
                    <a:pt x="2875839" y="908131"/>
                  </a:lnTo>
                  <a:lnTo>
                    <a:pt x="2803943" y="904174"/>
                  </a:lnTo>
                  <a:lnTo>
                    <a:pt x="2732047" y="900546"/>
                  </a:lnTo>
                  <a:lnTo>
                    <a:pt x="2660151" y="897241"/>
                  </a:lnTo>
                  <a:lnTo>
                    <a:pt x="2588255" y="894252"/>
                  </a:lnTo>
                  <a:lnTo>
                    <a:pt x="2516359" y="891572"/>
                  </a:lnTo>
                  <a:lnTo>
                    <a:pt x="2444463" y="889193"/>
                  </a:lnTo>
                  <a:lnTo>
                    <a:pt x="2372567" y="887103"/>
                  </a:lnTo>
                  <a:lnTo>
                    <a:pt x="2300671" y="885295"/>
                  </a:lnTo>
                  <a:lnTo>
                    <a:pt x="2228775" y="883758"/>
                  </a:lnTo>
                  <a:lnTo>
                    <a:pt x="2156879" y="882481"/>
                  </a:lnTo>
                  <a:lnTo>
                    <a:pt x="2084983" y="881453"/>
                  </a:lnTo>
                  <a:lnTo>
                    <a:pt x="2013087" y="880664"/>
                  </a:lnTo>
                  <a:lnTo>
                    <a:pt x="1941191" y="880103"/>
                  </a:lnTo>
                  <a:lnTo>
                    <a:pt x="1869295" y="879758"/>
                  </a:lnTo>
                  <a:lnTo>
                    <a:pt x="1797399" y="879621"/>
                  </a:lnTo>
                  <a:lnTo>
                    <a:pt x="1725503" y="879680"/>
                  </a:lnTo>
                  <a:lnTo>
                    <a:pt x="1653607" y="879926"/>
                  </a:lnTo>
                  <a:lnTo>
                    <a:pt x="1581711" y="880349"/>
                  </a:lnTo>
                  <a:lnTo>
                    <a:pt x="1509815" y="880939"/>
                  </a:lnTo>
                  <a:lnTo>
                    <a:pt x="1437919" y="881689"/>
                  </a:lnTo>
                  <a:lnTo>
                    <a:pt x="1366023" y="882589"/>
                  </a:lnTo>
                  <a:lnTo>
                    <a:pt x="1294127" y="883631"/>
                  </a:lnTo>
                  <a:lnTo>
                    <a:pt x="1222231" y="884808"/>
                  </a:lnTo>
                  <a:lnTo>
                    <a:pt x="1150335" y="886112"/>
                  </a:lnTo>
                  <a:lnTo>
                    <a:pt x="1078439" y="887536"/>
                  </a:lnTo>
                  <a:lnTo>
                    <a:pt x="1006543" y="889075"/>
                  </a:lnTo>
                  <a:lnTo>
                    <a:pt x="934647" y="890721"/>
                  </a:lnTo>
                  <a:lnTo>
                    <a:pt x="862751" y="892469"/>
                  </a:lnTo>
                  <a:lnTo>
                    <a:pt x="790855" y="894313"/>
                  </a:lnTo>
                  <a:lnTo>
                    <a:pt x="718959" y="896249"/>
                  </a:lnTo>
                  <a:lnTo>
                    <a:pt x="647063" y="898271"/>
                  </a:lnTo>
                  <a:lnTo>
                    <a:pt x="575167" y="900375"/>
                  </a:lnTo>
                  <a:lnTo>
                    <a:pt x="503271" y="902557"/>
                  </a:lnTo>
                  <a:lnTo>
                    <a:pt x="431375" y="904811"/>
                  </a:lnTo>
                  <a:lnTo>
                    <a:pt x="359479" y="907136"/>
                  </a:lnTo>
                  <a:lnTo>
                    <a:pt x="287583" y="909526"/>
                  </a:lnTo>
                  <a:lnTo>
                    <a:pt x="215687" y="911979"/>
                  </a:lnTo>
                  <a:lnTo>
                    <a:pt x="143791" y="914492"/>
                  </a:lnTo>
                  <a:lnTo>
                    <a:pt x="71895" y="917061"/>
                  </a:lnTo>
                  <a:lnTo>
                    <a:pt x="0" y="919683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845724"/>
              <a:ext cx="5679782" cy="472786"/>
            </a:xfrm>
            <a:custGeom>
              <a:avLst/>
              <a:pathLst>
                <a:path w="5679782" h="472786">
                  <a:moveTo>
                    <a:pt x="0" y="0"/>
                  </a:moveTo>
                  <a:lnTo>
                    <a:pt x="71895" y="12738"/>
                  </a:lnTo>
                  <a:lnTo>
                    <a:pt x="143791" y="25423"/>
                  </a:lnTo>
                  <a:lnTo>
                    <a:pt x="215687" y="38051"/>
                  </a:lnTo>
                  <a:lnTo>
                    <a:pt x="287583" y="50620"/>
                  </a:lnTo>
                  <a:lnTo>
                    <a:pt x="359479" y="63126"/>
                  </a:lnTo>
                  <a:lnTo>
                    <a:pt x="431375" y="75567"/>
                  </a:lnTo>
                  <a:lnTo>
                    <a:pt x="503271" y="87937"/>
                  </a:lnTo>
                  <a:lnTo>
                    <a:pt x="575167" y="100235"/>
                  </a:lnTo>
                  <a:lnTo>
                    <a:pt x="647063" y="112454"/>
                  </a:lnTo>
                  <a:lnTo>
                    <a:pt x="718959" y="124592"/>
                  </a:lnTo>
                  <a:lnTo>
                    <a:pt x="790855" y="136644"/>
                  </a:lnTo>
                  <a:lnTo>
                    <a:pt x="862751" y="148605"/>
                  </a:lnTo>
                  <a:lnTo>
                    <a:pt x="934647" y="160469"/>
                  </a:lnTo>
                  <a:lnTo>
                    <a:pt x="1006543" y="172231"/>
                  </a:lnTo>
                  <a:lnTo>
                    <a:pt x="1078439" y="183885"/>
                  </a:lnTo>
                  <a:lnTo>
                    <a:pt x="1150335" y="195425"/>
                  </a:lnTo>
                  <a:lnTo>
                    <a:pt x="1222231" y="206845"/>
                  </a:lnTo>
                  <a:lnTo>
                    <a:pt x="1294127" y="218138"/>
                  </a:lnTo>
                  <a:lnTo>
                    <a:pt x="1366023" y="229296"/>
                  </a:lnTo>
                  <a:lnTo>
                    <a:pt x="1437919" y="240312"/>
                  </a:lnTo>
                  <a:lnTo>
                    <a:pt x="1509815" y="251177"/>
                  </a:lnTo>
                  <a:lnTo>
                    <a:pt x="1581711" y="261884"/>
                  </a:lnTo>
                  <a:lnTo>
                    <a:pt x="1653607" y="272422"/>
                  </a:lnTo>
                  <a:lnTo>
                    <a:pt x="1725503" y="282784"/>
                  </a:lnTo>
                  <a:lnTo>
                    <a:pt x="1797399" y="292959"/>
                  </a:lnTo>
                  <a:lnTo>
                    <a:pt x="1869295" y="302938"/>
                  </a:lnTo>
                  <a:lnTo>
                    <a:pt x="1941191" y="312710"/>
                  </a:lnTo>
                  <a:lnTo>
                    <a:pt x="2013087" y="322264"/>
                  </a:lnTo>
                  <a:lnTo>
                    <a:pt x="2084983" y="331591"/>
                  </a:lnTo>
                  <a:lnTo>
                    <a:pt x="2156879" y="340679"/>
                  </a:lnTo>
                  <a:lnTo>
                    <a:pt x="2228775" y="349518"/>
                  </a:lnTo>
                  <a:lnTo>
                    <a:pt x="2300671" y="358096"/>
                  </a:lnTo>
                  <a:lnTo>
                    <a:pt x="2372567" y="366404"/>
                  </a:lnTo>
                  <a:lnTo>
                    <a:pt x="2444463" y="374431"/>
                  </a:lnTo>
                  <a:lnTo>
                    <a:pt x="2516359" y="382167"/>
                  </a:lnTo>
                  <a:lnTo>
                    <a:pt x="2588255" y="389603"/>
                  </a:lnTo>
                  <a:lnTo>
                    <a:pt x="2660151" y="396730"/>
                  </a:lnTo>
                  <a:lnTo>
                    <a:pt x="2732047" y="403541"/>
                  </a:lnTo>
                  <a:lnTo>
                    <a:pt x="2803943" y="410029"/>
                  </a:lnTo>
                  <a:lnTo>
                    <a:pt x="2875839" y="416188"/>
                  </a:lnTo>
                  <a:lnTo>
                    <a:pt x="2947735" y="422014"/>
                  </a:lnTo>
                  <a:lnTo>
                    <a:pt x="3019631" y="427504"/>
                  </a:lnTo>
                  <a:lnTo>
                    <a:pt x="3091527" y="432655"/>
                  </a:lnTo>
                  <a:lnTo>
                    <a:pt x="3163423" y="437469"/>
                  </a:lnTo>
                  <a:lnTo>
                    <a:pt x="3235319" y="441944"/>
                  </a:lnTo>
                  <a:lnTo>
                    <a:pt x="3307215" y="446085"/>
                  </a:lnTo>
                  <a:lnTo>
                    <a:pt x="3379111" y="449895"/>
                  </a:lnTo>
                  <a:lnTo>
                    <a:pt x="3451007" y="453378"/>
                  </a:lnTo>
                  <a:lnTo>
                    <a:pt x="3522902" y="456541"/>
                  </a:lnTo>
                  <a:lnTo>
                    <a:pt x="3594798" y="459391"/>
                  </a:lnTo>
                  <a:lnTo>
                    <a:pt x="3666694" y="461936"/>
                  </a:lnTo>
                  <a:lnTo>
                    <a:pt x="3738590" y="464185"/>
                  </a:lnTo>
                  <a:lnTo>
                    <a:pt x="3810486" y="466147"/>
                  </a:lnTo>
                  <a:lnTo>
                    <a:pt x="3882382" y="467833"/>
                  </a:lnTo>
                  <a:lnTo>
                    <a:pt x="3954278" y="469253"/>
                  </a:lnTo>
                  <a:lnTo>
                    <a:pt x="4026174" y="470418"/>
                  </a:lnTo>
                  <a:lnTo>
                    <a:pt x="4098070" y="471338"/>
                  </a:lnTo>
                  <a:lnTo>
                    <a:pt x="4169966" y="472024"/>
                  </a:lnTo>
                  <a:lnTo>
                    <a:pt x="4241862" y="472487"/>
                  </a:lnTo>
                  <a:lnTo>
                    <a:pt x="4313758" y="472738"/>
                  </a:lnTo>
                  <a:lnTo>
                    <a:pt x="4385654" y="472786"/>
                  </a:lnTo>
                  <a:lnTo>
                    <a:pt x="4457550" y="472643"/>
                  </a:lnTo>
                  <a:lnTo>
                    <a:pt x="4529446" y="472317"/>
                  </a:lnTo>
                  <a:lnTo>
                    <a:pt x="4601342" y="471818"/>
                  </a:lnTo>
                  <a:lnTo>
                    <a:pt x="4673238" y="471155"/>
                  </a:lnTo>
                  <a:lnTo>
                    <a:pt x="4745134" y="470338"/>
                  </a:lnTo>
                  <a:lnTo>
                    <a:pt x="4817030" y="469374"/>
                  </a:lnTo>
                  <a:lnTo>
                    <a:pt x="4888926" y="468271"/>
                  </a:lnTo>
                  <a:lnTo>
                    <a:pt x="4960822" y="467036"/>
                  </a:lnTo>
                  <a:lnTo>
                    <a:pt x="5032718" y="465677"/>
                  </a:lnTo>
                  <a:lnTo>
                    <a:pt x="5104614" y="464201"/>
                  </a:lnTo>
                  <a:lnTo>
                    <a:pt x="5176510" y="462614"/>
                  </a:lnTo>
                  <a:lnTo>
                    <a:pt x="5248406" y="460922"/>
                  </a:lnTo>
                  <a:lnTo>
                    <a:pt x="5320302" y="459130"/>
                  </a:lnTo>
                  <a:lnTo>
                    <a:pt x="5392198" y="457244"/>
                  </a:lnTo>
                  <a:lnTo>
                    <a:pt x="5464094" y="455269"/>
                  </a:lnTo>
                  <a:lnTo>
                    <a:pt x="5535990" y="453210"/>
                  </a:lnTo>
                  <a:lnTo>
                    <a:pt x="5607886" y="451071"/>
                  </a:lnTo>
                  <a:lnTo>
                    <a:pt x="5679782" y="448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725346"/>
              <a:ext cx="5679782" cy="390361"/>
            </a:xfrm>
            <a:custGeom>
              <a:avLst/>
              <a:pathLst>
                <a:path w="5679782" h="390361">
                  <a:moveTo>
                    <a:pt x="5679782" y="390361"/>
                  </a:moveTo>
                  <a:lnTo>
                    <a:pt x="5607886" y="378030"/>
                  </a:lnTo>
                  <a:lnTo>
                    <a:pt x="5535990" y="365775"/>
                  </a:lnTo>
                  <a:lnTo>
                    <a:pt x="5464094" y="353600"/>
                  </a:lnTo>
                  <a:lnTo>
                    <a:pt x="5392198" y="341510"/>
                  </a:lnTo>
                  <a:lnTo>
                    <a:pt x="5320302" y="329508"/>
                  </a:lnTo>
                  <a:lnTo>
                    <a:pt x="5248406" y="317600"/>
                  </a:lnTo>
                  <a:lnTo>
                    <a:pt x="5176510" y="305792"/>
                  </a:lnTo>
                  <a:lnTo>
                    <a:pt x="5104614" y="294089"/>
                  </a:lnTo>
                  <a:lnTo>
                    <a:pt x="5032718" y="282497"/>
                  </a:lnTo>
                  <a:lnTo>
                    <a:pt x="4960822" y="271022"/>
                  </a:lnTo>
                  <a:lnTo>
                    <a:pt x="4888926" y="259672"/>
                  </a:lnTo>
                  <a:lnTo>
                    <a:pt x="4817030" y="248453"/>
                  </a:lnTo>
                  <a:lnTo>
                    <a:pt x="4745134" y="237373"/>
                  </a:lnTo>
                  <a:lnTo>
                    <a:pt x="4673238" y="226439"/>
                  </a:lnTo>
                  <a:lnTo>
                    <a:pt x="4601342" y="215661"/>
                  </a:lnTo>
                  <a:lnTo>
                    <a:pt x="4529446" y="205046"/>
                  </a:lnTo>
                  <a:lnTo>
                    <a:pt x="4457550" y="194604"/>
                  </a:lnTo>
                  <a:lnTo>
                    <a:pt x="4385654" y="184345"/>
                  </a:lnTo>
                  <a:lnTo>
                    <a:pt x="4313758" y="174277"/>
                  </a:lnTo>
                  <a:lnTo>
                    <a:pt x="4241862" y="164412"/>
                  </a:lnTo>
                  <a:lnTo>
                    <a:pt x="4169966" y="154759"/>
                  </a:lnTo>
                  <a:lnTo>
                    <a:pt x="4098070" y="145329"/>
                  </a:lnTo>
                  <a:lnTo>
                    <a:pt x="4026174" y="136133"/>
                  </a:lnTo>
                  <a:lnTo>
                    <a:pt x="3954278" y="127182"/>
                  </a:lnTo>
                  <a:lnTo>
                    <a:pt x="3882382" y="118486"/>
                  </a:lnTo>
                  <a:lnTo>
                    <a:pt x="3810486" y="110056"/>
                  </a:lnTo>
                  <a:lnTo>
                    <a:pt x="3738590" y="101903"/>
                  </a:lnTo>
                  <a:lnTo>
                    <a:pt x="3666694" y="94036"/>
                  </a:lnTo>
                  <a:lnTo>
                    <a:pt x="3594798" y="86465"/>
                  </a:lnTo>
                  <a:lnTo>
                    <a:pt x="3522902" y="79199"/>
                  </a:lnTo>
                  <a:lnTo>
                    <a:pt x="3451007" y="72246"/>
                  </a:lnTo>
                  <a:lnTo>
                    <a:pt x="3379111" y="65614"/>
                  </a:lnTo>
                  <a:lnTo>
                    <a:pt x="3307215" y="59307"/>
                  </a:lnTo>
                  <a:lnTo>
                    <a:pt x="3235319" y="53332"/>
                  </a:lnTo>
                  <a:lnTo>
                    <a:pt x="3163423" y="47692"/>
                  </a:lnTo>
                  <a:lnTo>
                    <a:pt x="3091527" y="42389"/>
                  </a:lnTo>
                  <a:lnTo>
                    <a:pt x="3019631" y="37425"/>
                  </a:lnTo>
                  <a:lnTo>
                    <a:pt x="2947735" y="32799"/>
                  </a:lnTo>
                  <a:lnTo>
                    <a:pt x="2875839" y="28509"/>
                  </a:lnTo>
                  <a:lnTo>
                    <a:pt x="2803943" y="24552"/>
                  </a:lnTo>
                  <a:lnTo>
                    <a:pt x="2732047" y="20924"/>
                  </a:lnTo>
                  <a:lnTo>
                    <a:pt x="2660151" y="17619"/>
                  </a:lnTo>
                  <a:lnTo>
                    <a:pt x="2588255" y="14631"/>
                  </a:lnTo>
                  <a:lnTo>
                    <a:pt x="2516359" y="11951"/>
                  </a:lnTo>
                  <a:lnTo>
                    <a:pt x="2444463" y="9571"/>
                  </a:lnTo>
                  <a:lnTo>
                    <a:pt x="2372567" y="7482"/>
                  </a:lnTo>
                  <a:lnTo>
                    <a:pt x="2300671" y="5674"/>
                  </a:lnTo>
                  <a:lnTo>
                    <a:pt x="2228775" y="4136"/>
                  </a:lnTo>
                  <a:lnTo>
                    <a:pt x="2156879" y="2859"/>
                  </a:lnTo>
                  <a:lnTo>
                    <a:pt x="2084983" y="1831"/>
                  </a:lnTo>
                  <a:lnTo>
                    <a:pt x="2013087" y="1042"/>
                  </a:lnTo>
                  <a:lnTo>
                    <a:pt x="1941191" y="481"/>
                  </a:lnTo>
                  <a:lnTo>
                    <a:pt x="1869295" y="137"/>
                  </a:lnTo>
                  <a:lnTo>
                    <a:pt x="1797399" y="0"/>
                  </a:lnTo>
                  <a:lnTo>
                    <a:pt x="1725503" y="59"/>
                  </a:lnTo>
                  <a:lnTo>
                    <a:pt x="1653607" y="304"/>
                  </a:lnTo>
                  <a:lnTo>
                    <a:pt x="1581711" y="727"/>
                  </a:lnTo>
                  <a:lnTo>
                    <a:pt x="1509815" y="1318"/>
                  </a:lnTo>
                  <a:lnTo>
                    <a:pt x="1437919" y="2067"/>
                  </a:lnTo>
                  <a:lnTo>
                    <a:pt x="1366023" y="2967"/>
                  </a:lnTo>
                  <a:lnTo>
                    <a:pt x="1294127" y="4009"/>
                  </a:lnTo>
                  <a:lnTo>
                    <a:pt x="1222231" y="5186"/>
                  </a:lnTo>
                  <a:lnTo>
                    <a:pt x="1150335" y="6490"/>
                  </a:lnTo>
                  <a:lnTo>
                    <a:pt x="1078439" y="7915"/>
                  </a:lnTo>
                  <a:lnTo>
                    <a:pt x="1006543" y="9453"/>
                  </a:lnTo>
                  <a:lnTo>
                    <a:pt x="934647" y="11099"/>
                  </a:lnTo>
                  <a:lnTo>
                    <a:pt x="862751" y="12847"/>
                  </a:lnTo>
                  <a:lnTo>
                    <a:pt x="790855" y="14692"/>
                  </a:lnTo>
                  <a:lnTo>
                    <a:pt x="718959" y="16628"/>
                  </a:lnTo>
                  <a:lnTo>
                    <a:pt x="647063" y="18650"/>
                  </a:lnTo>
                  <a:lnTo>
                    <a:pt x="575167" y="20754"/>
                  </a:lnTo>
                  <a:lnTo>
                    <a:pt x="503271" y="22935"/>
                  </a:lnTo>
                  <a:lnTo>
                    <a:pt x="431375" y="25190"/>
                  </a:lnTo>
                  <a:lnTo>
                    <a:pt x="359479" y="27514"/>
                  </a:lnTo>
                  <a:lnTo>
                    <a:pt x="287583" y="29904"/>
                  </a:lnTo>
                  <a:lnTo>
                    <a:pt x="215687" y="32357"/>
                  </a:lnTo>
                  <a:lnTo>
                    <a:pt x="143791" y="34870"/>
                  </a:lnTo>
                  <a:lnTo>
                    <a:pt x="71895" y="37439"/>
                  </a:lnTo>
                  <a:lnTo>
                    <a:pt x="0" y="40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305566"/>
              <a:ext cx="5679782" cy="399578"/>
            </a:xfrm>
            <a:custGeom>
              <a:avLst/>
              <a:pathLst>
                <a:path w="5679782" h="399578">
                  <a:moveTo>
                    <a:pt x="0" y="0"/>
                  </a:moveTo>
                  <a:lnTo>
                    <a:pt x="71895" y="5057"/>
                  </a:lnTo>
                  <a:lnTo>
                    <a:pt x="143791" y="10115"/>
                  </a:lnTo>
                  <a:lnTo>
                    <a:pt x="215687" y="15173"/>
                  </a:lnTo>
                  <a:lnTo>
                    <a:pt x="287583" y="20231"/>
                  </a:lnTo>
                  <a:lnTo>
                    <a:pt x="359479" y="25289"/>
                  </a:lnTo>
                  <a:lnTo>
                    <a:pt x="431375" y="30347"/>
                  </a:lnTo>
                  <a:lnTo>
                    <a:pt x="503271" y="35405"/>
                  </a:lnTo>
                  <a:lnTo>
                    <a:pt x="575167" y="40463"/>
                  </a:lnTo>
                  <a:lnTo>
                    <a:pt x="647063" y="45521"/>
                  </a:lnTo>
                  <a:lnTo>
                    <a:pt x="718959" y="50579"/>
                  </a:lnTo>
                  <a:lnTo>
                    <a:pt x="790855" y="55637"/>
                  </a:lnTo>
                  <a:lnTo>
                    <a:pt x="862751" y="60695"/>
                  </a:lnTo>
                  <a:lnTo>
                    <a:pt x="934647" y="65753"/>
                  </a:lnTo>
                  <a:lnTo>
                    <a:pt x="1006543" y="70811"/>
                  </a:lnTo>
                  <a:lnTo>
                    <a:pt x="1078439" y="75869"/>
                  </a:lnTo>
                  <a:lnTo>
                    <a:pt x="1150335" y="80927"/>
                  </a:lnTo>
                  <a:lnTo>
                    <a:pt x="1222231" y="85985"/>
                  </a:lnTo>
                  <a:lnTo>
                    <a:pt x="1294127" y="91043"/>
                  </a:lnTo>
                  <a:lnTo>
                    <a:pt x="1366023" y="96101"/>
                  </a:lnTo>
                  <a:lnTo>
                    <a:pt x="1437919" y="101159"/>
                  </a:lnTo>
                  <a:lnTo>
                    <a:pt x="1509815" y="106216"/>
                  </a:lnTo>
                  <a:lnTo>
                    <a:pt x="1581711" y="111274"/>
                  </a:lnTo>
                  <a:lnTo>
                    <a:pt x="1653607" y="116332"/>
                  </a:lnTo>
                  <a:lnTo>
                    <a:pt x="1725503" y="121390"/>
                  </a:lnTo>
                  <a:lnTo>
                    <a:pt x="1797399" y="126448"/>
                  </a:lnTo>
                  <a:lnTo>
                    <a:pt x="1869295" y="131506"/>
                  </a:lnTo>
                  <a:lnTo>
                    <a:pt x="1941191" y="136564"/>
                  </a:lnTo>
                  <a:lnTo>
                    <a:pt x="2013087" y="141622"/>
                  </a:lnTo>
                  <a:lnTo>
                    <a:pt x="2084983" y="146680"/>
                  </a:lnTo>
                  <a:lnTo>
                    <a:pt x="2156879" y="151738"/>
                  </a:lnTo>
                  <a:lnTo>
                    <a:pt x="2228775" y="156796"/>
                  </a:lnTo>
                  <a:lnTo>
                    <a:pt x="2300671" y="161854"/>
                  </a:lnTo>
                  <a:lnTo>
                    <a:pt x="2372567" y="166912"/>
                  </a:lnTo>
                  <a:lnTo>
                    <a:pt x="2444463" y="171970"/>
                  </a:lnTo>
                  <a:lnTo>
                    <a:pt x="2516359" y="177028"/>
                  </a:lnTo>
                  <a:lnTo>
                    <a:pt x="2588255" y="182086"/>
                  </a:lnTo>
                  <a:lnTo>
                    <a:pt x="2660151" y="187144"/>
                  </a:lnTo>
                  <a:lnTo>
                    <a:pt x="2732047" y="192202"/>
                  </a:lnTo>
                  <a:lnTo>
                    <a:pt x="2803943" y="197260"/>
                  </a:lnTo>
                  <a:lnTo>
                    <a:pt x="2875839" y="202318"/>
                  </a:lnTo>
                  <a:lnTo>
                    <a:pt x="2947735" y="207375"/>
                  </a:lnTo>
                  <a:lnTo>
                    <a:pt x="3019631" y="212433"/>
                  </a:lnTo>
                  <a:lnTo>
                    <a:pt x="3091527" y="217491"/>
                  </a:lnTo>
                  <a:lnTo>
                    <a:pt x="3163423" y="222549"/>
                  </a:lnTo>
                  <a:lnTo>
                    <a:pt x="3235319" y="227607"/>
                  </a:lnTo>
                  <a:lnTo>
                    <a:pt x="3307215" y="232665"/>
                  </a:lnTo>
                  <a:lnTo>
                    <a:pt x="3379111" y="237723"/>
                  </a:lnTo>
                  <a:lnTo>
                    <a:pt x="3451007" y="242781"/>
                  </a:lnTo>
                  <a:lnTo>
                    <a:pt x="3522902" y="247839"/>
                  </a:lnTo>
                  <a:lnTo>
                    <a:pt x="3594798" y="252897"/>
                  </a:lnTo>
                  <a:lnTo>
                    <a:pt x="3666694" y="257955"/>
                  </a:lnTo>
                  <a:lnTo>
                    <a:pt x="3738590" y="263013"/>
                  </a:lnTo>
                  <a:lnTo>
                    <a:pt x="3810486" y="268071"/>
                  </a:lnTo>
                  <a:lnTo>
                    <a:pt x="3882382" y="273129"/>
                  </a:lnTo>
                  <a:lnTo>
                    <a:pt x="3954278" y="278187"/>
                  </a:lnTo>
                  <a:lnTo>
                    <a:pt x="4026174" y="283245"/>
                  </a:lnTo>
                  <a:lnTo>
                    <a:pt x="4098070" y="288303"/>
                  </a:lnTo>
                  <a:lnTo>
                    <a:pt x="4169966" y="293361"/>
                  </a:lnTo>
                  <a:lnTo>
                    <a:pt x="4241862" y="298419"/>
                  </a:lnTo>
                  <a:lnTo>
                    <a:pt x="4313758" y="303477"/>
                  </a:lnTo>
                  <a:lnTo>
                    <a:pt x="4385654" y="308535"/>
                  </a:lnTo>
                  <a:lnTo>
                    <a:pt x="4457550" y="313592"/>
                  </a:lnTo>
                  <a:lnTo>
                    <a:pt x="4529446" y="318650"/>
                  </a:lnTo>
                  <a:lnTo>
                    <a:pt x="4601342" y="323708"/>
                  </a:lnTo>
                  <a:lnTo>
                    <a:pt x="4673238" y="328766"/>
                  </a:lnTo>
                  <a:lnTo>
                    <a:pt x="4745134" y="333824"/>
                  </a:lnTo>
                  <a:lnTo>
                    <a:pt x="4817030" y="338882"/>
                  </a:lnTo>
                  <a:lnTo>
                    <a:pt x="4888926" y="343940"/>
                  </a:lnTo>
                  <a:lnTo>
                    <a:pt x="4960822" y="348998"/>
                  </a:lnTo>
                  <a:lnTo>
                    <a:pt x="5032718" y="354056"/>
                  </a:lnTo>
                  <a:lnTo>
                    <a:pt x="5104614" y="359114"/>
                  </a:lnTo>
                  <a:lnTo>
                    <a:pt x="5176510" y="364172"/>
                  </a:lnTo>
                  <a:lnTo>
                    <a:pt x="5248406" y="369230"/>
                  </a:lnTo>
                  <a:lnTo>
                    <a:pt x="5320302" y="374288"/>
                  </a:lnTo>
                  <a:lnTo>
                    <a:pt x="5392198" y="379346"/>
                  </a:lnTo>
                  <a:lnTo>
                    <a:pt x="5464094" y="384404"/>
                  </a:lnTo>
                  <a:lnTo>
                    <a:pt x="5535990" y="389462"/>
                  </a:lnTo>
                  <a:lnTo>
                    <a:pt x="5607886" y="394520"/>
                  </a:lnTo>
                  <a:lnTo>
                    <a:pt x="5679782" y="39957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9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4529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615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778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9411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90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853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8016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91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20341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8592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6593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63282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57715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55060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52405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941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73080"/>
              <a:ext cx="101470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Predicted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987584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117886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22020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28540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317956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350509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40912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47431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506871" y="1673080"/>
              <a:ext cx="187113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York River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930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912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305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73172" y="23812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73172" y="333425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673172" y="28736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48362" y="24937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948362" y="22513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948362" y="252236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491569" y="25468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491569" y="23244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491569" y="22564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717892" y="29680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717892" y="23523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717892" y="26564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43612" y="25378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43612" y="3720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43612" y="32007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61130" y="34049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61130" y="36173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61130" y="36908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6940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2828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790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304127"/>
              <a:ext cx="5679782" cy="1568646"/>
            </a:xfrm>
            <a:custGeom>
              <a:avLst/>
              <a:pathLst>
                <a:path w="5679782" h="1568646">
                  <a:moveTo>
                    <a:pt x="0" y="0"/>
                  </a:moveTo>
                  <a:lnTo>
                    <a:pt x="71895" y="15692"/>
                  </a:lnTo>
                  <a:lnTo>
                    <a:pt x="143791" y="31280"/>
                  </a:lnTo>
                  <a:lnTo>
                    <a:pt x="215687" y="46758"/>
                  </a:lnTo>
                  <a:lnTo>
                    <a:pt x="287583" y="62119"/>
                  </a:lnTo>
                  <a:lnTo>
                    <a:pt x="359479" y="77356"/>
                  </a:lnTo>
                  <a:lnTo>
                    <a:pt x="431375" y="92463"/>
                  </a:lnTo>
                  <a:lnTo>
                    <a:pt x="503271" y="107431"/>
                  </a:lnTo>
                  <a:lnTo>
                    <a:pt x="575167" y="122253"/>
                  </a:lnTo>
                  <a:lnTo>
                    <a:pt x="647063" y="136920"/>
                  </a:lnTo>
                  <a:lnTo>
                    <a:pt x="718959" y="151423"/>
                  </a:lnTo>
                  <a:lnTo>
                    <a:pt x="790855" y="165753"/>
                  </a:lnTo>
                  <a:lnTo>
                    <a:pt x="862751" y="179901"/>
                  </a:lnTo>
                  <a:lnTo>
                    <a:pt x="934647" y="193855"/>
                  </a:lnTo>
                  <a:lnTo>
                    <a:pt x="1006543" y="207607"/>
                  </a:lnTo>
                  <a:lnTo>
                    <a:pt x="1078439" y="221145"/>
                  </a:lnTo>
                  <a:lnTo>
                    <a:pt x="1150335" y="234459"/>
                  </a:lnTo>
                  <a:lnTo>
                    <a:pt x="1222231" y="247538"/>
                  </a:lnTo>
                  <a:lnTo>
                    <a:pt x="1294127" y="260371"/>
                  </a:lnTo>
                  <a:lnTo>
                    <a:pt x="1366023" y="272946"/>
                  </a:lnTo>
                  <a:lnTo>
                    <a:pt x="1437919" y="285253"/>
                  </a:lnTo>
                  <a:lnTo>
                    <a:pt x="1509815" y="297282"/>
                  </a:lnTo>
                  <a:lnTo>
                    <a:pt x="1581711" y="309022"/>
                  </a:lnTo>
                  <a:lnTo>
                    <a:pt x="1653607" y="320465"/>
                  </a:lnTo>
                  <a:lnTo>
                    <a:pt x="1725503" y="331600"/>
                  </a:lnTo>
                  <a:lnTo>
                    <a:pt x="1797399" y="342420"/>
                  </a:lnTo>
                  <a:lnTo>
                    <a:pt x="1869295" y="352919"/>
                  </a:lnTo>
                  <a:lnTo>
                    <a:pt x="1941191" y="363090"/>
                  </a:lnTo>
                  <a:lnTo>
                    <a:pt x="2013087" y="372929"/>
                  </a:lnTo>
                  <a:lnTo>
                    <a:pt x="2084983" y="382433"/>
                  </a:lnTo>
                  <a:lnTo>
                    <a:pt x="2156879" y="391599"/>
                  </a:lnTo>
                  <a:lnTo>
                    <a:pt x="2228775" y="400427"/>
                  </a:lnTo>
                  <a:lnTo>
                    <a:pt x="2300671" y="408919"/>
                  </a:lnTo>
                  <a:lnTo>
                    <a:pt x="2372567" y="417077"/>
                  </a:lnTo>
                  <a:lnTo>
                    <a:pt x="2444463" y="424904"/>
                  </a:lnTo>
                  <a:lnTo>
                    <a:pt x="2516359" y="432406"/>
                  </a:lnTo>
                  <a:lnTo>
                    <a:pt x="2588255" y="439590"/>
                  </a:lnTo>
                  <a:lnTo>
                    <a:pt x="2660151" y="446462"/>
                  </a:lnTo>
                  <a:lnTo>
                    <a:pt x="2732047" y="453031"/>
                  </a:lnTo>
                  <a:lnTo>
                    <a:pt x="2803943" y="459306"/>
                  </a:lnTo>
                  <a:lnTo>
                    <a:pt x="2875839" y="465297"/>
                  </a:lnTo>
                  <a:lnTo>
                    <a:pt x="2947735" y="471014"/>
                  </a:lnTo>
                  <a:lnTo>
                    <a:pt x="3019631" y="476468"/>
                  </a:lnTo>
                  <a:lnTo>
                    <a:pt x="3091527" y="481669"/>
                  </a:lnTo>
                  <a:lnTo>
                    <a:pt x="3163423" y="486630"/>
                  </a:lnTo>
                  <a:lnTo>
                    <a:pt x="3235319" y="491360"/>
                  </a:lnTo>
                  <a:lnTo>
                    <a:pt x="3307215" y="495870"/>
                  </a:lnTo>
                  <a:lnTo>
                    <a:pt x="3379111" y="500172"/>
                  </a:lnTo>
                  <a:lnTo>
                    <a:pt x="3451007" y="504275"/>
                  </a:lnTo>
                  <a:lnTo>
                    <a:pt x="3522902" y="508191"/>
                  </a:lnTo>
                  <a:lnTo>
                    <a:pt x="3594798" y="511928"/>
                  </a:lnTo>
                  <a:lnTo>
                    <a:pt x="3666694" y="515496"/>
                  </a:lnTo>
                  <a:lnTo>
                    <a:pt x="3738590" y="518904"/>
                  </a:lnTo>
                  <a:lnTo>
                    <a:pt x="3810486" y="522161"/>
                  </a:lnTo>
                  <a:lnTo>
                    <a:pt x="3882382" y="525276"/>
                  </a:lnTo>
                  <a:lnTo>
                    <a:pt x="3954278" y="528255"/>
                  </a:lnTo>
                  <a:lnTo>
                    <a:pt x="4026174" y="531107"/>
                  </a:lnTo>
                  <a:lnTo>
                    <a:pt x="4098070" y="533838"/>
                  </a:lnTo>
                  <a:lnTo>
                    <a:pt x="4169966" y="536456"/>
                  </a:lnTo>
                  <a:lnTo>
                    <a:pt x="4241862" y="538966"/>
                  </a:lnTo>
                  <a:lnTo>
                    <a:pt x="4313758" y="541374"/>
                  </a:lnTo>
                  <a:lnTo>
                    <a:pt x="4385654" y="543687"/>
                  </a:lnTo>
                  <a:lnTo>
                    <a:pt x="4457550" y="545908"/>
                  </a:lnTo>
                  <a:lnTo>
                    <a:pt x="4529446" y="548044"/>
                  </a:lnTo>
                  <a:lnTo>
                    <a:pt x="4601342" y="550099"/>
                  </a:lnTo>
                  <a:lnTo>
                    <a:pt x="4673238" y="552076"/>
                  </a:lnTo>
                  <a:lnTo>
                    <a:pt x="4745134" y="553981"/>
                  </a:lnTo>
                  <a:lnTo>
                    <a:pt x="4817030" y="555817"/>
                  </a:lnTo>
                  <a:lnTo>
                    <a:pt x="4888926" y="557588"/>
                  </a:lnTo>
                  <a:lnTo>
                    <a:pt x="4960822" y="559297"/>
                  </a:lnTo>
                  <a:lnTo>
                    <a:pt x="5032718" y="560947"/>
                  </a:lnTo>
                  <a:lnTo>
                    <a:pt x="5104614" y="562542"/>
                  </a:lnTo>
                  <a:lnTo>
                    <a:pt x="5176510" y="564083"/>
                  </a:lnTo>
                  <a:lnTo>
                    <a:pt x="5248406" y="565575"/>
                  </a:lnTo>
                  <a:lnTo>
                    <a:pt x="5320302" y="567018"/>
                  </a:lnTo>
                  <a:lnTo>
                    <a:pt x="5392198" y="568416"/>
                  </a:lnTo>
                  <a:lnTo>
                    <a:pt x="5464094" y="569771"/>
                  </a:lnTo>
                  <a:lnTo>
                    <a:pt x="5535990" y="571085"/>
                  </a:lnTo>
                  <a:lnTo>
                    <a:pt x="5607886" y="572360"/>
                  </a:lnTo>
                  <a:lnTo>
                    <a:pt x="5679782" y="573597"/>
                  </a:lnTo>
                  <a:lnTo>
                    <a:pt x="5679782" y="1568646"/>
                  </a:lnTo>
                  <a:lnTo>
                    <a:pt x="5607886" y="1551738"/>
                  </a:lnTo>
                  <a:lnTo>
                    <a:pt x="5535990" y="1534867"/>
                  </a:lnTo>
                  <a:lnTo>
                    <a:pt x="5464094" y="1518035"/>
                  </a:lnTo>
                  <a:lnTo>
                    <a:pt x="5392198" y="1501245"/>
                  </a:lnTo>
                  <a:lnTo>
                    <a:pt x="5320302" y="1484497"/>
                  </a:lnTo>
                  <a:lnTo>
                    <a:pt x="5248406" y="1467796"/>
                  </a:lnTo>
                  <a:lnTo>
                    <a:pt x="5176510" y="1451141"/>
                  </a:lnTo>
                  <a:lnTo>
                    <a:pt x="5104614" y="1434538"/>
                  </a:lnTo>
                  <a:lnTo>
                    <a:pt x="5032718" y="1417987"/>
                  </a:lnTo>
                  <a:lnTo>
                    <a:pt x="4960822" y="1401491"/>
                  </a:lnTo>
                  <a:lnTo>
                    <a:pt x="4888926" y="1385055"/>
                  </a:lnTo>
                  <a:lnTo>
                    <a:pt x="4817030" y="1368680"/>
                  </a:lnTo>
                  <a:lnTo>
                    <a:pt x="4745134" y="1352370"/>
                  </a:lnTo>
                  <a:lnTo>
                    <a:pt x="4673238" y="1336130"/>
                  </a:lnTo>
                  <a:lnTo>
                    <a:pt x="4601342" y="1319962"/>
                  </a:lnTo>
                  <a:lnTo>
                    <a:pt x="4529446" y="1303871"/>
                  </a:lnTo>
                  <a:lnTo>
                    <a:pt x="4457550" y="1287861"/>
                  </a:lnTo>
                  <a:lnTo>
                    <a:pt x="4385654" y="1271938"/>
                  </a:lnTo>
                  <a:lnTo>
                    <a:pt x="4313758" y="1256104"/>
                  </a:lnTo>
                  <a:lnTo>
                    <a:pt x="4241862" y="1240367"/>
                  </a:lnTo>
                  <a:lnTo>
                    <a:pt x="4169966" y="1224732"/>
                  </a:lnTo>
                  <a:lnTo>
                    <a:pt x="4098070" y="1209204"/>
                  </a:lnTo>
                  <a:lnTo>
                    <a:pt x="4026174" y="1193790"/>
                  </a:lnTo>
                  <a:lnTo>
                    <a:pt x="3954278" y="1178496"/>
                  </a:lnTo>
                  <a:lnTo>
                    <a:pt x="3882382" y="1163330"/>
                  </a:lnTo>
                  <a:lnTo>
                    <a:pt x="3810486" y="1148299"/>
                  </a:lnTo>
                  <a:lnTo>
                    <a:pt x="3738590" y="1133411"/>
                  </a:lnTo>
                  <a:lnTo>
                    <a:pt x="3666694" y="1118674"/>
                  </a:lnTo>
                  <a:lnTo>
                    <a:pt x="3594798" y="1104097"/>
                  </a:lnTo>
                  <a:lnTo>
                    <a:pt x="3522902" y="1089688"/>
                  </a:lnTo>
                  <a:lnTo>
                    <a:pt x="3451007" y="1075458"/>
                  </a:lnTo>
                  <a:lnTo>
                    <a:pt x="3379111" y="1061416"/>
                  </a:lnTo>
                  <a:lnTo>
                    <a:pt x="3307215" y="1047572"/>
                  </a:lnTo>
                  <a:lnTo>
                    <a:pt x="3235319" y="1033937"/>
                  </a:lnTo>
                  <a:lnTo>
                    <a:pt x="3163423" y="1020521"/>
                  </a:lnTo>
                  <a:lnTo>
                    <a:pt x="3091527" y="1007336"/>
                  </a:lnTo>
                  <a:lnTo>
                    <a:pt x="3019631" y="994392"/>
                  </a:lnTo>
                  <a:lnTo>
                    <a:pt x="2947735" y="981701"/>
                  </a:lnTo>
                  <a:lnTo>
                    <a:pt x="2875839" y="969273"/>
                  </a:lnTo>
                  <a:lnTo>
                    <a:pt x="2803943" y="957118"/>
                  </a:lnTo>
                  <a:lnTo>
                    <a:pt x="2732047" y="945248"/>
                  </a:lnTo>
                  <a:lnTo>
                    <a:pt x="2660151" y="933671"/>
                  </a:lnTo>
                  <a:lnTo>
                    <a:pt x="2588255" y="922398"/>
                  </a:lnTo>
                  <a:lnTo>
                    <a:pt x="2516359" y="911436"/>
                  </a:lnTo>
                  <a:lnTo>
                    <a:pt x="2444463" y="900792"/>
                  </a:lnTo>
                  <a:lnTo>
                    <a:pt x="2372567" y="890474"/>
                  </a:lnTo>
                  <a:lnTo>
                    <a:pt x="2300671" y="880486"/>
                  </a:lnTo>
                  <a:lnTo>
                    <a:pt x="2228775" y="870833"/>
                  </a:lnTo>
                  <a:lnTo>
                    <a:pt x="2156879" y="861516"/>
                  </a:lnTo>
                  <a:lnTo>
                    <a:pt x="2084983" y="852536"/>
                  </a:lnTo>
                  <a:lnTo>
                    <a:pt x="2013087" y="843894"/>
                  </a:lnTo>
                  <a:lnTo>
                    <a:pt x="1941191" y="835588"/>
                  </a:lnTo>
                  <a:lnTo>
                    <a:pt x="1869295" y="827613"/>
                  </a:lnTo>
                  <a:lnTo>
                    <a:pt x="1797399" y="819967"/>
                  </a:lnTo>
                  <a:lnTo>
                    <a:pt x="1725503" y="812642"/>
                  </a:lnTo>
                  <a:lnTo>
                    <a:pt x="1653607" y="805632"/>
                  </a:lnTo>
                  <a:lnTo>
                    <a:pt x="1581711" y="798928"/>
                  </a:lnTo>
                  <a:lnTo>
                    <a:pt x="1509815" y="792523"/>
                  </a:lnTo>
                  <a:lnTo>
                    <a:pt x="1437919" y="786407"/>
                  </a:lnTo>
                  <a:lnTo>
                    <a:pt x="1366023" y="780568"/>
                  </a:lnTo>
                  <a:lnTo>
                    <a:pt x="1294127" y="774998"/>
                  </a:lnTo>
                  <a:lnTo>
                    <a:pt x="1222231" y="769685"/>
                  </a:lnTo>
                  <a:lnTo>
                    <a:pt x="1150335" y="764618"/>
                  </a:lnTo>
                  <a:lnTo>
                    <a:pt x="1078439" y="759787"/>
                  </a:lnTo>
                  <a:lnTo>
                    <a:pt x="1006543" y="755180"/>
                  </a:lnTo>
                  <a:lnTo>
                    <a:pt x="934647" y="750786"/>
                  </a:lnTo>
                  <a:lnTo>
                    <a:pt x="862751" y="746595"/>
                  </a:lnTo>
                  <a:lnTo>
                    <a:pt x="790855" y="742597"/>
                  </a:lnTo>
                  <a:lnTo>
                    <a:pt x="718959" y="738782"/>
                  </a:lnTo>
                  <a:lnTo>
                    <a:pt x="647063" y="735139"/>
                  </a:lnTo>
                  <a:lnTo>
                    <a:pt x="575167" y="731661"/>
                  </a:lnTo>
                  <a:lnTo>
                    <a:pt x="503271" y="728337"/>
                  </a:lnTo>
                  <a:lnTo>
                    <a:pt x="431375" y="725160"/>
                  </a:lnTo>
                  <a:lnTo>
                    <a:pt x="359479" y="722121"/>
                  </a:lnTo>
                  <a:lnTo>
                    <a:pt x="287583" y="719213"/>
                  </a:lnTo>
                  <a:lnTo>
                    <a:pt x="215687" y="716429"/>
                  </a:lnTo>
                  <a:lnTo>
                    <a:pt x="143791" y="713761"/>
                  </a:lnTo>
                  <a:lnTo>
                    <a:pt x="71895" y="711204"/>
                  </a:lnTo>
                  <a:lnTo>
                    <a:pt x="0" y="708751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304127"/>
              <a:ext cx="5679782" cy="573597"/>
            </a:xfrm>
            <a:custGeom>
              <a:avLst/>
              <a:pathLst>
                <a:path w="5679782" h="573597">
                  <a:moveTo>
                    <a:pt x="0" y="0"/>
                  </a:moveTo>
                  <a:lnTo>
                    <a:pt x="71895" y="15692"/>
                  </a:lnTo>
                  <a:lnTo>
                    <a:pt x="143791" y="31280"/>
                  </a:lnTo>
                  <a:lnTo>
                    <a:pt x="215687" y="46758"/>
                  </a:lnTo>
                  <a:lnTo>
                    <a:pt x="287583" y="62119"/>
                  </a:lnTo>
                  <a:lnTo>
                    <a:pt x="359479" y="77356"/>
                  </a:lnTo>
                  <a:lnTo>
                    <a:pt x="431375" y="92463"/>
                  </a:lnTo>
                  <a:lnTo>
                    <a:pt x="503271" y="107431"/>
                  </a:lnTo>
                  <a:lnTo>
                    <a:pt x="575167" y="122253"/>
                  </a:lnTo>
                  <a:lnTo>
                    <a:pt x="647063" y="136920"/>
                  </a:lnTo>
                  <a:lnTo>
                    <a:pt x="718959" y="151423"/>
                  </a:lnTo>
                  <a:lnTo>
                    <a:pt x="790855" y="165753"/>
                  </a:lnTo>
                  <a:lnTo>
                    <a:pt x="862751" y="179901"/>
                  </a:lnTo>
                  <a:lnTo>
                    <a:pt x="934647" y="193855"/>
                  </a:lnTo>
                  <a:lnTo>
                    <a:pt x="1006543" y="207607"/>
                  </a:lnTo>
                  <a:lnTo>
                    <a:pt x="1078439" y="221145"/>
                  </a:lnTo>
                  <a:lnTo>
                    <a:pt x="1150335" y="234459"/>
                  </a:lnTo>
                  <a:lnTo>
                    <a:pt x="1222231" y="247538"/>
                  </a:lnTo>
                  <a:lnTo>
                    <a:pt x="1294127" y="260371"/>
                  </a:lnTo>
                  <a:lnTo>
                    <a:pt x="1366023" y="272946"/>
                  </a:lnTo>
                  <a:lnTo>
                    <a:pt x="1437919" y="285253"/>
                  </a:lnTo>
                  <a:lnTo>
                    <a:pt x="1509815" y="297282"/>
                  </a:lnTo>
                  <a:lnTo>
                    <a:pt x="1581711" y="309022"/>
                  </a:lnTo>
                  <a:lnTo>
                    <a:pt x="1653607" y="320465"/>
                  </a:lnTo>
                  <a:lnTo>
                    <a:pt x="1725503" y="331600"/>
                  </a:lnTo>
                  <a:lnTo>
                    <a:pt x="1797399" y="342420"/>
                  </a:lnTo>
                  <a:lnTo>
                    <a:pt x="1869295" y="352919"/>
                  </a:lnTo>
                  <a:lnTo>
                    <a:pt x="1941191" y="363090"/>
                  </a:lnTo>
                  <a:lnTo>
                    <a:pt x="2013087" y="372929"/>
                  </a:lnTo>
                  <a:lnTo>
                    <a:pt x="2084983" y="382433"/>
                  </a:lnTo>
                  <a:lnTo>
                    <a:pt x="2156879" y="391599"/>
                  </a:lnTo>
                  <a:lnTo>
                    <a:pt x="2228775" y="400427"/>
                  </a:lnTo>
                  <a:lnTo>
                    <a:pt x="2300671" y="408919"/>
                  </a:lnTo>
                  <a:lnTo>
                    <a:pt x="2372567" y="417077"/>
                  </a:lnTo>
                  <a:lnTo>
                    <a:pt x="2444463" y="424904"/>
                  </a:lnTo>
                  <a:lnTo>
                    <a:pt x="2516359" y="432406"/>
                  </a:lnTo>
                  <a:lnTo>
                    <a:pt x="2588255" y="439590"/>
                  </a:lnTo>
                  <a:lnTo>
                    <a:pt x="2660151" y="446462"/>
                  </a:lnTo>
                  <a:lnTo>
                    <a:pt x="2732047" y="453031"/>
                  </a:lnTo>
                  <a:lnTo>
                    <a:pt x="2803943" y="459306"/>
                  </a:lnTo>
                  <a:lnTo>
                    <a:pt x="2875839" y="465297"/>
                  </a:lnTo>
                  <a:lnTo>
                    <a:pt x="2947735" y="471014"/>
                  </a:lnTo>
                  <a:lnTo>
                    <a:pt x="3019631" y="476468"/>
                  </a:lnTo>
                  <a:lnTo>
                    <a:pt x="3091527" y="481669"/>
                  </a:lnTo>
                  <a:lnTo>
                    <a:pt x="3163423" y="486630"/>
                  </a:lnTo>
                  <a:lnTo>
                    <a:pt x="3235319" y="491360"/>
                  </a:lnTo>
                  <a:lnTo>
                    <a:pt x="3307215" y="495870"/>
                  </a:lnTo>
                  <a:lnTo>
                    <a:pt x="3379111" y="500172"/>
                  </a:lnTo>
                  <a:lnTo>
                    <a:pt x="3451007" y="504275"/>
                  </a:lnTo>
                  <a:lnTo>
                    <a:pt x="3522902" y="508191"/>
                  </a:lnTo>
                  <a:lnTo>
                    <a:pt x="3594798" y="511928"/>
                  </a:lnTo>
                  <a:lnTo>
                    <a:pt x="3666694" y="515496"/>
                  </a:lnTo>
                  <a:lnTo>
                    <a:pt x="3738590" y="518904"/>
                  </a:lnTo>
                  <a:lnTo>
                    <a:pt x="3810486" y="522161"/>
                  </a:lnTo>
                  <a:lnTo>
                    <a:pt x="3882382" y="525276"/>
                  </a:lnTo>
                  <a:lnTo>
                    <a:pt x="3954278" y="528255"/>
                  </a:lnTo>
                  <a:lnTo>
                    <a:pt x="4026174" y="531107"/>
                  </a:lnTo>
                  <a:lnTo>
                    <a:pt x="4098070" y="533838"/>
                  </a:lnTo>
                  <a:lnTo>
                    <a:pt x="4169966" y="536456"/>
                  </a:lnTo>
                  <a:lnTo>
                    <a:pt x="4241862" y="538966"/>
                  </a:lnTo>
                  <a:lnTo>
                    <a:pt x="4313758" y="541374"/>
                  </a:lnTo>
                  <a:lnTo>
                    <a:pt x="4385654" y="543687"/>
                  </a:lnTo>
                  <a:lnTo>
                    <a:pt x="4457550" y="545908"/>
                  </a:lnTo>
                  <a:lnTo>
                    <a:pt x="4529446" y="548044"/>
                  </a:lnTo>
                  <a:lnTo>
                    <a:pt x="4601342" y="550099"/>
                  </a:lnTo>
                  <a:lnTo>
                    <a:pt x="4673238" y="552076"/>
                  </a:lnTo>
                  <a:lnTo>
                    <a:pt x="4745134" y="553981"/>
                  </a:lnTo>
                  <a:lnTo>
                    <a:pt x="4817030" y="555817"/>
                  </a:lnTo>
                  <a:lnTo>
                    <a:pt x="4888926" y="557588"/>
                  </a:lnTo>
                  <a:lnTo>
                    <a:pt x="4960822" y="559297"/>
                  </a:lnTo>
                  <a:lnTo>
                    <a:pt x="5032718" y="560947"/>
                  </a:lnTo>
                  <a:lnTo>
                    <a:pt x="5104614" y="562542"/>
                  </a:lnTo>
                  <a:lnTo>
                    <a:pt x="5176510" y="564083"/>
                  </a:lnTo>
                  <a:lnTo>
                    <a:pt x="5248406" y="565575"/>
                  </a:lnTo>
                  <a:lnTo>
                    <a:pt x="5320302" y="567018"/>
                  </a:lnTo>
                  <a:lnTo>
                    <a:pt x="5392198" y="568416"/>
                  </a:lnTo>
                  <a:lnTo>
                    <a:pt x="5464094" y="569771"/>
                  </a:lnTo>
                  <a:lnTo>
                    <a:pt x="5535990" y="571085"/>
                  </a:lnTo>
                  <a:lnTo>
                    <a:pt x="5607886" y="572360"/>
                  </a:lnTo>
                  <a:lnTo>
                    <a:pt x="5679782" y="573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3012878"/>
              <a:ext cx="5679782" cy="859895"/>
            </a:xfrm>
            <a:custGeom>
              <a:avLst/>
              <a:pathLst>
                <a:path w="5679782" h="859895">
                  <a:moveTo>
                    <a:pt x="5679782" y="859895"/>
                  </a:moveTo>
                  <a:lnTo>
                    <a:pt x="5607886" y="842987"/>
                  </a:lnTo>
                  <a:lnTo>
                    <a:pt x="5535990" y="826116"/>
                  </a:lnTo>
                  <a:lnTo>
                    <a:pt x="5464094" y="809284"/>
                  </a:lnTo>
                  <a:lnTo>
                    <a:pt x="5392198" y="792494"/>
                  </a:lnTo>
                  <a:lnTo>
                    <a:pt x="5320302" y="775746"/>
                  </a:lnTo>
                  <a:lnTo>
                    <a:pt x="5248406" y="759045"/>
                  </a:lnTo>
                  <a:lnTo>
                    <a:pt x="5176510" y="742390"/>
                  </a:lnTo>
                  <a:lnTo>
                    <a:pt x="5104614" y="725787"/>
                  </a:lnTo>
                  <a:lnTo>
                    <a:pt x="5032718" y="709236"/>
                  </a:lnTo>
                  <a:lnTo>
                    <a:pt x="4960822" y="692740"/>
                  </a:lnTo>
                  <a:lnTo>
                    <a:pt x="4888926" y="676304"/>
                  </a:lnTo>
                  <a:lnTo>
                    <a:pt x="4817030" y="659929"/>
                  </a:lnTo>
                  <a:lnTo>
                    <a:pt x="4745134" y="643619"/>
                  </a:lnTo>
                  <a:lnTo>
                    <a:pt x="4673238" y="627379"/>
                  </a:lnTo>
                  <a:lnTo>
                    <a:pt x="4601342" y="611211"/>
                  </a:lnTo>
                  <a:lnTo>
                    <a:pt x="4529446" y="595120"/>
                  </a:lnTo>
                  <a:lnTo>
                    <a:pt x="4457550" y="579110"/>
                  </a:lnTo>
                  <a:lnTo>
                    <a:pt x="4385654" y="563187"/>
                  </a:lnTo>
                  <a:lnTo>
                    <a:pt x="4313758" y="547353"/>
                  </a:lnTo>
                  <a:lnTo>
                    <a:pt x="4241862" y="531616"/>
                  </a:lnTo>
                  <a:lnTo>
                    <a:pt x="4169966" y="515981"/>
                  </a:lnTo>
                  <a:lnTo>
                    <a:pt x="4098070" y="500453"/>
                  </a:lnTo>
                  <a:lnTo>
                    <a:pt x="4026174" y="485039"/>
                  </a:lnTo>
                  <a:lnTo>
                    <a:pt x="3954278" y="469745"/>
                  </a:lnTo>
                  <a:lnTo>
                    <a:pt x="3882382" y="454579"/>
                  </a:lnTo>
                  <a:lnTo>
                    <a:pt x="3810486" y="439548"/>
                  </a:lnTo>
                  <a:lnTo>
                    <a:pt x="3738590" y="424660"/>
                  </a:lnTo>
                  <a:lnTo>
                    <a:pt x="3666694" y="409923"/>
                  </a:lnTo>
                  <a:lnTo>
                    <a:pt x="3594798" y="395345"/>
                  </a:lnTo>
                  <a:lnTo>
                    <a:pt x="3522902" y="380937"/>
                  </a:lnTo>
                  <a:lnTo>
                    <a:pt x="3451007" y="366707"/>
                  </a:lnTo>
                  <a:lnTo>
                    <a:pt x="3379111" y="352665"/>
                  </a:lnTo>
                  <a:lnTo>
                    <a:pt x="3307215" y="338821"/>
                  </a:lnTo>
                  <a:lnTo>
                    <a:pt x="3235319" y="325186"/>
                  </a:lnTo>
                  <a:lnTo>
                    <a:pt x="3163423" y="311770"/>
                  </a:lnTo>
                  <a:lnTo>
                    <a:pt x="3091527" y="298585"/>
                  </a:lnTo>
                  <a:lnTo>
                    <a:pt x="3019631" y="285641"/>
                  </a:lnTo>
                  <a:lnTo>
                    <a:pt x="2947735" y="272950"/>
                  </a:lnTo>
                  <a:lnTo>
                    <a:pt x="2875839" y="260522"/>
                  </a:lnTo>
                  <a:lnTo>
                    <a:pt x="2803943" y="248367"/>
                  </a:lnTo>
                  <a:lnTo>
                    <a:pt x="2732047" y="236497"/>
                  </a:lnTo>
                  <a:lnTo>
                    <a:pt x="2660151" y="224920"/>
                  </a:lnTo>
                  <a:lnTo>
                    <a:pt x="2588255" y="213647"/>
                  </a:lnTo>
                  <a:lnTo>
                    <a:pt x="2516359" y="202684"/>
                  </a:lnTo>
                  <a:lnTo>
                    <a:pt x="2444463" y="192041"/>
                  </a:lnTo>
                  <a:lnTo>
                    <a:pt x="2372567" y="181723"/>
                  </a:lnTo>
                  <a:lnTo>
                    <a:pt x="2300671" y="171735"/>
                  </a:lnTo>
                  <a:lnTo>
                    <a:pt x="2228775" y="162082"/>
                  </a:lnTo>
                  <a:lnTo>
                    <a:pt x="2156879" y="152765"/>
                  </a:lnTo>
                  <a:lnTo>
                    <a:pt x="2084983" y="143785"/>
                  </a:lnTo>
                  <a:lnTo>
                    <a:pt x="2013087" y="135143"/>
                  </a:lnTo>
                  <a:lnTo>
                    <a:pt x="1941191" y="126837"/>
                  </a:lnTo>
                  <a:lnTo>
                    <a:pt x="1869295" y="118862"/>
                  </a:lnTo>
                  <a:lnTo>
                    <a:pt x="1797399" y="111216"/>
                  </a:lnTo>
                  <a:lnTo>
                    <a:pt x="1725503" y="103891"/>
                  </a:lnTo>
                  <a:lnTo>
                    <a:pt x="1653607" y="96881"/>
                  </a:lnTo>
                  <a:lnTo>
                    <a:pt x="1581711" y="90177"/>
                  </a:lnTo>
                  <a:lnTo>
                    <a:pt x="1509815" y="83772"/>
                  </a:lnTo>
                  <a:lnTo>
                    <a:pt x="1437919" y="77655"/>
                  </a:lnTo>
                  <a:lnTo>
                    <a:pt x="1366023" y="71817"/>
                  </a:lnTo>
                  <a:lnTo>
                    <a:pt x="1294127" y="66247"/>
                  </a:lnTo>
                  <a:lnTo>
                    <a:pt x="1222231" y="60934"/>
                  </a:lnTo>
                  <a:lnTo>
                    <a:pt x="1150335" y="55867"/>
                  </a:lnTo>
                  <a:lnTo>
                    <a:pt x="1078439" y="51036"/>
                  </a:lnTo>
                  <a:lnTo>
                    <a:pt x="1006543" y="46429"/>
                  </a:lnTo>
                  <a:lnTo>
                    <a:pt x="934647" y="42035"/>
                  </a:lnTo>
                  <a:lnTo>
                    <a:pt x="862751" y="37844"/>
                  </a:lnTo>
                  <a:lnTo>
                    <a:pt x="790855" y="33846"/>
                  </a:lnTo>
                  <a:lnTo>
                    <a:pt x="718959" y="30031"/>
                  </a:lnTo>
                  <a:lnTo>
                    <a:pt x="647063" y="26388"/>
                  </a:lnTo>
                  <a:lnTo>
                    <a:pt x="575167" y="22910"/>
                  </a:lnTo>
                  <a:lnTo>
                    <a:pt x="503271" y="19586"/>
                  </a:lnTo>
                  <a:lnTo>
                    <a:pt x="431375" y="16409"/>
                  </a:lnTo>
                  <a:lnTo>
                    <a:pt x="359479" y="13370"/>
                  </a:lnTo>
                  <a:lnTo>
                    <a:pt x="287583" y="10462"/>
                  </a:lnTo>
                  <a:lnTo>
                    <a:pt x="215687" y="7678"/>
                  </a:lnTo>
                  <a:lnTo>
                    <a:pt x="143791" y="5010"/>
                  </a:lnTo>
                  <a:lnTo>
                    <a:pt x="71895" y="2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658502"/>
              <a:ext cx="5679782" cy="716746"/>
            </a:xfrm>
            <a:custGeom>
              <a:avLst/>
              <a:pathLst>
                <a:path w="5679782" h="716746">
                  <a:moveTo>
                    <a:pt x="0" y="0"/>
                  </a:moveTo>
                  <a:lnTo>
                    <a:pt x="71895" y="9072"/>
                  </a:lnTo>
                  <a:lnTo>
                    <a:pt x="143791" y="18145"/>
                  </a:lnTo>
                  <a:lnTo>
                    <a:pt x="215687" y="27218"/>
                  </a:lnTo>
                  <a:lnTo>
                    <a:pt x="287583" y="36290"/>
                  </a:lnTo>
                  <a:lnTo>
                    <a:pt x="359479" y="45363"/>
                  </a:lnTo>
                  <a:lnTo>
                    <a:pt x="431375" y="54436"/>
                  </a:lnTo>
                  <a:lnTo>
                    <a:pt x="503271" y="63509"/>
                  </a:lnTo>
                  <a:lnTo>
                    <a:pt x="575167" y="72581"/>
                  </a:lnTo>
                  <a:lnTo>
                    <a:pt x="647063" y="81654"/>
                  </a:lnTo>
                  <a:lnTo>
                    <a:pt x="718959" y="90727"/>
                  </a:lnTo>
                  <a:lnTo>
                    <a:pt x="790855" y="99800"/>
                  </a:lnTo>
                  <a:lnTo>
                    <a:pt x="862751" y="108872"/>
                  </a:lnTo>
                  <a:lnTo>
                    <a:pt x="934647" y="117945"/>
                  </a:lnTo>
                  <a:lnTo>
                    <a:pt x="1006543" y="127018"/>
                  </a:lnTo>
                  <a:lnTo>
                    <a:pt x="1078439" y="136091"/>
                  </a:lnTo>
                  <a:lnTo>
                    <a:pt x="1150335" y="145163"/>
                  </a:lnTo>
                  <a:lnTo>
                    <a:pt x="1222231" y="154236"/>
                  </a:lnTo>
                  <a:lnTo>
                    <a:pt x="1294127" y="163309"/>
                  </a:lnTo>
                  <a:lnTo>
                    <a:pt x="1366023" y="172382"/>
                  </a:lnTo>
                  <a:lnTo>
                    <a:pt x="1437919" y="181454"/>
                  </a:lnTo>
                  <a:lnTo>
                    <a:pt x="1509815" y="190527"/>
                  </a:lnTo>
                  <a:lnTo>
                    <a:pt x="1581711" y="199600"/>
                  </a:lnTo>
                  <a:lnTo>
                    <a:pt x="1653607" y="208673"/>
                  </a:lnTo>
                  <a:lnTo>
                    <a:pt x="1725503" y="217745"/>
                  </a:lnTo>
                  <a:lnTo>
                    <a:pt x="1797399" y="226818"/>
                  </a:lnTo>
                  <a:lnTo>
                    <a:pt x="1869295" y="235891"/>
                  </a:lnTo>
                  <a:lnTo>
                    <a:pt x="1941191" y="244963"/>
                  </a:lnTo>
                  <a:lnTo>
                    <a:pt x="2013087" y="254036"/>
                  </a:lnTo>
                  <a:lnTo>
                    <a:pt x="2084983" y="263109"/>
                  </a:lnTo>
                  <a:lnTo>
                    <a:pt x="2156879" y="272182"/>
                  </a:lnTo>
                  <a:lnTo>
                    <a:pt x="2228775" y="281254"/>
                  </a:lnTo>
                  <a:lnTo>
                    <a:pt x="2300671" y="290327"/>
                  </a:lnTo>
                  <a:lnTo>
                    <a:pt x="2372567" y="299400"/>
                  </a:lnTo>
                  <a:lnTo>
                    <a:pt x="2444463" y="308473"/>
                  </a:lnTo>
                  <a:lnTo>
                    <a:pt x="2516359" y="317545"/>
                  </a:lnTo>
                  <a:lnTo>
                    <a:pt x="2588255" y="326618"/>
                  </a:lnTo>
                  <a:lnTo>
                    <a:pt x="2660151" y="335691"/>
                  </a:lnTo>
                  <a:lnTo>
                    <a:pt x="2732047" y="344764"/>
                  </a:lnTo>
                  <a:lnTo>
                    <a:pt x="2803943" y="353836"/>
                  </a:lnTo>
                  <a:lnTo>
                    <a:pt x="2875839" y="362909"/>
                  </a:lnTo>
                  <a:lnTo>
                    <a:pt x="2947735" y="371982"/>
                  </a:lnTo>
                  <a:lnTo>
                    <a:pt x="3019631" y="381055"/>
                  </a:lnTo>
                  <a:lnTo>
                    <a:pt x="3091527" y="390127"/>
                  </a:lnTo>
                  <a:lnTo>
                    <a:pt x="3163423" y="399200"/>
                  </a:lnTo>
                  <a:lnTo>
                    <a:pt x="3235319" y="408273"/>
                  </a:lnTo>
                  <a:lnTo>
                    <a:pt x="3307215" y="417346"/>
                  </a:lnTo>
                  <a:lnTo>
                    <a:pt x="3379111" y="426418"/>
                  </a:lnTo>
                  <a:lnTo>
                    <a:pt x="3451007" y="435491"/>
                  </a:lnTo>
                  <a:lnTo>
                    <a:pt x="3522902" y="444564"/>
                  </a:lnTo>
                  <a:lnTo>
                    <a:pt x="3594798" y="453637"/>
                  </a:lnTo>
                  <a:lnTo>
                    <a:pt x="3666694" y="462709"/>
                  </a:lnTo>
                  <a:lnTo>
                    <a:pt x="3738590" y="471782"/>
                  </a:lnTo>
                  <a:lnTo>
                    <a:pt x="3810486" y="480855"/>
                  </a:lnTo>
                  <a:lnTo>
                    <a:pt x="3882382" y="489927"/>
                  </a:lnTo>
                  <a:lnTo>
                    <a:pt x="3954278" y="499000"/>
                  </a:lnTo>
                  <a:lnTo>
                    <a:pt x="4026174" y="508073"/>
                  </a:lnTo>
                  <a:lnTo>
                    <a:pt x="4098070" y="517146"/>
                  </a:lnTo>
                  <a:lnTo>
                    <a:pt x="4169966" y="526218"/>
                  </a:lnTo>
                  <a:lnTo>
                    <a:pt x="4241862" y="535291"/>
                  </a:lnTo>
                  <a:lnTo>
                    <a:pt x="4313758" y="544364"/>
                  </a:lnTo>
                  <a:lnTo>
                    <a:pt x="4385654" y="553437"/>
                  </a:lnTo>
                  <a:lnTo>
                    <a:pt x="4457550" y="562509"/>
                  </a:lnTo>
                  <a:lnTo>
                    <a:pt x="4529446" y="571582"/>
                  </a:lnTo>
                  <a:lnTo>
                    <a:pt x="4601342" y="580655"/>
                  </a:lnTo>
                  <a:lnTo>
                    <a:pt x="4673238" y="589728"/>
                  </a:lnTo>
                  <a:lnTo>
                    <a:pt x="4745134" y="598800"/>
                  </a:lnTo>
                  <a:lnTo>
                    <a:pt x="4817030" y="607873"/>
                  </a:lnTo>
                  <a:lnTo>
                    <a:pt x="4888926" y="616946"/>
                  </a:lnTo>
                  <a:lnTo>
                    <a:pt x="4960822" y="626019"/>
                  </a:lnTo>
                  <a:lnTo>
                    <a:pt x="5032718" y="635091"/>
                  </a:lnTo>
                  <a:lnTo>
                    <a:pt x="5104614" y="644164"/>
                  </a:lnTo>
                  <a:lnTo>
                    <a:pt x="5176510" y="653237"/>
                  </a:lnTo>
                  <a:lnTo>
                    <a:pt x="5248406" y="662310"/>
                  </a:lnTo>
                  <a:lnTo>
                    <a:pt x="5320302" y="671382"/>
                  </a:lnTo>
                  <a:lnTo>
                    <a:pt x="5392198" y="680455"/>
                  </a:lnTo>
                  <a:lnTo>
                    <a:pt x="5464094" y="689528"/>
                  </a:lnTo>
                  <a:lnTo>
                    <a:pt x="5535990" y="698601"/>
                  </a:lnTo>
                  <a:lnTo>
                    <a:pt x="5607886" y="707673"/>
                  </a:lnTo>
                  <a:lnTo>
                    <a:pt x="5679782" y="716746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804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302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6003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673172" y="34139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673172" y="2799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673172" y="283750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948362" y="25346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948362" y="22948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948362" y="25865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491569" y="2047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491569" y="24159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491569" y="233491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17892" y="30000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717892" y="311468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717892" y="25446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243612" y="30832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243612" y="38282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243612" y="328765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561130" y="38495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561130" y="38704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61130" y="39161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4113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2217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8299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412383"/>
              <a:ext cx="5679782" cy="1724713"/>
            </a:xfrm>
            <a:custGeom>
              <a:avLst/>
              <a:pathLst>
                <a:path w="5679782" h="1724713">
                  <a:moveTo>
                    <a:pt x="0" y="0"/>
                  </a:moveTo>
                  <a:lnTo>
                    <a:pt x="71895" y="17434"/>
                  </a:lnTo>
                  <a:lnTo>
                    <a:pt x="143791" y="34758"/>
                  </a:lnTo>
                  <a:lnTo>
                    <a:pt x="215687" y="51966"/>
                  </a:lnTo>
                  <a:lnTo>
                    <a:pt x="287583" y="69051"/>
                  </a:lnTo>
                  <a:lnTo>
                    <a:pt x="359479" y="86005"/>
                  </a:lnTo>
                  <a:lnTo>
                    <a:pt x="431375" y="102821"/>
                  </a:lnTo>
                  <a:lnTo>
                    <a:pt x="503271" y="119491"/>
                  </a:lnTo>
                  <a:lnTo>
                    <a:pt x="575167" y="136006"/>
                  </a:lnTo>
                  <a:lnTo>
                    <a:pt x="647063" y="152357"/>
                  </a:lnTo>
                  <a:lnTo>
                    <a:pt x="718959" y="168535"/>
                  </a:lnTo>
                  <a:lnTo>
                    <a:pt x="790855" y="184531"/>
                  </a:lnTo>
                  <a:lnTo>
                    <a:pt x="862751" y="200334"/>
                  </a:lnTo>
                  <a:lnTo>
                    <a:pt x="934647" y="215933"/>
                  </a:lnTo>
                  <a:lnTo>
                    <a:pt x="1006543" y="231318"/>
                  </a:lnTo>
                  <a:lnTo>
                    <a:pt x="1078439" y="246478"/>
                  </a:lnTo>
                  <a:lnTo>
                    <a:pt x="1150335" y="261401"/>
                  </a:lnTo>
                  <a:lnTo>
                    <a:pt x="1222231" y="276075"/>
                  </a:lnTo>
                  <a:lnTo>
                    <a:pt x="1294127" y="290489"/>
                  </a:lnTo>
                  <a:lnTo>
                    <a:pt x="1366023" y="304632"/>
                  </a:lnTo>
                  <a:lnTo>
                    <a:pt x="1437919" y="318491"/>
                  </a:lnTo>
                  <a:lnTo>
                    <a:pt x="1509815" y="332057"/>
                  </a:lnTo>
                  <a:lnTo>
                    <a:pt x="1581711" y="345318"/>
                  </a:lnTo>
                  <a:lnTo>
                    <a:pt x="1653607" y="358264"/>
                  </a:lnTo>
                  <a:lnTo>
                    <a:pt x="1725503" y="370885"/>
                  </a:lnTo>
                  <a:lnTo>
                    <a:pt x="1797399" y="383175"/>
                  </a:lnTo>
                  <a:lnTo>
                    <a:pt x="1869295" y="395124"/>
                  </a:lnTo>
                  <a:lnTo>
                    <a:pt x="1941191" y="406728"/>
                  </a:lnTo>
                  <a:lnTo>
                    <a:pt x="2013087" y="417981"/>
                  </a:lnTo>
                  <a:lnTo>
                    <a:pt x="2084983" y="428879"/>
                  </a:lnTo>
                  <a:lnTo>
                    <a:pt x="2156879" y="439422"/>
                  </a:lnTo>
                  <a:lnTo>
                    <a:pt x="2228775" y="449607"/>
                  </a:lnTo>
                  <a:lnTo>
                    <a:pt x="2300671" y="459438"/>
                  </a:lnTo>
                  <a:lnTo>
                    <a:pt x="2372567" y="468915"/>
                  </a:lnTo>
                  <a:lnTo>
                    <a:pt x="2444463" y="478043"/>
                  </a:lnTo>
                  <a:lnTo>
                    <a:pt x="2516359" y="486828"/>
                  </a:lnTo>
                  <a:lnTo>
                    <a:pt x="2588255" y="495277"/>
                  </a:lnTo>
                  <a:lnTo>
                    <a:pt x="2660151" y="503396"/>
                  </a:lnTo>
                  <a:lnTo>
                    <a:pt x="2732047" y="511196"/>
                  </a:lnTo>
                  <a:lnTo>
                    <a:pt x="2803943" y="518685"/>
                  </a:lnTo>
                  <a:lnTo>
                    <a:pt x="2875839" y="525874"/>
                  </a:lnTo>
                  <a:lnTo>
                    <a:pt x="2947735" y="532774"/>
                  </a:lnTo>
                  <a:lnTo>
                    <a:pt x="3019631" y="539396"/>
                  </a:lnTo>
                  <a:lnTo>
                    <a:pt x="3091527" y="545751"/>
                  </a:lnTo>
                  <a:lnTo>
                    <a:pt x="3163423" y="551852"/>
                  </a:lnTo>
                  <a:lnTo>
                    <a:pt x="3235319" y="557709"/>
                  </a:lnTo>
                  <a:lnTo>
                    <a:pt x="3307215" y="563335"/>
                  </a:lnTo>
                  <a:lnTo>
                    <a:pt x="3379111" y="568740"/>
                  </a:lnTo>
                  <a:lnTo>
                    <a:pt x="3451007" y="573936"/>
                  </a:lnTo>
                  <a:lnTo>
                    <a:pt x="3522902" y="578933"/>
                  </a:lnTo>
                  <a:lnTo>
                    <a:pt x="3594798" y="583741"/>
                  </a:lnTo>
                  <a:lnTo>
                    <a:pt x="3666694" y="588372"/>
                  </a:lnTo>
                  <a:lnTo>
                    <a:pt x="3738590" y="592834"/>
                  </a:lnTo>
                  <a:lnTo>
                    <a:pt x="3810486" y="597136"/>
                  </a:lnTo>
                  <a:lnTo>
                    <a:pt x="3882382" y="601287"/>
                  </a:lnTo>
                  <a:lnTo>
                    <a:pt x="3954278" y="605296"/>
                  </a:lnTo>
                  <a:lnTo>
                    <a:pt x="4026174" y="609170"/>
                  </a:lnTo>
                  <a:lnTo>
                    <a:pt x="4098070" y="612916"/>
                  </a:lnTo>
                  <a:lnTo>
                    <a:pt x="4169966" y="616543"/>
                  </a:lnTo>
                  <a:lnTo>
                    <a:pt x="4241862" y="620056"/>
                  </a:lnTo>
                  <a:lnTo>
                    <a:pt x="4313758" y="623461"/>
                  </a:lnTo>
                  <a:lnTo>
                    <a:pt x="4385654" y="626766"/>
                  </a:lnTo>
                  <a:lnTo>
                    <a:pt x="4457550" y="629974"/>
                  </a:lnTo>
                  <a:lnTo>
                    <a:pt x="4529446" y="633092"/>
                  </a:lnTo>
                  <a:lnTo>
                    <a:pt x="4601342" y="636124"/>
                  </a:lnTo>
                  <a:lnTo>
                    <a:pt x="4673238" y="639075"/>
                  </a:lnTo>
                  <a:lnTo>
                    <a:pt x="4745134" y="641948"/>
                  </a:lnTo>
                  <a:lnTo>
                    <a:pt x="4817030" y="644750"/>
                  </a:lnTo>
                  <a:lnTo>
                    <a:pt x="4888926" y="647482"/>
                  </a:lnTo>
                  <a:lnTo>
                    <a:pt x="4960822" y="650149"/>
                  </a:lnTo>
                  <a:lnTo>
                    <a:pt x="5032718" y="652754"/>
                  </a:lnTo>
                  <a:lnTo>
                    <a:pt x="5104614" y="655300"/>
                  </a:lnTo>
                  <a:lnTo>
                    <a:pt x="5176510" y="657790"/>
                  </a:lnTo>
                  <a:lnTo>
                    <a:pt x="5248406" y="660227"/>
                  </a:lnTo>
                  <a:lnTo>
                    <a:pt x="5320302" y="662614"/>
                  </a:lnTo>
                  <a:lnTo>
                    <a:pt x="5392198" y="664953"/>
                  </a:lnTo>
                  <a:lnTo>
                    <a:pt x="5464094" y="667246"/>
                  </a:lnTo>
                  <a:lnTo>
                    <a:pt x="5535990" y="669496"/>
                  </a:lnTo>
                  <a:lnTo>
                    <a:pt x="5607886" y="671704"/>
                  </a:lnTo>
                  <a:lnTo>
                    <a:pt x="5679782" y="673873"/>
                  </a:lnTo>
                  <a:lnTo>
                    <a:pt x="5679782" y="1724713"/>
                  </a:lnTo>
                  <a:lnTo>
                    <a:pt x="5607886" y="1705995"/>
                  </a:lnTo>
                  <a:lnTo>
                    <a:pt x="5535990" y="1687316"/>
                  </a:lnTo>
                  <a:lnTo>
                    <a:pt x="5464094" y="1668678"/>
                  </a:lnTo>
                  <a:lnTo>
                    <a:pt x="5392198" y="1650084"/>
                  </a:lnTo>
                  <a:lnTo>
                    <a:pt x="5320302" y="1631536"/>
                  </a:lnTo>
                  <a:lnTo>
                    <a:pt x="5248406" y="1613035"/>
                  </a:lnTo>
                  <a:lnTo>
                    <a:pt x="5176510" y="1594585"/>
                  </a:lnTo>
                  <a:lnTo>
                    <a:pt x="5104614" y="1576188"/>
                  </a:lnTo>
                  <a:lnTo>
                    <a:pt x="5032718" y="1557847"/>
                  </a:lnTo>
                  <a:lnTo>
                    <a:pt x="4960822" y="1539564"/>
                  </a:lnTo>
                  <a:lnTo>
                    <a:pt x="4888926" y="1521344"/>
                  </a:lnTo>
                  <a:lnTo>
                    <a:pt x="4817030" y="1503189"/>
                  </a:lnTo>
                  <a:lnTo>
                    <a:pt x="4745134" y="1485103"/>
                  </a:lnTo>
                  <a:lnTo>
                    <a:pt x="4673238" y="1467090"/>
                  </a:lnTo>
                  <a:lnTo>
                    <a:pt x="4601342" y="1449153"/>
                  </a:lnTo>
                  <a:lnTo>
                    <a:pt x="4529446" y="1431298"/>
                  </a:lnTo>
                  <a:lnTo>
                    <a:pt x="4457550" y="1413528"/>
                  </a:lnTo>
                  <a:lnTo>
                    <a:pt x="4385654" y="1395849"/>
                  </a:lnTo>
                  <a:lnTo>
                    <a:pt x="4313758" y="1378266"/>
                  </a:lnTo>
                  <a:lnTo>
                    <a:pt x="4241862" y="1360784"/>
                  </a:lnTo>
                  <a:lnTo>
                    <a:pt x="4169966" y="1343410"/>
                  </a:lnTo>
                  <a:lnTo>
                    <a:pt x="4098070" y="1326149"/>
                  </a:lnTo>
                  <a:lnTo>
                    <a:pt x="4026174" y="1309009"/>
                  </a:lnTo>
                  <a:lnTo>
                    <a:pt x="3954278" y="1291995"/>
                  </a:lnTo>
                  <a:lnTo>
                    <a:pt x="3882382" y="1275117"/>
                  </a:lnTo>
                  <a:lnTo>
                    <a:pt x="3810486" y="1258381"/>
                  </a:lnTo>
                  <a:lnTo>
                    <a:pt x="3738590" y="1241796"/>
                  </a:lnTo>
                  <a:lnTo>
                    <a:pt x="3666694" y="1225370"/>
                  </a:lnTo>
                  <a:lnTo>
                    <a:pt x="3594798" y="1209113"/>
                  </a:lnTo>
                  <a:lnTo>
                    <a:pt x="3522902" y="1193034"/>
                  </a:lnTo>
                  <a:lnTo>
                    <a:pt x="3451007" y="1177144"/>
                  </a:lnTo>
                  <a:lnTo>
                    <a:pt x="3379111" y="1161453"/>
                  </a:lnTo>
                  <a:lnTo>
                    <a:pt x="3307215" y="1145970"/>
                  </a:lnTo>
                  <a:lnTo>
                    <a:pt x="3235319" y="1130709"/>
                  </a:lnTo>
                  <a:lnTo>
                    <a:pt x="3163423" y="1115679"/>
                  </a:lnTo>
                  <a:lnTo>
                    <a:pt x="3091527" y="1100892"/>
                  </a:lnTo>
                  <a:lnTo>
                    <a:pt x="3019631" y="1086360"/>
                  </a:lnTo>
                  <a:lnTo>
                    <a:pt x="2947735" y="1072095"/>
                  </a:lnTo>
                  <a:lnTo>
                    <a:pt x="2875839" y="1058108"/>
                  </a:lnTo>
                  <a:lnTo>
                    <a:pt x="2803943" y="1044409"/>
                  </a:lnTo>
                  <a:lnTo>
                    <a:pt x="2732047" y="1031011"/>
                  </a:lnTo>
                  <a:lnTo>
                    <a:pt x="2660151" y="1017923"/>
                  </a:lnTo>
                  <a:lnTo>
                    <a:pt x="2588255" y="1005155"/>
                  </a:lnTo>
                  <a:lnTo>
                    <a:pt x="2516359" y="992717"/>
                  </a:lnTo>
                  <a:lnTo>
                    <a:pt x="2444463" y="980614"/>
                  </a:lnTo>
                  <a:lnTo>
                    <a:pt x="2372567" y="968855"/>
                  </a:lnTo>
                  <a:lnTo>
                    <a:pt x="2300671" y="957445"/>
                  </a:lnTo>
                  <a:lnTo>
                    <a:pt x="2228775" y="946388"/>
                  </a:lnTo>
                  <a:lnTo>
                    <a:pt x="2156879" y="935687"/>
                  </a:lnTo>
                  <a:lnTo>
                    <a:pt x="2084983" y="925342"/>
                  </a:lnTo>
                  <a:lnTo>
                    <a:pt x="2013087" y="915353"/>
                  </a:lnTo>
                  <a:lnTo>
                    <a:pt x="1941191" y="905718"/>
                  </a:lnTo>
                  <a:lnTo>
                    <a:pt x="1869295" y="896435"/>
                  </a:lnTo>
                  <a:lnTo>
                    <a:pt x="1797399" y="887497"/>
                  </a:lnTo>
                  <a:lnTo>
                    <a:pt x="1725503" y="878899"/>
                  </a:lnTo>
                  <a:lnTo>
                    <a:pt x="1653607" y="870634"/>
                  </a:lnTo>
                  <a:lnTo>
                    <a:pt x="1581711" y="862692"/>
                  </a:lnTo>
                  <a:lnTo>
                    <a:pt x="1509815" y="855066"/>
                  </a:lnTo>
                  <a:lnTo>
                    <a:pt x="1437919" y="847744"/>
                  </a:lnTo>
                  <a:lnTo>
                    <a:pt x="1366023" y="840716"/>
                  </a:lnTo>
                  <a:lnTo>
                    <a:pt x="1294127" y="833972"/>
                  </a:lnTo>
                  <a:lnTo>
                    <a:pt x="1222231" y="827499"/>
                  </a:lnTo>
                  <a:lnTo>
                    <a:pt x="1150335" y="821285"/>
                  </a:lnTo>
                  <a:lnTo>
                    <a:pt x="1078439" y="815321"/>
                  </a:lnTo>
                  <a:lnTo>
                    <a:pt x="1006543" y="809593"/>
                  </a:lnTo>
                  <a:lnTo>
                    <a:pt x="934647" y="804091"/>
                  </a:lnTo>
                  <a:lnTo>
                    <a:pt x="862751" y="798803"/>
                  </a:lnTo>
                  <a:lnTo>
                    <a:pt x="790855" y="793719"/>
                  </a:lnTo>
                  <a:lnTo>
                    <a:pt x="718959" y="788827"/>
                  </a:lnTo>
                  <a:lnTo>
                    <a:pt x="647063" y="784118"/>
                  </a:lnTo>
                  <a:lnTo>
                    <a:pt x="575167" y="779582"/>
                  </a:lnTo>
                  <a:lnTo>
                    <a:pt x="503271" y="775210"/>
                  </a:lnTo>
                  <a:lnTo>
                    <a:pt x="431375" y="770992"/>
                  </a:lnTo>
                  <a:lnTo>
                    <a:pt x="359479" y="766921"/>
                  </a:lnTo>
                  <a:lnTo>
                    <a:pt x="287583" y="762988"/>
                  </a:lnTo>
                  <a:lnTo>
                    <a:pt x="215687" y="759185"/>
                  </a:lnTo>
                  <a:lnTo>
                    <a:pt x="143791" y="755506"/>
                  </a:lnTo>
                  <a:lnTo>
                    <a:pt x="71895" y="751943"/>
                  </a:lnTo>
                  <a:lnTo>
                    <a:pt x="0" y="748490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412383"/>
              <a:ext cx="5679782" cy="673873"/>
            </a:xfrm>
            <a:custGeom>
              <a:avLst/>
              <a:pathLst>
                <a:path w="5679782" h="673873">
                  <a:moveTo>
                    <a:pt x="0" y="0"/>
                  </a:moveTo>
                  <a:lnTo>
                    <a:pt x="71895" y="17434"/>
                  </a:lnTo>
                  <a:lnTo>
                    <a:pt x="143791" y="34758"/>
                  </a:lnTo>
                  <a:lnTo>
                    <a:pt x="215687" y="51966"/>
                  </a:lnTo>
                  <a:lnTo>
                    <a:pt x="287583" y="69051"/>
                  </a:lnTo>
                  <a:lnTo>
                    <a:pt x="359479" y="86005"/>
                  </a:lnTo>
                  <a:lnTo>
                    <a:pt x="431375" y="102821"/>
                  </a:lnTo>
                  <a:lnTo>
                    <a:pt x="503271" y="119491"/>
                  </a:lnTo>
                  <a:lnTo>
                    <a:pt x="575167" y="136006"/>
                  </a:lnTo>
                  <a:lnTo>
                    <a:pt x="647063" y="152357"/>
                  </a:lnTo>
                  <a:lnTo>
                    <a:pt x="718959" y="168535"/>
                  </a:lnTo>
                  <a:lnTo>
                    <a:pt x="790855" y="184531"/>
                  </a:lnTo>
                  <a:lnTo>
                    <a:pt x="862751" y="200334"/>
                  </a:lnTo>
                  <a:lnTo>
                    <a:pt x="934647" y="215933"/>
                  </a:lnTo>
                  <a:lnTo>
                    <a:pt x="1006543" y="231318"/>
                  </a:lnTo>
                  <a:lnTo>
                    <a:pt x="1078439" y="246478"/>
                  </a:lnTo>
                  <a:lnTo>
                    <a:pt x="1150335" y="261401"/>
                  </a:lnTo>
                  <a:lnTo>
                    <a:pt x="1222231" y="276075"/>
                  </a:lnTo>
                  <a:lnTo>
                    <a:pt x="1294127" y="290489"/>
                  </a:lnTo>
                  <a:lnTo>
                    <a:pt x="1366023" y="304632"/>
                  </a:lnTo>
                  <a:lnTo>
                    <a:pt x="1437919" y="318491"/>
                  </a:lnTo>
                  <a:lnTo>
                    <a:pt x="1509815" y="332057"/>
                  </a:lnTo>
                  <a:lnTo>
                    <a:pt x="1581711" y="345318"/>
                  </a:lnTo>
                  <a:lnTo>
                    <a:pt x="1653607" y="358264"/>
                  </a:lnTo>
                  <a:lnTo>
                    <a:pt x="1725503" y="370885"/>
                  </a:lnTo>
                  <a:lnTo>
                    <a:pt x="1797399" y="383175"/>
                  </a:lnTo>
                  <a:lnTo>
                    <a:pt x="1869295" y="395124"/>
                  </a:lnTo>
                  <a:lnTo>
                    <a:pt x="1941191" y="406728"/>
                  </a:lnTo>
                  <a:lnTo>
                    <a:pt x="2013087" y="417981"/>
                  </a:lnTo>
                  <a:lnTo>
                    <a:pt x="2084983" y="428879"/>
                  </a:lnTo>
                  <a:lnTo>
                    <a:pt x="2156879" y="439422"/>
                  </a:lnTo>
                  <a:lnTo>
                    <a:pt x="2228775" y="449607"/>
                  </a:lnTo>
                  <a:lnTo>
                    <a:pt x="2300671" y="459438"/>
                  </a:lnTo>
                  <a:lnTo>
                    <a:pt x="2372567" y="468915"/>
                  </a:lnTo>
                  <a:lnTo>
                    <a:pt x="2444463" y="478043"/>
                  </a:lnTo>
                  <a:lnTo>
                    <a:pt x="2516359" y="486828"/>
                  </a:lnTo>
                  <a:lnTo>
                    <a:pt x="2588255" y="495277"/>
                  </a:lnTo>
                  <a:lnTo>
                    <a:pt x="2660151" y="503396"/>
                  </a:lnTo>
                  <a:lnTo>
                    <a:pt x="2732047" y="511196"/>
                  </a:lnTo>
                  <a:lnTo>
                    <a:pt x="2803943" y="518685"/>
                  </a:lnTo>
                  <a:lnTo>
                    <a:pt x="2875839" y="525874"/>
                  </a:lnTo>
                  <a:lnTo>
                    <a:pt x="2947735" y="532774"/>
                  </a:lnTo>
                  <a:lnTo>
                    <a:pt x="3019631" y="539396"/>
                  </a:lnTo>
                  <a:lnTo>
                    <a:pt x="3091527" y="545751"/>
                  </a:lnTo>
                  <a:lnTo>
                    <a:pt x="3163423" y="551852"/>
                  </a:lnTo>
                  <a:lnTo>
                    <a:pt x="3235319" y="557709"/>
                  </a:lnTo>
                  <a:lnTo>
                    <a:pt x="3307215" y="563335"/>
                  </a:lnTo>
                  <a:lnTo>
                    <a:pt x="3379111" y="568740"/>
                  </a:lnTo>
                  <a:lnTo>
                    <a:pt x="3451007" y="573936"/>
                  </a:lnTo>
                  <a:lnTo>
                    <a:pt x="3522902" y="578933"/>
                  </a:lnTo>
                  <a:lnTo>
                    <a:pt x="3594798" y="583741"/>
                  </a:lnTo>
                  <a:lnTo>
                    <a:pt x="3666694" y="588372"/>
                  </a:lnTo>
                  <a:lnTo>
                    <a:pt x="3738590" y="592834"/>
                  </a:lnTo>
                  <a:lnTo>
                    <a:pt x="3810486" y="597136"/>
                  </a:lnTo>
                  <a:lnTo>
                    <a:pt x="3882382" y="601287"/>
                  </a:lnTo>
                  <a:lnTo>
                    <a:pt x="3954278" y="605296"/>
                  </a:lnTo>
                  <a:lnTo>
                    <a:pt x="4026174" y="609170"/>
                  </a:lnTo>
                  <a:lnTo>
                    <a:pt x="4098070" y="612916"/>
                  </a:lnTo>
                  <a:lnTo>
                    <a:pt x="4169966" y="616543"/>
                  </a:lnTo>
                  <a:lnTo>
                    <a:pt x="4241862" y="620056"/>
                  </a:lnTo>
                  <a:lnTo>
                    <a:pt x="4313758" y="623461"/>
                  </a:lnTo>
                  <a:lnTo>
                    <a:pt x="4385654" y="626766"/>
                  </a:lnTo>
                  <a:lnTo>
                    <a:pt x="4457550" y="629974"/>
                  </a:lnTo>
                  <a:lnTo>
                    <a:pt x="4529446" y="633092"/>
                  </a:lnTo>
                  <a:lnTo>
                    <a:pt x="4601342" y="636124"/>
                  </a:lnTo>
                  <a:lnTo>
                    <a:pt x="4673238" y="639075"/>
                  </a:lnTo>
                  <a:lnTo>
                    <a:pt x="4745134" y="641948"/>
                  </a:lnTo>
                  <a:lnTo>
                    <a:pt x="4817030" y="644750"/>
                  </a:lnTo>
                  <a:lnTo>
                    <a:pt x="4888926" y="647482"/>
                  </a:lnTo>
                  <a:lnTo>
                    <a:pt x="4960822" y="650149"/>
                  </a:lnTo>
                  <a:lnTo>
                    <a:pt x="5032718" y="652754"/>
                  </a:lnTo>
                  <a:lnTo>
                    <a:pt x="5104614" y="655300"/>
                  </a:lnTo>
                  <a:lnTo>
                    <a:pt x="5176510" y="657790"/>
                  </a:lnTo>
                  <a:lnTo>
                    <a:pt x="5248406" y="660227"/>
                  </a:lnTo>
                  <a:lnTo>
                    <a:pt x="5320302" y="662614"/>
                  </a:lnTo>
                  <a:lnTo>
                    <a:pt x="5392198" y="664953"/>
                  </a:lnTo>
                  <a:lnTo>
                    <a:pt x="5464094" y="667246"/>
                  </a:lnTo>
                  <a:lnTo>
                    <a:pt x="5535990" y="669496"/>
                  </a:lnTo>
                  <a:lnTo>
                    <a:pt x="5607886" y="671704"/>
                  </a:lnTo>
                  <a:lnTo>
                    <a:pt x="5679782" y="673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160874"/>
              <a:ext cx="5679782" cy="976223"/>
            </a:xfrm>
            <a:custGeom>
              <a:avLst/>
              <a:pathLst>
                <a:path w="5679782" h="976223">
                  <a:moveTo>
                    <a:pt x="5679782" y="976223"/>
                  </a:moveTo>
                  <a:lnTo>
                    <a:pt x="5607886" y="957504"/>
                  </a:lnTo>
                  <a:lnTo>
                    <a:pt x="5535990" y="938826"/>
                  </a:lnTo>
                  <a:lnTo>
                    <a:pt x="5464094" y="920188"/>
                  </a:lnTo>
                  <a:lnTo>
                    <a:pt x="5392198" y="901594"/>
                  </a:lnTo>
                  <a:lnTo>
                    <a:pt x="5320302" y="883045"/>
                  </a:lnTo>
                  <a:lnTo>
                    <a:pt x="5248406" y="864545"/>
                  </a:lnTo>
                  <a:lnTo>
                    <a:pt x="5176510" y="846095"/>
                  </a:lnTo>
                  <a:lnTo>
                    <a:pt x="5104614" y="827698"/>
                  </a:lnTo>
                  <a:lnTo>
                    <a:pt x="5032718" y="809356"/>
                  </a:lnTo>
                  <a:lnTo>
                    <a:pt x="4960822" y="791074"/>
                  </a:lnTo>
                  <a:lnTo>
                    <a:pt x="4888926" y="772854"/>
                  </a:lnTo>
                  <a:lnTo>
                    <a:pt x="4817030" y="754699"/>
                  </a:lnTo>
                  <a:lnTo>
                    <a:pt x="4745134" y="736612"/>
                  </a:lnTo>
                  <a:lnTo>
                    <a:pt x="4673238" y="718599"/>
                  </a:lnTo>
                  <a:lnTo>
                    <a:pt x="4601342" y="700663"/>
                  </a:lnTo>
                  <a:lnTo>
                    <a:pt x="4529446" y="682807"/>
                  </a:lnTo>
                  <a:lnTo>
                    <a:pt x="4457550" y="665038"/>
                  </a:lnTo>
                  <a:lnTo>
                    <a:pt x="4385654" y="647359"/>
                  </a:lnTo>
                  <a:lnTo>
                    <a:pt x="4313758" y="629776"/>
                  </a:lnTo>
                  <a:lnTo>
                    <a:pt x="4241862" y="612294"/>
                  </a:lnTo>
                  <a:lnTo>
                    <a:pt x="4169966" y="594920"/>
                  </a:lnTo>
                  <a:lnTo>
                    <a:pt x="4098070" y="577659"/>
                  </a:lnTo>
                  <a:lnTo>
                    <a:pt x="4026174" y="560518"/>
                  </a:lnTo>
                  <a:lnTo>
                    <a:pt x="3954278" y="543505"/>
                  </a:lnTo>
                  <a:lnTo>
                    <a:pt x="3882382" y="526626"/>
                  </a:lnTo>
                  <a:lnTo>
                    <a:pt x="3810486" y="509890"/>
                  </a:lnTo>
                  <a:lnTo>
                    <a:pt x="3738590" y="493305"/>
                  </a:lnTo>
                  <a:lnTo>
                    <a:pt x="3666694" y="476880"/>
                  </a:lnTo>
                  <a:lnTo>
                    <a:pt x="3594798" y="460623"/>
                  </a:lnTo>
                  <a:lnTo>
                    <a:pt x="3522902" y="444544"/>
                  </a:lnTo>
                  <a:lnTo>
                    <a:pt x="3451007" y="428654"/>
                  </a:lnTo>
                  <a:lnTo>
                    <a:pt x="3379111" y="412962"/>
                  </a:lnTo>
                  <a:lnTo>
                    <a:pt x="3307215" y="397480"/>
                  </a:lnTo>
                  <a:lnTo>
                    <a:pt x="3235319" y="382218"/>
                  </a:lnTo>
                  <a:lnTo>
                    <a:pt x="3163423" y="367188"/>
                  </a:lnTo>
                  <a:lnTo>
                    <a:pt x="3091527" y="352402"/>
                  </a:lnTo>
                  <a:lnTo>
                    <a:pt x="3019631" y="337870"/>
                  </a:lnTo>
                  <a:lnTo>
                    <a:pt x="2947735" y="323605"/>
                  </a:lnTo>
                  <a:lnTo>
                    <a:pt x="2875839" y="309617"/>
                  </a:lnTo>
                  <a:lnTo>
                    <a:pt x="2803943" y="295919"/>
                  </a:lnTo>
                  <a:lnTo>
                    <a:pt x="2732047" y="282521"/>
                  </a:lnTo>
                  <a:lnTo>
                    <a:pt x="2660151" y="269433"/>
                  </a:lnTo>
                  <a:lnTo>
                    <a:pt x="2588255" y="256665"/>
                  </a:lnTo>
                  <a:lnTo>
                    <a:pt x="2516359" y="244226"/>
                  </a:lnTo>
                  <a:lnTo>
                    <a:pt x="2444463" y="232124"/>
                  </a:lnTo>
                  <a:lnTo>
                    <a:pt x="2372567" y="220365"/>
                  </a:lnTo>
                  <a:lnTo>
                    <a:pt x="2300671" y="208955"/>
                  </a:lnTo>
                  <a:lnTo>
                    <a:pt x="2228775" y="197898"/>
                  </a:lnTo>
                  <a:lnTo>
                    <a:pt x="2156879" y="187196"/>
                  </a:lnTo>
                  <a:lnTo>
                    <a:pt x="2084983" y="176851"/>
                  </a:lnTo>
                  <a:lnTo>
                    <a:pt x="2013087" y="166863"/>
                  </a:lnTo>
                  <a:lnTo>
                    <a:pt x="1941191" y="157228"/>
                  </a:lnTo>
                  <a:lnTo>
                    <a:pt x="1869295" y="147944"/>
                  </a:lnTo>
                  <a:lnTo>
                    <a:pt x="1797399" y="139007"/>
                  </a:lnTo>
                  <a:lnTo>
                    <a:pt x="1725503" y="130409"/>
                  </a:lnTo>
                  <a:lnTo>
                    <a:pt x="1653607" y="122143"/>
                  </a:lnTo>
                  <a:lnTo>
                    <a:pt x="1581711" y="114202"/>
                  </a:lnTo>
                  <a:lnTo>
                    <a:pt x="1509815" y="106576"/>
                  </a:lnTo>
                  <a:lnTo>
                    <a:pt x="1437919" y="99254"/>
                  </a:lnTo>
                  <a:lnTo>
                    <a:pt x="1366023" y="92226"/>
                  </a:lnTo>
                  <a:lnTo>
                    <a:pt x="1294127" y="85481"/>
                  </a:lnTo>
                  <a:lnTo>
                    <a:pt x="1222231" y="79008"/>
                  </a:lnTo>
                  <a:lnTo>
                    <a:pt x="1150335" y="72795"/>
                  </a:lnTo>
                  <a:lnTo>
                    <a:pt x="1078439" y="66830"/>
                  </a:lnTo>
                  <a:lnTo>
                    <a:pt x="1006543" y="61103"/>
                  </a:lnTo>
                  <a:lnTo>
                    <a:pt x="934647" y="55600"/>
                  </a:lnTo>
                  <a:lnTo>
                    <a:pt x="862751" y="50313"/>
                  </a:lnTo>
                  <a:lnTo>
                    <a:pt x="790855" y="45228"/>
                  </a:lnTo>
                  <a:lnTo>
                    <a:pt x="718959" y="40337"/>
                  </a:lnTo>
                  <a:lnTo>
                    <a:pt x="647063" y="35628"/>
                  </a:lnTo>
                  <a:lnTo>
                    <a:pt x="575167" y="31092"/>
                  </a:lnTo>
                  <a:lnTo>
                    <a:pt x="503271" y="26720"/>
                  </a:lnTo>
                  <a:lnTo>
                    <a:pt x="431375" y="22502"/>
                  </a:lnTo>
                  <a:lnTo>
                    <a:pt x="359479" y="18431"/>
                  </a:lnTo>
                  <a:lnTo>
                    <a:pt x="287583" y="14497"/>
                  </a:lnTo>
                  <a:lnTo>
                    <a:pt x="215687" y="10695"/>
                  </a:lnTo>
                  <a:lnTo>
                    <a:pt x="143791" y="7015"/>
                  </a:lnTo>
                  <a:lnTo>
                    <a:pt x="71895" y="34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786629"/>
              <a:ext cx="5679782" cy="825048"/>
            </a:xfrm>
            <a:custGeom>
              <a:avLst/>
              <a:pathLst>
                <a:path w="5679782" h="825048">
                  <a:moveTo>
                    <a:pt x="0" y="0"/>
                  </a:moveTo>
                  <a:lnTo>
                    <a:pt x="71895" y="10443"/>
                  </a:lnTo>
                  <a:lnTo>
                    <a:pt x="143791" y="20887"/>
                  </a:lnTo>
                  <a:lnTo>
                    <a:pt x="215687" y="31330"/>
                  </a:lnTo>
                  <a:lnTo>
                    <a:pt x="287583" y="41774"/>
                  </a:lnTo>
                  <a:lnTo>
                    <a:pt x="359479" y="52218"/>
                  </a:lnTo>
                  <a:lnTo>
                    <a:pt x="431375" y="62661"/>
                  </a:lnTo>
                  <a:lnTo>
                    <a:pt x="503271" y="73105"/>
                  </a:lnTo>
                  <a:lnTo>
                    <a:pt x="575167" y="83549"/>
                  </a:lnTo>
                  <a:lnTo>
                    <a:pt x="647063" y="93992"/>
                  </a:lnTo>
                  <a:lnTo>
                    <a:pt x="718959" y="104436"/>
                  </a:lnTo>
                  <a:lnTo>
                    <a:pt x="790855" y="114880"/>
                  </a:lnTo>
                  <a:lnTo>
                    <a:pt x="862751" y="125323"/>
                  </a:lnTo>
                  <a:lnTo>
                    <a:pt x="934647" y="135767"/>
                  </a:lnTo>
                  <a:lnTo>
                    <a:pt x="1006543" y="146211"/>
                  </a:lnTo>
                  <a:lnTo>
                    <a:pt x="1078439" y="156654"/>
                  </a:lnTo>
                  <a:lnTo>
                    <a:pt x="1150335" y="167098"/>
                  </a:lnTo>
                  <a:lnTo>
                    <a:pt x="1222231" y="177542"/>
                  </a:lnTo>
                  <a:lnTo>
                    <a:pt x="1294127" y="187985"/>
                  </a:lnTo>
                  <a:lnTo>
                    <a:pt x="1366023" y="198429"/>
                  </a:lnTo>
                  <a:lnTo>
                    <a:pt x="1437919" y="208873"/>
                  </a:lnTo>
                  <a:lnTo>
                    <a:pt x="1509815" y="219316"/>
                  </a:lnTo>
                  <a:lnTo>
                    <a:pt x="1581711" y="229760"/>
                  </a:lnTo>
                  <a:lnTo>
                    <a:pt x="1653607" y="240203"/>
                  </a:lnTo>
                  <a:lnTo>
                    <a:pt x="1725503" y="250647"/>
                  </a:lnTo>
                  <a:lnTo>
                    <a:pt x="1797399" y="261091"/>
                  </a:lnTo>
                  <a:lnTo>
                    <a:pt x="1869295" y="271534"/>
                  </a:lnTo>
                  <a:lnTo>
                    <a:pt x="1941191" y="281978"/>
                  </a:lnTo>
                  <a:lnTo>
                    <a:pt x="2013087" y="292422"/>
                  </a:lnTo>
                  <a:lnTo>
                    <a:pt x="2084983" y="302865"/>
                  </a:lnTo>
                  <a:lnTo>
                    <a:pt x="2156879" y="313309"/>
                  </a:lnTo>
                  <a:lnTo>
                    <a:pt x="2228775" y="323753"/>
                  </a:lnTo>
                  <a:lnTo>
                    <a:pt x="2300671" y="334196"/>
                  </a:lnTo>
                  <a:lnTo>
                    <a:pt x="2372567" y="344640"/>
                  </a:lnTo>
                  <a:lnTo>
                    <a:pt x="2444463" y="355084"/>
                  </a:lnTo>
                  <a:lnTo>
                    <a:pt x="2516359" y="365527"/>
                  </a:lnTo>
                  <a:lnTo>
                    <a:pt x="2588255" y="375971"/>
                  </a:lnTo>
                  <a:lnTo>
                    <a:pt x="2660151" y="386415"/>
                  </a:lnTo>
                  <a:lnTo>
                    <a:pt x="2732047" y="396858"/>
                  </a:lnTo>
                  <a:lnTo>
                    <a:pt x="2803943" y="407302"/>
                  </a:lnTo>
                  <a:lnTo>
                    <a:pt x="2875839" y="417746"/>
                  </a:lnTo>
                  <a:lnTo>
                    <a:pt x="2947735" y="428189"/>
                  </a:lnTo>
                  <a:lnTo>
                    <a:pt x="3019631" y="438633"/>
                  </a:lnTo>
                  <a:lnTo>
                    <a:pt x="3091527" y="449076"/>
                  </a:lnTo>
                  <a:lnTo>
                    <a:pt x="3163423" y="459520"/>
                  </a:lnTo>
                  <a:lnTo>
                    <a:pt x="3235319" y="469964"/>
                  </a:lnTo>
                  <a:lnTo>
                    <a:pt x="3307215" y="480407"/>
                  </a:lnTo>
                  <a:lnTo>
                    <a:pt x="3379111" y="490851"/>
                  </a:lnTo>
                  <a:lnTo>
                    <a:pt x="3451007" y="501295"/>
                  </a:lnTo>
                  <a:lnTo>
                    <a:pt x="3522902" y="511738"/>
                  </a:lnTo>
                  <a:lnTo>
                    <a:pt x="3594798" y="522182"/>
                  </a:lnTo>
                  <a:lnTo>
                    <a:pt x="3666694" y="532626"/>
                  </a:lnTo>
                  <a:lnTo>
                    <a:pt x="3738590" y="543069"/>
                  </a:lnTo>
                  <a:lnTo>
                    <a:pt x="3810486" y="553513"/>
                  </a:lnTo>
                  <a:lnTo>
                    <a:pt x="3882382" y="563957"/>
                  </a:lnTo>
                  <a:lnTo>
                    <a:pt x="3954278" y="574400"/>
                  </a:lnTo>
                  <a:lnTo>
                    <a:pt x="4026174" y="584844"/>
                  </a:lnTo>
                  <a:lnTo>
                    <a:pt x="4098070" y="595288"/>
                  </a:lnTo>
                  <a:lnTo>
                    <a:pt x="4169966" y="605731"/>
                  </a:lnTo>
                  <a:lnTo>
                    <a:pt x="4241862" y="616175"/>
                  </a:lnTo>
                  <a:lnTo>
                    <a:pt x="4313758" y="626619"/>
                  </a:lnTo>
                  <a:lnTo>
                    <a:pt x="4385654" y="637062"/>
                  </a:lnTo>
                  <a:lnTo>
                    <a:pt x="4457550" y="647506"/>
                  </a:lnTo>
                  <a:lnTo>
                    <a:pt x="4529446" y="657950"/>
                  </a:lnTo>
                  <a:lnTo>
                    <a:pt x="4601342" y="668393"/>
                  </a:lnTo>
                  <a:lnTo>
                    <a:pt x="4673238" y="678837"/>
                  </a:lnTo>
                  <a:lnTo>
                    <a:pt x="4745134" y="689280"/>
                  </a:lnTo>
                  <a:lnTo>
                    <a:pt x="4817030" y="699724"/>
                  </a:lnTo>
                  <a:lnTo>
                    <a:pt x="4888926" y="710168"/>
                  </a:lnTo>
                  <a:lnTo>
                    <a:pt x="4960822" y="720611"/>
                  </a:lnTo>
                  <a:lnTo>
                    <a:pt x="5032718" y="731055"/>
                  </a:lnTo>
                  <a:lnTo>
                    <a:pt x="5104614" y="741499"/>
                  </a:lnTo>
                  <a:lnTo>
                    <a:pt x="5176510" y="751942"/>
                  </a:lnTo>
                  <a:lnTo>
                    <a:pt x="5248406" y="762386"/>
                  </a:lnTo>
                  <a:lnTo>
                    <a:pt x="5320302" y="772830"/>
                  </a:lnTo>
                  <a:lnTo>
                    <a:pt x="5392198" y="783273"/>
                  </a:lnTo>
                  <a:lnTo>
                    <a:pt x="5464094" y="793717"/>
                  </a:lnTo>
                  <a:lnTo>
                    <a:pt x="5535990" y="804161"/>
                  </a:lnTo>
                  <a:lnTo>
                    <a:pt x="5607886" y="814604"/>
                  </a:lnTo>
                  <a:lnTo>
                    <a:pt x="5679782" y="825048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827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3000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88886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673172" y="36672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673172" y="29985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673172" y="32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948362" y="33148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948362" y="269533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948362" y="29007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91569" y="249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91569" y="241675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491569" y="22555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17892" y="343464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17892" y="26516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717892" y="32270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43612" y="35850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43612" y="34985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43612" y="39739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561130" y="4921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561130" y="50080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1130" y="53057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49973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2272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6424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480137"/>
              <a:ext cx="5679782" cy="2868597"/>
            </a:xfrm>
            <a:custGeom>
              <a:avLst/>
              <a:pathLst>
                <a:path w="5679782" h="2868597">
                  <a:moveTo>
                    <a:pt x="0" y="0"/>
                  </a:moveTo>
                  <a:lnTo>
                    <a:pt x="71895" y="30340"/>
                  </a:lnTo>
                  <a:lnTo>
                    <a:pt x="143791" y="60531"/>
                  </a:lnTo>
                  <a:lnTo>
                    <a:pt x="215687" y="90563"/>
                  </a:lnTo>
                  <a:lnTo>
                    <a:pt x="287583" y="120429"/>
                  </a:lnTo>
                  <a:lnTo>
                    <a:pt x="359479" y="150117"/>
                  </a:lnTo>
                  <a:lnTo>
                    <a:pt x="431375" y="179617"/>
                  </a:lnTo>
                  <a:lnTo>
                    <a:pt x="503271" y="208919"/>
                  </a:lnTo>
                  <a:lnTo>
                    <a:pt x="575167" y="238011"/>
                  </a:lnTo>
                  <a:lnTo>
                    <a:pt x="647063" y="266881"/>
                  </a:lnTo>
                  <a:lnTo>
                    <a:pt x="718959" y="295516"/>
                  </a:lnTo>
                  <a:lnTo>
                    <a:pt x="790855" y="323902"/>
                  </a:lnTo>
                  <a:lnTo>
                    <a:pt x="862751" y="352027"/>
                  </a:lnTo>
                  <a:lnTo>
                    <a:pt x="934647" y="379876"/>
                  </a:lnTo>
                  <a:lnTo>
                    <a:pt x="1006543" y="407433"/>
                  </a:lnTo>
                  <a:lnTo>
                    <a:pt x="1078439" y="434685"/>
                  </a:lnTo>
                  <a:lnTo>
                    <a:pt x="1150335" y="461614"/>
                  </a:lnTo>
                  <a:lnTo>
                    <a:pt x="1222231" y="488207"/>
                  </a:lnTo>
                  <a:lnTo>
                    <a:pt x="1294127" y="514446"/>
                  </a:lnTo>
                  <a:lnTo>
                    <a:pt x="1366023" y="540316"/>
                  </a:lnTo>
                  <a:lnTo>
                    <a:pt x="1437919" y="565802"/>
                  </a:lnTo>
                  <a:lnTo>
                    <a:pt x="1509815" y="590889"/>
                  </a:lnTo>
                  <a:lnTo>
                    <a:pt x="1581711" y="615562"/>
                  </a:lnTo>
                  <a:lnTo>
                    <a:pt x="1653607" y="639808"/>
                  </a:lnTo>
                  <a:lnTo>
                    <a:pt x="1725503" y="663613"/>
                  </a:lnTo>
                  <a:lnTo>
                    <a:pt x="1797399" y="686967"/>
                  </a:lnTo>
                  <a:lnTo>
                    <a:pt x="1869295" y="709860"/>
                  </a:lnTo>
                  <a:lnTo>
                    <a:pt x="1941191" y="732283"/>
                  </a:lnTo>
                  <a:lnTo>
                    <a:pt x="2013087" y="754229"/>
                  </a:lnTo>
                  <a:lnTo>
                    <a:pt x="2084983" y="775695"/>
                  </a:lnTo>
                  <a:lnTo>
                    <a:pt x="2156879" y="796676"/>
                  </a:lnTo>
                  <a:lnTo>
                    <a:pt x="2228775" y="817174"/>
                  </a:lnTo>
                  <a:lnTo>
                    <a:pt x="2300671" y="837189"/>
                  </a:lnTo>
                  <a:lnTo>
                    <a:pt x="2372567" y="856724"/>
                  </a:lnTo>
                  <a:lnTo>
                    <a:pt x="2444463" y="875786"/>
                  </a:lnTo>
                  <a:lnTo>
                    <a:pt x="2516359" y="894382"/>
                  </a:lnTo>
                  <a:lnTo>
                    <a:pt x="2588255" y="912520"/>
                  </a:lnTo>
                  <a:lnTo>
                    <a:pt x="2660151" y="930212"/>
                  </a:lnTo>
                  <a:lnTo>
                    <a:pt x="2732047" y="947469"/>
                  </a:lnTo>
                  <a:lnTo>
                    <a:pt x="2803943" y="964305"/>
                  </a:lnTo>
                  <a:lnTo>
                    <a:pt x="2875839" y="980734"/>
                  </a:lnTo>
                  <a:lnTo>
                    <a:pt x="2947735" y="996770"/>
                  </a:lnTo>
                  <a:lnTo>
                    <a:pt x="3019631" y="1012428"/>
                  </a:lnTo>
                  <a:lnTo>
                    <a:pt x="3091527" y="1027725"/>
                  </a:lnTo>
                  <a:lnTo>
                    <a:pt x="3163423" y="1042675"/>
                  </a:lnTo>
                  <a:lnTo>
                    <a:pt x="3235319" y="1057295"/>
                  </a:lnTo>
                  <a:lnTo>
                    <a:pt x="3307215" y="1071601"/>
                  </a:lnTo>
                  <a:lnTo>
                    <a:pt x="3379111" y="1085607"/>
                  </a:lnTo>
                  <a:lnTo>
                    <a:pt x="3451007" y="1099329"/>
                  </a:lnTo>
                  <a:lnTo>
                    <a:pt x="3522902" y="1112781"/>
                  </a:lnTo>
                  <a:lnTo>
                    <a:pt x="3594798" y="1125977"/>
                  </a:lnTo>
                  <a:lnTo>
                    <a:pt x="3666694" y="1138931"/>
                  </a:lnTo>
                  <a:lnTo>
                    <a:pt x="3738590" y="1151656"/>
                  </a:lnTo>
                  <a:lnTo>
                    <a:pt x="3810486" y="1164164"/>
                  </a:lnTo>
                  <a:lnTo>
                    <a:pt x="3882382" y="1176468"/>
                  </a:lnTo>
                  <a:lnTo>
                    <a:pt x="3954278" y="1188578"/>
                  </a:lnTo>
                  <a:lnTo>
                    <a:pt x="4026174" y="1200505"/>
                  </a:lnTo>
                  <a:lnTo>
                    <a:pt x="4098070" y="1212259"/>
                  </a:lnTo>
                  <a:lnTo>
                    <a:pt x="4169966" y="1223850"/>
                  </a:lnTo>
                  <a:lnTo>
                    <a:pt x="4241862" y="1235287"/>
                  </a:lnTo>
                  <a:lnTo>
                    <a:pt x="4313758" y="1246578"/>
                  </a:lnTo>
                  <a:lnTo>
                    <a:pt x="4385654" y="1257732"/>
                  </a:lnTo>
                  <a:lnTo>
                    <a:pt x="4457550" y="1268755"/>
                  </a:lnTo>
                  <a:lnTo>
                    <a:pt x="4529446" y="1279655"/>
                  </a:lnTo>
                  <a:lnTo>
                    <a:pt x="4601342" y="1290439"/>
                  </a:lnTo>
                  <a:lnTo>
                    <a:pt x="4673238" y="1301112"/>
                  </a:lnTo>
                  <a:lnTo>
                    <a:pt x="4745134" y="1311681"/>
                  </a:lnTo>
                  <a:lnTo>
                    <a:pt x="4817030" y="1322152"/>
                  </a:lnTo>
                  <a:lnTo>
                    <a:pt x="4888926" y="1332528"/>
                  </a:lnTo>
                  <a:lnTo>
                    <a:pt x="4960822" y="1342816"/>
                  </a:lnTo>
                  <a:lnTo>
                    <a:pt x="5032718" y="1353020"/>
                  </a:lnTo>
                  <a:lnTo>
                    <a:pt x="5104614" y="1363144"/>
                  </a:lnTo>
                  <a:lnTo>
                    <a:pt x="5176510" y="1373192"/>
                  </a:lnTo>
                  <a:lnTo>
                    <a:pt x="5248406" y="1383168"/>
                  </a:lnTo>
                  <a:lnTo>
                    <a:pt x="5320302" y="1393076"/>
                  </a:lnTo>
                  <a:lnTo>
                    <a:pt x="5392198" y="1402918"/>
                  </a:lnTo>
                  <a:lnTo>
                    <a:pt x="5464094" y="1412699"/>
                  </a:lnTo>
                  <a:lnTo>
                    <a:pt x="5535990" y="1422420"/>
                  </a:lnTo>
                  <a:lnTo>
                    <a:pt x="5607886" y="1432086"/>
                  </a:lnTo>
                  <a:lnTo>
                    <a:pt x="5679782" y="1441698"/>
                  </a:lnTo>
                  <a:lnTo>
                    <a:pt x="5679782" y="2868597"/>
                  </a:lnTo>
                  <a:lnTo>
                    <a:pt x="5607886" y="2836513"/>
                  </a:lnTo>
                  <a:lnTo>
                    <a:pt x="5535990" y="2804483"/>
                  </a:lnTo>
                  <a:lnTo>
                    <a:pt x="5464094" y="2772509"/>
                  </a:lnTo>
                  <a:lnTo>
                    <a:pt x="5392198" y="2740594"/>
                  </a:lnTo>
                  <a:lnTo>
                    <a:pt x="5320302" y="2708741"/>
                  </a:lnTo>
                  <a:lnTo>
                    <a:pt x="5248406" y="2676953"/>
                  </a:lnTo>
                  <a:lnTo>
                    <a:pt x="5176510" y="2645234"/>
                  </a:lnTo>
                  <a:lnTo>
                    <a:pt x="5104614" y="2613586"/>
                  </a:lnTo>
                  <a:lnTo>
                    <a:pt x="5032718" y="2582015"/>
                  </a:lnTo>
                  <a:lnTo>
                    <a:pt x="4960822" y="2550523"/>
                  </a:lnTo>
                  <a:lnTo>
                    <a:pt x="4888926" y="2519115"/>
                  </a:lnTo>
                  <a:lnTo>
                    <a:pt x="4817030" y="2487797"/>
                  </a:lnTo>
                  <a:lnTo>
                    <a:pt x="4745134" y="2456571"/>
                  </a:lnTo>
                  <a:lnTo>
                    <a:pt x="4673238" y="2425445"/>
                  </a:lnTo>
                  <a:lnTo>
                    <a:pt x="4601342" y="2394423"/>
                  </a:lnTo>
                  <a:lnTo>
                    <a:pt x="4529446" y="2363511"/>
                  </a:lnTo>
                  <a:lnTo>
                    <a:pt x="4457550" y="2332716"/>
                  </a:lnTo>
                  <a:lnTo>
                    <a:pt x="4385654" y="2302043"/>
                  </a:lnTo>
                  <a:lnTo>
                    <a:pt x="4313758" y="2271501"/>
                  </a:lnTo>
                  <a:lnTo>
                    <a:pt x="4241862" y="2241097"/>
                  </a:lnTo>
                  <a:lnTo>
                    <a:pt x="4169966" y="2210838"/>
                  </a:lnTo>
                  <a:lnTo>
                    <a:pt x="4098070" y="2180734"/>
                  </a:lnTo>
                  <a:lnTo>
                    <a:pt x="4026174" y="2150793"/>
                  </a:lnTo>
                  <a:lnTo>
                    <a:pt x="3954278" y="2121024"/>
                  </a:lnTo>
                  <a:lnTo>
                    <a:pt x="3882382" y="2091438"/>
                  </a:lnTo>
                  <a:lnTo>
                    <a:pt x="3810486" y="2062046"/>
                  </a:lnTo>
                  <a:lnTo>
                    <a:pt x="3738590" y="2032859"/>
                  </a:lnTo>
                  <a:lnTo>
                    <a:pt x="3666694" y="2003889"/>
                  </a:lnTo>
                  <a:lnTo>
                    <a:pt x="3594798" y="1975147"/>
                  </a:lnTo>
                  <a:lnTo>
                    <a:pt x="3522902" y="1946648"/>
                  </a:lnTo>
                  <a:lnTo>
                    <a:pt x="3451007" y="1918405"/>
                  </a:lnTo>
                  <a:lnTo>
                    <a:pt x="3379111" y="1890431"/>
                  </a:lnTo>
                  <a:lnTo>
                    <a:pt x="3307215" y="1862741"/>
                  </a:lnTo>
                  <a:lnTo>
                    <a:pt x="3235319" y="1835351"/>
                  </a:lnTo>
                  <a:lnTo>
                    <a:pt x="3163423" y="1808276"/>
                  </a:lnTo>
                  <a:lnTo>
                    <a:pt x="3091527" y="1781531"/>
                  </a:lnTo>
                  <a:lnTo>
                    <a:pt x="3019631" y="1755132"/>
                  </a:lnTo>
                  <a:lnTo>
                    <a:pt x="2947735" y="1729095"/>
                  </a:lnTo>
                  <a:lnTo>
                    <a:pt x="2875839" y="1703435"/>
                  </a:lnTo>
                  <a:lnTo>
                    <a:pt x="2803943" y="1678168"/>
                  </a:lnTo>
                  <a:lnTo>
                    <a:pt x="2732047" y="1653309"/>
                  </a:lnTo>
                  <a:lnTo>
                    <a:pt x="2660151" y="1628870"/>
                  </a:lnTo>
                  <a:lnTo>
                    <a:pt x="2588255" y="1604867"/>
                  </a:lnTo>
                  <a:lnTo>
                    <a:pt x="2516359" y="1581310"/>
                  </a:lnTo>
                  <a:lnTo>
                    <a:pt x="2444463" y="1558210"/>
                  </a:lnTo>
                  <a:lnTo>
                    <a:pt x="2372567" y="1535576"/>
                  </a:lnTo>
                  <a:lnTo>
                    <a:pt x="2300671" y="1513416"/>
                  </a:lnTo>
                  <a:lnTo>
                    <a:pt x="2228775" y="1491735"/>
                  </a:lnTo>
                  <a:lnTo>
                    <a:pt x="2156879" y="1470537"/>
                  </a:lnTo>
                  <a:lnTo>
                    <a:pt x="2084983" y="1449824"/>
                  </a:lnTo>
                  <a:lnTo>
                    <a:pt x="2013087" y="1429594"/>
                  </a:lnTo>
                  <a:lnTo>
                    <a:pt x="1941191" y="1409845"/>
                  </a:lnTo>
                  <a:lnTo>
                    <a:pt x="1869295" y="1390572"/>
                  </a:lnTo>
                  <a:lnTo>
                    <a:pt x="1797399" y="1371769"/>
                  </a:lnTo>
                  <a:lnTo>
                    <a:pt x="1725503" y="1353427"/>
                  </a:lnTo>
                  <a:lnTo>
                    <a:pt x="1653607" y="1335538"/>
                  </a:lnTo>
                  <a:lnTo>
                    <a:pt x="1581711" y="1318088"/>
                  </a:lnTo>
                  <a:lnTo>
                    <a:pt x="1509815" y="1301065"/>
                  </a:lnTo>
                  <a:lnTo>
                    <a:pt x="1437919" y="1284456"/>
                  </a:lnTo>
                  <a:lnTo>
                    <a:pt x="1366023" y="1268247"/>
                  </a:lnTo>
                  <a:lnTo>
                    <a:pt x="1294127" y="1252422"/>
                  </a:lnTo>
                  <a:lnTo>
                    <a:pt x="1222231" y="1236966"/>
                  </a:lnTo>
                  <a:lnTo>
                    <a:pt x="1150335" y="1221862"/>
                  </a:lnTo>
                  <a:lnTo>
                    <a:pt x="1078439" y="1207097"/>
                  </a:lnTo>
                  <a:lnTo>
                    <a:pt x="1006543" y="1192652"/>
                  </a:lnTo>
                  <a:lnTo>
                    <a:pt x="934647" y="1178514"/>
                  </a:lnTo>
                  <a:lnTo>
                    <a:pt x="862751" y="1164667"/>
                  </a:lnTo>
                  <a:lnTo>
                    <a:pt x="790855" y="1151097"/>
                  </a:lnTo>
                  <a:lnTo>
                    <a:pt x="718959" y="1137788"/>
                  </a:lnTo>
                  <a:lnTo>
                    <a:pt x="647063" y="1124727"/>
                  </a:lnTo>
                  <a:lnTo>
                    <a:pt x="575167" y="1111901"/>
                  </a:lnTo>
                  <a:lnTo>
                    <a:pt x="503271" y="1099298"/>
                  </a:lnTo>
                  <a:lnTo>
                    <a:pt x="431375" y="1086904"/>
                  </a:lnTo>
                  <a:lnTo>
                    <a:pt x="359479" y="1074709"/>
                  </a:lnTo>
                  <a:lnTo>
                    <a:pt x="287583" y="1062702"/>
                  </a:lnTo>
                  <a:lnTo>
                    <a:pt x="215687" y="1050871"/>
                  </a:lnTo>
                  <a:lnTo>
                    <a:pt x="143791" y="1039209"/>
                  </a:lnTo>
                  <a:lnTo>
                    <a:pt x="71895" y="1027704"/>
                  </a:lnTo>
                  <a:lnTo>
                    <a:pt x="0" y="1016349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480137"/>
              <a:ext cx="5679782" cy="1441698"/>
            </a:xfrm>
            <a:custGeom>
              <a:avLst/>
              <a:pathLst>
                <a:path w="5679782" h="1441698">
                  <a:moveTo>
                    <a:pt x="0" y="0"/>
                  </a:moveTo>
                  <a:lnTo>
                    <a:pt x="71895" y="30340"/>
                  </a:lnTo>
                  <a:lnTo>
                    <a:pt x="143791" y="60531"/>
                  </a:lnTo>
                  <a:lnTo>
                    <a:pt x="215687" y="90563"/>
                  </a:lnTo>
                  <a:lnTo>
                    <a:pt x="287583" y="120429"/>
                  </a:lnTo>
                  <a:lnTo>
                    <a:pt x="359479" y="150117"/>
                  </a:lnTo>
                  <a:lnTo>
                    <a:pt x="431375" y="179617"/>
                  </a:lnTo>
                  <a:lnTo>
                    <a:pt x="503271" y="208919"/>
                  </a:lnTo>
                  <a:lnTo>
                    <a:pt x="575167" y="238011"/>
                  </a:lnTo>
                  <a:lnTo>
                    <a:pt x="647063" y="266881"/>
                  </a:lnTo>
                  <a:lnTo>
                    <a:pt x="718959" y="295516"/>
                  </a:lnTo>
                  <a:lnTo>
                    <a:pt x="790855" y="323902"/>
                  </a:lnTo>
                  <a:lnTo>
                    <a:pt x="862751" y="352027"/>
                  </a:lnTo>
                  <a:lnTo>
                    <a:pt x="934647" y="379876"/>
                  </a:lnTo>
                  <a:lnTo>
                    <a:pt x="1006543" y="407433"/>
                  </a:lnTo>
                  <a:lnTo>
                    <a:pt x="1078439" y="434685"/>
                  </a:lnTo>
                  <a:lnTo>
                    <a:pt x="1150335" y="461614"/>
                  </a:lnTo>
                  <a:lnTo>
                    <a:pt x="1222231" y="488207"/>
                  </a:lnTo>
                  <a:lnTo>
                    <a:pt x="1294127" y="514446"/>
                  </a:lnTo>
                  <a:lnTo>
                    <a:pt x="1366023" y="540316"/>
                  </a:lnTo>
                  <a:lnTo>
                    <a:pt x="1437919" y="565802"/>
                  </a:lnTo>
                  <a:lnTo>
                    <a:pt x="1509815" y="590889"/>
                  </a:lnTo>
                  <a:lnTo>
                    <a:pt x="1581711" y="615562"/>
                  </a:lnTo>
                  <a:lnTo>
                    <a:pt x="1653607" y="639808"/>
                  </a:lnTo>
                  <a:lnTo>
                    <a:pt x="1725503" y="663613"/>
                  </a:lnTo>
                  <a:lnTo>
                    <a:pt x="1797399" y="686967"/>
                  </a:lnTo>
                  <a:lnTo>
                    <a:pt x="1869295" y="709860"/>
                  </a:lnTo>
                  <a:lnTo>
                    <a:pt x="1941191" y="732283"/>
                  </a:lnTo>
                  <a:lnTo>
                    <a:pt x="2013087" y="754229"/>
                  </a:lnTo>
                  <a:lnTo>
                    <a:pt x="2084983" y="775695"/>
                  </a:lnTo>
                  <a:lnTo>
                    <a:pt x="2156879" y="796676"/>
                  </a:lnTo>
                  <a:lnTo>
                    <a:pt x="2228775" y="817174"/>
                  </a:lnTo>
                  <a:lnTo>
                    <a:pt x="2300671" y="837189"/>
                  </a:lnTo>
                  <a:lnTo>
                    <a:pt x="2372567" y="856724"/>
                  </a:lnTo>
                  <a:lnTo>
                    <a:pt x="2444463" y="875786"/>
                  </a:lnTo>
                  <a:lnTo>
                    <a:pt x="2516359" y="894382"/>
                  </a:lnTo>
                  <a:lnTo>
                    <a:pt x="2588255" y="912520"/>
                  </a:lnTo>
                  <a:lnTo>
                    <a:pt x="2660151" y="930212"/>
                  </a:lnTo>
                  <a:lnTo>
                    <a:pt x="2732047" y="947469"/>
                  </a:lnTo>
                  <a:lnTo>
                    <a:pt x="2803943" y="964305"/>
                  </a:lnTo>
                  <a:lnTo>
                    <a:pt x="2875839" y="980734"/>
                  </a:lnTo>
                  <a:lnTo>
                    <a:pt x="2947735" y="996770"/>
                  </a:lnTo>
                  <a:lnTo>
                    <a:pt x="3019631" y="1012428"/>
                  </a:lnTo>
                  <a:lnTo>
                    <a:pt x="3091527" y="1027725"/>
                  </a:lnTo>
                  <a:lnTo>
                    <a:pt x="3163423" y="1042675"/>
                  </a:lnTo>
                  <a:lnTo>
                    <a:pt x="3235319" y="1057295"/>
                  </a:lnTo>
                  <a:lnTo>
                    <a:pt x="3307215" y="1071601"/>
                  </a:lnTo>
                  <a:lnTo>
                    <a:pt x="3379111" y="1085607"/>
                  </a:lnTo>
                  <a:lnTo>
                    <a:pt x="3451007" y="1099329"/>
                  </a:lnTo>
                  <a:lnTo>
                    <a:pt x="3522902" y="1112781"/>
                  </a:lnTo>
                  <a:lnTo>
                    <a:pt x="3594798" y="1125977"/>
                  </a:lnTo>
                  <a:lnTo>
                    <a:pt x="3666694" y="1138931"/>
                  </a:lnTo>
                  <a:lnTo>
                    <a:pt x="3738590" y="1151656"/>
                  </a:lnTo>
                  <a:lnTo>
                    <a:pt x="3810486" y="1164164"/>
                  </a:lnTo>
                  <a:lnTo>
                    <a:pt x="3882382" y="1176468"/>
                  </a:lnTo>
                  <a:lnTo>
                    <a:pt x="3954278" y="1188578"/>
                  </a:lnTo>
                  <a:lnTo>
                    <a:pt x="4026174" y="1200505"/>
                  </a:lnTo>
                  <a:lnTo>
                    <a:pt x="4098070" y="1212259"/>
                  </a:lnTo>
                  <a:lnTo>
                    <a:pt x="4169966" y="1223850"/>
                  </a:lnTo>
                  <a:lnTo>
                    <a:pt x="4241862" y="1235287"/>
                  </a:lnTo>
                  <a:lnTo>
                    <a:pt x="4313758" y="1246578"/>
                  </a:lnTo>
                  <a:lnTo>
                    <a:pt x="4385654" y="1257732"/>
                  </a:lnTo>
                  <a:lnTo>
                    <a:pt x="4457550" y="1268755"/>
                  </a:lnTo>
                  <a:lnTo>
                    <a:pt x="4529446" y="1279655"/>
                  </a:lnTo>
                  <a:lnTo>
                    <a:pt x="4601342" y="1290439"/>
                  </a:lnTo>
                  <a:lnTo>
                    <a:pt x="4673238" y="1301112"/>
                  </a:lnTo>
                  <a:lnTo>
                    <a:pt x="4745134" y="1311681"/>
                  </a:lnTo>
                  <a:lnTo>
                    <a:pt x="4817030" y="1322152"/>
                  </a:lnTo>
                  <a:lnTo>
                    <a:pt x="4888926" y="1332528"/>
                  </a:lnTo>
                  <a:lnTo>
                    <a:pt x="4960822" y="1342816"/>
                  </a:lnTo>
                  <a:lnTo>
                    <a:pt x="5032718" y="1353020"/>
                  </a:lnTo>
                  <a:lnTo>
                    <a:pt x="5104614" y="1363144"/>
                  </a:lnTo>
                  <a:lnTo>
                    <a:pt x="5176510" y="1373192"/>
                  </a:lnTo>
                  <a:lnTo>
                    <a:pt x="5248406" y="1383168"/>
                  </a:lnTo>
                  <a:lnTo>
                    <a:pt x="5320302" y="1393076"/>
                  </a:lnTo>
                  <a:lnTo>
                    <a:pt x="5392198" y="1402918"/>
                  </a:lnTo>
                  <a:lnTo>
                    <a:pt x="5464094" y="1412699"/>
                  </a:lnTo>
                  <a:lnTo>
                    <a:pt x="5535990" y="1422420"/>
                  </a:lnTo>
                  <a:lnTo>
                    <a:pt x="5607886" y="1432086"/>
                  </a:lnTo>
                  <a:lnTo>
                    <a:pt x="5679782" y="144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496486"/>
              <a:ext cx="5679782" cy="1852248"/>
            </a:xfrm>
            <a:custGeom>
              <a:avLst/>
              <a:pathLst>
                <a:path w="5679782" h="1852248">
                  <a:moveTo>
                    <a:pt x="5679782" y="1852248"/>
                  </a:moveTo>
                  <a:lnTo>
                    <a:pt x="5607886" y="1820164"/>
                  </a:lnTo>
                  <a:lnTo>
                    <a:pt x="5535990" y="1788134"/>
                  </a:lnTo>
                  <a:lnTo>
                    <a:pt x="5464094" y="1756160"/>
                  </a:lnTo>
                  <a:lnTo>
                    <a:pt x="5392198" y="1724245"/>
                  </a:lnTo>
                  <a:lnTo>
                    <a:pt x="5320302" y="1692392"/>
                  </a:lnTo>
                  <a:lnTo>
                    <a:pt x="5248406" y="1660604"/>
                  </a:lnTo>
                  <a:lnTo>
                    <a:pt x="5176510" y="1628885"/>
                  </a:lnTo>
                  <a:lnTo>
                    <a:pt x="5104614" y="1597237"/>
                  </a:lnTo>
                  <a:lnTo>
                    <a:pt x="5032718" y="1565666"/>
                  </a:lnTo>
                  <a:lnTo>
                    <a:pt x="4960822" y="1534174"/>
                  </a:lnTo>
                  <a:lnTo>
                    <a:pt x="4888926" y="1502766"/>
                  </a:lnTo>
                  <a:lnTo>
                    <a:pt x="4817030" y="1471447"/>
                  </a:lnTo>
                  <a:lnTo>
                    <a:pt x="4745134" y="1440222"/>
                  </a:lnTo>
                  <a:lnTo>
                    <a:pt x="4673238" y="1409096"/>
                  </a:lnTo>
                  <a:lnTo>
                    <a:pt x="4601342" y="1378074"/>
                  </a:lnTo>
                  <a:lnTo>
                    <a:pt x="4529446" y="1347162"/>
                  </a:lnTo>
                  <a:lnTo>
                    <a:pt x="4457550" y="1316367"/>
                  </a:lnTo>
                  <a:lnTo>
                    <a:pt x="4385654" y="1285694"/>
                  </a:lnTo>
                  <a:lnTo>
                    <a:pt x="4313758" y="1255152"/>
                  </a:lnTo>
                  <a:lnTo>
                    <a:pt x="4241862" y="1224748"/>
                  </a:lnTo>
                  <a:lnTo>
                    <a:pt x="4169966" y="1194489"/>
                  </a:lnTo>
                  <a:lnTo>
                    <a:pt x="4098070" y="1164385"/>
                  </a:lnTo>
                  <a:lnTo>
                    <a:pt x="4026174" y="1134443"/>
                  </a:lnTo>
                  <a:lnTo>
                    <a:pt x="3954278" y="1104675"/>
                  </a:lnTo>
                  <a:lnTo>
                    <a:pt x="3882382" y="1075089"/>
                  </a:lnTo>
                  <a:lnTo>
                    <a:pt x="3810486" y="1045697"/>
                  </a:lnTo>
                  <a:lnTo>
                    <a:pt x="3738590" y="1016510"/>
                  </a:lnTo>
                  <a:lnTo>
                    <a:pt x="3666694" y="987540"/>
                  </a:lnTo>
                  <a:lnTo>
                    <a:pt x="3594798" y="958798"/>
                  </a:lnTo>
                  <a:lnTo>
                    <a:pt x="3522902" y="930299"/>
                  </a:lnTo>
                  <a:lnTo>
                    <a:pt x="3451007" y="902055"/>
                  </a:lnTo>
                  <a:lnTo>
                    <a:pt x="3379111" y="874082"/>
                  </a:lnTo>
                  <a:lnTo>
                    <a:pt x="3307215" y="846392"/>
                  </a:lnTo>
                  <a:lnTo>
                    <a:pt x="3235319" y="819002"/>
                  </a:lnTo>
                  <a:lnTo>
                    <a:pt x="3163423" y="791927"/>
                  </a:lnTo>
                  <a:lnTo>
                    <a:pt x="3091527" y="765182"/>
                  </a:lnTo>
                  <a:lnTo>
                    <a:pt x="3019631" y="738783"/>
                  </a:lnTo>
                  <a:lnTo>
                    <a:pt x="2947735" y="712746"/>
                  </a:lnTo>
                  <a:lnTo>
                    <a:pt x="2875839" y="687086"/>
                  </a:lnTo>
                  <a:lnTo>
                    <a:pt x="2803943" y="661819"/>
                  </a:lnTo>
                  <a:lnTo>
                    <a:pt x="2732047" y="636959"/>
                  </a:lnTo>
                  <a:lnTo>
                    <a:pt x="2660151" y="612521"/>
                  </a:lnTo>
                  <a:lnTo>
                    <a:pt x="2588255" y="588518"/>
                  </a:lnTo>
                  <a:lnTo>
                    <a:pt x="2516359" y="564961"/>
                  </a:lnTo>
                  <a:lnTo>
                    <a:pt x="2444463" y="541861"/>
                  </a:lnTo>
                  <a:lnTo>
                    <a:pt x="2372567" y="519227"/>
                  </a:lnTo>
                  <a:lnTo>
                    <a:pt x="2300671" y="497067"/>
                  </a:lnTo>
                  <a:lnTo>
                    <a:pt x="2228775" y="475386"/>
                  </a:lnTo>
                  <a:lnTo>
                    <a:pt x="2156879" y="454188"/>
                  </a:lnTo>
                  <a:lnTo>
                    <a:pt x="2084983" y="433474"/>
                  </a:lnTo>
                  <a:lnTo>
                    <a:pt x="2013087" y="413244"/>
                  </a:lnTo>
                  <a:lnTo>
                    <a:pt x="1941191" y="393495"/>
                  </a:lnTo>
                  <a:lnTo>
                    <a:pt x="1869295" y="374223"/>
                  </a:lnTo>
                  <a:lnTo>
                    <a:pt x="1797399" y="355420"/>
                  </a:lnTo>
                  <a:lnTo>
                    <a:pt x="1725503" y="337078"/>
                  </a:lnTo>
                  <a:lnTo>
                    <a:pt x="1653607" y="319188"/>
                  </a:lnTo>
                  <a:lnTo>
                    <a:pt x="1581711" y="301738"/>
                  </a:lnTo>
                  <a:lnTo>
                    <a:pt x="1509815" y="284716"/>
                  </a:lnTo>
                  <a:lnTo>
                    <a:pt x="1437919" y="268107"/>
                  </a:lnTo>
                  <a:lnTo>
                    <a:pt x="1366023" y="251898"/>
                  </a:lnTo>
                  <a:lnTo>
                    <a:pt x="1294127" y="236073"/>
                  </a:lnTo>
                  <a:lnTo>
                    <a:pt x="1222231" y="220616"/>
                  </a:lnTo>
                  <a:lnTo>
                    <a:pt x="1150335" y="205513"/>
                  </a:lnTo>
                  <a:lnTo>
                    <a:pt x="1078439" y="190747"/>
                  </a:lnTo>
                  <a:lnTo>
                    <a:pt x="1006543" y="176303"/>
                  </a:lnTo>
                  <a:lnTo>
                    <a:pt x="934647" y="162165"/>
                  </a:lnTo>
                  <a:lnTo>
                    <a:pt x="862751" y="148318"/>
                  </a:lnTo>
                  <a:lnTo>
                    <a:pt x="790855" y="134747"/>
                  </a:lnTo>
                  <a:lnTo>
                    <a:pt x="718959" y="121439"/>
                  </a:lnTo>
                  <a:lnTo>
                    <a:pt x="647063" y="108378"/>
                  </a:lnTo>
                  <a:lnTo>
                    <a:pt x="575167" y="95552"/>
                  </a:lnTo>
                  <a:lnTo>
                    <a:pt x="503271" y="82949"/>
                  </a:lnTo>
                  <a:lnTo>
                    <a:pt x="431375" y="70555"/>
                  </a:lnTo>
                  <a:lnTo>
                    <a:pt x="359479" y="58360"/>
                  </a:lnTo>
                  <a:lnTo>
                    <a:pt x="287583" y="46352"/>
                  </a:lnTo>
                  <a:lnTo>
                    <a:pt x="215687" y="34522"/>
                  </a:lnTo>
                  <a:lnTo>
                    <a:pt x="143791" y="22859"/>
                  </a:lnTo>
                  <a:lnTo>
                    <a:pt x="71895" y="113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2988312"/>
              <a:ext cx="5679782" cy="1646973"/>
            </a:xfrm>
            <a:custGeom>
              <a:avLst/>
              <a:pathLst>
                <a:path w="5679782" h="1646973">
                  <a:moveTo>
                    <a:pt x="0" y="0"/>
                  </a:moveTo>
                  <a:lnTo>
                    <a:pt x="71895" y="20847"/>
                  </a:lnTo>
                  <a:lnTo>
                    <a:pt x="143791" y="41695"/>
                  </a:lnTo>
                  <a:lnTo>
                    <a:pt x="215687" y="62543"/>
                  </a:lnTo>
                  <a:lnTo>
                    <a:pt x="287583" y="83391"/>
                  </a:lnTo>
                  <a:lnTo>
                    <a:pt x="359479" y="104238"/>
                  </a:lnTo>
                  <a:lnTo>
                    <a:pt x="431375" y="125086"/>
                  </a:lnTo>
                  <a:lnTo>
                    <a:pt x="503271" y="145934"/>
                  </a:lnTo>
                  <a:lnTo>
                    <a:pt x="575167" y="166782"/>
                  </a:lnTo>
                  <a:lnTo>
                    <a:pt x="647063" y="187629"/>
                  </a:lnTo>
                  <a:lnTo>
                    <a:pt x="718959" y="208477"/>
                  </a:lnTo>
                  <a:lnTo>
                    <a:pt x="790855" y="229325"/>
                  </a:lnTo>
                  <a:lnTo>
                    <a:pt x="862751" y="250173"/>
                  </a:lnTo>
                  <a:lnTo>
                    <a:pt x="934647" y="271020"/>
                  </a:lnTo>
                  <a:lnTo>
                    <a:pt x="1006543" y="291868"/>
                  </a:lnTo>
                  <a:lnTo>
                    <a:pt x="1078439" y="312716"/>
                  </a:lnTo>
                  <a:lnTo>
                    <a:pt x="1150335" y="333564"/>
                  </a:lnTo>
                  <a:lnTo>
                    <a:pt x="1222231" y="354411"/>
                  </a:lnTo>
                  <a:lnTo>
                    <a:pt x="1294127" y="375259"/>
                  </a:lnTo>
                  <a:lnTo>
                    <a:pt x="1366023" y="396107"/>
                  </a:lnTo>
                  <a:lnTo>
                    <a:pt x="1437919" y="416955"/>
                  </a:lnTo>
                  <a:lnTo>
                    <a:pt x="1509815" y="437802"/>
                  </a:lnTo>
                  <a:lnTo>
                    <a:pt x="1581711" y="458650"/>
                  </a:lnTo>
                  <a:lnTo>
                    <a:pt x="1653607" y="479498"/>
                  </a:lnTo>
                  <a:lnTo>
                    <a:pt x="1725503" y="500346"/>
                  </a:lnTo>
                  <a:lnTo>
                    <a:pt x="1797399" y="521194"/>
                  </a:lnTo>
                  <a:lnTo>
                    <a:pt x="1869295" y="542041"/>
                  </a:lnTo>
                  <a:lnTo>
                    <a:pt x="1941191" y="562889"/>
                  </a:lnTo>
                  <a:lnTo>
                    <a:pt x="2013087" y="583737"/>
                  </a:lnTo>
                  <a:lnTo>
                    <a:pt x="2084983" y="604585"/>
                  </a:lnTo>
                  <a:lnTo>
                    <a:pt x="2156879" y="625432"/>
                  </a:lnTo>
                  <a:lnTo>
                    <a:pt x="2228775" y="646280"/>
                  </a:lnTo>
                  <a:lnTo>
                    <a:pt x="2300671" y="667128"/>
                  </a:lnTo>
                  <a:lnTo>
                    <a:pt x="2372567" y="687976"/>
                  </a:lnTo>
                  <a:lnTo>
                    <a:pt x="2444463" y="708823"/>
                  </a:lnTo>
                  <a:lnTo>
                    <a:pt x="2516359" y="729671"/>
                  </a:lnTo>
                  <a:lnTo>
                    <a:pt x="2588255" y="750519"/>
                  </a:lnTo>
                  <a:lnTo>
                    <a:pt x="2660151" y="771367"/>
                  </a:lnTo>
                  <a:lnTo>
                    <a:pt x="2732047" y="792214"/>
                  </a:lnTo>
                  <a:lnTo>
                    <a:pt x="2803943" y="813062"/>
                  </a:lnTo>
                  <a:lnTo>
                    <a:pt x="2875839" y="833910"/>
                  </a:lnTo>
                  <a:lnTo>
                    <a:pt x="2947735" y="854758"/>
                  </a:lnTo>
                  <a:lnTo>
                    <a:pt x="3019631" y="875605"/>
                  </a:lnTo>
                  <a:lnTo>
                    <a:pt x="3091527" y="896453"/>
                  </a:lnTo>
                  <a:lnTo>
                    <a:pt x="3163423" y="917301"/>
                  </a:lnTo>
                  <a:lnTo>
                    <a:pt x="3235319" y="938149"/>
                  </a:lnTo>
                  <a:lnTo>
                    <a:pt x="3307215" y="958997"/>
                  </a:lnTo>
                  <a:lnTo>
                    <a:pt x="3379111" y="979844"/>
                  </a:lnTo>
                  <a:lnTo>
                    <a:pt x="3451007" y="1000692"/>
                  </a:lnTo>
                  <a:lnTo>
                    <a:pt x="3522902" y="1021540"/>
                  </a:lnTo>
                  <a:lnTo>
                    <a:pt x="3594798" y="1042388"/>
                  </a:lnTo>
                  <a:lnTo>
                    <a:pt x="3666694" y="1063235"/>
                  </a:lnTo>
                  <a:lnTo>
                    <a:pt x="3738590" y="1084083"/>
                  </a:lnTo>
                  <a:lnTo>
                    <a:pt x="3810486" y="1104931"/>
                  </a:lnTo>
                  <a:lnTo>
                    <a:pt x="3882382" y="1125779"/>
                  </a:lnTo>
                  <a:lnTo>
                    <a:pt x="3954278" y="1146626"/>
                  </a:lnTo>
                  <a:lnTo>
                    <a:pt x="4026174" y="1167474"/>
                  </a:lnTo>
                  <a:lnTo>
                    <a:pt x="4098070" y="1188322"/>
                  </a:lnTo>
                  <a:lnTo>
                    <a:pt x="4169966" y="1209170"/>
                  </a:lnTo>
                  <a:lnTo>
                    <a:pt x="4241862" y="1230017"/>
                  </a:lnTo>
                  <a:lnTo>
                    <a:pt x="4313758" y="1250865"/>
                  </a:lnTo>
                  <a:lnTo>
                    <a:pt x="4385654" y="1271713"/>
                  </a:lnTo>
                  <a:lnTo>
                    <a:pt x="4457550" y="1292561"/>
                  </a:lnTo>
                  <a:lnTo>
                    <a:pt x="4529446" y="1313408"/>
                  </a:lnTo>
                  <a:lnTo>
                    <a:pt x="4601342" y="1334256"/>
                  </a:lnTo>
                  <a:lnTo>
                    <a:pt x="4673238" y="1355104"/>
                  </a:lnTo>
                  <a:lnTo>
                    <a:pt x="4745134" y="1375952"/>
                  </a:lnTo>
                  <a:lnTo>
                    <a:pt x="4817030" y="1396800"/>
                  </a:lnTo>
                  <a:lnTo>
                    <a:pt x="4888926" y="1417647"/>
                  </a:lnTo>
                  <a:lnTo>
                    <a:pt x="4960822" y="1438495"/>
                  </a:lnTo>
                  <a:lnTo>
                    <a:pt x="5032718" y="1459343"/>
                  </a:lnTo>
                  <a:lnTo>
                    <a:pt x="5104614" y="1480191"/>
                  </a:lnTo>
                  <a:lnTo>
                    <a:pt x="5176510" y="1501038"/>
                  </a:lnTo>
                  <a:lnTo>
                    <a:pt x="5248406" y="1521886"/>
                  </a:lnTo>
                  <a:lnTo>
                    <a:pt x="5320302" y="1542734"/>
                  </a:lnTo>
                  <a:lnTo>
                    <a:pt x="5392198" y="1563582"/>
                  </a:lnTo>
                  <a:lnTo>
                    <a:pt x="5464094" y="1584429"/>
                  </a:lnTo>
                  <a:lnTo>
                    <a:pt x="5535990" y="1605277"/>
                  </a:lnTo>
                  <a:lnTo>
                    <a:pt x="5607886" y="1626125"/>
                  </a:lnTo>
                  <a:lnTo>
                    <a:pt x="5679782" y="1646973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33415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30375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29938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673172" y="34169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673172" y="32908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673172" y="31632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48362" y="35649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48362" y="30633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948362" y="31582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491569" y="29577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91569" y="23163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491569" y="24725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892" y="38472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717892" y="26830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17892" y="35259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243612" y="36280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243612" y="40335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243612" y="37242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561130" y="54256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561130" y="5200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1130" y="53476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1180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8512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52272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639122"/>
              <a:ext cx="5679782" cy="2911784"/>
            </a:xfrm>
            <a:custGeom>
              <a:avLst/>
              <a:pathLst>
                <a:path w="5679782" h="2911784">
                  <a:moveTo>
                    <a:pt x="0" y="0"/>
                  </a:moveTo>
                  <a:lnTo>
                    <a:pt x="71895" y="31062"/>
                  </a:lnTo>
                  <a:lnTo>
                    <a:pt x="143791" y="61979"/>
                  </a:lnTo>
                  <a:lnTo>
                    <a:pt x="215687" y="92742"/>
                  </a:lnTo>
                  <a:lnTo>
                    <a:pt x="287583" y="123343"/>
                  </a:lnTo>
                  <a:lnTo>
                    <a:pt x="359479" y="153772"/>
                  </a:lnTo>
                  <a:lnTo>
                    <a:pt x="431375" y="184019"/>
                  </a:lnTo>
                  <a:lnTo>
                    <a:pt x="503271" y="214073"/>
                  </a:lnTo>
                  <a:lnTo>
                    <a:pt x="575167" y="243924"/>
                  </a:lnTo>
                  <a:lnTo>
                    <a:pt x="647063" y="273558"/>
                  </a:lnTo>
                  <a:lnTo>
                    <a:pt x="718959" y="302965"/>
                  </a:lnTo>
                  <a:lnTo>
                    <a:pt x="790855" y="332131"/>
                  </a:lnTo>
                  <a:lnTo>
                    <a:pt x="862751" y="361043"/>
                  </a:lnTo>
                  <a:lnTo>
                    <a:pt x="934647" y="389686"/>
                  </a:lnTo>
                  <a:lnTo>
                    <a:pt x="1006543" y="418047"/>
                  </a:lnTo>
                  <a:lnTo>
                    <a:pt x="1078439" y="446111"/>
                  </a:lnTo>
                  <a:lnTo>
                    <a:pt x="1150335" y="473862"/>
                  </a:lnTo>
                  <a:lnTo>
                    <a:pt x="1222231" y="501286"/>
                  </a:lnTo>
                  <a:lnTo>
                    <a:pt x="1294127" y="528368"/>
                  </a:lnTo>
                  <a:lnTo>
                    <a:pt x="1366023" y="555091"/>
                  </a:lnTo>
                  <a:lnTo>
                    <a:pt x="1437919" y="581441"/>
                  </a:lnTo>
                  <a:lnTo>
                    <a:pt x="1509815" y="607404"/>
                  </a:lnTo>
                  <a:lnTo>
                    <a:pt x="1581711" y="632965"/>
                  </a:lnTo>
                  <a:lnTo>
                    <a:pt x="1653607" y="658112"/>
                  </a:lnTo>
                  <a:lnTo>
                    <a:pt x="1725503" y="682831"/>
                  </a:lnTo>
                  <a:lnTo>
                    <a:pt x="1797399" y="707111"/>
                  </a:lnTo>
                  <a:lnTo>
                    <a:pt x="1869295" y="730944"/>
                  </a:lnTo>
                  <a:lnTo>
                    <a:pt x="1941191" y="754321"/>
                  </a:lnTo>
                  <a:lnTo>
                    <a:pt x="2013087" y="777236"/>
                  </a:lnTo>
                  <a:lnTo>
                    <a:pt x="2084983" y="799683"/>
                  </a:lnTo>
                  <a:lnTo>
                    <a:pt x="2156879" y="821661"/>
                  </a:lnTo>
                  <a:lnTo>
                    <a:pt x="2228775" y="843169"/>
                  </a:lnTo>
                  <a:lnTo>
                    <a:pt x="2300671" y="864209"/>
                  </a:lnTo>
                  <a:lnTo>
                    <a:pt x="2372567" y="884783"/>
                  </a:lnTo>
                  <a:lnTo>
                    <a:pt x="2444463" y="904898"/>
                  </a:lnTo>
                  <a:lnTo>
                    <a:pt x="2516359" y="924560"/>
                  </a:lnTo>
                  <a:lnTo>
                    <a:pt x="2588255" y="943778"/>
                  </a:lnTo>
                  <a:lnTo>
                    <a:pt x="2660151" y="962563"/>
                  </a:lnTo>
                  <a:lnTo>
                    <a:pt x="2732047" y="980926"/>
                  </a:lnTo>
                  <a:lnTo>
                    <a:pt x="2803943" y="998879"/>
                  </a:lnTo>
                  <a:lnTo>
                    <a:pt x="2875839" y="1016438"/>
                  </a:lnTo>
                  <a:lnTo>
                    <a:pt x="2947735" y="1033615"/>
                  </a:lnTo>
                  <a:lnTo>
                    <a:pt x="3019631" y="1050426"/>
                  </a:lnTo>
                  <a:lnTo>
                    <a:pt x="3091527" y="1066886"/>
                  </a:lnTo>
                  <a:lnTo>
                    <a:pt x="3163423" y="1083009"/>
                  </a:lnTo>
                  <a:lnTo>
                    <a:pt x="3235319" y="1098813"/>
                  </a:lnTo>
                  <a:lnTo>
                    <a:pt x="3307215" y="1114310"/>
                  </a:lnTo>
                  <a:lnTo>
                    <a:pt x="3379111" y="1129517"/>
                  </a:lnTo>
                  <a:lnTo>
                    <a:pt x="3451007" y="1144448"/>
                  </a:lnTo>
                  <a:lnTo>
                    <a:pt x="3522902" y="1159118"/>
                  </a:lnTo>
                  <a:lnTo>
                    <a:pt x="3594798" y="1173539"/>
                  </a:lnTo>
                  <a:lnTo>
                    <a:pt x="3666694" y="1187724"/>
                  </a:lnTo>
                  <a:lnTo>
                    <a:pt x="3738590" y="1201688"/>
                  </a:lnTo>
                  <a:lnTo>
                    <a:pt x="3810486" y="1215441"/>
                  </a:lnTo>
                  <a:lnTo>
                    <a:pt x="3882382" y="1228996"/>
                  </a:lnTo>
                  <a:lnTo>
                    <a:pt x="3954278" y="1242362"/>
                  </a:lnTo>
                  <a:lnTo>
                    <a:pt x="4026174" y="1255551"/>
                  </a:lnTo>
                  <a:lnTo>
                    <a:pt x="4098070" y="1268573"/>
                  </a:lnTo>
                  <a:lnTo>
                    <a:pt x="4169966" y="1281435"/>
                  </a:lnTo>
                  <a:lnTo>
                    <a:pt x="4241862" y="1294149"/>
                  </a:lnTo>
                  <a:lnTo>
                    <a:pt x="4313758" y="1306720"/>
                  </a:lnTo>
                  <a:lnTo>
                    <a:pt x="4385654" y="1319158"/>
                  </a:lnTo>
                  <a:lnTo>
                    <a:pt x="4457550" y="1331470"/>
                  </a:lnTo>
                  <a:lnTo>
                    <a:pt x="4529446" y="1343662"/>
                  </a:lnTo>
                  <a:lnTo>
                    <a:pt x="4601342" y="1355741"/>
                  </a:lnTo>
                  <a:lnTo>
                    <a:pt x="4673238" y="1367714"/>
                  </a:lnTo>
                  <a:lnTo>
                    <a:pt x="4745134" y="1379584"/>
                  </a:lnTo>
                  <a:lnTo>
                    <a:pt x="4817030" y="1391359"/>
                  </a:lnTo>
                  <a:lnTo>
                    <a:pt x="4888926" y="1403044"/>
                  </a:lnTo>
                  <a:lnTo>
                    <a:pt x="4960822" y="1414642"/>
                  </a:lnTo>
                  <a:lnTo>
                    <a:pt x="5032718" y="1426158"/>
                  </a:lnTo>
                  <a:lnTo>
                    <a:pt x="5104614" y="1437597"/>
                  </a:lnTo>
                  <a:lnTo>
                    <a:pt x="5176510" y="1448962"/>
                  </a:lnTo>
                  <a:lnTo>
                    <a:pt x="5248406" y="1460257"/>
                  </a:lnTo>
                  <a:lnTo>
                    <a:pt x="5320302" y="1471486"/>
                  </a:lnTo>
                  <a:lnTo>
                    <a:pt x="5392198" y="1482651"/>
                  </a:lnTo>
                  <a:lnTo>
                    <a:pt x="5464094" y="1493757"/>
                  </a:lnTo>
                  <a:lnTo>
                    <a:pt x="5535990" y="1504805"/>
                  </a:lnTo>
                  <a:lnTo>
                    <a:pt x="5607886" y="1515799"/>
                  </a:lnTo>
                  <a:lnTo>
                    <a:pt x="5679782" y="1526740"/>
                  </a:lnTo>
                  <a:lnTo>
                    <a:pt x="5679782" y="2911784"/>
                  </a:lnTo>
                  <a:lnTo>
                    <a:pt x="5607886" y="2879029"/>
                  </a:lnTo>
                  <a:lnTo>
                    <a:pt x="5535990" y="2846327"/>
                  </a:lnTo>
                  <a:lnTo>
                    <a:pt x="5464094" y="2813679"/>
                  </a:lnTo>
                  <a:lnTo>
                    <a:pt x="5392198" y="2781089"/>
                  </a:lnTo>
                  <a:lnTo>
                    <a:pt x="5320302" y="2748558"/>
                  </a:lnTo>
                  <a:lnTo>
                    <a:pt x="5248406" y="2716091"/>
                  </a:lnTo>
                  <a:lnTo>
                    <a:pt x="5176510" y="2683690"/>
                  </a:lnTo>
                  <a:lnTo>
                    <a:pt x="5104614" y="2651359"/>
                  </a:lnTo>
                  <a:lnTo>
                    <a:pt x="5032718" y="2619102"/>
                  </a:lnTo>
                  <a:lnTo>
                    <a:pt x="4960822" y="2586922"/>
                  </a:lnTo>
                  <a:lnTo>
                    <a:pt x="4888926" y="2554824"/>
                  </a:lnTo>
                  <a:lnTo>
                    <a:pt x="4817030" y="2522812"/>
                  </a:lnTo>
                  <a:lnTo>
                    <a:pt x="4745134" y="2490891"/>
                  </a:lnTo>
                  <a:lnTo>
                    <a:pt x="4673238" y="2459066"/>
                  </a:lnTo>
                  <a:lnTo>
                    <a:pt x="4601342" y="2427342"/>
                  </a:lnTo>
                  <a:lnTo>
                    <a:pt x="4529446" y="2395725"/>
                  </a:lnTo>
                  <a:lnTo>
                    <a:pt x="4457550" y="2364221"/>
                  </a:lnTo>
                  <a:lnTo>
                    <a:pt x="4385654" y="2332837"/>
                  </a:lnTo>
                  <a:lnTo>
                    <a:pt x="4313758" y="2301579"/>
                  </a:lnTo>
                  <a:lnTo>
                    <a:pt x="4241862" y="2270454"/>
                  </a:lnTo>
                  <a:lnTo>
                    <a:pt x="4169966" y="2239471"/>
                  </a:lnTo>
                  <a:lnTo>
                    <a:pt x="4098070" y="2208638"/>
                  </a:lnTo>
                  <a:lnTo>
                    <a:pt x="4026174" y="2177963"/>
                  </a:lnTo>
                  <a:lnTo>
                    <a:pt x="3954278" y="2147456"/>
                  </a:lnTo>
                  <a:lnTo>
                    <a:pt x="3882382" y="2117127"/>
                  </a:lnTo>
                  <a:lnTo>
                    <a:pt x="3810486" y="2086985"/>
                  </a:lnTo>
                  <a:lnTo>
                    <a:pt x="3738590" y="2057042"/>
                  </a:lnTo>
                  <a:lnTo>
                    <a:pt x="3666694" y="2027310"/>
                  </a:lnTo>
                  <a:lnTo>
                    <a:pt x="3594798" y="1997800"/>
                  </a:lnTo>
                  <a:lnTo>
                    <a:pt x="3522902" y="1968525"/>
                  </a:lnTo>
                  <a:lnTo>
                    <a:pt x="3451007" y="1939498"/>
                  </a:lnTo>
                  <a:lnTo>
                    <a:pt x="3379111" y="1910733"/>
                  </a:lnTo>
                  <a:lnTo>
                    <a:pt x="3307215" y="1882244"/>
                  </a:lnTo>
                  <a:lnTo>
                    <a:pt x="3235319" y="1854045"/>
                  </a:lnTo>
                  <a:lnTo>
                    <a:pt x="3163423" y="1826152"/>
                  </a:lnTo>
                  <a:lnTo>
                    <a:pt x="3091527" y="1798580"/>
                  </a:lnTo>
                  <a:lnTo>
                    <a:pt x="3019631" y="1771344"/>
                  </a:lnTo>
                  <a:lnTo>
                    <a:pt x="2947735" y="1744459"/>
                  </a:lnTo>
                  <a:lnTo>
                    <a:pt x="2875839" y="1717940"/>
                  </a:lnTo>
                  <a:lnTo>
                    <a:pt x="2803943" y="1691802"/>
                  </a:lnTo>
                  <a:lnTo>
                    <a:pt x="2732047" y="1666060"/>
                  </a:lnTo>
                  <a:lnTo>
                    <a:pt x="2660151" y="1640727"/>
                  </a:lnTo>
                  <a:lnTo>
                    <a:pt x="2588255" y="1615815"/>
                  </a:lnTo>
                  <a:lnTo>
                    <a:pt x="2516359" y="1591338"/>
                  </a:lnTo>
                  <a:lnTo>
                    <a:pt x="2444463" y="1567303"/>
                  </a:lnTo>
                  <a:lnTo>
                    <a:pt x="2372567" y="1543722"/>
                  </a:lnTo>
                  <a:lnTo>
                    <a:pt x="2300671" y="1520600"/>
                  </a:lnTo>
                  <a:lnTo>
                    <a:pt x="2228775" y="1497944"/>
                  </a:lnTo>
                  <a:lnTo>
                    <a:pt x="2156879" y="1475756"/>
                  </a:lnTo>
                  <a:lnTo>
                    <a:pt x="2084983" y="1454038"/>
                  </a:lnTo>
                  <a:lnTo>
                    <a:pt x="2013087" y="1432789"/>
                  </a:lnTo>
                  <a:lnTo>
                    <a:pt x="1941191" y="1412008"/>
                  </a:lnTo>
                  <a:lnTo>
                    <a:pt x="1869295" y="1391688"/>
                  </a:lnTo>
                  <a:lnTo>
                    <a:pt x="1797399" y="1371825"/>
                  </a:lnTo>
                  <a:lnTo>
                    <a:pt x="1725503" y="1352410"/>
                  </a:lnTo>
                  <a:lnTo>
                    <a:pt x="1653607" y="1333433"/>
                  </a:lnTo>
                  <a:lnTo>
                    <a:pt x="1581711" y="1314883"/>
                  </a:lnTo>
                  <a:lnTo>
                    <a:pt x="1509815" y="1296748"/>
                  </a:lnTo>
                  <a:lnTo>
                    <a:pt x="1437919" y="1279015"/>
                  </a:lnTo>
                  <a:lnTo>
                    <a:pt x="1366023" y="1261669"/>
                  </a:lnTo>
                  <a:lnTo>
                    <a:pt x="1294127" y="1244696"/>
                  </a:lnTo>
                  <a:lnTo>
                    <a:pt x="1222231" y="1228082"/>
                  </a:lnTo>
                  <a:lnTo>
                    <a:pt x="1150335" y="1211810"/>
                  </a:lnTo>
                  <a:lnTo>
                    <a:pt x="1078439" y="1195865"/>
                  </a:lnTo>
                  <a:lnTo>
                    <a:pt x="1006543" y="1180233"/>
                  </a:lnTo>
                  <a:lnTo>
                    <a:pt x="934647" y="1164898"/>
                  </a:lnTo>
                  <a:lnTo>
                    <a:pt x="862751" y="1149845"/>
                  </a:lnTo>
                  <a:lnTo>
                    <a:pt x="790855" y="1135061"/>
                  </a:lnTo>
                  <a:lnTo>
                    <a:pt x="718959" y="1120531"/>
                  </a:lnTo>
                  <a:lnTo>
                    <a:pt x="647063" y="1106241"/>
                  </a:lnTo>
                  <a:lnTo>
                    <a:pt x="575167" y="1092180"/>
                  </a:lnTo>
                  <a:lnTo>
                    <a:pt x="503271" y="1078334"/>
                  </a:lnTo>
                  <a:lnTo>
                    <a:pt x="431375" y="1064692"/>
                  </a:lnTo>
                  <a:lnTo>
                    <a:pt x="359479" y="1051243"/>
                  </a:lnTo>
                  <a:lnTo>
                    <a:pt x="287583" y="1037976"/>
                  </a:lnTo>
                  <a:lnTo>
                    <a:pt x="215687" y="1024881"/>
                  </a:lnTo>
                  <a:lnTo>
                    <a:pt x="143791" y="1011948"/>
                  </a:lnTo>
                  <a:lnTo>
                    <a:pt x="71895" y="999169"/>
                  </a:lnTo>
                  <a:lnTo>
                    <a:pt x="0" y="986536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639122"/>
              <a:ext cx="5679782" cy="1526740"/>
            </a:xfrm>
            <a:custGeom>
              <a:avLst/>
              <a:pathLst>
                <a:path w="5679782" h="1526740">
                  <a:moveTo>
                    <a:pt x="0" y="0"/>
                  </a:moveTo>
                  <a:lnTo>
                    <a:pt x="71895" y="31062"/>
                  </a:lnTo>
                  <a:lnTo>
                    <a:pt x="143791" y="61979"/>
                  </a:lnTo>
                  <a:lnTo>
                    <a:pt x="215687" y="92742"/>
                  </a:lnTo>
                  <a:lnTo>
                    <a:pt x="287583" y="123343"/>
                  </a:lnTo>
                  <a:lnTo>
                    <a:pt x="359479" y="153772"/>
                  </a:lnTo>
                  <a:lnTo>
                    <a:pt x="431375" y="184019"/>
                  </a:lnTo>
                  <a:lnTo>
                    <a:pt x="503271" y="214073"/>
                  </a:lnTo>
                  <a:lnTo>
                    <a:pt x="575167" y="243924"/>
                  </a:lnTo>
                  <a:lnTo>
                    <a:pt x="647063" y="273558"/>
                  </a:lnTo>
                  <a:lnTo>
                    <a:pt x="718959" y="302965"/>
                  </a:lnTo>
                  <a:lnTo>
                    <a:pt x="790855" y="332131"/>
                  </a:lnTo>
                  <a:lnTo>
                    <a:pt x="862751" y="361043"/>
                  </a:lnTo>
                  <a:lnTo>
                    <a:pt x="934647" y="389686"/>
                  </a:lnTo>
                  <a:lnTo>
                    <a:pt x="1006543" y="418047"/>
                  </a:lnTo>
                  <a:lnTo>
                    <a:pt x="1078439" y="446111"/>
                  </a:lnTo>
                  <a:lnTo>
                    <a:pt x="1150335" y="473862"/>
                  </a:lnTo>
                  <a:lnTo>
                    <a:pt x="1222231" y="501286"/>
                  </a:lnTo>
                  <a:lnTo>
                    <a:pt x="1294127" y="528368"/>
                  </a:lnTo>
                  <a:lnTo>
                    <a:pt x="1366023" y="555091"/>
                  </a:lnTo>
                  <a:lnTo>
                    <a:pt x="1437919" y="581441"/>
                  </a:lnTo>
                  <a:lnTo>
                    <a:pt x="1509815" y="607404"/>
                  </a:lnTo>
                  <a:lnTo>
                    <a:pt x="1581711" y="632965"/>
                  </a:lnTo>
                  <a:lnTo>
                    <a:pt x="1653607" y="658112"/>
                  </a:lnTo>
                  <a:lnTo>
                    <a:pt x="1725503" y="682831"/>
                  </a:lnTo>
                  <a:lnTo>
                    <a:pt x="1797399" y="707111"/>
                  </a:lnTo>
                  <a:lnTo>
                    <a:pt x="1869295" y="730944"/>
                  </a:lnTo>
                  <a:lnTo>
                    <a:pt x="1941191" y="754321"/>
                  </a:lnTo>
                  <a:lnTo>
                    <a:pt x="2013087" y="777236"/>
                  </a:lnTo>
                  <a:lnTo>
                    <a:pt x="2084983" y="799683"/>
                  </a:lnTo>
                  <a:lnTo>
                    <a:pt x="2156879" y="821661"/>
                  </a:lnTo>
                  <a:lnTo>
                    <a:pt x="2228775" y="843169"/>
                  </a:lnTo>
                  <a:lnTo>
                    <a:pt x="2300671" y="864209"/>
                  </a:lnTo>
                  <a:lnTo>
                    <a:pt x="2372567" y="884783"/>
                  </a:lnTo>
                  <a:lnTo>
                    <a:pt x="2444463" y="904898"/>
                  </a:lnTo>
                  <a:lnTo>
                    <a:pt x="2516359" y="924560"/>
                  </a:lnTo>
                  <a:lnTo>
                    <a:pt x="2588255" y="943778"/>
                  </a:lnTo>
                  <a:lnTo>
                    <a:pt x="2660151" y="962563"/>
                  </a:lnTo>
                  <a:lnTo>
                    <a:pt x="2732047" y="980926"/>
                  </a:lnTo>
                  <a:lnTo>
                    <a:pt x="2803943" y="998879"/>
                  </a:lnTo>
                  <a:lnTo>
                    <a:pt x="2875839" y="1016438"/>
                  </a:lnTo>
                  <a:lnTo>
                    <a:pt x="2947735" y="1033615"/>
                  </a:lnTo>
                  <a:lnTo>
                    <a:pt x="3019631" y="1050426"/>
                  </a:lnTo>
                  <a:lnTo>
                    <a:pt x="3091527" y="1066886"/>
                  </a:lnTo>
                  <a:lnTo>
                    <a:pt x="3163423" y="1083009"/>
                  </a:lnTo>
                  <a:lnTo>
                    <a:pt x="3235319" y="1098813"/>
                  </a:lnTo>
                  <a:lnTo>
                    <a:pt x="3307215" y="1114310"/>
                  </a:lnTo>
                  <a:lnTo>
                    <a:pt x="3379111" y="1129517"/>
                  </a:lnTo>
                  <a:lnTo>
                    <a:pt x="3451007" y="1144448"/>
                  </a:lnTo>
                  <a:lnTo>
                    <a:pt x="3522902" y="1159118"/>
                  </a:lnTo>
                  <a:lnTo>
                    <a:pt x="3594798" y="1173539"/>
                  </a:lnTo>
                  <a:lnTo>
                    <a:pt x="3666694" y="1187724"/>
                  </a:lnTo>
                  <a:lnTo>
                    <a:pt x="3738590" y="1201688"/>
                  </a:lnTo>
                  <a:lnTo>
                    <a:pt x="3810486" y="1215441"/>
                  </a:lnTo>
                  <a:lnTo>
                    <a:pt x="3882382" y="1228996"/>
                  </a:lnTo>
                  <a:lnTo>
                    <a:pt x="3954278" y="1242362"/>
                  </a:lnTo>
                  <a:lnTo>
                    <a:pt x="4026174" y="1255551"/>
                  </a:lnTo>
                  <a:lnTo>
                    <a:pt x="4098070" y="1268573"/>
                  </a:lnTo>
                  <a:lnTo>
                    <a:pt x="4169966" y="1281435"/>
                  </a:lnTo>
                  <a:lnTo>
                    <a:pt x="4241862" y="1294149"/>
                  </a:lnTo>
                  <a:lnTo>
                    <a:pt x="4313758" y="1306720"/>
                  </a:lnTo>
                  <a:lnTo>
                    <a:pt x="4385654" y="1319158"/>
                  </a:lnTo>
                  <a:lnTo>
                    <a:pt x="4457550" y="1331470"/>
                  </a:lnTo>
                  <a:lnTo>
                    <a:pt x="4529446" y="1343662"/>
                  </a:lnTo>
                  <a:lnTo>
                    <a:pt x="4601342" y="1355741"/>
                  </a:lnTo>
                  <a:lnTo>
                    <a:pt x="4673238" y="1367714"/>
                  </a:lnTo>
                  <a:lnTo>
                    <a:pt x="4745134" y="1379584"/>
                  </a:lnTo>
                  <a:lnTo>
                    <a:pt x="4817030" y="1391359"/>
                  </a:lnTo>
                  <a:lnTo>
                    <a:pt x="4888926" y="1403044"/>
                  </a:lnTo>
                  <a:lnTo>
                    <a:pt x="4960822" y="1414642"/>
                  </a:lnTo>
                  <a:lnTo>
                    <a:pt x="5032718" y="1426158"/>
                  </a:lnTo>
                  <a:lnTo>
                    <a:pt x="5104614" y="1437597"/>
                  </a:lnTo>
                  <a:lnTo>
                    <a:pt x="5176510" y="1448962"/>
                  </a:lnTo>
                  <a:lnTo>
                    <a:pt x="5248406" y="1460257"/>
                  </a:lnTo>
                  <a:lnTo>
                    <a:pt x="5320302" y="1471486"/>
                  </a:lnTo>
                  <a:lnTo>
                    <a:pt x="5392198" y="1482651"/>
                  </a:lnTo>
                  <a:lnTo>
                    <a:pt x="5464094" y="1493757"/>
                  </a:lnTo>
                  <a:lnTo>
                    <a:pt x="5535990" y="1504805"/>
                  </a:lnTo>
                  <a:lnTo>
                    <a:pt x="5607886" y="1515799"/>
                  </a:lnTo>
                  <a:lnTo>
                    <a:pt x="5679782" y="1526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3625658"/>
              <a:ext cx="5679782" cy="1925248"/>
            </a:xfrm>
            <a:custGeom>
              <a:avLst/>
              <a:pathLst>
                <a:path w="5679782" h="1925248">
                  <a:moveTo>
                    <a:pt x="5679782" y="1925248"/>
                  </a:moveTo>
                  <a:lnTo>
                    <a:pt x="5607886" y="1892493"/>
                  </a:lnTo>
                  <a:lnTo>
                    <a:pt x="5535990" y="1859791"/>
                  </a:lnTo>
                  <a:lnTo>
                    <a:pt x="5464094" y="1827143"/>
                  </a:lnTo>
                  <a:lnTo>
                    <a:pt x="5392198" y="1794553"/>
                  </a:lnTo>
                  <a:lnTo>
                    <a:pt x="5320302" y="1762022"/>
                  </a:lnTo>
                  <a:lnTo>
                    <a:pt x="5248406" y="1729555"/>
                  </a:lnTo>
                  <a:lnTo>
                    <a:pt x="5176510" y="1697154"/>
                  </a:lnTo>
                  <a:lnTo>
                    <a:pt x="5104614" y="1664823"/>
                  </a:lnTo>
                  <a:lnTo>
                    <a:pt x="5032718" y="1632566"/>
                  </a:lnTo>
                  <a:lnTo>
                    <a:pt x="4960822" y="1600386"/>
                  </a:lnTo>
                  <a:lnTo>
                    <a:pt x="4888926" y="1568288"/>
                  </a:lnTo>
                  <a:lnTo>
                    <a:pt x="4817030" y="1536276"/>
                  </a:lnTo>
                  <a:lnTo>
                    <a:pt x="4745134" y="1504355"/>
                  </a:lnTo>
                  <a:lnTo>
                    <a:pt x="4673238" y="1472530"/>
                  </a:lnTo>
                  <a:lnTo>
                    <a:pt x="4601342" y="1440806"/>
                  </a:lnTo>
                  <a:lnTo>
                    <a:pt x="4529446" y="1409189"/>
                  </a:lnTo>
                  <a:lnTo>
                    <a:pt x="4457550" y="1377685"/>
                  </a:lnTo>
                  <a:lnTo>
                    <a:pt x="4385654" y="1346301"/>
                  </a:lnTo>
                  <a:lnTo>
                    <a:pt x="4313758" y="1315043"/>
                  </a:lnTo>
                  <a:lnTo>
                    <a:pt x="4241862" y="1283918"/>
                  </a:lnTo>
                  <a:lnTo>
                    <a:pt x="4169966" y="1252935"/>
                  </a:lnTo>
                  <a:lnTo>
                    <a:pt x="4098070" y="1222102"/>
                  </a:lnTo>
                  <a:lnTo>
                    <a:pt x="4026174" y="1191427"/>
                  </a:lnTo>
                  <a:lnTo>
                    <a:pt x="3954278" y="1160920"/>
                  </a:lnTo>
                  <a:lnTo>
                    <a:pt x="3882382" y="1130591"/>
                  </a:lnTo>
                  <a:lnTo>
                    <a:pt x="3810486" y="1100449"/>
                  </a:lnTo>
                  <a:lnTo>
                    <a:pt x="3738590" y="1070506"/>
                  </a:lnTo>
                  <a:lnTo>
                    <a:pt x="3666694" y="1040774"/>
                  </a:lnTo>
                  <a:lnTo>
                    <a:pt x="3594798" y="1011264"/>
                  </a:lnTo>
                  <a:lnTo>
                    <a:pt x="3522902" y="981989"/>
                  </a:lnTo>
                  <a:lnTo>
                    <a:pt x="3451007" y="952962"/>
                  </a:lnTo>
                  <a:lnTo>
                    <a:pt x="3379111" y="924197"/>
                  </a:lnTo>
                  <a:lnTo>
                    <a:pt x="3307215" y="895708"/>
                  </a:lnTo>
                  <a:lnTo>
                    <a:pt x="3235319" y="867509"/>
                  </a:lnTo>
                  <a:lnTo>
                    <a:pt x="3163423" y="839616"/>
                  </a:lnTo>
                  <a:lnTo>
                    <a:pt x="3091527" y="812044"/>
                  </a:lnTo>
                  <a:lnTo>
                    <a:pt x="3019631" y="784808"/>
                  </a:lnTo>
                  <a:lnTo>
                    <a:pt x="2947735" y="757923"/>
                  </a:lnTo>
                  <a:lnTo>
                    <a:pt x="2875839" y="731404"/>
                  </a:lnTo>
                  <a:lnTo>
                    <a:pt x="2803943" y="705266"/>
                  </a:lnTo>
                  <a:lnTo>
                    <a:pt x="2732047" y="679524"/>
                  </a:lnTo>
                  <a:lnTo>
                    <a:pt x="2660151" y="654191"/>
                  </a:lnTo>
                  <a:lnTo>
                    <a:pt x="2588255" y="629279"/>
                  </a:lnTo>
                  <a:lnTo>
                    <a:pt x="2516359" y="604802"/>
                  </a:lnTo>
                  <a:lnTo>
                    <a:pt x="2444463" y="580767"/>
                  </a:lnTo>
                  <a:lnTo>
                    <a:pt x="2372567" y="557186"/>
                  </a:lnTo>
                  <a:lnTo>
                    <a:pt x="2300671" y="534064"/>
                  </a:lnTo>
                  <a:lnTo>
                    <a:pt x="2228775" y="511408"/>
                  </a:lnTo>
                  <a:lnTo>
                    <a:pt x="2156879" y="489220"/>
                  </a:lnTo>
                  <a:lnTo>
                    <a:pt x="2084983" y="467502"/>
                  </a:lnTo>
                  <a:lnTo>
                    <a:pt x="2013087" y="446253"/>
                  </a:lnTo>
                  <a:lnTo>
                    <a:pt x="1941191" y="425472"/>
                  </a:lnTo>
                  <a:lnTo>
                    <a:pt x="1869295" y="405152"/>
                  </a:lnTo>
                  <a:lnTo>
                    <a:pt x="1797399" y="385289"/>
                  </a:lnTo>
                  <a:lnTo>
                    <a:pt x="1725503" y="365874"/>
                  </a:lnTo>
                  <a:lnTo>
                    <a:pt x="1653607" y="346897"/>
                  </a:lnTo>
                  <a:lnTo>
                    <a:pt x="1581711" y="328347"/>
                  </a:lnTo>
                  <a:lnTo>
                    <a:pt x="1509815" y="310212"/>
                  </a:lnTo>
                  <a:lnTo>
                    <a:pt x="1437919" y="292479"/>
                  </a:lnTo>
                  <a:lnTo>
                    <a:pt x="1366023" y="275133"/>
                  </a:lnTo>
                  <a:lnTo>
                    <a:pt x="1294127" y="258160"/>
                  </a:lnTo>
                  <a:lnTo>
                    <a:pt x="1222231" y="241546"/>
                  </a:lnTo>
                  <a:lnTo>
                    <a:pt x="1150335" y="225274"/>
                  </a:lnTo>
                  <a:lnTo>
                    <a:pt x="1078439" y="209329"/>
                  </a:lnTo>
                  <a:lnTo>
                    <a:pt x="1006543" y="193697"/>
                  </a:lnTo>
                  <a:lnTo>
                    <a:pt x="934647" y="178362"/>
                  </a:lnTo>
                  <a:lnTo>
                    <a:pt x="862751" y="163309"/>
                  </a:lnTo>
                  <a:lnTo>
                    <a:pt x="790855" y="148525"/>
                  </a:lnTo>
                  <a:lnTo>
                    <a:pt x="718959" y="133995"/>
                  </a:lnTo>
                  <a:lnTo>
                    <a:pt x="647063" y="119705"/>
                  </a:lnTo>
                  <a:lnTo>
                    <a:pt x="575167" y="105644"/>
                  </a:lnTo>
                  <a:lnTo>
                    <a:pt x="503271" y="91798"/>
                  </a:lnTo>
                  <a:lnTo>
                    <a:pt x="431375" y="78156"/>
                  </a:lnTo>
                  <a:lnTo>
                    <a:pt x="359479" y="64707"/>
                  </a:lnTo>
                  <a:lnTo>
                    <a:pt x="287583" y="51440"/>
                  </a:lnTo>
                  <a:lnTo>
                    <a:pt x="215687" y="38345"/>
                  </a:lnTo>
                  <a:lnTo>
                    <a:pt x="143791" y="25412"/>
                  </a:lnTo>
                  <a:lnTo>
                    <a:pt x="71895" y="12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3132390"/>
              <a:ext cx="5679782" cy="1725994"/>
            </a:xfrm>
            <a:custGeom>
              <a:avLst/>
              <a:pathLst>
                <a:path w="5679782" h="1725994">
                  <a:moveTo>
                    <a:pt x="0" y="0"/>
                  </a:moveTo>
                  <a:lnTo>
                    <a:pt x="71895" y="21848"/>
                  </a:lnTo>
                  <a:lnTo>
                    <a:pt x="143791" y="43696"/>
                  </a:lnTo>
                  <a:lnTo>
                    <a:pt x="215687" y="65544"/>
                  </a:lnTo>
                  <a:lnTo>
                    <a:pt x="287583" y="87392"/>
                  </a:lnTo>
                  <a:lnTo>
                    <a:pt x="359479" y="109240"/>
                  </a:lnTo>
                  <a:lnTo>
                    <a:pt x="431375" y="131088"/>
                  </a:lnTo>
                  <a:lnTo>
                    <a:pt x="503271" y="152936"/>
                  </a:lnTo>
                  <a:lnTo>
                    <a:pt x="575167" y="174784"/>
                  </a:lnTo>
                  <a:lnTo>
                    <a:pt x="647063" y="196632"/>
                  </a:lnTo>
                  <a:lnTo>
                    <a:pt x="718959" y="218480"/>
                  </a:lnTo>
                  <a:lnTo>
                    <a:pt x="790855" y="240328"/>
                  </a:lnTo>
                  <a:lnTo>
                    <a:pt x="862751" y="262176"/>
                  </a:lnTo>
                  <a:lnTo>
                    <a:pt x="934647" y="284024"/>
                  </a:lnTo>
                  <a:lnTo>
                    <a:pt x="1006543" y="305872"/>
                  </a:lnTo>
                  <a:lnTo>
                    <a:pt x="1078439" y="327720"/>
                  </a:lnTo>
                  <a:lnTo>
                    <a:pt x="1150335" y="349568"/>
                  </a:lnTo>
                  <a:lnTo>
                    <a:pt x="1222231" y="371416"/>
                  </a:lnTo>
                  <a:lnTo>
                    <a:pt x="1294127" y="393264"/>
                  </a:lnTo>
                  <a:lnTo>
                    <a:pt x="1366023" y="415112"/>
                  </a:lnTo>
                  <a:lnTo>
                    <a:pt x="1437919" y="436960"/>
                  </a:lnTo>
                  <a:lnTo>
                    <a:pt x="1509815" y="458808"/>
                  </a:lnTo>
                  <a:lnTo>
                    <a:pt x="1581711" y="480656"/>
                  </a:lnTo>
                  <a:lnTo>
                    <a:pt x="1653607" y="502504"/>
                  </a:lnTo>
                  <a:lnTo>
                    <a:pt x="1725503" y="524352"/>
                  </a:lnTo>
                  <a:lnTo>
                    <a:pt x="1797399" y="546200"/>
                  </a:lnTo>
                  <a:lnTo>
                    <a:pt x="1869295" y="568048"/>
                  </a:lnTo>
                  <a:lnTo>
                    <a:pt x="1941191" y="589896"/>
                  </a:lnTo>
                  <a:lnTo>
                    <a:pt x="2013087" y="611744"/>
                  </a:lnTo>
                  <a:lnTo>
                    <a:pt x="2084983" y="633592"/>
                  </a:lnTo>
                  <a:lnTo>
                    <a:pt x="2156879" y="655440"/>
                  </a:lnTo>
                  <a:lnTo>
                    <a:pt x="2228775" y="677289"/>
                  </a:lnTo>
                  <a:lnTo>
                    <a:pt x="2300671" y="699137"/>
                  </a:lnTo>
                  <a:lnTo>
                    <a:pt x="2372567" y="720985"/>
                  </a:lnTo>
                  <a:lnTo>
                    <a:pt x="2444463" y="742833"/>
                  </a:lnTo>
                  <a:lnTo>
                    <a:pt x="2516359" y="764681"/>
                  </a:lnTo>
                  <a:lnTo>
                    <a:pt x="2588255" y="786529"/>
                  </a:lnTo>
                  <a:lnTo>
                    <a:pt x="2660151" y="808377"/>
                  </a:lnTo>
                  <a:lnTo>
                    <a:pt x="2732047" y="830225"/>
                  </a:lnTo>
                  <a:lnTo>
                    <a:pt x="2803943" y="852073"/>
                  </a:lnTo>
                  <a:lnTo>
                    <a:pt x="2875839" y="873921"/>
                  </a:lnTo>
                  <a:lnTo>
                    <a:pt x="2947735" y="895769"/>
                  </a:lnTo>
                  <a:lnTo>
                    <a:pt x="3019631" y="917617"/>
                  </a:lnTo>
                  <a:lnTo>
                    <a:pt x="3091527" y="939465"/>
                  </a:lnTo>
                  <a:lnTo>
                    <a:pt x="3163423" y="961313"/>
                  </a:lnTo>
                  <a:lnTo>
                    <a:pt x="3235319" y="983161"/>
                  </a:lnTo>
                  <a:lnTo>
                    <a:pt x="3307215" y="1005009"/>
                  </a:lnTo>
                  <a:lnTo>
                    <a:pt x="3379111" y="1026857"/>
                  </a:lnTo>
                  <a:lnTo>
                    <a:pt x="3451007" y="1048705"/>
                  </a:lnTo>
                  <a:lnTo>
                    <a:pt x="3522902" y="1070553"/>
                  </a:lnTo>
                  <a:lnTo>
                    <a:pt x="3594798" y="1092401"/>
                  </a:lnTo>
                  <a:lnTo>
                    <a:pt x="3666694" y="1114249"/>
                  </a:lnTo>
                  <a:lnTo>
                    <a:pt x="3738590" y="1136097"/>
                  </a:lnTo>
                  <a:lnTo>
                    <a:pt x="3810486" y="1157945"/>
                  </a:lnTo>
                  <a:lnTo>
                    <a:pt x="3882382" y="1179793"/>
                  </a:lnTo>
                  <a:lnTo>
                    <a:pt x="3954278" y="1201641"/>
                  </a:lnTo>
                  <a:lnTo>
                    <a:pt x="4026174" y="1223489"/>
                  </a:lnTo>
                  <a:lnTo>
                    <a:pt x="4098070" y="1245337"/>
                  </a:lnTo>
                  <a:lnTo>
                    <a:pt x="4169966" y="1267185"/>
                  </a:lnTo>
                  <a:lnTo>
                    <a:pt x="4241862" y="1289033"/>
                  </a:lnTo>
                  <a:lnTo>
                    <a:pt x="4313758" y="1310881"/>
                  </a:lnTo>
                  <a:lnTo>
                    <a:pt x="4385654" y="1332729"/>
                  </a:lnTo>
                  <a:lnTo>
                    <a:pt x="4457550" y="1354578"/>
                  </a:lnTo>
                  <a:lnTo>
                    <a:pt x="4529446" y="1376426"/>
                  </a:lnTo>
                  <a:lnTo>
                    <a:pt x="4601342" y="1398274"/>
                  </a:lnTo>
                  <a:lnTo>
                    <a:pt x="4673238" y="1420122"/>
                  </a:lnTo>
                  <a:lnTo>
                    <a:pt x="4745134" y="1441970"/>
                  </a:lnTo>
                  <a:lnTo>
                    <a:pt x="4817030" y="1463818"/>
                  </a:lnTo>
                  <a:lnTo>
                    <a:pt x="4888926" y="1485666"/>
                  </a:lnTo>
                  <a:lnTo>
                    <a:pt x="4960822" y="1507514"/>
                  </a:lnTo>
                  <a:lnTo>
                    <a:pt x="5032718" y="1529362"/>
                  </a:lnTo>
                  <a:lnTo>
                    <a:pt x="5104614" y="1551210"/>
                  </a:lnTo>
                  <a:lnTo>
                    <a:pt x="5176510" y="1573058"/>
                  </a:lnTo>
                  <a:lnTo>
                    <a:pt x="5248406" y="1594906"/>
                  </a:lnTo>
                  <a:lnTo>
                    <a:pt x="5320302" y="1616754"/>
                  </a:lnTo>
                  <a:lnTo>
                    <a:pt x="5392198" y="1638602"/>
                  </a:lnTo>
                  <a:lnTo>
                    <a:pt x="5464094" y="1660450"/>
                  </a:lnTo>
                  <a:lnTo>
                    <a:pt x="5535990" y="1682298"/>
                  </a:lnTo>
                  <a:lnTo>
                    <a:pt x="5607886" y="1704146"/>
                  </a:lnTo>
                  <a:lnTo>
                    <a:pt x="5679782" y="1725994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5588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7045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85032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960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180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5989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7446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8903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303611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818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122406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31417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40427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4943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58448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67458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tx136"/>
            <p:cNvSpPr/>
            <p:nvPr/>
          </p:nvSpPr>
          <p:spPr>
            <a:xfrm>
              <a:off x="111530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220540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29550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438561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547571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656581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759066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43" name="tx143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4" name="rc144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Predicted 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997002" y="1673080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09017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20191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313659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378855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411408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2443961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2502574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2567770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600323" y="1673080"/>
              <a:ext cx="1796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Lewisetta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2604500" y="23561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2604500" y="24894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2604500" y="22950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511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427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429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855010" y="22737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855010" y="21409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855010" y="22051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436893" y="22690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436893" y="25013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436893" y="2275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919963" y="21014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919963" y="204749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919963" y="21120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23422" y="238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23422" y="239199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23422" y="2959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766943" y="35412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766943" y="34221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66943" y="276517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26391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28778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30088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239058"/>
              <a:ext cx="5679782" cy="751016"/>
            </a:xfrm>
            <a:custGeom>
              <a:avLst/>
              <a:pathLst>
                <a:path w="5679782" h="751016">
                  <a:moveTo>
                    <a:pt x="0" y="0"/>
                  </a:moveTo>
                  <a:lnTo>
                    <a:pt x="71895" y="6903"/>
                  </a:lnTo>
                  <a:lnTo>
                    <a:pt x="143791" y="13747"/>
                  </a:lnTo>
                  <a:lnTo>
                    <a:pt x="215687" y="20530"/>
                  </a:lnTo>
                  <a:lnTo>
                    <a:pt x="287583" y="27247"/>
                  </a:lnTo>
                  <a:lnTo>
                    <a:pt x="359479" y="33894"/>
                  </a:lnTo>
                  <a:lnTo>
                    <a:pt x="431375" y="40468"/>
                  </a:lnTo>
                  <a:lnTo>
                    <a:pt x="503271" y="46963"/>
                  </a:lnTo>
                  <a:lnTo>
                    <a:pt x="575167" y="53374"/>
                  </a:lnTo>
                  <a:lnTo>
                    <a:pt x="647063" y="59698"/>
                  </a:lnTo>
                  <a:lnTo>
                    <a:pt x="718959" y="65928"/>
                  </a:lnTo>
                  <a:lnTo>
                    <a:pt x="790855" y="72058"/>
                  </a:lnTo>
                  <a:lnTo>
                    <a:pt x="862751" y="78082"/>
                  </a:lnTo>
                  <a:lnTo>
                    <a:pt x="934647" y="83994"/>
                  </a:lnTo>
                  <a:lnTo>
                    <a:pt x="1006543" y="89787"/>
                  </a:lnTo>
                  <a:lnTo>
                    <a:pt x="1078439" y="95454"/>
                  </a:lnTo>
                  <a:lnTo>
                    <a:pt x="1150335" y="100986"/>
                  </a:lnTo>
                  <a:lnTo>
                    <a:pt x="1222231" y="106377"/>
                  </a:lnTo>
                  <a:lnTo>
                    <a:pt x="1294127" y="111617"/>
                  </a:lnTo>
                  <a:lnTo>
                    <a:pt x="1366023" y="116698"/>
                  </a:lnTo>
                  <a:lnTo>
                    <a:pt x="1437919" y="121612"/>
                  </a:lnTo>
                  <a:lnTo>
                    <a:pt x="1509815" y="126348"/>
                  </a:lnTo>
                  <a:lnTo>
                    <a:pt x="1581711" y="130898"/>
                  </a:lnTo>
                  <a:lnTo>
                    <a:pt x="1653607" y="135252"/>
                  </a:lnTo>
                  <a:lnTo>
                    <a:pt x="1725503" y="139401"/>
                  </a:lnTo>
                  <a:lnTo>
                    <a:pt x="1797399" y="143336"/>
                  </a:lnTo>
                  <a:lnTo>
                    <a:pt x="1869295" y="147046"/>
                  </a:lnTo>
                  <a:lnTo>
                    <a:pt x="1941191" y="150525"/>
                  </a:lnTo>
                  <a:lnTo>
                    <a:pt x="2013087" y="153763"/>
                  </a:lnTo>
                  <a:lnTo>
                    <a:pt x="2084983" y="156752"/>
                  </a:lnTo>
                  <a:lnTo>
                    <a:pt x="2156879" y="159486"/>
                  </a:lnTo>
                  <a:lnTo>
                    <a:pt x="2228775" y="161959"/>
                  </a:lnTo>
                  <a:lnTo>
                    <a:pt x="2300671" y="164165"/>
                  </a:lnTo>
                  <a:lnTo>
                    <a:pt x="2372567" y="166101"/>
                  </a:lnTo>
                  <a:lnTo>
                    <a:pt x="2444463" y="167764"/>
                  </a:lnTo>
                  <a:lnTo>
                    <a:pt x="2516359" y="169152"/>
                  </a:lnTo>
                  <a:lnTo>
                    <a:pt x="2588255" y="170266"/>
                  </a:lnTo>
                  <a:lnTo>
                    <a:pt x="2660151" y="171106"/>
                  </a:lnTo>
                  <a:lnTo>
                    <a:pt x="2732047" y="171676"/>
                  </a:lnTo>
                  <a:lnTo>
                    <a:pt x="2803943" y="171978"/>
                  </a:lnTo>
                  <a:lnTo>
                    <a:pt x="2875839" y="172018"/>
                  </a:lnTo>
                  <a:lnTo>
                    <a:pt x="2947735" y="171801"/>
                  </a:lnTo>
                  <a:lnTo>
                    <a:pt x="3019631" y="171334"/>
                  </a:lnTo>
                  <a:lnTo>
                    <a:pt x="3091527" y="170625"/>
                  </a:lnTo>
                  <a:lnTo>
                    <a:pt x="3163423" y="169683"/>
                  </a:lnTo>
                  <a:lnTo>
                    <a:pt x="3235319" y="168514"/>
                  </a:lnTo>
                  <a:lnTo>
                    <a:pt x="3307215" y="167130"/>
                  </a:lnTo>
                  <a:lnTo>
                    <a:pt x="3379111" y="165539"/>
                  </a:lnTo>
                  <a:lnTo>
                    <a:pt x="3451007" y="163750"/>
                  </a:lnTo>
                  <a:lnTo>
                    <a:pt x="3522902" y="161773"/>
                  </a:lnTo>
                  <a:lnTo>
                    <a:pt x="3594798" y="159617"/>
                  </a:lnTo>
                  <a:lnTo>
                    <a:pt x="3666694" y="157292"/>
                  </a:lnTo>
                  <a:lnTo>
                    <a:pt x="3738590" y="154806"/>
                  </a:lnTo>
                  <a:lnTo>
                    <a:pt x="3810486" y="152168"/>
                  </a:lnTo>
                  <a:lnTo>
                    <a:pt x="3882382" y="149386"/>
                  </a:lnTo>
                  <a:lnTo>
                    <a:pt x="3954278" y="146469"/>
                  </a:lnTo>
                  <a:lnTo>
                    <a:pt x="4026174" y="143425"/>
                  </a:lnTo>
                  <a:lnTo>
                    <a:pt x="4098070" y="140259"/>
                  </a:lnTo>
                  <a:lnTo>
                    <a:pt x="4169966" y="136980"/>
                  </a:lnTo>
                  <a:lnTo>
                    <a:pt x="4241862" y="133595"/>
                  </a:lnTo>
                  <a:lnTo>
                    <a:pt x="4313758" y="130108"/>
                  </a:lnTo>
                  <a:lnTo>
                    <a:pt x="4385654" y="126527"/>
                  </a:lnTo>
                  <a:lnTo>
                    <a:pt x="4457550" y="122856"/>
                  </a:lnTo>
                  <a:lnTo>
                    <a:pt x="4529446" y="119101"/>
                  </a:lnTo>
                  <a:lnTo>
                    <a:pt x="4601342" y="115267"/>
                  </a:lnTo>
                  <a:lnTo>
                    <a:pt x="4673238" y="111359"/>
                  </a:lnTo>
                  <a:lnTo>
                    <a:pt x="4745134" y="107379"/>
                  </a:lnTo>
                  <a:lnTo>
                    <a:pt x="4817030" y="103334"/>
                  </a:lnTo>
                  <a:lnTo>
                    <a:pt x="4888926" y="99225"/>
                  </a:lnTo>
                  <a:lnTo>
                    <a:pt x="4960822" y="95058"/>
                  </a:lnTo>
                  <a:lnTo>
                    <a:pt x="5032718" y="90835"/>
                  </a:lnTo>
                  <a:lnTo>
                    <a:pt x="5104614" y="86559"/>
                  </a:lnTo>
                  <a:lnTo>
                    <a:pt x="5176510" y="82233"/>
                  </a:lnTo>
                  <a:lnTo>
                    <a:pt x="5248406" y="77860"/>
                  </a:lnTo>
                  <a:lnTo>
                    <a:pt x="5320302" y="73442"/>
                  </a:lnTo>
                  <a:lnTo>
                    <a:pt x="5392198" y="68982"/>
                  </a:lnTo>
                  <a:lnTo>
                    <a:pt x="5464094" y="64482"/>
                  </a:lnTo>
                  <a:lnTo>
                    <a:pt x="5535990" y="59944"/>
                  </a:lnTo>
                  <a:lnTo>
                    <a:pt x="5607886" y="55370"/>
                  </a:lnTo>
                  <a:lnTo>
                    <a:pt x="5679782" y="50762"/>
                  </a:lnTo>
                  <a:lnTo>
                    <a:pt x="5679782" y="751016"/>
                  </a:lnTo>
                  <a:lnTo>
                    <a:pt x="5607886" y="743682"/>
                  </a:lnTo>
                  <a:lnTo>
                    <a:pt x="5535990" y="736384"/>
                  </a:lnTo>
                  <a:lnTo>
                    <a:pt x="5464094" y="729121"/>
                  </a:lnTo>
                  <a:lnTo>
                    <a:pt x="5392198" y="721896"/>
                  </a:lnTo>
                  <a:lnTo>
                    <a:pt x="5320302" y="714711"/>
                  </a:lnTo>
                  <a:lnTo>
                    <a:pt x="5248406" y="707568"/>
                  </a:lnTo>
                  <a:lnTo>
                    <a:pt x="5176510" y="700470"/>
                  </a:lnTo>
                  <a:lnTo>
                    <a:pt x="5104614" y="693420"/>
                  </a:lnTo>
                  <a:lnTo>
                    <a:pt x="5032718" y="686419"/>
                  </a:lnTo>
                  <a:lnTo>
                    <a:pt x="4960822" y="679471"/>
                  </a:lnTo>
                  <a:lnTo>
                    <a:pt x="4888926" y="672578"/>
                  </a:lnTo>
                  <a:lnTo>
                    <a:pt x="4817030" y="665745"/>
                  </a:lnTo>
                  <a:lnTo>
                    <a:pt x="4745134" y="658975"/>
                  </a:lnTo>
                  <a:lnTo>
                    <a:pt x="4673238" y="652270"/>
                  </a:lnTo>
                  <a:lnTo>
                    <a:pt x="4601342" y="645637"/>
                  </a:lnTo>
                  <a:lnTo>
                    <a:pt x="4529446" y="639078"/>
                  </a:lnTo>
                  <a:lnTo>
                    <a:pt x="4457550" y="632598"/>
                  </a:lnTo>
                  <a:lnTo>
                    <a:pt x="4385654" y="626202"/>
                  </a:lnTo>
                  <a:lnTo>
                    <a:pt x="4313758" y="619896"/>
                  </a:lnTo>
                  <a:lnTo>
                    <a:pt x="4241862" y="613685"/>
                  </a:lnTo>
                  <a:lnTo>
                    <a:pt x="4169966" y="607574"/>
                  </a:lnTo>
                  <a:lnTo>
                    <a:pt x="4098070" y="601571"/>
                  </a:lnTo>
                  <a:lnTo>
                    <a:pt x="4026174" y="595680"/>
                  </a:lnTo>
                  <a:lnTo>
                    <a:pt x="3954278" y="589911"/>
                  </a:lnTo>
                  <a:lnTo>
                    <a:pt x="3882382" y="584269"/>
                  </a:lnTo>
                  <a:lnTo>
                    <a:pt x="3810486" y="578762"/>
                  </a:lnTo>
                  <a:lnTo>
                    <a:pt x="3738590" y="573400"/>
                  </a:lnTo>
                  <a:lnTo>
                    <a:pt x="3666694" y="568189"/>
                  </a:lnTo>
                  <a:lnTo>
                    <a:pt x="3594798" y="563138"/>
                  </a:lnTo>
                  <a:lnTo>
                    <a:pt x="3522902" y="558258"/>
                  </a:lnTo>
                  <a:lnTo>
                    <a:pt x="3451007" y="553556"/>
                  </a:lnTo>
                  <a:lnTo>
                    <a:pt x="3379111" y="549042"/>
                  </a:lnTo>
                  <a:lnTo>
                    <a:pt x="3307215" y="544726"/>
                  </a:lnTo>
                  <a:lnTo>
                    <a:pt x="3235319" y="540617"/>
                  </a:lnTo>
                  <a:lnTo>
                    <a:pt x="3163423" y="536724"/>
                  </a:lnTo>
                  <a:lnTo>
                    <a:pt x="3091527" y="533056"/>
                  </a:lnTo>
                  <a:lnTo>
                    <a:pt x="3019631" y="529622"/>
                  </a:lnTo>
                  <a:lnTo>
                    <a:pt x="2947735" y="526431"/>
                  </a:lnTo>
                  <a:lnTo>
                    <a:pt x="2875839" y="523489"/>
                  </a:lnTo>
                  <a:lnTo>
                    <a:pt x="2803943" y="520804"/>
                  </a:lnTo>
                  <a:lnTo>
                    <a:pt x="2732047" y="518381"/>
                  </a:lnTo>
                  <a:lnTo>
                    <a:pt x="2660151" y="516226"/>
                  </a:lnTo>
                  <a:lnTo>
                    <a:pt x="2588255" y="514341"/>
                  </a:lnTo>
                  <a:lnTo>
                    <a:pt x="2516359" y="512730"/>
                  </a:lnTo>
                  <a:lnTo>
                    <a:pt x="2444463" y="511393"/>
                  </a:lnTo>
                  <a:lnTo>
                    <a:pt x="2372567" y="510331"/>
                  </a:lnTo>
                  <a:lnTo>
                    <a:pt x="2300671" y="509542"/>
                  </a:lnTo>
                  <a:lnTo>
                    <a:pt x="2228775" y="509024"/>
                  </a:lnTo>
                  <a:lnTo>
                    <a:pt x="2156879" y="508771"/>
                  </a:lnTo>
                  <a:lnTo>
                    <a:pt x="2084983" y="508781"/>
                  </a:lnTo>
                  <a:lnTo>
                    <a:pt x="2013087" y="509045"/>
                  </a:lnTo>
                  <a:lnTo>
                    <a:pt x="1941191" y="509558"/>
                  </a:lnTo>
                  <a:lnTo>
                    <a:pt x="1869295" y="510312"/>
                  </a:lnTo>
                  <a:lnTo>
                    <a:pt x="1797399" y="511298"/>
                  </a:lnTo>
                  <a:lnTo>
                    <a:pt x="1725503" y="512507"/>
                  </a:lnTo>
                  <a:lnTo>
                    <a:pt x="1653607" y="513932"/>
                  </a:lnTo>
                  <a:lnTo>
                    <a:pt x="1581711" y="515561"/>
                  </a:lnTo>
                  <a:lnTo>
                    <a:pt x="1509815" y="517386"/>
                  </a:lnTo>
                  <a:lnTo>
                    <a:pt x="1437919" y="519397"/>
                  </a:lnTo>
                  <a:lnTo>
                    <a:pt x="1366023" y="521586"/>
                  </a:lnTo>
                  <a:lnTo>
                    <a:pt x="1294127" y="523942"/>
                  </a:lnTo>
                  <a:lnTo>
                    <a:pt x="1222231" y="526457"/>
                  </a:lnTo>
                  <a:lnTo>
                    <a:pt x="1150335" y="529123"/>
                  </a:lnTo>
                  <a:lnTo>
                    <a:pt x="1078439" y="531931"/>
                  </a:lnTo>
                  <a:lnTo>
                    <a:pt x="1006543" y="534872"/>
                  </a:lnTo>
                  <a:lnTo>
                    <a:pt x="934647" y="537940"/>
                  </a:lnTo>
                  <a:lnTo>
                    <a:pt x="862751" y="541128"/>
                  </a:lnTo>
                  <a:lnTo>
                    <a:pt x="790855" y="544427"/>
                  </a:lnTo>
                  <a:lnTo>
                    <a:pt x="718959" y="547832"/>
                  </a:lnTo>
                  <a:lnTo>
                    <a:pt x="647063" y="551337"/>
                  </a:lnTo>
                  <a:lnTo>
                    <a:pt x="575167" y="554936"/>
                  </a:lnTo>
                  <a:lnTo>
                    <a:pt x="503271" y="558623"/>
                  </a:lnTo>
                  <a:lnTo>
                    <a:pt x="431375" y="562393"/>
                  </a:lnTo>
                  <a:lnTo>
                    <a:pt x="359479" y="566241"/>
                  </a:lnTo>
                  <a:lnTo>
                    <a:pt x="287583" y="570164"/>
                  </a:lnTo>
                  <a:lnTo>
                    <a:pt x="215687" y="574156"/>
                  </a:lnTo>
                  <a:lnTo>
                    <a:pt x="143791" y="578214"/>
                  </a:lnTo>
                  <a:lnTo>
                    <a:pt x="71895" y="582333"/>
                  </a:lnTo>
                  <a:lnTo>
                    <a:pt x="0" y="586512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239058"/>
              <a:ext cx="5679782" cy="172018"/>
            </a:xfrm>
            <a:custGeom>
              <a:avLst/>
              <a:pathLst>
                <a:path w="5679782" h="172018">
                  <a:moveTo>
                    <a:pt x="0" y="0"/>
                  </a:moveTo>
                  <a:lnTo>
                    <a:pt x="71895" y="6903"/>
                  </a:lnTo>
                  <a:lnTo>
                    <a:pt x="143791" y="13747"/>
                  </a:lnTo>
                  <a:lnTo>
                    <a:pt x="215687" y="20530"/>
                  </a:lnTo>
                  <a:lnTo>
                    <a:pt x="287583" y="27247"/>
                  </a:lnTo>
                  <a:lnTo>
                    <a:pt x="359479" y="33894"/>
                  </a:lnTo>
                  <a:lnTo>
                    <a:pt x="431375" y="40468"/>
                  </a:lnTo>
                  <a:lnTo>
                    <a:pt x="503271" y="46963"/>
                  </a:lnTo>
                  <a:lnTo>
                    <a:pt x="575167" y="53374"/>
                  </a:lnTo>
                  <a:lnTo>
                    <a:pt x="647063" y="59698"/>
                  </a:lnTo>
                  <a:lnTo>
                    <a:pt x="718959" y="65928"/>
                  </a:lnTo>
                  <a:lnTo>
                    <a:pt x="790855" y="72058"/>
                  </a:lnTo>
                  <a:lnTo>
                    <a:pt x="862751" y="78082"/>
                  </a:lnTo>
                  <a:lnTo>
                    <a:pt x="934647" y="83994"/>
                  </a:lnTo>
                  <a:lnTo>
                    <a:pt x="1006543" y="89787"/>
                  </a:lnTo>
                  <a:lnTo>
                    <a:pt x="1078439" y="95454"/>
                  </a:lnTo>
                  <a:lnTo>
                    <a:pt x="1150335" y="100986"/>
                  </a:lnTo>
                  <a:lnTo>
                    <a:pt x="1222231" y="106377"/>
                  </a:lnTo>
                  <a:lnTo>
                    <a:pt x="1294127" y="111617"/>
                  </a:lnTo>
                  <a:lnTo>
                    <a:pt x="1366023" y="116698"/>
                  </a:lnTo>
                  <a:lnTo>
                    <a:pt x="1437919" y="121612"/>
                  </a:lnTo>
                  <a:lnTo>
                    <a:pt x="1509815" y="126348"/>
                  </a:lnTo>
                  <a:lnTo>
                    <a:pt x="1581711" y="130898"/>
                  </a:lnTo>
                  <a:lnTo>
                    <a:pt x="1653607" y="135252"/>
                  </a:lnTo>
                  <a:lnTo>
                    <a:pt x="1725503" y="139401"/>
                  </a:lnTo>
                  <a:lnTo>
                    <a:pt x="1797399" y="143336"/>
                  </a:lnTo>
                  <a:lnTo>
                    <a:pt x="1869295" y="147046"/>
                  </a:lnTo>
                  <a:lnTo>
                    <a:pt x="1941191" y="150525"/>
                  </a:lnTo>
                  <a:lnTo>
                    <a:pt x="2013087" y="153763"/>
                  </a:lnTo>
                  <a:lnTo>
                    <a:pt x="2084983" y="156752"/>
                  </a:lnTo>
                  <a:lnTo>
                    <a:pt x="2156879" y="159486"/>
                  </a:lnTo>
                  <a:lnTo>
                    <a:pt x="2228775" y="161959"/>
                  </a:lnTo>
                  <a:lnTo>
                    <a:pt x="2300671" y="164165"/>
                  </a:lnTo>
                  <a:lnTo>
                    <a:pt x="2372567" y="166101"/>
                  </a:lnTo>
                  <a:lnTo>
                    <a:pt x="2444463" y="167764"/>
                  </a:lnTo>
                  <a:lnTo>
                    <a:pt x="2516359" y="169152"/>
                  </a:lnTo>
                  <a:lnTo>
                    <a:pt x="2588255" y="170266"/>
                  </a:lnTo>
                  <a:lnTo>
                    <a:pt x="2660151" y="171106"/>
                  </a:lnTo>
                  <a:lnTo>
                    <a:pt x="2732047" y="171676"/>
                  </a:lnTo>
                  <a:lnTo>
                    <a:pt x="2803943" y="171978"/>
                  </a:lnTo>
                  <a:lnTo>
                    <a:pt x="2875839" y="172018"/>
                  </a:lnTo>
                  <a:lnTo>
                    <a:pt x="2947735" y="171801"/>
                  </a:lnTo>
                  <a:lnTo>
                    <a:pt x="3019631" y="171334"/>
                  </a:lnTo>
                  <a:lnTo>
                    <a:pt x="3091527" y="170625"/>
                  </a:lnTo>
                  <a:lnTo>
                    <a:pt x="3163423" y="169683"/>
                  </a:lnTo>
                  <a:lnTo>
                    <a:pt x="3235319" y="168514"/>
                  </a:lnTo>
                  <a:lnTo>
                    <a:pt x="3307215" y="167130"/>
                  </a:lnTo>
                  <a:lnTo>
                    <a:pt x="3379111" y="165539"/>
                  </a:lnTo>
                  <a:lnTo>
                    <a:pt x="3451007" y="163750"/>
                  </a:lnTo>
                  <a:lnTo>
                    <a:pt x="3522902" y="161773"/>
                  </a:lnTo>
                  <a:lnTo>
                    <a:pt x="3594798" y="159617"/>
                  </a:lnTo>
                  <a:lnTo>
                    <a:pt x="3666694" y="157292"/>
                  </a:lnTo>
                  <a:lnTo>
                    <a:pt x="3738590" y="154806"/>
                  </a:lnTo>
                  <a:lnTo>
                    <a:pt x="3810486" y="152168"/>
                  </a:lnTo>
                  <a:lnTo>
                    <a:pt x="3882382" y="149386"/>
                  </a:lnTo>
                  <a:lnTo>
                    <a:pt x="3954278" y="146469"/>
                  </a:lnTo>
                  <a:lnTo>
                    <a:pt x="4026174" y="143425"/>
                  </a:lnTo>
                  <a:lnTo>
                    <a:pt x="4098070" y="140259"/>
                  </a:lnTo>
                  <a:lnTo>
                    <a:pt x="4169966" y="136980"/>
                  </a:lnTo>
                  <a:lnTo>
                    <a:pt x="4241862" y="133595"/>
                  </a:lnTo>
                  <a:lnTo>
                    <a:pt x="4313758" y="130108"/>
                  </a:lnTo>
                  <a:lnTo>
                    <a:pt x="4385654" y="126527"/>
                  </a:lnTo>
                  <a:lnTo>
                    <a:pt x="4457550" y="122856"/>
                  </a:lnTo>
                  <a:lnTo>
                    <a:pt x="4529446" y="119101"/>
                  </a:lnTo>
                  <a:lnTo>
                    <a:pt x="4601342" y="115267"/>
                  </a:lnTo>
                  <a:lnTo>
                    <a:pt x="4673238" y="111359"/>
                  </a:lnTo>
                  <a:lnTo>
                    <a:pt x="4745134" y="107379"/>
                  </a:lnTo>
                  <a:lnTo>
                    <a:pt x="4817030" y="103334"/>
                  </a:lnTo>
                  <a:lnTo>
                    <a:pt x="4888926" y="99225"/>
                  </a:lnTo>
                  <a:lnTo>
                    <a:pt x="4960822" y="95058"/>
                  </a:lnTo>
                  <a:lnTo>
                    <a:pt x="5032718" y="90835"/>
                  </a:lnTo>
                  <a:lnTo>
                    <a:pt x="5104614" y="86559"/>
                  </a:lnTo>
                  <a:lnTo>
                    <a:pt x="5176510" y="82233"/>
                  </a:lnTo>
                  <a:lnTo>
                    <a:pt x="5248406" y="77860"/>
                  </a:lnTo>
                  <a:lnTo>
                    <a:pt x="5320302" y="73442"/>
                  </a:lnTo>
                  <a:lnTo>
                    <a:pt x="5392198" y="68982"/>
                  </a:lnTo>
                  <a:lnTo>
                    <a:pt x="5464094" y="64482"/>
                  </a:lnTo>
                  <a:lnTo>
                    <a:pt x="5535990" y="59944"/>
                  </a:lnTo>
                  <a:lnTo>
                    <a:pt x="5607886" y="55370"/>
                  </a:lnTo>
                  <a:lnTo>
                    <a:pt x="5679782" y="50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47830"/>
              <a:ext cx="5679782" cy="242244"/>
            </a:xfrm>
            <a:custGeom>
              <a:avLst/>
              <a:pathLst>
                <a:path w="5679782" h="242244">
                  <a:moveTo>
                    <a:pt x="5679782" y="242244"/>
                  </a:moveTo>
                  <a:lnTo>
                    <a:pt x="5607886" y="234910"/>
                  </a:lnTo>
                  <a:lnTo>
                    <a:pt x="5535990" y="227612"/>
                  </a:lnTo>
                  <a:lnTo>
                    <a:pt x="5464094" y="220349"/>
                  </a:lnTo>
                  <a:lnTo>
                    <a:pt x="5392198" y="213124"/>
                  </a:lnTo>
                  <a:lnTo>
                    <a:pt x="5320302" y="205939"/>
                  </a:lnTo>
                  <a:lnTo>
                    <a:pt x="5248406" y="198796"/>
                  </a:lnTo>
                  <a:lnTo>
                    <a:pt x="5176510" y="191698"/>
                  </a:lnTo>
                  <a:lnTo>
                    <a:pt x="5104614" y="184648"/>
                  </a:lnTo>
                  <a:lnTo>
                    <a:pt x="5032718" y="177647"/>
                  </a:lnTo>
                  <a:lnTo>
                    <a:pt x="4960822" y="170699"/>
                  </a:lnTo>
                  <a:lnTo>
                    <a:pt x="4888926" y="163806"/>
                  </a:lnTo>
                  <a:lnTo>
                    <a:pt x="4817030" y="156973"/>
                  </a:lnTo>
                  <a:lnTo>
                    <a:pt x="4745134" y="150203"/>
                  </a:lnTo>
                  <a:lnTo>
                    <a:pt x="4673238" y="143498"/>
                  </a:lnTo>
                  <a:lnTo>
                    <a:pt x="4601342" y="136865"/>
                  </a:lnTo>
                  <a:lnTo>
                    <a:pt x="4529446" y="130306"/>
                  </a:lnTo>
                  <a:lnTo>
                    <a:pt x="4457550" y="123826"/>
                  </a:lnTo>
                  <a:lnTo>
                    <a:pt x="4385654" y="117430"/>
                  </a:lnTo>
                  <a:lnTo>
                    <a:pt x="4313758" y="111124"/>
                  </a:lnTo>
                  <a:lnTo>
                    <a:pt x="4241862" y="104913"/>
                  </a:lnTo>
                  <a:lnTo>
                    <a:pt x="4169966" y="98802"/>
                  </a:lnTo>
                  <a:lnTo>
                    <a:pt x="4098070" y="92799"/>
                  </a:lnTo>
                  <a:lnTo>
                    <a:pt x="4026174" y="86908"/>
                  </a:lnTo>
                  <a:lnTo>
                    <a:pt x="3954278" y="81139"/>
                  </a:lnTo>
                  <a:lnTo>
                    <a:pt x="3882382" y="75497"/>
                  </a:lnTo>
                  <a:lnTo>
                    <a:pt x="3810486" y="69990"/>
                  </a:lnTo>
                  <a:lnTo>
                    <a:pt x="3738590" y="64628"/>
                  </a:lnTo>
                  <a:lnTo>
                    <a:pt x="3666694" y="59417"/>
                  </a:lnTo>
                  <a:lnTo>
                    <a:pt x="3594798" y="54367"/>
                  </a:lnTo>
                  <a:lnTo>
                    <a:pt x="3522902" y="49486"/>
                  </a:lnTo>
                  <a:lnTo>
                    <a:pt x="3451007" y="44784"/>
                  </a:lnTo>
                  <a:lnTo>
                    <a:pt x="3379111" y="40270"/>
                  </a:lnTo>
                  <a:lnTo>
                    <a:pt x="3307215" y="35954"/>
                  </a:lnTo>
                  <a:lnTo>
                    <a:pt x="3235319" y="31845"/>
                  </a:lnTo>
                  <a:lnTo>
                    <a:pt x="3163423" y="27952"/>
                  </a:lnTo>
                  <a:lnTo>
                    <a:pt x="3091527" y="24284"/>
                  </a:lnTo>
                  <a:lnTo>
                    <a:pt x="3019631" y="20850"/>
                  </a:lnTo>
                  <a:lnTo>
                    <a:pt x="2947735" y="17659"/>
                  </a:lnTo>
                  <a:lnTo>
                    <a:pt x="2875839" y="14717"/>
                  </a:lnTo>
                  <a:lnTo>
                    <a:pt x="2803943" y="12032"/>
                  </a:lnTo>
                  <a:lnTo>
                    <a:pt x="2732047" y="9609"/>
                  </a:lnTo>
                  <a:lnTo>
                    <a:pt x="2660151" y="7454"/>
                  </a:lnTo>
                  <a:lnTo>
                    <a:pt x="2588255" y="5569"/>
                  </a:lnTo>
                  <a:lnTo>
                    <a:pt x="2516359" y="3958"/>
                  </a:lnTo>
                  <a:lnTo>
                    <a:pt x="2444463" y="2621"/>
                  </a:lnTo>
                  <a:lnTo>
                    <a:pt x="2372567" y="1559"/>
                  </a:lnTo>
                  <a:lnTo>
                    <a:pt x="2300671" y="770"/>
                  </a:lnTo>
                  <a:lnTo>
                    <a:pt x="2228775" y="252"/>
                  </a:lnTo>
                  <a:lnTo>
                    <a:pt x="2156879" y="0"/>
                  </a:lnTo>
                  <a:lnTo>
                    <a:pt x="2084983" y="9"/>
                  </a:lnTo>
                  <a:lnTo>
                    <a:pt x="2013087" y="273"/>
                  </a:lnTo>
                  <a:lnTo>
                    <a:pt x="1941191" y="786"/>
                  </a:lnTo>
                  <a:lnTo>
                    <a:pt x="1869295" y="1540"/>
                  </a:lnTo>
                  <a:lnTo>
                    <a:pt x="1797399" y="2526"/>
                  </a:lnTo>
                  <a:lnTo>
                    <a:pt x="1725503" y="3735"/>
                  </a:lnTo>
                  <a:lnTo>
                    <a:pt x="1653607" y="5160"/>
                  </a:lnTo>
                  <a:lnTo>
                    <a:pt x="1581711" y="6789"/>
                  </a:lnTo>
                  <a:lnTo>
                    <a:pt x="1509815" y="8614"/>
                  </a:lnTo>
                  <a:lnTo>
                    <a:pt x="1437919" y="10625"/>
                  </a:lnTo>
                  <a:lnTo>
                    <a:pt x="1366023" y="12814"/>
                  </a:lnTo>
                  <a:lnTo>
                    <a:pt x="1294127" y="15170"/>
                  </a:lnTo>
                  <a:lnTo>
                    <a:pt x="1222231" y="17685"/>
                  </a:lnTo>
                  <a:lnTo>
                    <a:pt x="1150335" y="20351"/>
                  </a:lnTo>
                  <a:lnTo>
                    <a:pt x="1078439" y="23159"/>
                  </a:lnTo>
                  <a:lnTo>
                    <a:pt x="1006543" y="26100"/>
                  </a:lnTo>
                  <a:lnTo>
                    <a:pt x="934647" y="29169"/>
                  </a:lnTo>
                  <a:lnTo>
                    <a:pt x="862751" y="32356"/>
                  </a:lnTo>
                  <a:lnTo>
                    <a:pt x="790855" y="35655"/>
                  </a:lnTo>
                  <a:lnTo>
                    <a:pt x="718959" y="39060"/>
                  </a:lnTo>
                  <a:lnTo>
                    <a:pt x="647063" y="42565"/>
                  </a:lnTo>
                  <a:lnTo>
                    <a:pt x="575167" y="46164"/>
                  </a:lnTo>
                  <a:lnTo>
                    <a:pt x="503271" y="49851"/>
                  </a:lnTo>
                  <a:lnTo>
                    <a:pt x="431375" y="53621"/>
                  </a:lnTo>
                  <a:lnTo>
                    <a:pt x="359479" y="57469"/>
                  </a:lnTo>
                  <a:lnTo>
                    <a:pt x="287583" y="61392"/>
                  </a:lnTo>
                  <a:lnTo>
                    <a:pt x="215687" y="65384"/>
                  </a:lnTo>
                  <a:lnTo>
                    <a:pt x="143791" y="69442"/>
                  </a:lnTo>
                  <a:lnTo>
                    <a:pt x="71895" y="73561"/>
                  </a:lnTo>
                  <a:lnTo>
                    <a:pt x="0" y="7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532314"/>
              <a:ext cx="5679782" cy="107633"/>
            </a:xfrm>
            <a:custGeom>
              <a:avLst/>
              <a:pathLst>
                <a:path w="5679782" h="107633">
                  <a:moveTo>
                    <a:pt x="0" y="0"/>
                  </a:moveTo>
                  <a:lnTo>
                    <a:pt x="71895" y="1362"/>
                  </a:lnTo>
                  <a:lnTo>
                    <a:pt x="143791" y="2724"/>
                  </a:lnTo>
                  <a:lnTo>
                    <a:pt x="215687" y="4087"/>
                  </a:lnTo>
                  <a:lnTo>
                    <a:pt x="287583" y="5449"/>
                  </a:lnTo>
                  <a:lnTo>
                    <a:pt x="359479" y="6812"/>
                  </a:lnTo>
                  <a:lnTo>
                    <a:pt x="431375" y="8174"/>
                  </a:lnTo>
                  <a:lnTo>
                    <a:pt x="503271" y="9537"/>
                  </a:lnTo>
                  <a:lnTo>
                    <a:pt x="575167" y="10899"/>
                  </a:lnTo>
                  <a:lnTo>
                    <a:pt x="647063" y="12262"/>
                  </a:lnTo>
                  <a:lnTo>
                    <a:pt x="718959" y="13624"/>
                  </a:lnTo>
                  <a:lnTo>
                    <a:pt x="790855" y="14986"/>
                  </a:lnTo>
                  <a:lnTo>
                    <a:pt x="862751" y="16349"/>
                  </a:lnTo>
                  <a:lnTo>
                    <a:pt x="934647" y="17711"/>
                  </a:lnTo>
                  <a:lnTo>
                    <a:pt x="1006543" y="19074"/>
                  </a:lnTo>
                  <a:lnTo>
                    <a:pt x="1078439" y="20436"/>
                  </a:lnTo>
                  <a:lnTo>
                    <a:pt x="1150335" y="21799"/>
                  </a:lnTo>
                  <a:lnTo>
                    <a:pt x="1222231" y="23161"/>
                  </a:lnTo>
                  <a:lnTo>
                    <a:pt x="1294127" y="24524"/>
                  </a:lnTo>
                  <a:lnTo>
                    <a:pt x="1366023" y="25886"/>
                  </a:lnTo>
                  <a:lnTo>
                    <a:pt x="1437919" y="27248"/>
                  </a:lnTo>
                  <a:lnTo>
                    <a:pt x="1509815" y="28611"/>
                  </a:lnTo>
                  <a:lnTo>
                    <a:pt x="1581711" y="29973"/>
                  </a:lnTo>
                  <a:lnTo>
                    <a:pt x="1653607" y="31336"/>
                  </a:lnTo>
                  <a:lnTo>
                    <a:pt x="1725503" y="32698"/>
                  </a:lnTo>
                  <a:lnTo>
                    <a:pt x="1797399" y="34061"/>
                  </a:lnTo>
                  <a:lnTo>
                    <a:pt x="1869295" y="35423"/>
                  </a:lnTo>
                  <a:lnTo>
                    <a:pt x="1941191" y="36786"/>
                  </a:lnTo>
                  <a:lnTo>
                    <a:pt x="2013087" y="38148"/>
                  </a:lnTo>
                  <a:lnTo>
                    <a:pt x="2084983" y="39510"/>
                  </a:lnTo>
                  <a:lnTo>
                    <a:pt x="2156879" y="40873"/>
                  </a:lnTo>
                  <a:lnTo>
                    <a:pt x="2228775" y="42235"/>
                  </a:lnTo>
                  <a:lnTo>
                    <a:pt x="2300671" y="43598"/>
                  </a:lnTo>
                  <a:lnTo>
                    <a:pt x="2372567" y="44960"/>
                  </a:lnTo>
                  <a:lnTo>
                    <a:pt x="2444463" y="46323"/>
                  </a:lnTo>
                  <a:lnTo>
                    <a:pt x="2516359" y="47685"/>
                  </a:lnTo>
                  <a:lnTo>
                    <a:pt x="2588255" y="49048"/>
                  </a:lnTo>
                  <a:lnTo>
                    <a:pt x="2660151" y="50410"/>
                  </a:lnTo>
                  <a:lnTo>
                    <a:pt x="2732047" y="51772"/>
                  </a:lnTo>
                  <a:lnTo>
                    <a:pt x="2803943" y="53135"/>
                  </a:lnTo>
                  <a:lnTo>
                    <a:pt x="2875839" y="54497"/>
                  </a:lnTo>
                  <a:lnTo>
                    <a:pt x="2947735" y="55860"/>
                  </a:lnTo>
                  <a:lnTo>
                    <a:pt x="3019631" y="57222"/>
                  </a:lnTo>
                  <a:lnTo>
                    <a:pt x="3091527" y="58585"/>
                  </a:lnTo>
                  <a:lnTo>
                    <a:pt x="3163423" y="59947"/>
                  </a:lnTo>
                  <a:lnTo>
                    <a:pt x="3235319" y="61310"/>
                  </a:lnTo>
                  <a:lnTo>
                    <a:pt x="3307215" y="62672"/>
                  </a:lnTo>
                  <a:lnTo>
                    <a:pt x="3379111" y="64034"/>
                  </a:lnTo>
                  <a:lnTo>
                    <a:pt x="3451007" y="65397"/>
                  </a:lnTo>
                  <a:lnTo>
                    <a:pt x="3522902" y="66759"/>
                  </a:lnTo>
                  <a:lnTo>
                    <a:pt x="3594798" y="68122"/>
                  </a:lnTo>
                  <a:lnTo>
                    <a:pt x="3666694" y="69484"/>
                  </a:lnTo>
                  <a:lnTo>
                    <a:pt x="3738590" y="70847"/>
                  </a:lnTo>
                  <a:lnTo>
                    <a:pt x="3810486" y="72209"/>
                  </a:lnTo>
                  <a:lnTo>
                    <a:pt x="3882382" y="73572"/>
                  </a:lnTo>
                  <a:lnTo>
                    <a:pt x="3954278" y="74934"/>
                  </a:lnTo>
                  <a:lnTo>
                    <a:pt x="4026174" y="76296"/>
                  </a:lnTo>
                  <a:lnTo>
                    <a:pt x="4098070" y="77659"/>
                  </a:lnTo>
                  <a:lnTo>
                    <a:pt x="4169966" y="79021"/>
                  </a:lnTo>
                  <a:lnTo>
                    <a:pt x="4241862" y="80384"/>
                  </a:lnTo>
                  <a:lnTo>
                    <a:pt x="4313758" y="81746"/>
                  </a:lnTo>
                  <a:lnTo>
                    <a:pt x="4385654" y="83109"/>
                  </a:lnTo>
                  <a:lnTo>
                    <a:pt x="4457550" y="84471"/>
                  </a:lnTo>
                  <a:lnTo>
                    <a:pt x="4529446" y="85834"/>
                  </a:lnTo>
                  <a:lnTo>
                    <a:pt x="4601342" y="87196"/>
                  </a:lnTo>
                  <a:lnTo>
                    <a:pt x="4673238" y="88558"/>
                  </a:lnTo>
                  <a:lnTo>
                    <a:pt x="4745134" y="89921"/>
                  </a:lnTo>
                  <a:lnTo>
                    <a:pt x="4817030" y="91283"/>
                  </a:lnTo>
                  <a:lnTo>
                    <a:pt x="4888926" y="92646"/>
                  </a:lnTo>
                  <a:lnTo>
                    <a:pt x="4960822" y="94008"/>
                  </a:lnTo>
                  <a:lnTo>
                    <a:pt x="5032718" y="95371"/>
                  </a:lnTo>
                  <a:lnTo>
                    <a:pt x="5104614" y="96733"/>
                  </a:lnTo>
                  <a:lnTo>
                    <a:pt x="5176510" y="98096"/>
                  </a:lnTo>
                  <a:lnTo>
                    <a:pt x="5248406" y="99458"/>
                  </a:lnTo>
                  <a:lnTo>
                    <a:pt x="5320302" y="100820"/>
                  </a:lnTo>
                  <a:lnTo>
                    <a:pt x="5392198" y="102183"/>
                  </a:lnTo>
                  <a:lnTo>
                    <a:pt x="5464094" y="103545"/>
                  </a:lnTo>
                  <a:lnTo>
                    <a:pt x="5535990" y="104908"/>
                  </a:lnTo>
                  <a:lnTo>
                    <a:pt x="5607886" y="106270"/>
                  </a:lnTo>
                  <a:lnTo>
                    <a:pt x="5679782" y="107633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604500" y="2913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04500" y="33111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604500" y="28541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982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1183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240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55010" y="28308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855010" y="28723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855010" y="29141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36893" y="31497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436893" y="30015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436893" y="30842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919963" y="26787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919963" y="25184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919963" y="2706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23422" y="30362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23422" y="34003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823422" y="30248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766943" y="44433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66943" y="38963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766943" y="35266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35082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610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6444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850357"/>
              <a:ext cx="5679782" cy="872452"/>
            </a:xfrm>
            <a:custGeom>
              <a:avLst/>
              <a:pathLst>
                <a:path w="5679782" h="872452">
                  <a:moveTo>
                    <a:pt x="0" y="0"/>
                  </a:moveTo>
                  <a:lnTo>
                    <a:pt x="71895" y="8232"/>
                  </a:lnTo>
                  <a:lnTo>
                    <a:pt x="143791" y="16402"/>
                  </a:lnTo>
                  <a:lnTo>
                    <a:pt x="215687" y="24505"/>
                  </a:lnTo>
                  <a:lnTo>
                    <a:pt x="287583" y="32537"/>
                  </a:lnTo>
                  <a:lnTo>
                    <a:pt x="359479" y="40493"/>
                  </a:lnTo>
                  <a:lnTo>
                    <a:pt x="431375" y="48370"/>
                  </a:lnTo>
                  <a:lnTo>
                    <a:pt x="503271" y="56162"/>
                  </a:lnTo>
                  <a:lnTo>
                    <a:pt x="575167" y="63865"/>
                  </a:lnTo>
                  <a:lnTo>
                    <a:pt x="647063" y="71472"/>
                  </a:lnTo>
                  <a:lnTo>
                    <a:pt x="718959" y="78978"/>
                  </a:lnTo>
                  <a:lnTo>
                    <a:pt x="790855" y="86376"/>
                  </a:lnTo>
                  <a:lnTo>
                    <a:pt x="862751" y="93660"/>
                  </a:lnTo>
                  <a:lnTo>
                    <a:pt x="934647" y="100823"/>
                  </a:lnTo>
                  <a:lnTo>
                    <a:pt x="1006543" y="107857"/>
                  </a:lnTo>
                  <a:lnTo>
                    <a:pt x="1078439" y="114755"/>
                  </a:lnTo>
                  <a:lnTo>
                    <a:pt x="1150335" y="121508"/>
                  </a:lnTo>
                  <a:lnTo>
                    <a:pt x="1222231" y="128108"/>
                  </a:lnTo>
                  <a:lnTo>
                    <a:pt x="1294127" y="134545"/>
                  </a:lnTo>
                  <a:lnTo>
                    <a:pt x="1366023" y="140811"/>
                  </a:lnTo>
                  <a:lnTo>
                    <a:pt x="1437919" y="146895"/>
                  </a:lnTo>
                  <a:lnTo>
                    <a:pt x="1509815" y="152789"/>
                  </a:lnTo>
                  <a:lnTo>
                    <a:pt x="1581711" y="158481"/>
                  </a:lnTo>
                  <a:lnTo>
                    <a:pt x="1653607" y="163962"/>
                  </a:lnTo>
                  <a:lnTo>
                    <a:pt x="1725503" y="169221"/>
                  </a:lnTo>
                  <a:lnTo>
                    <a:pt x="1797399" y="174249"/>
                  </a:lnTo>
                  <a:lnTo>
                    <a:pt x="1869295" y="179035"/>
                  </a:lnTo>
                  <a:lnTo>
                    <a:pt x="1941191" y="183570"/>
                  </a:lnTo>
                  <a:lnTo>
                    <a:pt x="2013087" y="187846"/>
                  </a:lnTo>
                  <a:lnTo>
                    <a:pt x="2084983" y="191853"/>
                  </a:lnTo>
                  <a:lnTo>
                    <a:pt x="2156879" y="195585"/>
                  </a:lnTo>
                  <a:lnTo>
                    <a:pt x="2228775" y="199034"/>
                  </a:lnTo>
                  <a:lnTo>
                    <a:pt x="2300671" y="202196"/>
                  </a:lnTo>
                  <a:lnTo>
                    <a:pt x="2372567" y="205066"/>
                  </a:lnTo>
                  <a:lnTo>
                    <a:pt x="2444463" y="207641"/>
                  </a:lnTo>
                  <a:lnTo>
                    <a:pt x="2516359" y="209919"/>
                  </a:lnTo>
                  <a:lnTo>
                    <a:pt x="2588255" y="211902"/>
                  </a:lnTo>
                  <a:lnTo>
                    <a:pt x="2660151" y="213588"/>
                  </a:lnTo>
                  <a:lnTo>
                    <a:pt x="2732047" y="214983"/>
                  </a:lnTo>
                  <a:lnTo>
                    <a:pt x="2803943" y="216089"/>
                  </a:lnTo>
                  <a:lnTo>
                    <a:pt x="2875839" y="216911"/>
                  </a:lnTo>
                  <a:lnTo>
                    <a:pt x="2947735" y="217457"/>
                  </a:lnTo>
                  <a:lnTo>
                    <a:pt x="3019631" y="217733"/>
                  </a:lnTo>
                  <a:lnTo>
                    <a:pt x="3091527" y="217747"/>
                  </a:lnTo>
                  <a:lnTo>
                    <a:pt x="3163423" y="217509"/>
                  </a:lnTo>
                  <a:lnTo>
                    <a:pt x="3235319" y="217027"/>
                  </a:lnTo>
                  <a:lnTo>
                    <a:pt x="3307215" y="216312"/>
                  </a:lnTo>
                  <a:lnTo>
                    <a:pt x="3379111" y="215374"/>
                  </a:lnTo>
                  <a:lnTo>
                    <a:pt x="3451007" y="214222"/>
                  </a:lnTo>
                  <a:lnTo>
                    <a:pt x="3522902" y="212867"/>
                  </a:lnTo>
                  <a:lnTo>
                    <a:pt x="3594798" y="211319"/>
                  </a:lnTo>
                  <a:lnTo>
                    <a:pt x="3666694" y="209588"/>
                  </a:lnTo>
                  <a:lnTo>
                    <a:pt x="3738590" y="207684"/>
                  </a:lnTo>
                  <a:lnTo>
                    <a:pt x="3810486" y="205615"/>
                  </a:lnTo>
                  <a:lnTo>
                    <a:pt x="3882382" y="203392"/>
                  </a:lnTo>
                  <a:lnTo>
                    <a:pt x="3954278" y="201022"/>
                  </a:lnTo>
                  <a:lnTo>
                    <a:pt x="4026174" y="198515"/>
                  </a:lnTo>
                  <a:lnTo>
                    <a:pt x="4098070" y="195877"/>
                  </a:lnTo>
                  <a:lnTo>
                    <a:pt x="4169966" y="193116"/>
                  </a:lnTo>
                  <a:lnTo>
                    <a:pt x="4241862" y="190240"/>
                  </a:lnTo>
                  <a:lnTo>
                    <a:pt x="4313758" y="187256"/>
                  </a:lnTo>
                  <a:lnTo>
                    <a:pt x="4385654" y="184169"/>
                  </a:lnTo>
                  <a:lnTo>
                    <a:pt x="4457550" y="180985"/>
                  </a:lnTo>
                  <a:lnTo>
                    <a:pt x="4529446" y="177711"/>
                  </a:lnTo>
                  <a:lnTo>
                    <a:pt x="4601342" y="174351"/>
                  </a:lnTo>
                  <a:lnTo>
                    <a:pt x="4673238" y="170910"/>
                  </a:lnTo>
                  <a:lnTo>
                    <a:pt x="4745134" y="167394"/>
                  </a:lnTo>
                  <a:lnTo>
                    <a:pt x="4817030" y="163805"/>
                  </a:lnTo>
                  <a:lnTo>
                    <a:pt x="4888926" y="160149"/>
                  </a:lnTo>
                  <a:lnTo>
                    <a:pt x="4960822" y="156430"/>
                  </a:lnTo>
                  <a:lnTo>
                    <a:pt x="5032718" y="152650"/>
                  </a:lnTo>
                  <a:lnTo>
                    <a:pt x="5104614" y="148812"/>
                  </a:lnTo>
                  <a:lnTo>
                    <a:pt x="5176510" y="144921"/>
                  </a:lnTo>
                  <a:lnTo>
                    <a:pt x="5248406" y="140980"/>
                  </a:lnTo>
                  <a:lnTo>
                    <a:pt x="5320302" y="136990"/>
                  </a:lnTo>
                  <a:lnTo>
                    <a:pt x="5392198" y="132954"/>
                  </a:lnTo>
                  <a:lnTo>
                    <a:pt x="5464094" y="128875"/>
                  </a:lnTo>
                  <a:lnTo>
                    <a:pt x="5535990" y="124755"/>
                  </a:lnTo>
                  <a:lnTo>
                    <a:pt x="5607886" y="120596"/>
                  </a:lnTo>
                  <a:lnTo>
                    <a:pt x="5679782" y="116401"/>
                  </a:lnTo>
                  <a:lnTo>
                    <a:pt x="5679782" y="872452"/>
                  </a:lnTo>
                  <a:lnTo>
                    <a:pt x="5607886" y="863755"/>
                  </a:lnTo>
                  <a:lnTo>
                    <a:pt x="5535990" y="855095"/>
                  </a:lnTo>
                  <a:lnTo>
                    <a:pt x="5464094" y="846474"/>
                  </a:lnTo>
                  <a:lnTo>
                    <a:pt x="5392198" y="837893"/>
                  </a:lnTo>
                  <a:lnTo>
                    <a:pt x="5320302" y="829356"/>
                  </a:lnTo>
                  <a:lnTo>
                    <a:pt x="5248406" y="820865"/>
                  </a:lnTo>
                  <a:lnTo>
                    <a:pt x="5176510" y="812422"/>
                  </a:lnTo>
                  <a:lnTo>
                    <a:pt x="5104614" y="804030"/>
                  </a:lnTo>
                  <a:lnTo>
                    <a:pt x="5032718" y="795691"/>
                  </a:lnTo>
                  <a:lnTo>
                    <a:pt x="4960822" y="787410"/>
                  </a:lnTo>
                  <a:lnTo>
                    <a:pt x="4888926" y="779188"/>
                  </a:lnTo>
                  <a:lnTo>
                    <a:pt x="4817030" y="771031"/>
                  </a:lnTo>
                  <a:lnTo>
                    <a:pt x="4745134" y="762941"/>
                  </a:lnTo>
                  <a:lnTo>
                    <a:pt x="4673238" y="754923"/>
                  </a:lnTo>
                  <a:lnTo>
                    <a:pt x="4601342" y="746981"/>
                  </a:lnTo>
                  <a:lnTo>
                    <a:pt x="4529446" y="739120"/>
                  </a:lnTo>
                  <a:lnTo>
                    <a:pt x="4457550" y="731344"/>
                  </a:lnTo>
                  <a:lnTo>
                    <a:pt x="4385654" y="723660"/>
                  </a:lnTo>
                  <a:lnTo>
                    <a:pt x="4313758" y="716071"/>
                  </a:lnTo>
                  <a:lnTo>
                    <a:pt x="4241862" y="708585"/>
                  </a:lnTo>
                  <a:lnTo>
                    <a:pt x="4169966" y="701208"/>
                  </a:lnTo>
                  <a:lnTo>
                    <a:pt x="4098070" y="693946"/>
                  </a:lnTo>
                  <a:lnTo>
                    <a:pt x="4026174" y="686807"/>
                  </a:lnTo>
                  <a:lnTo>
                    <a:pt x="3954278" y="679798"/>
                  </a:lnTo>
                  <a:lnTo>
                    <a:pt x="3882382" y="672927"/>
                  </a:lnTo>
                  <a:lnTo>
                    <a:pt x="3810486" y="666202"/>
                  </a:lnTo>
                  <a:lnTo>
                    <a:pt x="3738590" y="659632"/>
                  </a:lnTo>
                  <a:lnTo>
                    <a:pt x="3666694" y="653227"/>
                  </a:lnTo>
                  <a:lnTo>
                    <a:pt x="3594798" y="646994"/>
                  </a:lnTo>
                  <a:lnTo>
                    <a:pt x="3522902" y="640945"/>
                  </a:lnTo>
                  <a:lnTo>
                    <a:pt x="3451007" y="635089"/>
                  </a:lnTo>
                  <a:lnTo>
                    <a:pt x="3379111" y="629436"/>
                  </a:lnTo>
                  <a:lnTo>
                    <a:pt x="3307215" y="623996"/>
                  </a:lnTo>
                  <a:lnTo>
                    <a:pt x="3235319" y="618780"/>
                  </a:lnTo>
                  <a:lnTo>
                    <a:pt x="3163423" y="613797"/>
                  </a:lnTo>
                  <a:lnTo>
                    <a:pt x="3091527" y="609057"/>
                  </a:lnTo>
                  <a:lnTo>
                    <a:pt x="3019631" y="604570"/>
                  </a:lnTo>
                  <a:lnTo>
                    <a:pt x="2947735" y="600345"/>
                  </a:lnTo>
                  <a:lnTo>
                    <a:pt x="2875839" y="596389"/>
                  </a:lnTo>
                  <a:lnTo>
                    <a:pt x="2803943" y="592710"/>
                  </a:lnTo>
                  <a:lnTo>
                    <a:pt x="2732047" y="589314"/>
                  </a:lnTo>
                  <a:lnTo>
                    <a:pt x="2660151" y="586207"/>
                  </a:lnTo>
                  <a:lnTo>
                    <a:pt x="2588255" y="583393"/>
                  </a:lnTo>
                  <a:lnTo>
                    <a:pt x="2516359" y="580874"/>
                  </a:lnTo>
                  <a:lnTo>
                    <a:pt x="2444463" y="578651"/>
                  </a:lnTo>
                  <a:lnTo>
                    <a:pt x="2372567" y="576725"/>
                  </a:lnTo>
                  <a:lnTo>
                    <a:pt x="2300671" y="575093"/>
                  </a:lnTo>
                  <a:lnTo>
                    <a:pt x="2228775" y="573754"/>
                  </a:lnTo>
                  <a:lnTo>
                    <a:pt x="2156879" y="572702"/>
                  </a:lnTo>
                  <a:lnTo>
                    <a:pt x="2084983" y="571932"/>
                  </a:lnTo>
                  <a:lnTo>
                    <a:pt x="2013087" y="571438"/>
                  </a:lnTo>
                  <a:lnTo>
                    <a:pt x="1941191" y="571212"/>
                  </a:lnTo>
                  <a:lnTo>
                    <a:pt x="1869295" y="571246"/>
                  </a:lnTo>
                  <a:lnTo>
                    <a:pt x="1797399" y="571531"/>
                  </a:lnTo>
                  <a:lnTo>
                    <a:pt x="1725503" y="572057"/>
                  </a:lnTo>
                  <a:lnTo>
                    <a:pt x="1653607" y="572815"/>
                  </a:lnTo>
                  <a:lnTo>
                    <a:pt x="1581711" y="573795"/>
                  </a:lnTo>
                  <a:lnTo>
                    <a:pt x="1509815" y="574985"/>
                  </a:lnTo>
                  <a:lnTo>
                    <a:pt x="1437919" y="576378"/>
                  </a:lnTo>
                  <a:lnTo>
                    <a:pt x="1366023" y="577961"/>
                  </a:lnTo>
                  <a:lnTo>
                    <a:pt x="1294127" y="579725"/>
                  </a:lnTo>
                  <a:lnTo>
                    <a:pt x="1222231" y="581661"/>
                  </a:lnTo>
                  <a:lnTo>
                    <a:pt x="1150335" y="583760"/>
                  </a:lnTo>
                  <a:lnTo>
                    <a:pt x="1078439" y="586011"/>
                  </a:lnTo>
                  <a:lnTo>
                    <a:pt x="1006543" y="588408"/>
                  </a:lnTo>
                  <a:lnTo>
                    <a:pt x="934647" y="590941"/>
                  </a:lnTo>
                  <a:lnTo>
                    <a:pt x="862751" y="593602"/>
                  </a:lnTo>
                  <a:lnTo>
                    <a:pt x="790855" y="596385"/>
                  </a:lnTo>
                  <a:lnTo>
                    <a:pt x="718959" y="599282"/>
                  </a:lnTo>
                  <a:lnTo>
                    <a:pt x="647063" y="602286"/>
                  </a:lnTo>
                  <a:lnTo>
                    <a:pt x="575167" y="605392"/>
                  </a:lnTo>
                  <a:lnTo>
                    <a:pt x="503271" y="608593"/>
                  </a:lnTo>
                  <a:lnTo>
                    <a:pt x="431375" y="611884"/>
                  </a:lnTo>
                  <a:lnTo>
                    <a:pt x="359479" y="615259"/>
                  </a:lnTo>
                  <a:lnTo>
                    <a:pt x="287583" y="618715"/>
                  </a:lnTo>
                  <a:lnTo>
                    <a:pt x="215687" y="622245"/>
                  </a:lnTo>
                  <a:lnTo>
                    <a:pt x="143791" y="625846"/>
                  </a:lnTo>
                  <a:lnTo>
                    <a:pt x="71895" y="629515"/>
                  </a:lnTo>
                  <a:lnTo>
                    <a:pt x="0" y="63324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850357"/>
              <a:ext cx="5679782" cy="217747"/>
            </a:xfrm>
            <a:custGeom>
              <a:avLst/>
              <a:pathLst>
                <a:path w="5679782" h="217747">
                  <a:moveTo>
                    <a:pt x="0" y="0"/>
                  </a:moveTo>
                  <a:lnTo>
                    <a:pt x="71895" y="8232"/>
                  </a:lnTo>
                  <a:lnTo>
                    <a:pt x="143791" y="16402"/>
                  </a:lnTo>
                  <a:lnTo>
                    <a:pt x="215687" y="24505"/>
                  </a:lnTo>
                  <a:lnTo>
                    <a:pt x="287583" y="32537"/>
                  </a:lnTo>
                  <a:lnTo>
                    <a:pt x="359479" y="40493"/>
                  </a:lnTo>
                  <a:lnTo>
                    <a:pt x="431375" y="48370"/>
                  </a:lnTo>
                  <a:lnTo>
                    <a:pt x="503271" y="56162"/>
                  </a:lnTo>
                  <a:lnTo>
                    <a:pt x="575167" y="63865"/>
                  </a:lnTo>
                  <a:lnTo>
                    <a:pt x="647063" y="71472"/>
                  </a:lnTo>
                  <a:lnTo>
                    <a:pt x="718959" y="78978"/>
                  </a:lnTo>
                  <a:lnTo>
                    <a:pt x="790855" y="86376"/>
                  </a:lnTo>
                  <a:lnTo>
                    <a:pt x="862751" y="93660"/>
                  </a:lnTo>
                  <a:lnTo>
                    <a:pt x="934647" y="100823"/>
                  </a:lnTo>
                  <a:lnTo>
                    <a:pt x="1006543" y="107857"/>
                  </a:lnTo>
                  <a:lnTo>
                    <a:pt x="1078439" y="114755"/>
                  </a:lnTo>
                  <a:lnTo>
                    <a:pt x="1150335" y="121508"/>
                  </a:lnTo>
                  <a:lnTo>
                    <a:pt x="1222231" y="128108"/>
                  </a:lnTo>
                  <a:lnTo>
                    <a:pt x="1294127" y="134545"/>
                  </a:lnTo>
                  <a:lnTo>
                    <a:pt x="1366023" y="140811"/>
                  </a:lnTo>
                  <a:lnTo>
                    <a:pt x="1437919" y="146895"/>
                  </a:lnTo>
                  <a:lnTo>
                    <a:pt x="1509815" y="152789"/>
                  </a:lnTo>
                  <a:lnTo>
                    <a:pt x="1581711" y="158481"/>
                  </a:lnTo>
                  <a:lnTo>
                    <a:pt x="1653607" y="163962"/>
                  </a:lnTo>
                  <a:lnTo>
                    <a:pt x="1725503" y="169221"/>
                  </a:lnTo>
                  <a:lnTo>
                    <a:pt x="1797399" y="174249"/>
                  </a:lnTo>
                  <a:lnTo>
                    <a:pt x="1869295" y="179035"/>
                  </a:lnTo>
                  <a:lnTo>
                    <a:pt x="1941191" y="183570"/>
                  </a:lnTo>
                  <a:lnTo>
                    <a:pt x="2013087" y="187846"/>
                  </a:lnTo>
                  <a:lnTo>
                    <a:pt x="2084983" y="191853"/>
                  </a:lnTo>
                  <a:lnTo>
                    <a:pt x="2156879" y="195585"/>
                  </a:lnTo>
                  <a:lnTo>
                    <a:pt x="2228775" y="199034"/>
                  </a:lnTo>
                  <a:lnTo>
                    <a:pt x="2300671" y="202196"/>
                  </a:lnTo>
                  <a:lnTo>
                    <a:pt x="2372567" y="205066"/>
                  </a:lnTo>
                  <a:lnTo>
                    <a:pt x="2444463" y="207641"/>
                  </a:lnTo>
                  <a:lnTo>
                    <a:pt x="2516359" y="209919"/>
                  </a:lnTo>
                  <a:lnTo>
                    <a:pt x="2588255" y="211902"/>
                  </a:lnTo>
                  <a:lnTo>
                    <a:pt x="2660151" y="213588"/>
                  </a:lnTo>
                  <a:lnTo>
                    <a:pt x="2732047" y="214983"/>
                  </a:lnTo>
                  <a:lnTo>
                    <a:pt x="2803943" y="216089"/>
                  </a:lnTo>
                  <a:lnTo>
                    <a:pt x="2875839" y="216911"/>
                  </a:lnTo>
                  <a:lnTo>
                    <a:pt x="2947735" y="217457"/>
                  </a:lnTo>
                  <a:lnTo>
                    <a:pt x="3019631" y="217733"/>
                  </a:lnTo>
                  <a:lnTo>
                    <a:pt x="3091527" y="217747"/>
                  </a:lnTo>
                  <a:lnTo>
                    <a:pt x="3163423" y="217509"/>
                  </a:lnTo>
                  <a:lnTo>
                    <a:pt x="3235319" y="217027"/>
                  </a:lnTo>
                  <a:lnTo>
                    <a:pt x="3307215" y="216312"/>
                  </a:lnTo>
                  <a:lnTo>
                    <a:pt x="3379111" y="215374"/>
                  </a:lnTo>
                  <a:lnTo>
                    <a:pt x="3451007" y="214222"/>
                  </a:lnTo>
                  <a:lnTo>
                    <a:pt x="3522902" y="212867"/>
                  </a:lnTo>
                  <a:lnTo>
                    <a:pt x="3594798" y="211319"/>
                  </a:lnTo>
                  <a:lnTo>
                    <a:pt x="3666694" y="209588"/>
                  </a:lnTo>
                  <a:lnTo>
                    <a:pt x="3738590" y="207684"/>
                  </a:lnTo>
                  <a:lnTo>
                    <a:pt x="3810486" y="205615"/>
                  </a:lnTo>
                  <a:lnTo>
                    <a:pt x="3882382" y="203392"/>
                  </a:lnTo>
                  <a:lnTo>
                    <a:pt x="3954278" y="201022"/>
                  </a:lnTo>
                  <a:lnTo>
                    <a:pt x="4026174" y="198515"/>
                  </a:lnTo>
                  <a:lnTo>
                    <a:pt x="4098070" y="195877"/>
                  </a:lnTo>
                  <a:lnTo>
                    <a:pt x="4169966" y="193116"/>
                  </a:lnTo>
                  <a:lnTo>
                    <a:pt x="4241862" y="190240"/>
                  </a:lnTo>
                  <a:lnTo>
                    <a:pt x="4313758" y="187256"/>
                  </a:lnTo>
                  <a:lnTo>
                    <a:pt x="4385654" y="184169"/>
                  </a:lnTo>
                  <a:lnTo>
                    <a:pt x="4457550" y="180985"/>
                  </a:lnTo>
                  <a:lnTo>
                    <a:pt x="4529446" y="177711"/>
                  </a:lnTo>
                  <a:lnTo>
                    <a:pt x="4601342" y="174351"/>
                  </a:lnTo>
                  <a:lnTo>
                    <a:pt x="4673238" y="170910"/>
                  </a:lnTo>
                  <a:lnTo>
                    <a:pt x="4745134" y="167394"/>
                  </a:lnTo>
                  <a:lnTo>
                    <a:pt x="4817030" y="163805"/>
                  </a:lnTo>
                  <a:lnTo>
                    <a:pt x="4888926" y="160149"/>
                  </a:lnTo>
                  <a:lnTo>
                    <a:pt x="4960822" y="156430"/>
                  </a:lnTo>
                  <a:lnTo>
                    <a:pt x="5032718" y="152650"/>
                  </a:lnTo>
                  <a:lnTo>
                    <a:pt x="5104614" y="148812"/>
                  </a:lnTo>
                  <a:lnTo>
                    <a:pt x="5176510" y="144921"/>
                  </a:lnTo>
                  <a:lnTo>
                    <a:pt x="5248406" y="140980"/>
                  </a:lnTo>
                  <a:lnTo>
                    <a:pt x="5320302" y="136990"/>
                  </a:lnTo>
                  <a:lnTo>
                    <a:pt x="5392198" y="132954"/>
                  </a:lnTo>
                  <a:lnTo>
                    <a:pt x="5464094" y="128875"/>
                  </a:lnTo>
                  <a:lnTo>
                    <a:pt x="5535990" y="124755"/>
                  </a:lnTo>
                  <a:lnTo>
                    <a:pt x="5607886" y="120596"/>
                  </a:lnTo>
                  <a:lnTo>
                    <a:pt x="5679782" y="116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21569"/>
              <a:ext cx="5679782" cy="301240"/>
            </a:xfrm>
            <a:custGeom>
              <a:avLst/>
              <a:pathLst>
                <a:path w="5679782" h="301240">
                  <a:moveTo>
                    <a:pt x="5679782" y="301240"/>
                  </a:moveTo>
                  <a:lnTo>
                    <a:pt x="5607886" y="292543"/>
                  </a:lnTo>
                  <a:lnTo>
                    <a:pt x="5535990" y="283882"/>
                  </a:lnTo>
                  <a:lnTo>
                    <a:pt x="5464094" y="275261"/>
                  </a:lnTo>
                  <a:lnTo>
                    <a:pt x="5392198" y="266681"/>
                  </a:lnTo>
                  <a:lnTo>
                    <a:pt x="5320302" y="258144"/>
                  </a:lnTo>
                  <a:lnTo>
                    <a:pt x="5248406" y="249653"/>
                  </a:lnTo>
                  <a:lnTo>
                    <a:pt x="5176510" y="241209"/>
                  </a:lnTo>
                  <a:lnTo>
                    <a:pt x="5104614" y="232817"/>
                  </a:lnTo>
                  <a:lnTo>
                    <a:pt x="5032718" y="224479"/>
                  </a:lnTo>
                  <a:lnTo>
                    <a:pt x="4960822" y="216197"/>
                  </a:lnTo>
                  <a:lnTo>
                    <a:pt x="4888926" y="207976"/>
                  </a:lnTo>
                  <a:lnTo>
                    <a:pt x="4817030" y="199819"/>
                  </a:lnTo>
                  <a:lnTo>
                    <a:pt x="4745134" y="191729"/>
                  </a:lnTo>
                  <a:lnTo>
                    <a:pt x="4673238" y="183711"/>
                  </a:lnTo>
                  <a:lnTo>
                    <a:pt x="4601342" y="175769"/>
                  </a:lnTo>
                  <a:lnTo>
                    <a:pt x="4529446" y="167908"/>
                  </a:lnTo>
                  <a:lnTo>
                    <a:pt x="4457550" y="160132"/>
                  </a:lnTo>
                  <a:lnTo>
                    <a:pt x="4385654" y="152447"/>
                  </a:lnTo>
                  <a:lnTo>
                    <a:pt x="4313758" y="144859"/>
                  </a:lnTo>
                  <a:lnTo>
                    <a:pt x="4241862" y="137373"/>
                  </a:lnTo>
                  <a:lnTo>
                    <a:pt x="4169966" y="129996"/>
                  </a:lnTo>
                  <a:lnTo>
                    <a:pt x="4098070" y="122734"/>
                  </a:lnTo>
                  <a:lnTo>
                    <a:pt x="4026174" y="115595"/>
                  </a:lnTo>
                  <a:lnTo>
                    <a:pt x="3954278" y="108586"/>
                  </a:lnTo>
                  <a:lnTo>
                    <a:pt x="3882382" y="101714"/>
                  </a:lnTo>
                  <a:lnTo>
                    <a:pt x="3810486" y="94990"/>
                  </a:lnTo>
                  <a:lnTo>
                    <a:pt x="3738590" y="88420"/>
                  </a:lnTo>
                  <a:lnTo>
                    <a:pt x="3666694" y="82014"/>
                  </a:lnTo>
                  <a:lnTo>
                    <a:pt x="3594798" y="75782"/>
                  </a:lnTo>
                  <a:lnTo>
                    <a:pt x="3522902" y="69732"/>
                  </a:lnTo>
                  <a:lnTo>
                    <a:pt x="3451007" y="63876"/>
                  </a:lnTo>
                  <a:lnTo>
                    <a:pt x="3379111" y="58223"/>
                  </a:lnTo>
                  <a:lnTo>
                    <a:pt x="3307215" y="52783"/>
                  </a:lnTo>
                  <a:lnTo>
                    <a:pt x="3235319" y="47567"/>
                  </a:lnTo>
                  <a:lnTo>
                    <a:pt x="3163423" y="42584"/>
                  </a:lnTo>
                  <a:lnTo>
                    <a:pt x="3091527" y="37844"/>
                  </a:lnTo>
                  <a:lnTo>
                    <a:pt x="3019631" y="33357"/>
                  </a:lnTo>
                  <a:lnTo>
                    <a:pt x="2947735" y="29132"/>
                  </a:lnTo>
                  <a:lnTo>
                    <a:pt x="2875839" y="25176"/>
                  </a:lnTo>
                  <a:lnTo>
                    <a:pt x="2803943" y="21497"/>
                  </a:lnTo>
                  <a:lnTo>
                    <a:pt x="2732047" y="18102"/>
                  </a:lnTo>
                  <a:lnTo>
                    <a:pt x="2660151" y="14995"/>
                  </a:lnTo>
                  <a:lnTo>
                    <a:pt x="2588255" y="12181"/>
                  </a:lnTo>
                  <a:lnTo>
                    <a:pt x="2516359" y="9661"/>
                  </a:lnTo>
                  <a:lnTo>
                    <a:pt x="2444463" y="7439"/>
                  </a:lnTo>
                  <a:lnTo>
                    <a:pt x="2372567" y="5512"/>
                  </a:lnTo>
                  <a:lnTo>
                    <a:pt x="2300671" y="3881"/>
                  </a:lnTo>
                  <a:lnTo>
                    <a:pt x="2228775" y="2541"/>
                  </a:lnTo>
                  <a:lnTo>
                    <a:pt x="2156879" y="1489"/>
                  </a:lnTo>
                  <a:lnTo>
                    <a:pt x="2084983" y="719"/>
                  </a:lnTo>
                  <a:lnTo>
                    <a:pt x="2013087" y="225"/>
                  </a:lnTo>
                  <a:lnTo>
                    <a:pt x="1941191" y="0"/>
                  </a:lnTo>
                  <a:lnTo>
                    <a:pt x="1869295" y="33"/>
                  </a:lnTo>
                  <a:lnTo>
                    <a:pt x="1797399" y="318"/>
                  </a:lnTo>
                  <a:lnTo>
                    <a:pt x="1725503" y="845"/>
                  </a:lnTo>
                  <a:lnTo>
                    <a:pt x="1653607" y="1603"/>
                  </a:lnTo>
                  <a:lnTo>
                    <a:pt x="1581711" y="2582"/>
                  </a:lnTo>
                  <a:lnTo>
                    <a:pt x="1509815" y="3773"/>
                  </a:lnTo>
                  <a:lnTo>
                    <a:pt x="1437919" y="5165"/>
                  </a:lnTo>
                  <a:lnTo>
                    <a:pt x="1366023" y="6748"/>
                  </a:lnTo>
                  <a:lnTo>
                    <a:pt x="1294127" y="8513"/>
                  </a:lnTo>
                  <a:lnTo>
                    <a:pt x="1222231" y="10449"/>
                  </a:lnTo>
                  <a:lnTo>
                    <a:pt x="1150335" y="12547"/>
                  </a:lnTo>
                  <a:lnTo>
                    <a:pt x="1078439" y="14799"/>
                  </a:lnTo>
                  <a:lnTo>
                    <a:pt x="1006543" y="17195"/>
                  </a:lnTo>
                  <a:lnTo>
                    <a:pt x="934647" y="19728"/>
                  </a:lnTo>
                  <a:lnTo>
                    <a:pt x="862751" y="22390"/>
                  </a:lnTo>
                  <a:lnTo>
                    <a:pt x="790855" y="25172"/>
                  </a:lnTo>
                  <a:lnTo>
                    <a:pt x="718959" y="28069"/>
                  </a:lnTo>
                  <a:lnTo>
                    <a:pt x="647063" y="31074"/>
                  </a:lnTo>
                  <a:lnTo>
                    <a:pt x="575167" y="34179"/>
                  </a:lnTo>
                  <a:lnTo>
                    <a:pt x="503271" y="37380"/>
                  </a:lnTo>
                  <a:lnTo>
                    <a:pt x="431375" y="40671"/>
                  </a:lnTo>
                  <a:lnTo>
                    <a:pt x="359479" y="44047"/>
                  </a:lnTo>
                  <a:lnTo>
                    <a:pt x="287583" y="47502"/>
                  </a:lnTo>
                  <a:lnTo>
                    <a:pt x="215687" y="51032"/>
                  </a:lnTo>
                  <a:lnTo>
                    <a:pt x="143791" y="54634"/>
                  </a:lnTo>
                  <a:lnTo>
                    <a:pt x="71895" y="58302"/>
                  </a:lnTo>
                  <a:lnTo>
                    <a:pt x="0" y="62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66980"/>
              <a:ext cx="5679782" cy="177803"/>
            </a:xfrm>
            <a:custGeom>
              <a:avLst/>
              <a:pathLst>
                <a:path w="5679782" h="177803">
                  <a:moveTo>
                    <a:pt x="0" y="0"/>
                  </a:moveTo>
                  <a:lnTo>
                    <a:pt x="71895" y="2250"/>
                  </a:lnTo>
                  <a:lnTo>
                    <a:pt x="143791" y="4501"/>
                  </a:lnTo>
                  <a:lnTo>
                    <a:pt x="215687" y="6752"/>
                  </a:lnTo>
                  <a:lnTo>
                    <a:pt x="287583" y="9002"/>
                  </a:lnTo>
                  <a:lnTo>
                    <a:pt x="359479" y="11253"/>
                  </a:lnTo>
                  <a:lnTo>
                    <a:pt x="431375" y="13504"/>
                  </a:lnTo>
                  <a:lnTo>
                    <a:pt x="503271" y="15754"/>
                  </a:lnTo>
                  <a:lnTo>
                    <a:pt x="575167" y="18005"/>
                  </a:lnTo>
                  <a:lnTo>
                    <a:pt x="647063" y="20256"/>
                  </a:lnTo>
                  <a:lnTo>
                    <a:pt x="718959" y="22506"/>
                  </a:lnTo>
                  <a:lnTo>
                    <a:pt x="790855" y="24757"/>
                  </a:lnTo>
                  <a:lnTo>
                    <a:pt x="862751" y="27008"/>
                  </a:lnTo>
                  <a:lnTo>
                    <a:pt x="934647" y="29258"/>
                  </a:lnTo>
                  <a:lnTo>
                    <a:pt x="1006543" y="31509"/>
                  </a:lnTo>
                  <a:lnTo>
                    <a:pt x="1078439" y="33760"/>
                  </a:lnTo>
                  <a:lnTo>
                    <a:pt x="1150335" y="36010"/>
                  </a:lnTo>
                  <a:lnTo>
                    <a:pt x="1222231" y="38261"/>
                  </a:lnTo>
                  <a:lnTo>
                    <a:pt x="1294127" y="40512"/>
                  </a:lnTo>
                  <a:lnTo>
                    <a:pt x="1366023" y="42762"/>
                  </a:lnTo>
                  <a:lnTo>
                    <a:pt x="1437919" y="45013"/>
                  </a:lnTo>
                  <a:lnTo>
                    <a:pt x="1509815" y="47264"/>
                  </a:lnTo>
                  <a:lnTo>
                    <a:pt x="1581711" y="49514"/>
                  </a:lnTo>
                  <a:lnTo>
                    <a:pt x="1653607" y="51765"/>
                  </a:lnTo>
                  <a:lnTo>
                    <a:pt x="1725503" y="54016"/>
                  </a:lnTo>
                  <a:lnTo>
                    <a:pt x="1797399" y="56266"/>
                  </a:lnTo>
                  <a:lnTo>
                    <a:pt x="1869295" y="58517"/>
                  </a:lnTo>
                  <a:lnTo>
                    <a:pt x="1941191" y="60768"/>
                  </a:lnTo>
                  <a:lnTo>
                    <a:pt x="2013087" y="63018"/>
                  </a:lnTo>
                  <a:lnTo>
                    <a:pt x="2084983" y="65269"/>
                  </a:lnTo>
                  <a:lnTo>
                    <a:pt x="2156879" y="67520"/>
                  </a:lnTo>
                  <a:lnTo>
                    <a:pt x="2228775" y="69771"/>
                  </a:lnTo>
                  <a:lnTo>
                    <a:pt x="2300671" y="72021"/>
                  </a:lnTo>
                  <a:lnTo>
                    <a:pt x="2372567" y="74272"/>
                  </a:lnTo>
                  <a:lnTo>
                    <a:pt x="2444463" y="76523"/>
                  </a:lnTo>
                  <a:lnTo>
                    <a:pt x="2516359" y="78773"/>
                  </a:lnTo>
                  <a:lnTo>
                    <a:pt x="2588255" y="81024"/>
                  </a:lnTo>
                  <a:lnTo>
                    <a:pt x="2660151" y="83275"/>
                  </a:lnTo>
                  <a:lnTo>
                    <a:pt x="2732047" y="85525"/>
                  </a:lnTo>
                  <a:lnTo>
                    <a:pt x="2803943" y="87776"/>
                  </a:lnTo>
                  <a:lnTo>
                    <a:pt x="2875839" y="90027"/>
                  </a:lnTo>
                  <a:lnTo>
                    <a:pt x="2947735" y="92277"/>
                  </a:lnTo>
                  <a:lnTo>
                    <a:pt x="3019631" y="94528"/>
                  </a:lnTo>
                  <a:lnTo>
                    <a:pt x="3091527" y="96779"/>
                  </a:lnTo>
                  <a:lnTo>
                    <a:pt x="3163423" y="99029"/>
                  </a:lnTo>
                  <a:lnTo>
                    <a:pt x="3235319" y="101280"/>
                  </a:lnTo>
                  <a:lnTo>
                    <a:pt x="3307215" y="103531"/>
                  </a:lnTo>
                  <a:lnTo>
                    <a:pt x="3379111" y="105781"/>
                  </a:lnTo>
                  <a:lnTo>
                    <a:pt x="3451007" y="108032"/>
                  </a:lnTo>
                  <a:lnTo>
                    <a:pt x="3522902" y="110283"/>
                  </a:lnTo>
                  <a:lnTo>
                    <a:pt x="3594798" y="112533"/>
                  </a:lnTo>
                  <a:lnTo>
                    <a:pt x="3666694" y="114784"/>
                  </a:lnTo>
                  <a:lnTo>
                    <a:pt x="3738590" y="117035"/>
                  </a:lnTo>
                  <a:lnTo>
                    <a:pt x="3810486" y="119285"/>
                  </a:lnTo>
                  <a:lnTo>
                    <a:pt x="3882382" y="121536"/>
                  </a:lnTo>
                  <a:lnTo>
                    <a:pt x="3954278" y="123787"/>
                  </a:lnTo>
                  <a:lnTo>
                    <a:pt x="4026174" y="126037"/>
                  </a:lnTo>
                  <a:lnTo>
                    <a:pt x="4098070" y="128288"/>
                  </a:lnTo>
                  <a:lnTo>
                    <a:pt x="4169966" y="130539"/>
                  </a:lnTo>
                  <a:lnTo>
                    <a:pt x="4241862" y="132790"/>
                  </a:lnTo>
                  <a:lnTo>
                    <a:pt x="4313758" y="135040"/>
                  </a:lnTo>
                  <a:lnTo>
                    <a:pt x="4385654" y="137291"/>
                  </a:lnTo>
                  <a:lnTo>
                    <a:pt x="4457550" y="139542"/>
                  </a:lnTo>
                  <a:lnTo>
                    <a:pt x="4529446" y="141792"/>
                  </a:lnTo>
                  <a:lnTo>
                    <a:pt x="4601342" y="144043"/>
                  </a:lnTo>
                  <a:lnTo>
                    <a:pt x="4673238" y="146294"/>
                  </a:lnTo>
                  <a:lnTo>
                    <a:pt x="4745134" y="148544"/>
                  </a:lnTo>
                  <a:lnTo>
                    <a:pt x="4817030" y="150795"/>
                  </a:lnTo>
                  <a:lnTo>
                    <a:pt x="4888926" y="153046"/>
                  </a:lnTo>
                  <a:lnTo>
                    <a:pt x="4960822" y="155296"/>
                  </a:lnTo>
                  <a:lnTo>
                    <a:pt x="5032718" y="157547"/>
                  </a:lnTo>
                  <a:lnTo>
                    <a:pt x="5104614" y="159798"/>
                  </a:lnTo>
                  <a:lnTo>
                    <a:pt x="5176510" y="162048"/>
                  </a:lnTo>
                  <a:lnTo>
                    <a:pt x="5248406" y="164299"/>
                  </a:lnTo>
                  <a:lnTo>
                    <a:pt x="5320302" y="166550"/>
                  </a:lnTo>
                  <a:lnTo>
                    <a:pt x="5392198" y="168800"/>
                  </a:lnTo>
                  <a:lnTo>
                    <a:pt x="5464094" y="171051"/>
                  </a:lnTo>
                  <a:lnTo>
                    <a:pt x="5535990" y="173302"/>
                  </a:lnTo>
                  <a:lnTo>
                    <a:pt x="5607886" y="175552"/>
                  </a:lnTo>
                  <a:lnTo>
                    <a:pt x="5679782" y="177803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604500" y="45159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604500" y="43124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04500" y="43122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8167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241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698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855010" y="42219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55010" y="36693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855010" y="39526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436893" y="4606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436893" y="415454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36893" y="44883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19963" y="33587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19963" y="36252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19963" y="36668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23422" y="36257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823422" y="3863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23422" y="3983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766943" y="52905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766943" y="54922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66943" y="53282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54166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3277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54214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487838"/>
              <a:ext cx="5679782" cy="2019449"/>
            </a:xfrm>
            <a:custGeom>
              <a:avLst/>
              <a:pathLst>
                <a:path w="5679782" h="2019449">
                  <a:moveTo>
                    <a:pt x="0" y="0"/>
                  </a:moveTo>
                  <a:lnTo>
                    <a:pt x="71895" y="21579"/>
                  </a:lnTo>
                  <a:lnTo>
                    <a:pt x="143791" y="43070"/>
                  </a:lnTo>
                  <a:lnTo>
                    <a:pt x="215687" y="64465"/>
                  </a:lnTo>
                  <a:lnTo>
                    <a:pt x="287583" y="85760"/>
                  </a:lnTo>
                  <a:lnTo>
                    <a:pt x="359479" y="106949"/>
                  </a:lnTo>
                  <a:lnTo>
                    <a:pt x="431375" y="128024"/>
                  </a:lnTo>
                  <a:lnTo>
                    <a:pt x="503271" y="148980"/>
                  </a:lnTo>
                  <a:lnTo>
                    <a:pt x="575167" y="169808"/>
                  </a:lnTo>
                  <a:lnTo>
                    <a:pt x="647063" y="190501"/>
                  </a:lnTo>
                  <a:lnTo>
                    <a:pt x="718959" y="211051"/>
                  </a:lnTo>
                  <a:lnTo>
                    <a:pt x="790855" y="231448"/>
                  </a:lnTo>
                  <a:lnTo>
                    <a:pt x="862751" y="251683"/>
                  </a:lnTo>
                  <a:lnTo>
                    <a:pt x="934647" y="271747"/>
                  </a:lnTo>
                  <a:lnTo>
                    <a:pt x="1006543" y="291629"/>
                  </a:lnTo>
                  <a:lnTo>
                    <a:pt x="1078439" y="311317"/>
                  </a:lnTo>
                  <a:lnTo>
                    <a:pt x="1150335" y="330800"/>
                  </a:lnTo>
                  <a:lnTo>
                    <a:pt x="1222231" y="350066"/>
                  </a:lnTo>
                  <a:lnTo>
                    <a:pt x="1294127" y="369102"/>
                  </a:lnTo>
                  <a:lnTo>
                    <a:pt x="1366023" y="387894"/>
                  </a:lnTo>
                  <a:lnTo>
                    <a:pt x="1437919" y="406430"/>
                  </a:lnTo>
                  <a:lnTo>
                    <a:pt x="1509815" y="424695"/>
                  </a:lnTo>
                  <a:lnTo>
                    <a:pt x="1581711" y="442675"/>
                  </a:lnTo>
                  <a:lnTo>
                    <a:pt x="1653607" y="460355"/>
                  </a:lnTo>
                  <a:lnTo>
                    <a:pt x="1725503" y="477722"/>
                  </a:lnTo>
                  <a:lnTo>
                    <a:pt x="1797399" y="494760"/>
                  </a:lnTo>
                  <a:lnTo>
                    <a:pt x="1869295" y="511456"/>
                  </a:lnTo>
                  <a:lnTo>
                    <a:pt x="1941191" y="527797"/>
                  </a:lnTo>
                  <a:lnTo>
                    <a:pt x="2013087" y="543770"/>
                  </a:lnTo>
                  <a:lnTo>
                    <a:pt x="2084983" y="559362"/>
                  </a:lnTo>
                  <a:lnTo>
                    <a:pt x="2156879" y="574564"/>
                  </a:lnTo>
                  <a:lnTo>
                    <a:pt x="2228775" y="589366"/>
                  </a:lnTo>
                  <a:lnTo>
                    <a:pt x="2300671" y="603760"/>
                  </a:lnTo>
                  <a:lnTo>
                    <a:pt x="2372567" y="617741"/>
                  </a:lnTo>
                  <a:lnTo>
                    <a:pt x="2444463" y="631304"/>
                  </a:lnTo>
                  <a:lnTo>
                    <a:pt x="2516359" y="644448"/>
                  </a:lnTo>
                  <a:lnTo>
                    <a:pt x="2588255" y="657171"/>
                  </a:lnTo>
                  <a:lnTo>
                    <a:pt x="2660151" y="669475"/>
                  </a:lnTo>
                  <a:lnTo>
                    <a:pt x="2732047" y="681366"/>
                  </a:lnTo>
                  <a:lnTo>
                    <a:pt x="2803943" y="692847"/>
                  </a:lnTo>
                  <a:lnTo>
                    <a:pt x="2875839" y="703927"/>
                  </a:lnTo>
                  <a:lnTo>
                    <a:pt x="2947735" y="714614"/>
                  </a:lnTo>
                  <a:lnTo>
                    <a:pt x="3019631" y="724919"/>
                  </a:lnTo>
                  <a:lnTo>
                    <a:pt x="3091527" y="734854"/>
                  </a:lnTo>
                  <a:lnTo>
                    <a:pt x="3163423" y="744431"/>
                  </a:lnTo>
                  <a:lnTo>
                    <a:pt x="3235319" y="753663"/>
                  </a:lnTo>
                  <a:lnTo>
                    <a:pt x="3307215" y="762564"/>
                  </a:lnTo>
                  <a:lnTo>
                    <a:pt x="3379111" y="771149"/>
                  </a:lnTo>
                  <a:lnTo>
                    <a:pt x="3451007" y="779432"/>
                  </a:lnTo>
                  <a:lnTo>
                    <a:pt x="3522902" y="787426"/>
                  </a:lnTo>
                  <a:lnTo>
                    <a:pt x="3594798" y="795148"/>
                  </a:lnTo>
                  <a:lnTo>
                    <a:pt x="3666694" y="802609"/>
                  </a:lnTo>
                  <a:lnTo>
                    <a:pt x="3738590" y="809825"/>
                  </a:lnTo>
                  <a:lnTo>
                    <a:pt x="3810486" y="816809"/>
                  </a:lnTo>
                  <a:lnTo>
                    <a:pt x="3882382" y="823573"/>
                  </a:lnTo>
                  <a:lnTo>
                    <a:pt x="3954278" y="830129"/>
                  </a:lnTo>
                  <a:lnTo>
                    <a:pt x="4026174" y="836491"/>
                  </a:lnTo>
                  <a:lnTo>
                    <a:pt x="4098070" y="842667"/>
                  </a:lnTo>
                  <a:lnTo>
                    <a:pt x="4169966" y="848670"/>
                  </a:lnTo>
                  <a:lnTo>
                    <a:pt x="4241862" y="854510"/>
                  </a:lnTo>
                  <a:lnTo>
                    <a:pt x="4313758" y="860195"/>
                  </a:lnTo>
                  <a:lnTo>
                    <a:pt x="4385654" y="865736"/>
                  </a:lnTo>
                  <a:lnTo>
                    <a:pt x="4457550" y="871139"/>
                  </a:lnTo>
                  <a:lnTo>
                    <a:pt x="4529446" y="876414"/>
                  </a:lnTo>
                  <a:lnTo>
                    <a:pt x="4601342" y="881568"/>
                  </a:lnTo>
                  <a:lnTo>
                    <a:pt x="4673238" y="886607"/>
                  </a:lnTo>
                  <a:lnTo>
                    <a:pt x="4745134" y="891539"/>
                  </a:lnTo>
                  <a:lnTo>
                    <a:pt x="4817030" y="896369"/>
                  </a:lnTo>
                  <a:lnTo>
                    <a:pt x="4888926" y="901103"/>
                  </a:lnTo>
                  <a:lnTo>
                    <a:pt x="4960822" y="905746"/>
                  </a:lnTo>
                  <a:lnTo>
                    <a:pt x="5032718" y="910305"/>
                  </a:lnTo>
                  <a:lnTo>
                    <a:pt x="5104614" y="914782"/>
                  </a:lnTo>
                  <a:lnTo>
                    <a:pt x="5176510" y="919183"/>
                  </a:lnTo>
                  <a:lnTo>
                    <a:pt x="5248406" y="923512"/>
                  </a:lnTo>
                  <a:lnTo>
                    <a:pt x="5320302" y="927773"/>
                  </a:lnTo>
                  <a:lnTo>
                    <a:pt x="5392198" y="931969"/>
                  </a:lnTo>
                  <a:lnTo>
                    <a:pt x="5464094" y="936104"/>
                  </a:lnTo>
                  <a:lnTo>
                    <a:pt x="5535990" y="940181"/>
                  </a:lnTo>
                  <a:lnTo>
                    <a:pt x="5607886" y="944203"/>
                  </a:lnTo>
                  <a:lnTo>
                    <a:pt x="5679782" y="948172"/>
                  </a:lnTo>
                  <a:lnTo>
                    <a:pt x="5679782" y="2019449"/>
                  </a:lnTo>
                  <a:lnTo>
                    <a:pt x="5607886" y="1997212"/>
                  </a:lnTo>
                  <a:lnTo>
                    <a:pt x="5535990" y="1975026"/>
                  </a:lnTo>
                  <a:lnTo>
                    <a:pt x="5464094" y="1952896"/>
                  </a:lnTo>
                  <a:lnTo>
                    <a:pt x="5392198" y="1930824"/>
                  </a:lnTo>
                  <a:lnTo>
                    <a:pt x="5320302" y="1908813"/>
                  </a:lnTo>
                  <a:lnTo>
                    <a:pt x="5248406" y="1886867"/>
                  </a:lnTo>
                  <a:lnTo>
                    <a:pt x="5176510" y="1864989"/>
                  </a:lnTo>
                  <a:lnTo>
                    <a:pt x="5104614" y="1843183"/>
                  </a:lnTo>
                  <a:lnTo>
                    <a:pt x="5032718" y="1821454"/>
                  </a:lnTo>
                  <a:lnTo>
                    <a:pt x="4960822" y="1799805"/>
                  </a:lnTo>
                  <a:lnTo>
                    <a:pt x="4888926" y="1778242"/>
                  </a:lnTo>
                  <a:lnTo>
                    <a:pt x="4817030" y="1756769"/>
                  </a:lnTo>
                  <a:lnTo>
                    <a:pt x="4745134" y="1735392"/>
                  </a:lnTo>
                  <a:lnTo>
                    <a:pt x="4673238" y="1714117"/>
                  </a:lnTo>
                  <a:lnTo>
                    <a:pt x="4601342" y="1692949"/>
                  </a:lnTo>
                  <a:lnTo>
                    <a:pt x="4529446" y="1671896"/>
                  </a:lnTo>
                  <a:lnTo>
                    <a:pt x="4457550" y="1650963"/>
                  </a:lnTo>
                  <a:lnTo>
                    <a:pt x="4385654" y="1630160"/>
                  </a:lnTo>
                  <a:lnTo>
                    <a:pt x="4313758" y="1609493"/>
                  </a:lnTo>
                  <a:lnTo>
                    <a:pt x="4241862" y="1588972"/>
                  </a:lnTo>
                  <a:lnTo>
                    <a:pt x="4169966" y="1568604"/>
                  </a:lnTo>
                  <a:lnTo>
                    <a:pt x="4098070" y="1548400"/>
                  </a:lnTo>
                  <a:lnTo>
                    <a:pt x="4026174" y="1528370"/>
                  </a:lnTo>
                  <a:lnTo>
                    <a:pt x="3954278" y="1508524"/>
                  </a:lnTo>
                  <a:lnTo>
                    <a:pt x="3882382" y="1488874"/>
                  </a:lnTo>
                  <a:lnTo>
                    <a:pt x="3810486" y="1469431"/>
                  </a:lnTo>
                  <a:lnTo>
                    <a:pt x="3738590" y="1450208"/>
                  </a:lnTo>
                  <a:lnTo>
                    <a:pt x="3666694" y="1431217"/>
                  </a:lnTo>
                  <a:lnTo>
                    <a:pt x="3594798" y="1412471"/>
                  </a:lnTo>
                  <a:lnTo>
                    <a:pt x="3522902" y="1393986"/>
                  </a:lnTo>
                  <a:lnTo>
                    <a:pt x="3451007" y="1375773"/>
                  </a:lnTo>
                  <a:lnTo>
                    <a:pt x="3379111" y="1357849"/>
                  </a:lnTo>
                  <a:lnTo>
                    <a:pt x="3307215" y="1340226"/>
                  </a:lnTo>
                  <a:lnTo>
                    <a:pt x="3235319" y="1322921"/>
                  </a:lnTo>
                  <a:lnTo>
                    <a:pt x="3163423" y="1305946"/>
                  </a:lnTo>
                  <a:lnTo>
                    <a:pt x="3091527" y="1289316"/>
                  </a:lnTo>
                  <a:lnTo>
                    <a:pt x="3019631" y="1273044"/>
                  </a:lnTo>
                  <a:lnTo>
                    <a:pt x="2947735" y="1257142"/>
                  </a:lnTo>
                  <a:lnTo>
                    <a:pt x="2875839" y="1241622"/>
                  </a:lnTo>
                  <a:lnTo>
                    <a:pt x="2803943" y="1226495"/>
                  </a:lnTo>
                  <a:lnTo>
                    <a:pt x="2732047" y="1211770"/>
                  </a:lnTo>
                  <a:lnTo>
                    <a:pt x="2660151" y="1197453"/>
                  </a:lnTo>
                  <a:lnTo>
                    <a:pt x="2588255" y="1183551"/>
                  </a:lnTo>
                  <a:lnTo>
                    <a:pt x="2516359" y="1170067"/>
                  </a:lnTo>
                  <a:lnTo>
                    <a:pt x="2444463" y="1157003"/>
                  </a:lnTo>
                  <a:lnTo>
                    <a:pt x="2372567" y="1144359"/>
                  </a:lnTo>
                  <a:lnTo>
                    <a:pt x="2300671" y="1132133"/>
                  </a:lnTo>
                  <a:lnTo>
                    <a:pt x="2228775" y="1120320"/>
                  </a:lnTo>
                  <a:lnTo>
                    <a:pt x="2156879" y="1108915"/>
                  </a:lnTo>
                  <a:lnTo>
                    <a:pt x="2084983" y="1097910"/>
                  </a:lnTo>
                  <a:lnTo>
                    <a:pt x="2013087" y="1087295"/>
                  </a:lnTo>
                  <a:lnTo>
                    <a:pt x="1941191" y="1077061"/>
                  </a:lnTo>
                  <a:lnTo>
                    <a:pt x="1869295" y="1067195"/>
                  </a:lnTo>
                  <a:lnTo>
                    <a:pt x="1797399" y="1057684"/>
                  </a:lnTo>
                  <a:lnTo>
                    <a:pt x="1725503" y="1048515"/>
                  </a:lnTo>
                  <a:lnTo>
                    <a:pt x="1653607" y="1039675"/>
                  </a:lnTo>
                  <a:lnTo>
                    <a:pt x="1581711" y="1031148"/>
                  </a:lnTo>
                  <a:lnTo>
                    <a:pt x="1509815" y="1022921"/>
                  </a:lnTo>
                  <a:lnTo>
                    <a:pt x="1437919" y="1014979"/>
                  </a:lnTo>
                  <a:lnTo>
                    <a:pt x="1366023" y="1007308"/>
                  </a:lnTo>
                  <a:lnTo>
                    <a:pt x="1294127" y="999894"/>
                  </a:lnTo>
                  <a:lnTo>
                    <a:pt x="1222231" y="992723"/>
                  </a:lnTo>
                  <a:lnTo>
                    <a:pt x="1150335" y="985781"/>
                  </a:lnTo>
                  <a:lnTo>
                    <a:pt x="1078439" y="979058"/>
                  </a:lnTo>
                  <a:lnTo>
                    <a:pt x="1006543" y="972539"/>
                  </a:lnTo>
                  <a:lnTo>
                    <a:pt x="934647" y="966213"/>
                  </a:lnTo>
                  <a:lnTo>
                    <a:pt x="862751" y="960070"/>
                  </a:lnTo>
                  <a:lnTo>
                    <a:pt x="790855" y="954098"/>
                  </a:lnTo>
                  <a:lnTo>
                    <a:pt x="718959" y="948289"/>
                  </a:lnTo>
                  <a:lnTo>
                    <a:pt x="647063" y="942631"/>
                  </a:lnTo>
                  <a:lnTo>
                    <a:pt x="575167" y="937117"/>
                  </a:lnTo>
                  <a:lnTo>
                    <a:pt x="503271" y="931739"/>
                  </a:lnTo>
                  <a:lnTo>
                    <a:pt x="431375" y="926487"/>
                  </a:lnTo>
                  <a:lnTo>
                    <a:pt x="359479" y="921356"/>
                  </a:lnTo>
                  <a:lnTo>
                    <a:pt x="287583" y="916337"/>
                  </a:lnTo>
                  <a:lnTo>
                    <a:pt x="215687" y="911425"/>
                  </a:lnTo>
                  <a:lnTo>
                    <a:pt x="143791" y="906614"/>
                  </a:lnTo>
                  <a:lnTo>
                    <a:pt x="71895" y="901897"/>
                  </a:lnTo>
                  <a:lnTo>
                    <a:pt x="0" y="897270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487838"/>
              <a:ext cx="5679782" cy="948172"/>
            </a:xfrm>
            <a:custGeom>
              <a:avLst/>
              <a:pathLst>
                <a:path w="5679782" h="948172">
                  <a:moveTo>
                    <a:pt x="0" y="0"/>
                  </a:moveTo>
                  <a:lnTo>
                    <a:pt x="71895" y="21579"/>
                  </a:lnTo>
                  <a:lnTo>
                    <a:pt x="143791" y="43070"/>
                  </a:lnTo>
                  <a:lnTo>
                    <a:pt x="215687" y="64465"/>
                  </a:lnTo>
                  <a:lnTo>
                    <a:pt x="287583" y="85760"/>
                  </a:lnTo>
                  <a:lnTo>
                    <a:pt x="359479" y="106949"/>
                  </a:lnTo>
                  <a:lnTo>
                    <a:pt x="431375" y="128024"/>
                  </a:lnTo>
                  <a:lnTo>
                    <a:pt x="503271" y="148980"/>
                  </a:lnTo>
                  <a:lnTo>
                    <a:pt x="575167" y="169808"/>
                  </a:lnTo>
                  <a:lnTo>
                    <a:pt x="647063" y="190501"/>
                  </a:lnTo>
                  <a:lnTo>
                    <a:pt x="718959" y="211051"/>
                  </a:lnTo>
                  <a:lnTo>
                    <a:pt x="790855" y="231448"/>
                  </a:lnTo>
                  <a:lnTo>
                    <a:pt x="862751" y="251683"/>
                  </a:lnTo>
                  <a:lnTo>
                    <a:pt x="934647" y="271747"/>
                  </a:lnTo>
                  <a:lnTo>
                    <a:pt x="1006543" y="291629"/>
                  </a:lnTo>
                  <a:lnTo>
                    <a:pt x="1078439" y="311317"/>
                  </a:lnTo>
                  <a:lnTo>
                    <a:pt x="1150335" y="330800"/>
                  </a:lnTo>
                  <a:lnTo>
                    <a:pt x="1222231" y="350066"/>
                  </a:lnTo>
                  <a:lnTo>
                    <a:pt x="1294127" y="369102"/>
                  </a:lnTo>
                  <a:lnTo>
                    <a:pt x="1366023" y="387894"/>
                  </a:lnTo>
                  <a:lnTo>
                    <a:pt x="1437919" y="406430"/>
                  </a:lnTo>
                  <a:lnTo>
                    <a:pt x="1509815" y="424695"/>
                  </a:lnTo>
                  <a:lnTo>
                    <a:pt x="1581711" y="442675"/>
                  </a:lnTo>
                  <a:lnTo>
                    <a:pt x="1653607" y="460355"/>
                  </a:lnTo>
                  <a:lnTo>
                    <a:pt x="1725503" y="477722"/>
                  </a:lnTo>
                  <a:lnTo>
                    <a:pt x="1797399" y="494760"/>
                  </a:lnTo>
                  <a:lnTo>
                    <a:pt x="1869295" y="511456"/>
                  </a:lnTo>
                  <a:lnTo>
                    <a:pt x="1941191" y="527797"/>
                  </a:lnTo>
                  <a:lnTo>
                    <a:pt x="2013087" y="543770"/>
                  </a:lnTo>
                  <a:lnTo>
                    <a:pt x="2084983" y="559362"/>
                  </a:lnTo>
                  <a:lnTo>
                    <a:pt x="2156879" y="574564"/>
                  </a:lnTo>
                  <a:lnTo>
                    <a:pt x="2228775" y="589366"/>
                  </a:lnTo>
                  <a:lnTo>
                    <a:pt x="2300671" y="603760"/>
                  </a:lnTo>
                  <a:lnTo>
                    <a:pt x="2372567" y="617741"/>
                  </a:lnTo>
                  <a:lnTo>
                    <a:pt x="2444463" y="631304"/>
                  </a:lnTo>
                  <a:lnTo>
                    <a:pt x="2516359" y="644448"/>
                  </a:lnTo>
                  <a:lnTo>
                    <a:pt x="2588255" y="657171"/>
                  </a:lnTo>
                  <a:lnTo>
                    <a:pt x="2660151" y="669475"/>
                  </a:lnTo>
                  <a:lnTo>
                    <a:pt x="2732047" y="681366"/>
                  </a:lnTo>
                  <a:lnTo>
                    <a:pt x="2803943" y="692847"/>
                  </a:lnTo>
                  <a:lnTo>
                    <a:pt x="2875839" y="703927"/>
                  </a:lnTo>
                  <a:lnTo>
                    <a:pt x="2947735" y="714614"/>
                  </a:lnTo>
                  <a:lnTo>
                    <a:pt x="3019631" y="724919"/>
                  </a:lnTo>
                  <a:lnTo>
                    <a:pt x="3091527" y="734854"/>
                  </a:lnTo>
                  <a:lnTo>
                    <a:pt x="3163423" y="744431"/>
                  </a:lnTo>
                  <a:lnTo>
                    <a:pt x="3235319" y="753663"/>
                  </a:lnTo>
                  <a:lnTo>
                    <a:pt x="3307215" y="762564"/>
                  </a:lnTo>
                  <a:lnTo>
                    <a:pt x="3379111" y="771149"/>
                  </a:lnTo>
                  <a:lnTo>
                    <a:pt x="3451007" y="779432"/>
                  </a:lnTo>
                  <a:lnTo>
                    <a:pt x="3522902" y="787426"/>
                  </a:lnTo>
                  <a:lnTo>
                    <a:pt x="3594798" y="795148"/>
                  </a:lnTo>
                  <a:lnTo>
                    <a:pt x="3666694" y="802609"/>
                  </a:lnTo>
                  <a:lnTo>
                    <a:pt x="3738590" y="809825"/>
                  </a:lnTo>
                  <a:lnTo>
                    <a:pt x="3810486" y="816809"/>
                  </a:lnTo>
                  <a:lnTo>
                    <a:pt x="3882382" y="823573"/>
                  </a:lnTo>
                  <a:lnTo>
                    <a:pt x="3954278" y="830129"/>
                  </a:lnTo>
                  <a:lnTo>
                    <a:pt x="4026174" y="836491"/>
                  </a:lnTo>
                  <a:lnTo>
                    <a:pt x="4098070" y="842667"/>
                  </a:lnTo>
                  <a:lnTo>
                    <a:pt x="4169966" y="848670"/>
                  </a:lnTo>
                  <a:lnTo>
                    <a:pt x="4241862" y="854510"/>
                  </a:lnTo>
                  <a:lnTo>
                    <a:pt x="4313758" y="860195"/>
                  </a:lnTo>
                  <a:lnTo>
                    <a:pt x="4385654" y="865736"/>
                  </a:lnTo>
                  <a:lnTo>
                    <a:pt x="4457550" y="871139"/>
                  </a:lnTo>
                  <a:lnTo>
                    <a:pt x="4529446" y="876414"/>
                  </a:lnTo>
                  <a:lnTo>
                    <a:pt x="4601342" y="881568"/>
                  </a:lnTo>
                  <a:lnTo>
                    <a:pt x="4673238" y="886607"/>
                  </a:lnTo>
                  <a:lnTo>
                    <a:pt x="4745134" y="891539"/>
                  </a:lnTo>
                  <a:lnTo>
                    <a:pt x="4817030" y="896369"/>
                  </a:lnTo>
                  <a:lnTo>
                    <a:pt x="4888926" y="901103"/>
                  </a:lnTo>
                  <a:lnTo>
                    <a:pt x="4960822" y="905746"/>
                  </a:lnTo>
                  <a:lnTo>
                    <a:pt x="5032718" y="910305"/>
                  </a:lnTo>
                  <a:lnTo>
                    <a:pt x="5104614" y="914782"/>
                  </a:lnTo>
                  <a:lnTo>
                    <a:pt x="5176510" y="919183"/>
                  </a:lnTo>
                  <a:lnTo>
                    <a:pt x="5248406" y="923512"/>
                  </a:lnTo>
                  <a:lnTo>
                    <a:pt x="5320302" y="927773"/>
                  </a:lnTo>
                  <a:lnTo>
                    <a:pt x="5392198" y="931969"/>
                  </a:lnTo>
                  <a:lnTo>
                    <a:pt x="5464094" y="936104"/>
                  </a:lnTo>
                  <a:lnTo>
                    <a:pt x="5535990" y="940181"/>
                  </a:lnTo>
                  <a:lnTo>
                    <a:pt x="5607886" y="944203"/>
                  </a:lnTo>
                  <a:lnTo>
                    <a:pt x="5679782" y="948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385108"/>
              <a:ext cx="5679782" cy="1122179"/>
            </a:xfrm>
            <a:custGeom>
              <a:avLst/>
              <a:pathLst>
                <a:path w="5679782" h="1122179">
                  <a:moveTo>
                    <a:pt x="5679782" y="1122179"/>
                  </a:moveTo>
                  <a:lnTo>
                    <a:pt x="5607886" y="1099941"/>
                  </a:lnTo>
                  <a:lnTo>
                    <a:pt x="5535990" y="1077756"/>
                  </a:lnTo>
                  <a:lnTo>
                    <a:pt x="5464094" y="1055626"/>
                  </a:lnTo>
                  <a:lnTo>
                    <a:pt x="5392198" y="1033554"/>
                  </a:lnTo>
                  <a:lnTo>
                    <a:pt x="5320302" y="1011543"/>
                  </a:lnTo>
                  <a:lnTo>
                    <a:pt x="5248406" y="989597"/>
                  </a:lnTo>
                  <a:lnTo>
                    <a:pt x="5176510" y="967719"/>
                  </a:lnTo>
                  <a:lnTo>
                    <a:pt x="5104614" y="945913"/>
                  </a:lnTo>
                  <a:lnTo>
                    <a:pt x="5032718" y="924183"/>
                  </a:lnTo>
                  <a:lnTo>
                    <a:pt x="4960822" y="902535"/>
                  </a:lnTo>
                  <a:lnTo>
                    <a:pt x="4888926" y="880971"/>
                  </a:lnTo>
                  <a:lnTo>
                    <a:pt x="4817030" y="859498"/>
                  </a:lnTo>
                  <a:lnTo>
                    <a:pt x="4745134" y="838121"/>
                  </a:lnTo>
                  <a:lnTo>
                    <a:pt x="4673238" y="816846"/>
                  </a:lnTo>
                  <a:lnTo>
                    <a:pt x="4601342" y="795678"/>
                  </a:lnTo>
                  <a:lnTo>
                    <a:pt x="4529446" y="774625"/>
                  </a:lnTo>
                  <a:lnTo>
                    <a:pt x="4457550" y="753693"/>
                  </a:lnTo>
                  <a:lnTo>
                    <a:pt x="4385654" y="732890"/>
                  </a:lnTo>
                  <a:lnTo>
                    <a:pt x="4313758" y="712223"/>
                  </a:lnTo>
                  <a:lnTo>
                    <a:pt x="4241862" y="691701"/>
                  </a:lnTo>
                  <a:lnTo>
                    <a:pt x="4169966" y="671334"/>
                  </a:lnTo>
                  <a:lnTo>
                    <a:pt x="4098070" y="651130"/>
                  </a:lnTo>
                  <a:lnTo>
                    <a:pt x="4026174" y="631100"/>
                  </a:lnTo>
                  <a:lnTo>
                    <a:pt x="3954278" y="611254"/>
                  </a:lnTo>
                  <a:lnTo>
                    <a:pt x="3882382" y="591604"/>
                  </a:lnTo>
                  <a:lnTo>
                    <a:pt x="3810486" y="572160"/>
                  </a:lnTo>
                  <a:lnTo>
                    <a:pt x="3738590" y="552937"/>
                  </a:lnTo>
                  <a:lnTo>
                    <a:pt x="3666694" y="533946"/>
                  </a:lnTo>
                  <a:lnTo>
                    <a:pt x="3594798" y="515201"/>
                  </a:lnTo>
                  <a:lnTo>
                    <a:pt x="3522902" y="496715"/>
                  </a:lnTo>
                  <a:lnTo>
                    <a:pt x="3451007" y="478503"/>
                  </a:lnTo>
                  <a:lnTo>
                    <a:pt x="3379111" y="460578"/>
                  </a:lnTo>
                  <a:lnTo>
                    <a:pt x="3307215" y="442956"/>
                  </a:lnTo>
                  <a:lnTo>
                    <a:pt x="3235319" y="425650"/>
                  </a:lnTo>
                  <a:lnTo>
                    <a:pt x="3163423" y="408675"/>
                  </a:lnTo>
                  <a:lnTo>
                    <a:pt x="3091527" y="392045"/>
                  </a:lnTo>
                  <a:lnTo>
                    <a:pt x="3019631" y="375773"/>
                  </a:lnTo>
                  <a:lnTo>
                    <a:pt x="2947735" y="359871"/>
                  </a:lnTo>
                  <a:lnTo>
                    <a:pt x="2875839" y="344352"/>
                  </a:lnTo>
                  <a:lnTo>
                    <a:pt x="2803943" y="329225"/>
                  </a:lnTo>
                  <a:lnTo>
                    <a:pt x="2732047" y="314499"/>
                  </a:lnTo>
                  <a:lnTo>
                    <a:pt x="2660151" y="300182"/>
                  </a:lnTo>
                  <a:lnTo>
                    <a:pt x="2588255" y="286280"/>
                  </a:lnTo>
                  <a:lnTo>
                    <a:pt x="2516359" y="272796"/>
                  </a:lnTo>
                  <a:lnTo>
                    <a:pt x="2444463" y="259732"/>
                  </a:lnTo>
                  <a:lnTo>
                    <a:pt x="2372567" y="247088"/>
                  </a:lnTo>
                  <a:lnTo>
                    <a:pt x="2300671" y="234862"/>
                  </a:lnTo>
                  <a:lnTo>
                    <a:pt x="2228775" y="223050"/>
                  </a:lnTo>
                  <a:lnTo>
                    <a:pt x="2156879" y="211645"/>
                  </a:lnTo>
                  <a:lnTo>
                    <a:pt x="2084983" y="200639"/>
                  </a:lnTo>
                  <a:lnTo>
                    <a:pt x="2013087" y="190025"/>
                  </a:lnTo>
                  <a:lnTo>
                    <a:pt x="1941191" y="179790"/>
                  </a:lnTo>
                  <a:lnTo>
                    <a:pt x="1869295" y="169924"/>
                  </a:lnTo>
                  <a:lnTo>
                    <a:pt x="1797399" y="160413"/>
                  </a:lnTo>
                  <a:lnTo>
                    <a:pt x="1725503" y="151245"/>
                  </a:lnTo>
                  <a:lnTo>
                    <a:pt x="1653607" y="142404"/>
                  </a:lnTo>
                  <a:lnTo>
                    <a:pt x="1581711" y="133878"/>
                  </a:lnTo>
                  <a:lnTo>
                    <a:pt x="1509815" y="125651"/>
                  </a:lnTo>
                  <a:lnTo>
                    <a:pt x="1437919" y="117709"/>
                  </a:lnTo>
                  <a:lnTo>
                    <a:pt x="1366023" y="110038"/>
                  </a:lnTo>
                  <a:lnTo>
                    <a:pt x="1294127" y="102623"/>
                  </a:lnTo>
                  <a:lnTo>
                    <a:pt x="1222231" y="95452"/>
                  </a:lnTo>
                  <a:lnTo>
                    <a:pt x="1150335" y="88511"/>
                  </a:lnTo>
                  <a:lnTo>
                    <a:pt x="1078439" y="81787"/>
                  </a:lnTo>
                  <a:lnTo>
                    <a:pt x="1006543" y="75268"/>
                  </a:lnTo>
                  <a:lnTo>
                    <a:pt x="934647" y="68943"/>
                  </a:lnTo>
                  <a:lnTo>
                    <a:pt x="862751" y="62799"/>
                  </a:lnTo>
                  <a:lnTo>
                    <a:pt x="790855" y="56828"/>
                  </a:lnTo>
                  <a:lnTo>
                    <a:pt x="718959" y="51018"/>
                  </a:lnTo>
                  <a:lnTo>
                    <a:pt x="647063" y="45361"/>
                  </a:lnTo>
                  <a:lnTo>
                    <a:pt x="575167" y="39847"/>
                  </a:lnTo>
                  <a:lnTo>
                    <a:pt x="503271" y="34468"/>
                  </a:lnTo>
                  <a:lnTo>
                    <a:pt x="431375" y="29217"/>
                  </a:lnTo>
                  <a:lnTo>
                    <a:pt x="359479" y="24085"/>
                  </a:lnTo>
                  <a:lnTo>
                    <a:pt x="287583" y="19067"/>
                  </a:lnTo>
                  <a:lnTo>
                    <a:pt x="215687" y="14155"/>
                  </a:lnTo>
                  <a:lnTo>
                    <a:pt x="143791" y="9343"/>
                  </a:lnTo>
                  <a:lnTo>
                    <a:pt x="71895" y="46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936473"/>
              <a:ext cx="5679782" cy="1035175"/>
            </a:xfrm>
            <a:custGeom>
              <a:avLst/>
              <a:pathLst>
                <a:path w="5679782" h="1035175">
                  <a:moveTo>
                    <a:pt x="0" y="0"/>
                  </a:moveTo>
                  <a:lnTo>
                    <a:pt x="71895" y="13103"/>
                  </a:lnTo>
                  <a:lnTo>
                    <a:pt x="143791" y="26206"/>
                  </a:lnTo>
                  <a:lnTo>
                    <a:pt x="215687" y="39310"/>
                  </a:lnTo>
                  <a:lnTo>
                    <a:pt x="287583" y="52413"/>
                  </a:lnTo>
                  <a:lnTo>
                    <a:pt x="359479" y="65517"/>
                  </a:lnTo>
                  <a:lnTo>
                    <a:pt x="431375" y="78620"/>
                  </a:lnTo>
                  <a:lnTo>
                    <a:pt x="503271" y="91724"/>
                  </a:lnTo>
                  <a:lnTo>
                    <a:pt x="575167" y="104827"/>
                  </a:lnTo>
                  <a:lnTo>
                    <a:pt x="647063" y="117931"/>
                  </a:lnTo>
                  <a:lnTo>
                    <a:pt x="718959" y="131034"/>
                  </a:lnTo>
                  <a:lnTo>
                    <a:pt x="790855" y="144138"/>
                  </a:lnTo>
                  <a:lnTo>
                    <a:pt x="862751" y="157241"/>
                  </a:lnTo>
                  <a:lnTo>
                    <a:pt x="934647" y="170345"/>
                  </a:lnTo>
                  <a:lnTo>
                    <a:pt x="1006543" y="183448"/>
                  </a:lnTo>
                  <a:lnTo>
                    <a:pt x="1078439" y="196552"/>
                  </a:lnTo>
                  <a:lnTo>
                    <a:pt x="1150335" y="209655"/>
                  </a:lnTo>
                  <a:lnTo>
                    <a:pt x="1222231" y="222759"/>
                  </a:lnTo>
                  <a:lnTo>
                    <a:pt x="1294127" y="235862"/>
                  </a:lnTo>
                  <a:lnTo>
                    <a:pt x="1366023" y="248966"/>
                  </a:lnTo>
                  <a:lnTo>
                    <a:pt x="1437919" y="262069"/>
                  </a:lnTo>
                  <a:lnTo>
                    <a:pt x="1509815" y="275173"/>
                  </a:lnTo>
                  <a:lnTo>
                    <a:pt x="1581711" y="288276"/>
                  </a:lnTo>
                  <a:lnTo>
                    <a:pt x="1653607" y="301380"/>
                  </a:lnTo>
                  <a:lnTo>
                    <a:pt x="1725503" y="314483"/>
                  </a:lnTo>
                  <a:lnTo>
                    <a:pt x="1797399" y="327587"/>
                  </a:lnTo>
                  <a:lnTo>
                    <a:pt x="1869295" y="340690"/>
                  </a:lnTo>
                  <a:lnTo>
                    <a:pt x="1941191" y="353794"/>
                  </a:lnTo>
                  <a:lnTo>
                    <a:pt x="2013087" y="366897"/>
                  </a:lnTo>
                  <a:lnTo>
                    <a:pt x="2084983" y="380001"/>
                  </a:lnTo>
                  <a:lnTo>
                    <a:pt x="2156879" y="393104"/>
                  </a:lnTo>
                  <a:lnTo>
                    <a:pt x="2228775" y="406208"/>
                  </a:lnTo>
                  <a:lnTo>
                    <a:pt x="2300671" y="419311"/>
                  </a:lnTo>
                  <a:lnTo>
                    <a:pt x="2372567" y="432415"/>
                  </a:lnTo>
                  <a:lnTo>
                    <a:pt x="2444463" y="445518"/>
                  </a:lnTo>
                  <a:lnTo>
                    <a:pt x="2516359" y="458622"/>
                  </a:lnTo>
                  <a:lnTo>
                    <a:pt x="2588255" y="471725"/>
                  </a:lnTo>
                  <a:lnTo>
                    <a:pt x="2660151" y="484829"/>
                  </a:lnTo>
                  <a:lnTo>
                    <a:pt x="2732047" y="497932"/>
                  </a:lnTo>
                  <a:lnTo>
                    <a:pt x="2803943" y="511036"/>
                  </a:lnTo>
                  <a:lnTo>
                    <a:pt x="2875839" y="524139"/>
                  </a:lnTo>
                  <a:lnTo>
                    <a:pt x="2947735" y="537243"/>
                  </a:lnTo>
                  <a:lnTo>
                    <a:pt x="3019631" y="550346"/>
                  </a:lnTo>
                  <a:lnTo>
                    <a:pt x="3091527" y="563450"/>
                  </a:lnTo>
                  <a:lnTo>
                    <a:pt x="3163423" y="576553"/>
                  </a:lnTo>
                  <a:lnTo>
                    <a:pt x="3235319" y="589657"/>
                  </a:lnTo>
                  <a:lnTo>
                    <a:pt x="3307215" y="602760"/>
                  </a:lnTo>
                  <a:lnTo>
                    <a:pt x="3379111" y="615864"/>
                  </a:lnTo>
                  <a:lnTo>
                    <a:pt x="3451007" y="628967"/>
                  </a:lnTo>
                  <a:lnTo>
                    <a:pt x="3522902" y="642071"/>
                  </a:lnTo>
                  <a:lnTo>
                    <a:pt x="3594798" y="655174"/>
                  </a:lnTo>
                  <a:lnTo>
                    <a:pt x="3666694" y="668278"/>
                  </a:lnTo>
                  <a:lnTo>
                    <a:pt x="3738590" y="681381"/>
                  </a:lnTo>
                  <a:lnTo>
                    <a:pt x="3810486" y="694485"/>
                  </a:lnTo>
                  <a:lnTo>
                    <a:pt x="3882382" y="707588"/>
                  </a:lnTo>
                  <a:lnTo>
                    <a:pt x="3954278" y="720692"/>
                  </a:lnTo>
                  <a:lnTo>
                    <a:pt x="4026174" y="733795"/>
                  </a:lnTo>
                  <a:lnTo>
                    <a:pt x="4098070" y="746899"/>
                  </a:lnTo>
                  <a:lnTo>
                    <a:pt x="4169966" y="760002"/>
                  </a:lnTo>
                  <a:lnTo>
                    <a:pt x="4241862" y="773106"/>
                  </a:lnTo>
                  <a:lnTo>
                    <a:pt x="4313758" y="786209"/>
                  </a:lnTo>
                  <a:lnTo>
                    <a:pt x="4385654" y="799313"/>
                  </a:lnTo>
                  <a:lnTo>
                    <a:pt x="4457550" y="812416"/>
                  </a:lnTo>
                  <a:lnTo>
                    <a:pt x="4529446" y="825520"/>
                  </a:lnTo>
                  <a:lnTo>
                    <a:pt x="4601342" y="838623"/>
                  </a:lnTo>
                  <a:lnTo>
                    <a:pt x="4673238" y="851727"/>
                  </a:lnTo>
                  <a:lnTo>
                    <a:pt x="4745134" y="864830"/>
                  </a:lnTo>
                  <a:lnTo>
                    <a:pt x="4817030" y="877934"/>
                  </a:lnTo>
                  <a:lnTo>
                    <a:pt x="4888926" y="891037"/>
                  </a:lnTo>
                  <a:lnTo>
                    <a:pt x="4960822" y="904141"/>
                  </a:lnTo>
                  <a:lnTo>
                    <a:pt x="5032718" y="917244"/>
                  </a:lnTo>
                  <a:lnTo>
                    <a:pt x="5104614" y="930348"/>
                  </a:lnTo>
                  <a:lnTo>
                    <a:pt x="5176510" y="943451"/>
                  </a:lnTo>
                  <a:lnTo>
                    <a:pt x="5248406" y="956555"/>
                  </a:lnTo>
                  <a:lnTo>
                    <a:pt x="5320302" y="969658"/>
                  </a:lnTo>
                  <a:lnTo>
                    <a:pt x="5392198" y="982762"/>
                  </a:lnTo>
                  <a:lnTo>
                    <a:pt x="5464094" y="995865"/>
                  </a:lnTo>
                  <a:lnTo>
                    <a:pt x="5535990" y="1008968"/>
                  </a:lnTo>
                  <a:lnTo>
                    <a:pt x="5607886" y="1022072"/>
                  </a:lnTo>
                  <a:lnTo>
                    <a:pt x="5679782" y="103517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604500" y="44975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604500" y="46206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04500" y="4703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708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569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724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855010" y="42577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855010" y="3866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55010" y="42046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436893" y="48828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436893" y="45101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436893" y="48471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19963" y="37523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19963" y="41152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19963" y="39579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23422" y="38207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23422" y="40672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23422" y="40615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766943" y="54063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766943" y="53719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7943" y="54791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368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849676"/>
              <a:ext cx="5679782" cy="1579581"/>
            </a:xfrm>
            <a:custGeom>
              <a:avLst/>
              <a:pathLst>
                <a:path w="5679782" h="1579581">
                  <a:moveTo>
                    <a:pt x="0" y="0"/>
                  </a:moveTo>
                  <a:lnTo>
                    <a:pt x="71895" y="16346"/>
                  </a:lnTo>
                  <a:lnTo>
                    <a:pt x="143791" y="32604"/>
                  </a:lnTo>
                  <a:lnTo>
                    <a:pt x="215687" y="48765"/>
                  </a:lnTo>
                  <a:lnTo>
                    <a:pt x="287583" y="64826"/>
                  </a:lnTo>
                  <a:lnTo>
                    <a:pt x="359479" y="80779"/>
                  </a:lnTo>
                  <a:lnTo>
                    <a:pt x="431375" y="96617"/>
                  </a:lnTo>
                  <a:lnTo>
                    <a:pt x="503271" y="112334"/>
                  </a:lnTo>
                  <a:lnTo>
                    <a:pt x="575167" y="127921"/>
                  </a:lnTo>
                  <a:lnTo>
                    <a:pt x="647063" y="143371"/>
                  </a:lnTo>
                  <a:lnTo>
                    <a:pt x="718959" y="158674"/>
                  </a:lnTo>
                  <a:lnTo>
                    <a:pt x="790855" y="173821"/>
                  </a:lnTo>
                  <a:lnTo>
                    <a:pt x="862751" y="188802"/>
                  </a:lnTo>
                  <a:lnTo>
                    <a:pt x="934647" y="203608"/>
                  </a:lnTo>
                  <a:lnTo>
                    <a:pt x="1006543" y="218226"/>
                  </a:lnTo>
                  <a:lnTo>
                    <a:pt x="1078439" y="232645"/>
                  </a:lnTo>
                  <a:lnTo>
                    <a:pt x="1150335" y="246853"/>
                  </a:lnTo>
                  <a:lnTo>
                    <a:pt x="1222231" y="260838"/>
                  </a:lnTo>
                  <a:lnTo>
                    <a:pt x="1294127" y="274586"/>
                  </a:lnTo>
                  <a:lnTo>
                    <a:pt x="1366023" y="288084"/>
                  </a:lnTo>
                  <a:lnTo>
                    <a:pt x="1437919" y="301319"/>
                  </a:lnTo>
                  <a:lnTo>
                    <a:pt x="1509815" y="314275"/>
                  </a:lnTo>
                  <a:lnTo>
                    <a:pt x="1581711" y="326939"/>
                  </a:lnTo>
                  <a:lnTo>
                    <a:pt x="1653607" y="339298"/>
                  </a:lnTo>
                  <a:lnTo>
                    <a:pt x="1725503" y="351338"/>
                  </a:lnTo>
                  <a:lnTo>
                    <a:pt x="1797399" y="363044"/>
                  </a:lnTo>
                  <a:lnTo>
                    <a:pt x="1869295" y="374406"/>
                  </a:lnTo>
                  <a:lnTo>
                    <a:pt x="1941191" y="385411"/>
                  </a:lnTo>
                  <a:lnTo>
                    <a:pt x="2013087" y="396049"/>
                  </a:lnTo>
                  <a:lnTo>
                    <a:pt x="2084983" y="406311"/>
                  </a:lnTo>
                  <a:lnTo>
                    <a:pt x="2156879" y="416189"/>
                  </a:lnTo>
                  <a:lnTo>
                    <a:pt x="2228775" y="425678"/>
                  </a:lnTo>
                  <a:lnTo>
                    <a:pt x="2300671" y="434772"/>
                  </a:lnTo>
                  <a:lnTo>
                    <a:pt x="2372567" y="443471"/>
                  </a:lnTo>
                  <a:lnTo>
                    <a:pt x="2444463" y="451775"/>
                  </a:lnTo>
                  <a:lnTo>
                    <a:pt x="2516359" y="459684"/>
                  </a:lnTo>
                  <a:lnTo>
                    <a:pt x="2588255" y="467204"/>
                  </a:lnTo>
                  <a:lnTo>
                    <a:pt x="2660151" y="474340"/>
                  </a:lnTo>
                  <a:lnTo>
                    <a:pt x="2732047" y="481098"/>
                  </a:lnTo>
                  <a:lnTo>
                    <a:pt x="2803943" y="487490"/>
                  </a:lnTo>
                  <a:lnTo>
                    <a:pt x="2875839" y="493524"/>
                  </a:lnTo>
                  <a:lnTo>
                    <a:pt x="2947735" y="499213"/>
                  </a:lnTo>
                  <a:lnTo>
                    <a:pt x="3019631" y="504568"/>
                  </a:lnTo>
                  <a:lnTo>
                    <a:pt x="3091527" y="509603"/>
                  </a:lnTo>
                  <a:lnTo>
                    <a:pt x="3163423" y="514332"/>
                  </a:lnTo>
                  <a:lnTo>
                    <a:pt x="3235319" y="518769"/>
                  </a:lnTo>
                  <a:lnTo>
                    <a:pt x="3307215" y="522927"/>
                  </a:lnTo>
                  <a:lnTo>
                    <a:pt x="3379111" y="526820"/>
                  </a:lnTo>
                  <a:lnTo>
                    <a:pt x="3451007" y="530463"/>
                  </a:lnTo>
                  <a:lnTo>
                    <a:pt x="3522902" y="533868"/>
                  </a:lnTo>
                  <a:lnTo>
                    <a:pt x="3594798" y="537049"/>
                  </a:lnTo>
                  <a:lnTo>
                    <a:pt x="3666694" y="540019"/>
                  </a:lnTo>
                  <a:lnTo>
                    <a:pt x="3738590" y="542789"/>
                  </a:lnTo>
                  <a:lnTo>
                    <a:pt x="3810486" y="545371"/>
                  </a:lnTo>
                  <a:lnTo>
                    <a:pt x="3882382" y="547777"/>
                  </a:lnTo>
                  <a:lnTo>
                    <a:pt x="3954278" y="550017"/>
                  </a:lnTo>
                  <a:lnTo>
                    <a:pt x="4026174" y="552100"/>
                  </a:lnTo>
                  <a:lnTo>
                    <a:pt x="4098070" y="554036"/>
                  </a:lnTo>
                  <a:lnTo>
                    <a:pt x="4169966" y="555834"/>
                  </a:lnTo>
                  <a:lnTo>
                    <a:pt x="4241862" y="557502"/>
                  </a:lnTo>
                  <a:lnTo>
                    <a:pt x="4313758" y="559049"/>
                  </a:lnTo>
                  <a:lnTo>
                    <a:pt x="4385654" y="560480"/>
                  </a:lnTo>
                  <a:lnTo>
                    <a:pt x="4457550" y="561804"/>
                  </a:lnTo>
                  <a:lnTo>
                    <a:pt x="4529446" y="563026"/>
                  </a:lnTo>
                  <a:lnTo>
                    <a:pt x="4601342" y="564152"/>
                  </a:lnTo>
                  <a:lnTo>
                    <a:pt x="4673238" y="565188"/>
                  </a:lnTo>
                  <a:lnTo>
                    <a:pt x="4745134" y="566139"/>
                  </a:lnTo>
                  <a:lnTo>
                    <a:pt x="4817030" y="567011"/>
                  </a:lnTo>
                  <a:lnTo>
                    <a:pt x="4888926" y="567807"/>
                  </a:lnTo>
                  <a:lnTo>
                    <a:pt x="4960822" y="568531"/>
                  </a:lnTo>
                  <a:lnTo>
                    <a:pt x="5032718" y="569189"/>
                  </a:lnTo>
                  <a:lnTo>
                    <a:pt x="5104614" y="569783"/>
                  </a:lnTo>
                  <a:lnTo>
                    <a:pt x="5176510" y="570317"/>
                  </a:lnTo>
                  <a:lnTo>
                    <a:pt x="5248406" y="570794"/>
                  </a:lnTo>
                  <a:lnTo>
                    <a:pt x="5320302" y="571218"/>
                  </a:lnTo>
                  <a:lnTo>
                    <a:pt x="5392198" y="571590"/>
                  </a:lnTo>
                  <a:lnTo>
                    <a:pt x="5464094" y="571914"/>
                  </a:lnTo>
                  <a:lnTo>
                    <a:pt x="5535990" y="572193"/>
                  </a:lnTo>
                  <a:lnTo>
                    <a:pt x="5607886" y="572428"/>
                  </a:lnTo>
                  <a:lnTo>
                    <a:pt x="5679782" y="572621"/>
                  </a:lnTo>
                  <a:lnTo>
                    <a:pt x="5679782" y="1579581"/>
                  </a:lnTo>
                  <a:lnTo>
                    <a:pt x="5607886" y="1562396"/>
                  </a:lnTo>
                  <a:lnTo>
                    <a:pt x="5535990" y="1545252"/>
                  </a:lnTo>
                  <a:lnTo>
                    <a:pt x="5464094" y="1528151"/>
                  </a:lnTo>
                  <a:lnTo>
                    <a:pt x="5392198" y="1511097"/>
                  </a:lnTo>
                  <a:lnTo>
                    <a:pt x="5320302" y="1494090"/>
                  </a:lnTo>
                  <a:lnTo>
                    <a:pt x="5248406" y="1477135"/>
                  </a:lnTo>
                  <a:lnTo>
                    <a:pt x="5176510" y="1460233"/>
                  </a:lnTo>
                  <a:lnTo>
                    <a:pt x="5104614" y="1443388"/>
                  </a:lnTo>
                  <a:lnTo>
                    <a:pt x="5032718" y="1426603"/>
                  </a:lnTo>
                  <a:lnTo>
                    <a:pt x="4960822" y="1409882"/>
                  </a:lnTo>
                  <a:lnTo>
                    <a:pt x="4888926" y="1393228"/>
                  </a:lnTo>
                  <a:lnTo>
                    <a:pt x="4817030" y="1376645"/>
                  </a:lnTo>
                  <a:lnTo>
                    <a:pt x="4745134" y="1360137"/>
                  </a:lnTo>
                  <a:lnTo>
                    <a:pt x="4673238" y="1343710"/>
                  </a:lnTo>
                  <a:lnTo>
                    <a:pt x="4601342" y="1327367"/>
                  </a:lnTo>
                  <a:lnTo>
                    <a:pt x="4529446" y="1311115"/>
                  </a:lnTo>
                  <a:lnTo>
                    <a:pt x="4457550" y="1294958"/>
                  </a:lnTo>
                  <a:lnTo>
                    <a:pt x="4385654" y="1278902"/>
                  </a:lnTo>
                  <a:lnTo>
                    <a:pt x="4313758" y="1262955"/>
                  </a:lnTo>
                  <a:lnTo>
                    <a:pt x="4241862" y="1247122"/>
                  </a:lnTo>
                  <a:lnTo>
                    <a:pt x="4169966" y="1231411"/>
                  </a:lnTo>
                  <a:lnTo>
                    <a:pt x="4098070" y="1215831"/>
                  </a:lnTo>
                  <a:lnTo>
                    <a:pt x="4026174" y="1200388"/>
                  </a:lnTo>
                  <a:lnTo>
                    <a:pt x="3954278" y="1185092"/>
                  </a:lnTo>
                  <a:lnTo>
                    <a:pt x="3882382" y="1169953"/>
                  </a:lnTo>
                  <a:lnTo>
                    <a:pt x="3810486" y="1154980"/>
                  </a:lnTo>
                  <a:lnTo>
                    <a:pt x="3738590" y="1140183"/>
                  </a:lnTo>
                  <a:lnTo>
                    <a:pt x="3666694" y="1125575"/>
                  </a:lnTo>
                  <a:lnTo>
                    <a:pt x="3594798" y="1111165"/>
                  </a:lnTo>
                  <a:lnTo>
                    <a:pt x="3522902" y="1096967"/>
                  </a:lnTo>
                  <a:lnTo>
                    <a:pt x="3451007" y="1082994"/>
                  </a:lnTo>
                  <a:lnTo>
                    <a:pt x="3379111" y="1069258"/>
                  </a:lnTo>
                  <a:lnTo>
                    <a:pt x="3307215" y="1055772"/>
                  </a:lnTo>
                  <a:lnTo>
                    <a:pt x="3235319" y="1042551"/>
                  </a:lnTo>
                  <a:lnTo>
                    <a:pt x="3163423" y="1029609"/>
                  </a:lnTo>
                  <a:lnTo>
                    <a:pt x="3091527" y="1016959"/>
                  </a:lnTo>
                  <a:lnTo>
                    <a:pt x="3019631" y="1004615"/>
                  </a:lnTo>
                  <a:lnTo>
                    <a:pt x="2947735" y="992592"/>
                  </a:lnTo>
                  <a:lnTo>
                    <a:pt x="2875839" y="980901"/>
                  </a:lnTo>
                  <a:lnTo>
                    <a:pt x="2803943" y="969557"/>
                  </a:lnTo>
                  <a:lnTo>
                    <a:pt x="2732047" y="958569"/>
                  </a:lnTo>
                  <a:lnTo>
                    <a:pt x="2660151" y="947949"/>
                  </a:lnTo>
                  <a:lnTo>
                    <a:pt x="2588255" y="937706"/>
                  </a:lnTo>
                  <a:lnTo>
                    <a:pt x="2516359" y="927847"/>
                  </a:lnTo>
                  <a:lnTo>
                    <a:pt x="2444463" y="918377"/>
                  </a:lnTo>
                  <a:lnTo>
                    <a:pt x="2372567" y="909302"/>
                  </a:lnTo>
                  <a:lnTo>
                    <a:pt x="2300671" y="900622"/>
                  </a:lnTo>
                  <a:lnTo>
                    <a:pt x="2228775" y="892338"/>
                  </a:lnTo>
                  <a:lnTo>
                    <a:pt x="2156879" y="884447"/>
                  </a:lnTo>
                  <a:lnTo>
                    <a:pt x="2084983" y="876946"/>
                  </a:lnTo>
                  <a:lnTo>
                    <a:pt x="2013087" y="869829"/>
                  </a:lnTo>
                  <a:lnTo>
                    <a:pt x="1941191" y="863089"/>
                  </a:lnTo>
                  <a:lnTo>
                    <a:pt x="1869295" y="856715"/>
                  </a:lnTo>
                  <a:lnTo>
                    <a:pt x="1797399" y="850698"/>
                  </a:lnTo>
                  <a:lnTo>
                    <a:pt x="1725503" y="845026"/>
                  </a:lnTo>
                  <a:lnTo>
                    <a:pt x="1653607" y="839686"/>
                  </a:lnTo>
                  <a:lnTo>
                    <a:pt x="1581711" y="834666"/>
                  </a:lnTo>
                  <a:lnTo>
                    <a:pt x="1509815" y="829951"/>
                  </a:lnTo>
                  <a:lnTo>
                    <a:pt x="1437919" y="825529"/>
                  </a:lnTo>
                  <a:lnTo>
                    <a:pt x="1366023" y="821384"/>
                  </a:lnTo>
                  <a:lnTo>
                    <a:pt x="1294127" y="817503"/>
                  </a:lnTo>
                  <a:lnTo>
                    <a:pt x="1222231" y="813873"/>
                  </a:lnTo>
                  <a:lnTo>
                    <a:pt x="1150335" y="810478"/>
                  </a:lnTo>
                  <a:lnTo>
                    <a:pt x="1078439" y="807308"/>
                  </a:lnTo>
                  <a:lnTo>
                    <a:pt x="1006543" y="804348"/>
                  </a:lnTo>
                  <a:lnTo>
                    <a:pt x="934647" y="801588"/>
                  </a:lnTo>
                  <a:lnTo>
                    <a:pt x="862751" y="799014"/>
                  </a:lnTo>
                  <a:lnTo>
                    <a:pt x="790855" y="796617"/>
                  </a:lnTo>
                  <a:lnTo>
                    <a:pt x="718959" y="794385"/>
                  </a:lnTo>
                  <a:lnTo>
                    <a:pt x="647063" y="792309"/>
                  </a:lnTo>
                  <a:lnTo>
                    <a:pt x="575167" y="790380"/>
                  </a:lnTo>
                  <a:lnTo>
                    <a:pt x="503271" y="788588"/>
                  </a:lnTo>
                  <a:lnTo>
                    <a:pt x="431375" y="786926"/>
                  </a:lnTo>
                  <a:lnTo>
                    <a:pt x="359479" y="785385"/>
                  </a:lnTo>
                  <a:lnTo>
                    <a:pt x="287583" y="783959"/>
                  </a:lnTo>
                  <a:lnTo>
                    <a:pt x="215687" y="782641"/>
                  </a:lnTo>
                  <a:lnTo>
                    <a:pt x="143791" y="781424"/>
                  </a:lnTo>
                  <a:lnTo>
                    <a:pt x="71895" y="780302"/>
                  </a:lnTo>
                  <a:lnTo>
                    <a:pt x="0" y="77927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849676"/>
              <a:ext cx="5679782" cy="572621"/>
            </a:xfrm>
            <a:custGeom>
              <a:avLst/>
              <a:pathLst>
                <a:path w="5679782" h="572621">
                  <a:moveTo>
                    <a:pt x="0" y="0"/>
                  </a:moveTo>
                  <a:lnTo>
                    <a:pt x="71895" y="16346"/>
                  </a:lnTo>
                  <a:lnTo>
                    <a:pt x="143791" y="32604"/>
                  </a:lnTo>
                  <a:lnTo>
                    <a:pt x="215687" y="48765"/>
                  </a:lnTo>
                  <a:lnTo>
                    <a:pt x="287583" y="64826"/>
                  </a:lnTo>
                  <a:lnTo>
                    <a:pt x="359479" y="80779"/>
                  </a:lnTo>
                  <a:lnTo>
                    <a:pt x="431375" y="96617"/>
                  </a:lnTo>
                  <a:lnTo>
                    <a:pt x="503271" y="112334"/>
                  </a:lnTo>
                  <a:lnTo>
                    <a:pt x="575167" y="127921"/>
                  </a:lnTo>
                  <a:lnTo>
                    <a:pt x="647063" y="143371"/>
                  </a:lnTo>
                  <a:lnTo>
                    <a:pt x="718959" y="158674"/>
                  </a:lnTo>
                  <a:lnTo>
                    <a:pt x="790855" y="173821"/>
                  </a:lnTo>
                  <a:lnTo>
                    <a:pt x="862751" y="188802"/>
                  </a:lnTo>
                  <a:lnTo>
                    <a:pt x="934647" y="203608"/>
                  </a:lnTo>
                  <a:lnTo>
                    <a:pt x="1006543" y="218226"/>
                  </a:lnTo>
                  <a:lnTo>
                    <a:pt x="1078439" y="232645"/>
                  </a:lnTo>
                  <a:lnTo>
                    <a:pt x="1150335" y="246853"/>
                  </a:lnTo>
                  <a:lnTo>
                    <a:pt x="1222231" y="260838"/>
                  </a:lnTo>
                  <a:lnTo>
                    <a:pt x="1294127" y="274586"/>
                  </a:lnTo>
                  <a:lnTo>
                    <a:pt x="1366023" y="288084"/>
                  </a:lnTo>
                  <a:lnTo>
                    <a:pt x="1437919" y="301319"/>
                  </a:lnTo>
                  <a:lnTo>
                    <a:pt x="1509815" y="314275"/>
                  </a:lnTo>
                  <a:lnTo>
                    <a:pt x="1581711" y="326939"/>
                  </a:lnTo>
                  <a:lnTo>
                    <a:pt x="1653607" y="339298"/>
                  </a:lnTo>
                  <a:lnTo>
                    <a:pt x="1725503" y="351338"/>
                  </a:lnTo>
                  <a:lnTo>
                    <a:pt x="1797399" y="363044"/>
                  </a:lnTo>
                  <a:lnTo>
                    <a:pt x="1869295" y="374406"/>
                  </a:lnTo>
                  <a:lnTo>
                    <a:pt x="1941191" y="385411"/>
                  </a:lnTo>
                  <a:lnTo>
                    <a:pt x="2013087" y="396049"/>
                  </a:lnTo>
                  <a:lnTo>
                    <a:pt x="2084983" y="406311"/>
                  </a:lnTo>
                  <a:lnTo>
                    <a:pt x="2156879" y="416189"/>
                  </a:lnTo>
                  <a:lnTo>
                    <a:pt x="2228775" y="425678"/>
                  </a:lnTo>
                  <a:lnTo>
                    <a:pt x="2300671" y="434772"/>
                  </a:lnTo>
                  <a:lnTo>
                    <a:pt x="2372567" y="443471"/>
                  </a:lnTo>
                  <a:lnTo>
                    <a:pt x="2444463" y="451775"/>
                  </a:lnTo>
                  <a:lnTo>
                    <a:pt x="2516359" y="459684"/>
                  </a:lnTo>
                  <a:lnTo>
                    <a:pt x="2588255" y="467204"/>
                  </a:lnTo>
                  <a:lnTo>
                    <a:pt x="2660151" y="474340"/>
                  </a:lnTo>
                  <a:lnTo>
                    <a:pt x="2732047" y="481098"/>
                  </a:lnTo>
                  <a:lnTo>
                    <a:pt x="2803943" y="487490"/>
                  </a:lnTo>
                  <a:lnTo>
                    <a:pt x="2875839" y="493524"/>
                  </a:lnTo>
                  <a:lnTo>
                    <a:pt x="2947735" y="499213"/>
                  </a:lnTo>
                  <a:lnTo>
                    <a:pt x="3019631" y="504568"/>
                  </a:lnTo>
                  <a:lnTo>
                    <a:pt x="3091527" y="509603"/>
                  </a:lnTo>
                  <a:lnTo>
                    <a:pt x="3163423" y="514332"/>
                  </a:lnTo>
                  <a:lnTo>
                    <a:pt x="3235319" y="518769"/>
                  </a:lnTo>
                  <a:lnTo>
                    <a:pt x="3307215" y="522927"/>
                  </a:lnTo>
                  <a:lnTo>
                    <a:pt x="3379111" y="526820"/>
                  </a:lnTo>
                  <a:lnTo>
                    <a:pt x="3451007" y="530463"/>
                  </a:lnTo>
                  <a:lnTo>
                    <a:pt x="3522902" y="533868"/>
                  </a:lnTo>
                  <a:lnTo>
                    <a:pt x="3594798" y="537049"/>
                  </a:lnTo>
                  <a:lnTo>
                    <a:pt x="3666694" y="540019"/>
                  </a:lnTo>
                  <a:lnTo>
                    <a:pt x="3738590" y="542789"/>
                  </a:lnTo>
                  <a:lnTo>
                    <a:pt x="3810486" y="545371"/>
                  </a:lnTo>
                  <a:lnTo>
                    <a:pt x="3882382" y="547777"/>
                  </a:lnTo>
                  <a:lnTo>
                    <a:pt x="3954278" y="550017"/>
                  </a:lnTo>
                  <a:lnTo>
                    <a:pt x="4026174" y="552100"/>
                  </a:lnTo>
                  <a:lnTo>
                    <a:pt x="4098070" y="554036"/>
                  </a:lnTo>
                  <a:lnTo>
                    <a:pt x="4169966" y="555834"/>
                  </a:lnTo>
                  <a:lnTo>
                    <a:pt x="4241862" y="557502"/>
                  </a:lnTo>
                  <a:lnTo>
                    <a:pt x="4313758" y="559049"/>
                  </a:lnTo>
                  <a:lnTo>
                    <a:pt x="4385654" y="560480"/>
                  </a:lnTo>
                  <a:lnTo>
                    <a:pt x="4457550" y="561804"/>
                  </a:lnTo>
                  <a:lnTo>
                    <a:pt x="4529446" y="563026"/>
                  </a:lnTo>
                  <a:lnTo>
                    <a:pt x="4601342" y="564152"/>
                  </a:lnTo>
                  <a:lnTo>
                    <a:pt x="4673238" y="565188"/>
                  </a:lnTo>
                  <a:lnTo>
                    <a:pt x="4745134" y="566139"/>
                  </a:lnTo>
                  <a:lnTo>
                    <a:pt x="4817030" y="567011"/>
                  </a:lnTo>
                  <a:lnTo>
                    <a:pt x="4888926" y="567807"/>
                  </a:lnTo>
                  <a:lnTo>
                    <a:pt x="4960822" y="568531"/>
                  </a:lnTo>
                  <a:lnTo>
                    <a:pt x="5032718" y="569189"/>
                  </a:lnTo>
                  <a:lnTo>
                    <a:pt x="5104614" y="569783"/>
                  </a:lnTo>
                  <a:lnTo>
                    <a:pt x="5176510" y="570317"/>
                  </a:lnTo>
                  <a:lnTo>
                    <a:pt x="5248406" y="570794"/>
                  </a:lnTo>
                  <a:lnTo>
                    <a:pt x="5320302" y="571218"/>
                  </a:lnTo>
                  <a:lnTo>
                    <a:pt x="5392198" y="571590"/>
                  </a:lnTo>
                  <a:lnTo>
                    <a:pt x="5464094" y="571914"/>
                  </a:lnTo>
                  <a:lnTo>
                    <a:pt x="5535990" y="572193"/>
                  </a:lnTo>
                  <a:lnTo>
                    <a:pt x="5607886" y="572428"/>
                  </a:lnTo>
                  <a:lnTo>
                    <a:pt x="5679782" y="572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628946"/>
              <a:ext cx="5679782" cy="800310"/>
            </a:xfrm>
            <a:custGeom>
              <a:avLst/>
              <a:pathLst>
                <a:path w="5679782" h="800310">
                  <a:moveTo>
                    <a:pt x="5679782" y="800310"/>
                  </a:moveTo>
                  <a:lnTo>
                    <a:pt x="5607886" y="783125"/>
                  </a:lnTo>
                  <a:lnTo>
                    <a:pt x="5535990" y="765981"/>
                  </a:lnTo>
                  <a:lnTo>
                    <a:pt x="5464094" y="748881"/>
                  </a:lnTo>
                  <a:lnTo>
                    <a:pt x="5392198" y="731826"/>
                  </a:lnTo>
                  <a:lnTo>
                    <a:pt x="5320302" y="714820"/>
                  </a:lnTo>
                  <a:lnTo>
                    <a:pt x="5248406" y="697864"/>
                  </a:lnTo>
                  <a:lnTo>
                    <a:pt x="5176510" y="680963"/>
                  </a:lnTo>
                  <a:lnTo>
                    <a:pt x="5104614" y="664118"/>
                  </a:lnTo>
                  <a:lnTo>
                    <a:pt x="5032718" y="647333"/>
                  </a:lnTo>
                  <a:lnTo>
                    <a:pt x="4960822" y="630611"/>
                  </a:lnTo>
                  <a:lnTo>
                    <a:pt x="4888926" y="613957"/>
                  </a:lnTo>
                  <a:lnTo>
                    <a:pt x="4817030" y="597374"/>
                  </a:lnTo>
                  <a:lnTo>
                    <a:pt x="4745134" y="580867"/>
                  </a:lnTo>
                  <a:lnTo>
                    <a:pt x="4673238" y="564439"/>
                  </a:lnTo>
                  <a:lnTo>
                    <a:pt x="4601342" y="548097"/>
                  </a:lnTo>
                  <a:lnTo>
                    <a:pt x="4529446" y="531844"/>
                  </a:lnTo>
                  <a:lnTo>
                    <a:pt x="4457550" y="515687"/>
                  </a:lnTo>
                  <a:lnTo>
                    <a:pt x="4385654" y="499631"/>
                  </a:lnTo>
                  <a:lnTo>
                    <a:pt x="4313758" y="483684"/>
                  </a:lnTo>
                  <a:lnTo>
                    <a:pt x="4241862" y="467851"/>
                  </a:lnTo>
                  <a:lnTo>
                    <a:pt x="4169966" y="452141"/>
                  </a:lnTo>
                  <a:lnTo>
                    <a:pt x="4098070" y="436560"/>
                  </a:lnTo>
                  <a:lnTo>
                    <a:pt x="4026174" y="421117"/>
                  </a:lnTo>
                  <a:lnTo>
                    <a:pt x="3954278" y="405822"/>
                  </a:lnTo>
                  <a:lnTo>
                    <a:pt x="3882382" y="390682"/>
                  </a:lnTo>
                  <a:lnTo>
                    <a:pt x="3810486" y="375709"/>
                  </a:lnTo>
                  <a:lnTo>
                    <a:pt x="3738590" y="360913"/>
                  </a:lnTo>
                  <a:lnTo>
                    <a:pt x="3666694" y="346304"/>
                  </a:lnTo>
                  <a:lnTo>
                    <a:pt x="3594798" y="331895"/>
                  </a:lnTo>
                  <a:lnTo>
                    <a:pt x="3522902" y="317697"/>
                  </a:lnTo>
                  <a:lnTo>
                    <a:pt x="3451007" y="303723"/>
                  </a:lnTo>
                  <a:lnTo>
                    <a:pt x="3379111" y="289987"/>
                  </a:lnTo>
                  <a:lnTo>
                    <a:pt x="3307215" y="276501"/>
                  </a:lnTo>
                  <a:lnTo>
                    <a:pt x="3235319" y="263280"/>
                  </a:lnTo>
                  <a:lnTo>
                    <a:pt x="3163423" y="250338"/>
                  </a:lnTo>
                  <a:lnTo>
                    <a:pt x="3091527" y="237688"/>
                  </a:lnTo>
                  <a:lnTo>
                    <a:pt x="3019631" y="225345"/>
                  </a:lnTo>
                  <a:lnTo>
                    <a:pt x="2947735" y="213321"/>
                  </a:lnTo>
                  <a:lnTo>
                    <a:pt x="2875839" y="201631"/>
                  </a:lnTo>
                  <a:lnTo>
                    <a:pt x="2803943" y="190286"/>
                  </a:lnTo>
                  <a:lnTo>
                    <a:pt x="2732047" y="179299"/>
                  </a:lnTo>
                  <a:lnTo>
                    <a:pt x="2660151" y="168679"/>
                  </a:lnTo>
                  <a:lnTo>
                    <a:pt x="2588255" y="158435"/>
                  </a:lnTo>
                  <a:lnTo>
                    <a:pt x="2516359" y="148576"/>
                  </a:lnTo>
                  <a:lnTo>
                    <a:pt x="2444463" y="139107"/>
                  </a:lnTo>
                  <a:lnTo>
                    <a:pt x="2372567" y="130031"/>
                  </a:lnTo>
                  <a:lnTo>
                    <a:pt x="2300671" y="121351"/>
                  </a:lnTo>
                  <a:lnTo>
                    <a:pt x="2228775" y="113067"/>
                  </a:lnTo>
                  <a:lnTo>
                    <a:pt x="2156879" y="105177"/>
                  </a:lnTo>
                  <a:lnTo>
                    <a:pt x="2084983" y="97676"/>
                  </a:lnTo>
                  <a:lnTo>
                    <a:pt x="2013087" y="90559"/>
                  </a:lnTo>
                  <a:lnTo>
                    <a:pt x="1941191" y="83818"/>
                  </a:lnTo>
                  <a:lnTo>
                    <a:pt x="1869295" y="77444"/>
                  </a:lnTo>
                  <a:lnTo>
                    <a:pt x="1797399" y="71427"/>
                  </a:lnTo>
                  <a:lnTo>
                    <a:pt x="1725503" y="65755"/>
                  </a:lnTo>
                  <a:lnTo>
                    <a:pt x="1653607" y="60415"/>
                  </a:lnTo>
                  <a:lnTo>
                    <a:pt x="1581711" y="55395"/>
                  </a:lnTo>
                  <a:lnTo>
                    <a:pt x="1509815" y="50681"/>
                  </a:lnTo>
                  <a:lnTo>
                    <a:pt x="1437919" y="46258"/>
                  </a:lnTo>
                  <a:lnTo>
                    <a:pt x="1366023" y="42114"/>
                  </a:lnTo>
                  <a:lnTo>
                    <a:pt x="1294127" y="38233"/>
                  </a:lnTo>
                  <a:lnTo>
                    <a:pt x="1222231" y="34602"/>
                  </a:lnTo>
                  <a:lnTo>
                    <a:pt x="1150335" y="31208"/>
                  </a:lnTo>
                  <a:lnTo>
                    <a:pt x="1078439" y="28037"/>
                  </a:lnTo>
                  <a:lnTo>
                    <a:pt x="1006543" y="25078"/>
                  </a:lnTo>
                  <a:lnTo>
                    <a:pt x="934647" y="22317"/>
                  </a:lnTo>
                  <a:lnTo>
                    <a:pt x="862751" y="19743"/>
                  </a:lnTo>
                  <a:lnTo>
                    <a:pt x="790855" y="17346"/>
                  </a:lnTo>
                  <a:lnTo>
                    <a:pt x="718959" y="15114"/>
                  </a:lnTo>
                  <a:lnTo>
                    <a:pt x="647063" y="13038"/>
                  </a:lnTo>
                  <a:lnTo>
                    <a:pt x="575167" y="11109"/>
                  </a:lnTo>
                  <a:lnTo>
                    <a:pt x="503271" y="9317"/>
                  </a:lnTo>
                  <a:lnTo>
                    <a:pt x="431375" y="7655"/>
                  </a:lnTo>
                  <a:lnTo>
                    <a:pt x="359479" y="6115"/>
                  </a:lnTo>
                  <a:lnTo>
                    <a:pt x="287583" y="4689"/>
                  </a:lnTo>
                  <a:lnTo>
                    <a:pt x="215687" y="3370"/>
                  </a:lnTo>
                  <a:lnTo>
                    <a:pt x="143791" y="2153"/>
                  </a:lnTo>
                  <a:lnTo>
                    <a:pt x="71895" y="10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239311"/>
              <a:ext cx="5679782" cy="686466"/>
            </a:xfrm>
            <a:custGeom>
              <a:avLst/>
              <a:pathLst>
                <a:path w="5679782" h="686466">
                  <a:moveTo>
                    <a:pt x="0" y="0"/>
                  </a:moveTo>
                  <a:lnTo>
                    <a:pt x="71895" y="8689"/>
                  </a:lnTo>
                  <a:lnTo>
                    <a:pt x="143791" y="17378"/>
                  </a:lnTo>
                  <a:lnTo>
                    <a:pt x="215687" y="26068"/>
                  </a:lnTo>
                  <a:lnTo>
                    <a:pt x="287583" y="34757"/>
                  </a:lnTo>
                  <a:lnTo>
                    <a:pt x="359479" y="43447"/>
                  </a:lnTo>
                  <a:lnTo>
                    <a:pt x="431375" y="52136"/>
                  </a:lnTo>
                  <a:lnTo>
                    <a:pt x="503271" y="60826"/>
                  </a:lnTo>
                  <a:lnTo>
                    <a:pt x="575167" y="69515"/>
                  </a:lnTo>
                  <a:lnTo>
                    <a:pt x="647063" y="78205"/>
                  </a:lnTo>
                  <a:lnTo>
                    <a:pt x="718959" y="86894"/>
                  </a:lnTo>
                  <a:lnTo>
                    <a:pt x="790855" y="95583"/>
                  </a:lnTo>
                  <a:lnTo>
                    <a:pt x="862751" y="104273"/>
                  </a:lnTo>
                  <a:lnTo>
                    <a:pt x="934647" y="112962"/>
                  </a:lnTo>
                  <a:lnTo>
                    <a:pt x="1006543" y="121652"/>
                  </a:lnTo>
                  <a:lnTo>
                    <a:pt x="1078439" y="130341"/>
                  </a:lnTo>
                  <a:lnTo>
                    <a:pt x="1150335" y="139031"/>
                  </a:lnTo>
                  <a:lnTo>
                    <a:pt x="1222231" y="147720"/>
                  </a:lnTo>
                  <a:lnTo>
                    <a:pt x="1294127" y="156410"/>
                  </a:lnTo>
                  <a:lnTo>
                    <a:pt x="1366023" y="165099"/>
                  </a:lnTo>
                  <a:lnTo>
                    <a:pt x="1437919" y="173788"/>
                  </a:lnTo>
                  <a:lnTo>
                    <a:pt x="1509815" y="182478"/>
                  </a:lnTo>
                  <a:lnTo>
                    <a:pt x="1581711" y="191167"/>
                  </a:lnTo>
                  <a:lnTo>
                    <a:pt x="1653607" y="199857"/>
                  </a:lnTo>
                  <a:lnTo>
                    <a:pt x="1725503" y="208546"/>
                  </a:lnTo>
                  <a:lnTo>
                    <a:pt x="1797399" y="217236"/>
                  </a:lnTo>
                  <a:lnTo>
                    <a:pt x="1869295" y="225925"/>
                  </a:lnTo>
                  <a:lnTo>
                    <a:pt x="1941191" y="234615"/>
                  </a:lnTo>
                  <a:lnTo>
                    <a:pt x="2013087" y="243304"/>
                  </a:lnTo>
                  <a:lnTo>
                    <a:pt x="2084983" y="251993"/>
                  </a:lnTo>
                  <a:lnTo>
                    <a:pt x="2156879" y="260683"/>
                  </a:lnTo>
                  <a:lnTo>
                    <a:pt x="2228775" y="269372"/>
                  </a:lnTo>
                  <a:lnTo>
                    <a:pt x="2300671" y="278062"/>
                  </a:lnTo>
                  <a:lnTo>
                    <a:pt x="2372567" y="286751"/>
                  </a:lnTo>
                  <a:lnTo>
                    <a:pt x="2444463" y="295441"/>
                  </a:lnTo>
                  <a:lnTo>
                    <a:pt x="2516359" y="304130"/>
                  </a:lnTo>
                  <a:lnTo>
                    <a:pt x="2588255" y="312820"/>
                  </a:lnTo>
                  <a:lnTo>
                    <a:pt x="2660151" y="321509"/>
                  </a:lnTo>
                  <a:lnTo>
                    <a:pt x="2732047" y="330199"/>
                  </a:lnTo>
                  <a:lnTo>
                    <a:pt x="2803943" y="338888"/>
                  </a:lnTo>
                  <a:lnTo>
                    <a:pt x="2875839" y="347577"/>
                  </a:lnTo>
                  <a:lnTo>
                    <a:pt x="2947735" y="356267"/>
                  </a:lnTo>
                  <a:lnTo>
                    <a:pt x="3019631" y="364956"/>
                  </a:lnTo>
                  <a:lnTo>
                    <a:pt x="3091527" y="373646"/>
                  </a:lnTo>
                  <a:lnTo>
                    <a:pt x="3163423" y="382335"/>
                  </a:lnTo>
                  <a:lnTo>
                    <a:pt x="3235319" y="391025"/>
                  </a:lnTo>
                  <a:lnTo>
                    <a:pt x="3307215" y="399714"/>
                  </a:lnTo>
                  <a:lnTo>
                    <a:pt x="3379111" y="408404"/>
                  </a:lnTo>
                  <a:lnTo>
                    <a:pt x="3451007" y="417093"/>
                  </a:lnTo>
                  <a:lnTo>
                    <a:pt x="3522902" y="425782"/>
                  </a:lnTo>
                  <a:lnTo>
                    <a:pt x="3594798" y="434472"/>
                  </a:lnTo>
                  <a:lnTo>
                    <a:pt x="3666694" y="443161"/>
                  </a:lnTo>
                  <a:lnTo>
                    <a:pt x="3738590" y="451851"/>
                  </a:lnTo>
                  <a:lnTo>
                    <a:pt x="3810486" y="460540"/>
                  </a:lnTo>
                  <a:lnTo>
                    <a:pt x="3882382" y="469230"/>
                  </a:lnTo>
                  <a:lnTo>
                    <a:pt x="3954278" y="477919"/>
                  </a:lnTo>
                  <a:lnTo>
                    <a:pt x="4026174" y="486609"/>
                  </a:lnTo>
                  <a:lnTo>
                    <a:pt x="4098070" y="495298"/>
                  </a:lnTo>
                  <a:lnTo>
                    <a:pt x="4169966" y="503987"/>
                  </a:lnTo>
                  <a:lnTo>
                    <a:pt x="4241862" y="512677"/>
                  </a:lnTo>
                  <a:lnTo>
                    <a:pt x="4313758" y="521366"/>
                  </a:lnTo>
                  <a:lnTo>
                    <a:pt x="4385654" y="530056"/>
                  </a:lnTo>
                  <a:lnTo>
                    <a:pt x="4457550" y="538745"/>
                  </a:lnTo>
                  <a:lnTo>
                    <a:pt x="4529446" y="547435"/>
                  </a:lnTo>
                  <a:lnTo>
                    <a:pt x="4601342" y="556124"/>
                  </a:lnTo>
                  <a:lnTo>
                    <a:pt x="4673238" y="564814"/>
                  </a:lnTo>
                  <a:lnTo>
                    <a:pt x="4745134" y="573503"/>
                  </a:lnTo>
                  <a:lnTo>
                    <a:pt x="4817030" y="582192"/>
                  </a:lnTo>
                  <a:lnTo>
                    <a:pt x="4888926" y="590882"/>
                  </a:lnTo>
                  <a:lnTo>
                    <a:pt x="4960822" y="599571"/>
                  </a:lnTo>
                  <a:lnTo>
                    <a:pt x="5032718" y="608261"/>
                  </a:lnTo>
                  <a:lnTo>
                    <a:pt x="5104614" y="616950"/>
                  </a:lnTo>
                  <a:lnTo>
                    <a:pt x="5176510" y="625640"/>
                  </a:lnTo>
                  <a:lnTo>
                    <a:pt x="5248406" y="634329"/>
                  </a:lnTo>
                  <a:lnTo>
                    <a:pt x="5320302" y="643019"/>
                  </a:lnTo>
                  <a:lnTo>
                    <a:pt x="5392198" y="651708"/>
                  </a:lnTo>
                  <a:lnTo>
                    <a:pt x="5464094" y="660398"/>
                  </a:lnTo>
                  <a:lnTo>
                    <a:pt x="5535990" y="669087"/>
                  </a:lnTo>
                  <a:lnTo>
                    <a:pt x="5607886" y="677776"/>
                  </a:lnTo>
                  <a:lnTo>
                    <a:pt x="5679782" y="686466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9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4529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615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778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9411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90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853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8016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91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20341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09120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7206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25293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83379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98243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256329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14416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572502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59066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Predicted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997002" y="1673080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09017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20191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313659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78855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411408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443961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502574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567770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600323" y="1673080"/>
              <a:ext cx="187113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York River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760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7425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2923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150343" y="236482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150343" y="32707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150343" y="28328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411902" y="2471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411902" y="2241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411902" y="24989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131219" y="25221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31219" y="23107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131219" y="22461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30448" y="29226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30448" y="23373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30448" y="2626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14066" y="25136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14066" y="3638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14066" y="31438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22403" y="33379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22403" y="35399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22403" y="36098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6128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1726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4789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78705"/>
              <a:ext cx="5679782" cy="1789014"/>
            </a:xfrm>
            <a:custGeom>
              <a:avLst/>
              <a:pathLst>
                <a:path w="5679782" h="1789014">
                  <a:moveTo>
                    <a:pt x="0" y="0"/>
                  </a:moveTo>
                  <a:lnTo>
                    <a:pt x="71895" y="19205"/>
                  </a:lnTo>
                  <a:lnTo>
                    <a:pt x="143791" y="38317"/>
                  </a:lnTo>
                  <a:lnTo>
                    <a:pt x="215687" y="57329"/>
                  </a:lnTo>
                  <a:lnTo>
                    <a:pt x="287583" y="76236"/>
                  </a:lnTo>
                  <a:lnTo>
                    <a:pt x="359479" y="95029"/>
                  </a:lnTo>
                  <a:lnTo>
                    <a:pt x="431375" y="113703"/>
                  </a:lnTo>
                  <a:lnTo>
                    <a:pt x="503271" y="132248"/>
                  </a:lnTo>
                  <a:lnTo>
                    <a:pt x="575167" y="150657"/>
                  </a:lnTo>
                  <a:lnTo>
                    <a:pt x="647063" y="168920"/>
                  </a:lnTo>
                  <a:lnTo>
                    <a:pt x="718959" y="187029"/>
                  </a:lnTo>
                  <a:lnTo>
                    <a:pt x="790855" y="204972"/>
                  </a:lnTo>
                  <a:lnTo>
                    <a:pt x="862751" y="222739"/>
                  </a:lnTo>
                  <a:lnTo>
                    <a:pt x="934647" y="240320"/>
                  </a:lnTo>
                  <a:lnTo>
                    <a:pt x="1006543" y="257702"/>
                  </a:lnTo>
                  <a:lnTo>
                    <a:pt x="1078439" y="274872"/>
                  </a:lnTo>
                  <a:lnTo>
                    <a:pt x="1150335" y="291819"/>
                  </a:lnTo>
                  <a:lnTo>
                    <a:pt x="1222231" y="308529"/>
                  </a:lnTo>
                  <a:lnTo>
                    <a:pt x="1294127" y="324989"/>
                  </a:lnTo>
                  <a:lnTo>
                    <a:pt x="1366023" y="341184"/>
                  </a:lnTo>
                  <a:lnTo>
                    <a:pt x="1437919" y="357102"/>
                  </a:lnTo>
                  <a:lnTo>
                    <a:pt x="1509815" y="372729"/>
                  </a:lnTo>
                  <a:lnTo>
                    <a:pt x="1581711" y="388051"/>
                  </a:lnTo>
                  <a:lnTo>
                    <a:pt x="1653607" y="403056"/>
                  </a:lnTo>
                  <a:lnTo>
                    <a:pt x="1725503" y="417731"/>
                  </a:lnTo>
                  <a:lnTo>
                    <a:pt x="1797399" y="432065"/>
                  </a:lnTo>
                  <a:lnTo>
                    <a:pt x="1869295" y="446049"/>
                  </a:lnTo>
                  <a:lnTo>
                    <a:pt x="1941191" y="459674"/>
                  </a:lnTo>
                  <a:lnTo>
                    <a:pt x="2013087" y="472933"/>
                  </a:lnTo>
                  <a:lnTo>
                    <a:pt x="2084983" y="485820"/>
                  </a:lnTo>
                  <a:lnTo>
                    <a:pt x="2156879" y="498332"/>
                  </a:lnTo>
                  <a:lnTo>
                    <a:pt x="2228775" y="510468"/>
                  </a:lnTo>
                  <a:lnTo>
                    <a:pt x="2300671" y="522229"/>
                  </a:lnTo>
                  <a:lnTo>
                    <a:pt x="2372567" y="533617"/>
                  </a:lnTo>
                  <a:lnTo>
                    <a:pt x="2444463" y="544637"/>
                  </a:lnTo>
                  <a:lnTo>
                    <a:pt x="2516359" y="555295"/>
                  </a:lnTo>
                  <a:lnTo>
                    <a:pt x="2588255" y="565600"/>
                  </a:lnTo>
                  <a:lnTo>
                    <a:pt x="2660151" y="575560"/>
                  </a:lnTo>
                  <a:lnTo>
                    <a:pt x="2732047" y="585187"/>
                  </a:lnTo>
                  <a:lnTo>
                    <a:pt x="2803943" y="594493"/>
                  </a:lnTo>
                  <a:lnTo>
                    <a:pt x="2875839" y="603489"/>
                  </a:lnTo>
                  <a:lnTo>
                    <a:pt x="2947735" y="612190"/>
                  </a:lnTo>
                  <a:lnTo>
                    <a:pt x="3019631" y="620609"/>
                  </a:lnTo>
                  <a:lnTo>
                    <a:pt x="3091527" y="628759"/>
                  </a:lnTo>
                  <a:lnTo>
                    <a:pt x="3163423" y="636654"/>
                  </a:lnTo>
                  <a:lnTo>
                    <a:pt x="3235319" y="644308"/>
                  </a:lnTo>
                  <a:lnTo>
                    <a:pt x="3307215" y="651733"/>
                  </a:lnTo>
                  <a:lnTo>
                    <a:pt x="3379111" y="658944"/>
                  </a:lnTo>
                  <a:lnTo>
                    <a:pt x="3451007" y="665951"/>
                  </a:lnTo>
                  <a:lnTo>
                    <a:pt x="3522902" y="672768"/>
                  </a:lnTo>
                  <a:lnTo>
                    <a:pt x="3594798" y="679405"/>
                  </a:lnTo>
                  <a:lnTo>
                    <a:pt x="3666694" y="685873"/>
                  </a:lnTo>
                  <a:lnTo>
                    <a:pt x="3738590" y="692184"/>
                  </a:lnTo>
                  <a:lnTo>
                    <a:pt x="3810486" y="698345"/>
                  </a:lnTo>
                  <a:lnTo>
                    <a:pt x="3882382" y="704368"/>
                  </a:lnTo>
                  <a:lnTo>
                    <a:pt x="3954278" y="710259"/>
                  </a:lnTo>
                  <a:lnTo>
                    <a:pt x="4026174" y="716027"/>
                  </a:lnTo>
                  <a:lnTo>
                    <a:pt x="4098070" y="721681"/>
                  </a:lnTo>
                  <a:lnTo>
                    <a:pt x="4169966" y="727226"/>
                  </a:lnTo>
                  <a:lnTo>
                    <a:pt x="4241862" y="732669"/>
                  </a:lnTo>
                  <a:lnTo>
                    <a:pt x="4313758" y="738018"/>
                  </a:lnTo>
                  <a:lnTo>
                    <a:pt x="4385654" y="743276"/>
                  </a:lnTo>
                  <a:lnTo>
                    <a:pt x="4457550" y="748450"/>
                  </a:lnTo>
                  <a:lnTo>
                    <a:pt x="4529446" y="753545"/>
                  </a:lnTo>
                  <a:lnTo>
                    <a:pt x="4601342" y="758565"/>
                  </a:lnTo>
                  <a:lnTo>
                    <a:pt x="4673238" y="763515"/>
                  </a:lnTo>
                  <a:lnTo>
                    <a:pt x="4745134" y="768399"/>
                  </a:lnTo>
                  <a:lnTo>
                    <a:pt x="4817030" y="773220"/>
                  </a:lnTo>
                  <a:lnTo>
                    <a:pt x="4888926" y="777982"/>
                  </a:lnTo>
                  <a:lnTo>
                    <a:pt x="4960822" y="782689"/>
                  </a:lnTo>
                  <a:lnTo>
                    <a:pt x="5032718" y="787343"/>
                  </a:lnTo>
                  <a:lnTo>
                    <a:pt x="5104614" y="791948"/>
                  </a:lnTo>
                  <a:lnTo>
                    <a:pt x="5176510" y="796505"/>
                  </a:lnTo>
                  <a:lnTo>
                    <a:pt x="5248406" y="801018"/>
                  </a:lnTo>
                  <a:lnTo>
                    <a:pt x="5320302" y="805489"/>
                  </a:lnTo>
                  <a:lnTo>
                    <a:pt x="5392198" y="809919"/>
                  </a:lnTo>
                  <a:lnTo>
                    <a:pt x="5464094" y="814312"/>
                  </a:lnTo>
                  <a:lnTo>
                    <a:pt x="5535990" y="818669"/>
                  </a:lnTo>
                  <a:lnTo>
                    <a:pt x="5607886" y="822992"/>
                  </a:lnTo>
                  <a:lnTo>
                    <a:pt x="5679782" y="827282"/>
                  </a:lnTo>
                  <a:lnTo>
                    <a:pt x="5679782" y="1789014"/>
                  </a:lnTo>
                  <a:lnTo>
                    <a:pt x="5607886" y="1768781"/>
                  </a:lnTo>
                  <a:lnTo>
                    <a:pt x="5535990" y="1748581"/>
                  </a:lnTo>
                  <a:lnTo>
                    <a:pt x="5464094" y="1728415"/>
                  </a:lnTo>
                  <a:lnTo>
                    <a:pt x="5392198" y="1708285"/>
                  </a:lnTo>
                  <a:lnTo>
                    <a:pt x="5320302" y="1688192"/>
                  </a:lnTo>
                  <a:lnTo>
                    <a:pt x="5248406" y="1668140"/>
                  </a:lnTo>
                  <a:lnTo>
                    <a:pt x="5176510" y="1648130"/>
                  </a:lnTo>
                  <a:lnTo>
                    <a:pt x="5104614" y="1628165"/>
                  </a:lnTo>
                  <a:lnTo>
                    <a:pt x="5032718" y="1608246"/>
                  </a:lnTo>
                  <a:lnTo>
                    <a:pt x="4960822" y="1588378"/>
                  </a:lnTo>
                  <a:lnTo>
                    <a:pt x="4888926" y="1568561"/>
                  </a:lnTo>
                  <a:lnTo>
                    <a:pt x="4817030" y="1548801"/>
                  </a:lnTo>
                  <a:lnTo>
                    <a:pt x="4745134" y="1529099"/>
                  </a:lnTo>
                  <a:lnTo>
                    <a:pt x="4673238" y="1509460"/>
                  </a:lnTo>
                  <a:lnTo>
                    <a:pt x="4601342" y="1489887"/>
                  </a:lnTo>
                  <a:lnTo>
                    <a:pt x="4529446" y="1470385"/>
                  </a:lnTo>
                  <a:lnTo>
                    <a:pt x="4457550" y="1450957"/>
                  </a:lnTo>
                  <a:lnTo>
                    <a:pt x="4385654" y="1431608"/>
                  </a:lnTo>
                  <a:lnTo>
                    <a:pt x="4313758" y="1412343"/>
                  </a:lnTo>
                  <a:lnTo>
                    <a:pt x="4241862" y="1393169"/>
                  </a:lnTo>
                  <a:lnTo>
                    <a:pt x="4169966" y="1374089"/>
                  </a:lnTo>
                  <a:lnTo>
                    <a:pt x="4098070" y="1355112"/>
                  </a:lnTo>
                  <a:lnTo>
                    <a:pt x="4026174" y="1336242"/>
                  </a:lnTo>
                  <a:lnTo>
                    <a:pt x="3954278" y="1317488"/>
                  </a:lnTo>
                  <a:lnTo>
                    <a:pt x="3882382" y="1298856"/>
                  </a:lnTo>
                  <a:lnTo>
                    <a:pt x="3810486" y="1280356"/>
                  </a:lnTo>
                  <a:lnTo>
                    <a:pt x="3738590" y="1261994"/>
                  </a:lnTo>
                  <a:lnTo>
                    <a:pt x="3666694" y="1243782"/>
                  </a:lnTo>
                  <a:lnTo>
                    <a:pt x="3594798" y="1225727"/>
                  </a:lnTo>
                  <a:lnTo>
                    <a:pt x="3522902" y="1207842"/>
                  </a:lnTo>
                  <a:lnTo>
                    <a:pt x="3451007" y="1190136"/>
                  </a:lnTo>
                  <a:lnTo>
                    <a:pt x="3379111" y="1172620"/>
                  </a:lnTo>
                  <a:lnTo>
                    <a:pt x="3307215" y="1155308"/>
                  </a:lnTo>
                  <a:lnTo>
                    <a:pt x="3235319" y="1138210"/>
                  </a:lnTo>
                  <a:lnTo>
                    <a:pt x="3163423" y="1121341"/>
                  </a:lnTo>
                  <a:lnTo>
                    <a:pt x="3091527" y="1104713"/>
                  </a:lnTo>
                  <a:lnTo>
                    <a:pt x="3019631" y="1088341"/>
                  </a:lnTo>
                  <a:lnTo>
                    <a:pt x="2947735" y="1072236"/>
                  </a:lnTo>
                  <a:lnTo>
                    <a:pt x="2875839" y="1056414"/>
                  </a:lnTo>
                  <a:lnTo>
                    <a:pt x="2803943" y="1040888"/>
                  </a:lnTo>
                  <a:lnTo>
                    <a:pt x="2732047" y="1025671"/>
                  </a:lnTo>
                  <a:lnTo>
                    <a:pt x="2660151" y="1010775"/>
                  </a:lnTo>
                  <a:lnTo>
                    <a:pt x="2588255" y="996213"/>
                  </a:lnTo>
                  <a:lnTo>
                    <a:pt x="2516359" y="981994"/>
                  </a:lnTo>
                  <a:lnTo>
                    <a:pt x="2444463" y="968129"/>
                  </a:lnTo>
                  <a:lnTo>
                    <a:pt x="2372567" y="954627"/>
                  </a:lnTo>
                  <a:lnTo>
                    <a:pt x="2300671" y="941492"/>
                  </a:lnTo>
                  <a:lnTo>
                    <a:pt x="2228775" y="928730"/>
                  </a:lnTo>
                  <a:lnTo>
                    <a:pt x="2156879" y="916343"/>
                  </a:lnTo>
                  <a:lnTo>
                    <a:pt x="2084983" y="904332"/>
                  </a:lnTo>
                  <a:lnTo>
                    <a:pt x="2013087" y="892697"/>
                  </a:lnTo>
                  <a:lnTo>
                    <a:pt x="1941191" y="881432"/>
                  </a:lnTo>
                  <a:lnTo>
                    <a:pt x="1869295" y="870534"/>
                  </a:lnTo>
                  <a:lnTo>
                    <a:pt x="1797399" y="859995"/>
                  </a:lnTo>
                  <a:lnTo>
                    <a:pt x="1725503" y="849807"/>
                  </a:lnTo>
                  <a:lnTo>
                    <a:pt x="1653607" y="839959"/>
                  </a:lnTo>
                  <a:lnTo>
                    <a:pt x="1581711" y="830441"/>
                  </a:lnTo>
                  <a:lnTo>
                    <a:pt x="1509815" y="821240"/>
                  </a:lnTo>
                  <a:lnTo>
                    <a:pt x="1437919" y="812344"/>
                  </a:lnTo>
                  <a:lnTo>
                    <a:pt x="1366023" y="803739"/>
                  </a:lnTo>
                  <a:lnTo>
                    <a:pt x="1294127" y="795412"/>
                  </a:lnTo>
                  <a:lnTo>
                    <a:pt x="1222231" y="787348"/>
                  </a:lnTo>
                  <a:lnTo>
                    <a:pt x="1150335" y="779536"/>
                  </a:lnTo>
                  <a:lnTo>
                    <a:pt x="1078439" y="771960"/>
                  </a:lnTo>
                  <a:lnTo>
                    <a:pt x="1006543" y="764607"/>
                  </a:lnTo>
                  <a:lnTo>
                    <a:pt x="934647" y="757466"/>
                  </a:lnTo>
                  <a:lnTo>
                    <a:pt x="862751" y="750524"/>
                  </a:lnTo>
                  <a:lnTo>
                    <a:pt x="790855" y="743769"/>
                  </a:lnTo>
                  <a:lnTo>
                    <a:pt x="718959" y="737189"/>
                  </a:lnTo>
                  <a:lnTo>
                    <a:pt x="647063" y="730774"/>
                  </a:lnTo>
                  <a:lnTo>
                    <a:pt x="575167" y="724515"/>
                  </a:lnTo>
                  <a:lnTo>
                    <a:pt x="503271" y="718401"/>
                  </a:lnTo>
                  <a:lnTo>
                    <a:pt x="431375" y="712423"/>
                  </a:lnTo>
                  <a:lnTo>
                    <a:pt x="359479" y="706574"/>
                  </a:lnTo>
                  <a:lnTo>
                    <a:pt x="287583" y="700845"/>
                  </a:lnTo>
                  <a:lnTo>
                    <a:pt x="215687" y="695228"/>
                  </a:lnTo>
                  <a:lnTo>
                    <a:pt x="143791" y="689718"/>
                  </a:lnTo>
                  <a:lnTo>
                    <a:pt x="71895" y="684307"/>
                  </a:lnTo>
                  <a:lnTo>
                    <a:pt x="0" y="678989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78705"/>
              <a:ext cx="5679782" cy="827282"/>
            </a:xfrm>
            <a:custGeom>
              <a:avLst/>
              <a:pathLst>
                <a:path w="5679782" h="827282">
                  <a:moveTo>
                    <a:pt x="0" y="0"/>
                  </a:moveTo>
                  <a:lnTo>
                    <a:pt x="71895" y="19205"/>
                  </a:lnTo>
                  <a:lnTo>
                    <a:pt x="143791" y="38317"/>
                  </a:lnTo>
                  <a:lnTo>
                    <a:pt x="215687" y="57329"/>
                  </a:lnTo>
                  <a:lnTo>
                    <a:pt x="287583" y="76236"/>
                  </a:lnTo>
                  <a:lnTo>
                    <a:pt x="359479" y="95029"/>
                  </a:lnTo>
                  <a:lnTo>
                    <a:pt x="431375" y="113703"/>
                  </a:lnTo>
                  <a:lnTo>
                    <a:pt x="503271" y="132248"/>
                  </a:lnTo>
                  <a:lnTo>
                    <a:pt x="575167" y="150657"/>
                  </a:lnTo>
                  <a:lnTo>
                    <a:pt x="647063" y="168920"/>
                  </a:lnTo>
                  <a:lnTo>
                    <a:pt x="718959" y="187029"/>
                  </a:lnTo>
                  <a:lnTo>
                    <a:pt x="790855" y="204972"/>
                  </a:lnTo>
                  <a:lnTo>
                    <a:pt x="862751" y="222739"/>
                  </a:lnTo>
                  <a:lnTo>
                    <a:pt x="934647" y="240320"/>
                  </a:lnTo>
                  <a:lnTo>
                    <a:pt x="1006543" y="257702"/>
                  </a:lnTo>
                  <a:lnTo>
                    <a:pt x="1078439" y="274872"/>
                  </a:lnTo>
                  <a:lnTo>
                    <a:pt x="1150335" y="291819"/>
                  </a:lnTo>
                  <a:lnTo>
                    <a:pt x="1222231" y="308529"/>
                  </a:lnTo>
                  <a:lnTo>
                    <a:pt x="1294127" y="324989"/>
                  </a:lnTo>
                  <a:lnTo>
                    <a:pt x="1366023" y="341184"/>
                  </a:lnTo>
                  <a:lnTo>
                    <a:pt x="1437919" y="357102"/>
                  </a:lnTo>
                  <a:lnTo>
                    <a:pt x="1509815" y="372729"/>
                  </a:lnTo>
                  <a:lnTo>
                    <a:pt x="1581711" y="388051"/>
                  </a:lnTo>
                  <a:lnTo>
                    <a:pt x="1653607" y="403056"/>
                  </a:lnTo>
                  <a:lnTo>
                    <a:pt x="1725503" y="417731"/>
                  </a:lnTo>
                  <a:lnTo>
                    <a:pt x="1797399" y="432065"/>
                  </a:lnTo>
                  <a:lnTo>
                    <a:pt x="1869295" y="446049"/>
                  </a:lnTo>
                  <a:lnTo>
                    <a:pt x="1941191" y="459674"/>
                  </a:lnTo>
                  <a:lnTo>
                    <a:pt x="2013087" y="472933"/>
                  </a:lnTo>
                  <a:lnTo>
                    <a:pt x="2084983" y="485820"/>
                  </a:lnTo>
                  <a:lnTo>
                    <a:pt x="2156879" y="498332"/>
                  </a:lnTo>
                  <a:lnTo>
                    <a:pt x="2228775" y="510468"/>
                  </a:lnTo>
                  <a:lnTo>
                    <a:pt x="2300671" y="522229"/>
                  </a:lnTo>
                  <a:lnTo>
                    <a:pt x="2372567" y="533617"/>
                  </a:lnTo>
                  <a:lnTo>
                    <a:pt x="2444463" y="544637"/>
                  </a:lnTo>
                  <a:lnTo>
                    <a:pt x="2516359" y="555295"/>
                  </a:lnTo>
                  <a:lnTo>
                    <a:pt x="2588255" y="565600"/>
                  </a:lnTo>
                  <a:lnTo>
                    <a:pt x="2660151" y="575560"/>
                  </a:lnTo>
                  <a:lnTo>
                    <a:pt x="2732047" y="585187"/>
                  </a:lnTo>
                  <a:lnTo>
                    <a:pt x="2803943" y="594493"/>
                  </a:lnTo>
                  <a:lnTo>
                    <a:pt x="2875839" y="603489"/>
                  </a:lnTo>
                  <a:lnTo>
                    <a:pt x="2947735" y="612190"/>
                  </a:lnTo>
                  <a:lnTo>
                    <a:pt x="3019631" y="620609"/>
                  </a:lnTo>
                  <a:lnTo>
                    <a:pt x="3091527" y="628759"/>
                  </a:lnTo>
                  <a:lnTo>
                    <a:pt x="3163423" y="636654"/>
                  </a:lnTo>
                  <a:lnTo>
                    <a:pt x="3235319" y="644308"/>
                  </a:lnTo>
                  <a:lnTo>
                    <a:pt x="3307215" y="651733"/>
                  </a:lnTo>
                  <a:lnTo>
                    <a:pt x="3379111" y="658944"/>
                  </a:lnTo>
                  <a:lnTo>
                    <a:pt x="3451007" y="665951"/>
                  </a:lnTo>
                  <a:lnTo>
                    <a:pt x="3522902" y="672768"/>
                  </a:lnTo>
                  <a:lnTo>
                    <a:pt x="3594798" y="679405"/>
                  </a:lnTo>
                  <a:lnTo>
                    <a:pt x="3666694" y="685873"/>
                  </a:lnTo>
                  <a:lnTo>
                    <a:pt x="3738590" y="692184"/>
                  </a:lnTo>
                  <a:lnTo>
                    <a:pt x="3810486" y="698345"/>
                  </a:lnTo>
                  <a:lnTo>
                    <a:pt x="3882382" y="704368"/>
                  </a:lnTo>
                  <a:lnTo>
                    <a:pt x="3954278" y="710259"/>
                  </a:lnTo>
                  <a:lnTo>
                    <a:pt x="4026174" y="716027"/>
                  </a:lnTo>
                  <a:lnTo>
                    <a:pt x="4098070" y="721681"/>
                  </a:lnTo>
                  <a:lnTo>
                    <a:pt x="4169966" y="727226"/>
                  </a:lnTo>
                  <a:lnTo>
                    <a:pt x="4241862" y="732669"/>
                  </a:lnTo>
                  <a:lnTo>
                    <a:pt x="4313758" y="738018"/>
                  </a:lnTo>
                  <a:lnTo>
                    <a:pt x="4385654" y="743276"/>
                  </a:lnTo>
                  <a:lnTo>
                    <a:pt x="4457550" y="748450"/>
                  </a:lnTo>
                  <a:lnTo>
                    <a:pt x="4529446" y="753545"/>
                  </a:lnTo>
                  <a:lnTo>
                    <a:pt x="4601342" y="758565"/>
                  </a:lnTo>
                  <a:lnTo>
                    <a:pt x="4673238" y="763515"/>
                  </a:lnTo>
                  <a:lnTo>
                    <a:pt x="4745134" y="768399"/>
                  </a:lnTo>
                  <a:lnTo>
                    <a:pt x="4817030" y="773220"/>
                  </a:lnTo>
                  <a:lnTo>
                    <a:pt x="4888926" y="777982"/>
                  </a:lnTo>
                  <a:lnTo>
                    <a:pt x="4960822" y="782689"/>
                  </a:lnTo>
                  <a:lnTo>
                    <a:pt x="5032718" y="787343"/>
                  </a:lnTo>
                  <a:lnTo>
                    <a:pt x="5104614" y="791948"/>
                  </a:lnTo>
                  <a:lnTo>
                    <a:pt x="5176510" y="796505"/>
                  </a:lnTo>
                  <a:lnTo>
                    <a:pt x="5248406" y="801018"/>
                  </a:lnTo>
                  <a:lnTo>
                    <a:pt x="5320302" y="805489"/>
                  </a:lnTo>
                  <a:lnTo>
                    <a:pt x="5392198" y="809919"/>
                  </a:lnTo>
                  <a:lnTo>
                    <a:pt x="5464094" y="814312"/>
                  </a:lnTo>
                  <a:lnTo>
                    <a:pt x="5535990" y="818669"/>
                  </a:lnTo>
                  <a:lnTo>
                    <a:pt x="5607886" y="822992"/>
                  </a:lnTo>
                  <a:lnTo>
                    <a:pt x="5679782" y="8272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857695"/>
              <a:ext cx="5679782" cy="1110024"/>
            </a:xfrm>
            <a:custGeom>
              <a:avLst/>
              <a:pathLst>
                <a:path w="5679782" h="1110024">
                  <a:moveTo>
                    <a:pt x="5679782" y="1110024"/>
                  </a:moveTo>
                  <a:lnTo>
                    <a:pt x="5607886" y="1089791"/>
                  </a:lnTo>
                  <a:lnTo>
                    <a:pt x="5535990" y="1069591"/>
                  </a:lnTo>
                  <a:lnTo>
                    <a:pt x="5464094" y="1049425"/>
                  </a:lnTo>
                  <a:lnTo>
                    <a:pt x="5392198" y="1029295"/>
                  </a:lnTo>
                  <a:lnTo>
                    <a:pt x="5320302" y="1009203"/>
                  </a:lnTo>
                  <a:lnTo>
                    <a:pt x="5248406" y="989150"/>
                  </a:lnTo>
                  <a:lnTo>
                    <a:pt x="5176510" y="969140"/>
                  </a:lnTo>
                  <a:lnTo>
                    <a:pt x="5104614" y="949175"/>
                  </a:lnTo>
                  <a:lnTo>
                    <a:pt x="5032718" y="929256"/>
                  </a:lnTo>
                  <a:lnTo>
                    <a:pt x="4960822" y="909388"/>
                  </a:lnTo>
                  <a:lnTo>
                    <a:pt x="4888926" y="889571"/>
                  </a:lnTo>
                  <a:lnTo>
                    <a:pt x="4817030" y="869811"/>
                  </a:lnTo>
                  <a:lnTo>
                    <a:pt x="4745134" y="850109"/>
                  </a:lnTo>
                  <a:lnTo>
                    <a:pt x="4673238" y="830470"/>
                  </a:lnTo>
                  <a:lnTo>
                    <a:pt x="4601342" y="810897"/>
                  </a:lnTo>
                  <a:lnTo>
                    <a:pt x="4529446" y="791395"/>
                  </a:lnTo>
                  <a:lnTo>
                    <a:pt x="4457550" y="771967"/>
                  </a:lnTo>
                  <a:lnTo>
                    <a:pt x="4385654" y="752618"/>
                  </a:lnTo>
                  <a:lnTo>
                    <a:pt x="4313758" y="733353"/>
                  </a:lnTo>
                  <a:lnTo>
                    <a:pt x="4241862" y="714179"/>
                  </a:lnTo>
                  <a:lnTo>
                    <a:pt x="4169966" y="695099"/>
                  </a:lnTo>
                  <a:lnTo>
                    <a:pt x="4098070" y="676122"/>
                  </a:lnTo>
                  <a:lnTo>
                    <a:pt x="4026174" y="657252"/>
                  </a:lnTo>
                  <a:lnTo>
                    <a:pt x="3954278" y="638498"/>
                  </a:lnTo>
                  <a:lnTo>
                    <a:pt x="3882382" y="619866"/>
                  </a:lnTo>
                  <a:lnTo>
                    <a:pt x="3810486" y="601366"/>
                  </a:lnTo>
                  <a:lnTo>
                    <a:pt x="3738590" y="583004"/>
                  </a:lnTo>
                  <a:lnTo>
                    <a:pt x="3666694" y="564792"/>
                  </a:lnTo>
                  <a:lnTo>
                    <a:pt x="3594798" y="546738"/>
                  </a:lnTo>
                  <a:lnTo>
                    <a:pt x="3522902" y="528852"/>
                  </a:lnTo>
                  <a:lnTo>
                    <a:pt x="3451007" y="511146"/>
                  </a:lnTo>
                  <a:lnTo>
                    <a:pt x="3379111" y="493630"/>
                  </a:lnTo>
                  <a:lnTo>
                    <a:pt x="3307215" y="476318"/>
                  </a:lnTo>
                  <a:lnTo>
                    <a:pt x="3235319" y="459220"/>
                  </a:lnTo>
                  <a:lnTo>
                    <a:pt x="3163423" y="442351"/>
                  </a:lnTo>
                  <a:lnTo>
                    <a:pt x="3091527" y="425723"/>
                  </a:lnTo>
                  <a:lnTo>
                    <a:pt x="3019631" y="409351"/>
                  </a:lnTo>
                  <a:lnTo>
                    <a:pt x="2947735" y="393246"/>
                  </a:lnTo>
                  <a:lnTo>
                    <a:pt x="2875839" y="377424"/>
                  </a:lnTo>
                  <a:lnTo>
                    <a:pt x="2803943" y="361898"/>
                  </a:lnTo>
                  <a:lnTo>
                    <a:pt x="2732047" y="346681"/>
                  </a:lnTo>
                  <a:lnTo>
                    <a:pt x="2660151" y="331785"/>
                  </a:lnTo>
                  <a:lnTo>
                    <a:pt x="2588255" y="317223"/>
                  </a:lnTo>
                  <a:lnTo>
                    <a:pt x="2516359" y="303004"/>
                  </a:lnTo>
                  <a:lnTo>
                    <a:pt x="2444463" y="289140"/>
                  </a:lnTo>
                  <a:lnTo>
                    <a:pt x="2372567" y="275637"/>
                  </a:lnTo>
                  <a:lnTo>
                    <a:pt x="2300671" y="262502"/>
                  </a:lnTo>
                  <a:lnTo>
                    <a:pt x="2228775" y="249740"/>
                  </a:lnTo>
                  <a:lnTo>
                    <a:pt x="2156879" y="237353"/>
                  </a:lnTo>
                  <a:lnTo>
                    <a:pt x="2084983" y="225343"/>
                  </a:lnTo>
                  <a:lnTo>
                    <a:pt x="2013087" y="213707"/>
                  </a:lnTo>
                  <a:lnTo>
                    <a:pt x="1941191" y="202442"/>
                  </a:lnTo>
                  <a:lnTo>
                    <a:pt x="1869295" y="191544"/>
                  </a:lnTo>
                  <a:lnTo>
                    <a:pt x="1797399" y="181005"/>
                  </a:lnTo>
                  <a:lnTo>
                    <a:pt x="1725503" y="170817"/>
                  </a:lnTo>
                  <a:lnTo>
                    <a:pt x="1653607" y="160969"/>
                  </a:lnTo>
                  <a:lnTo>
                    <a:pt x="1581711" y="151451"/>
                  </a:lnTo>
                  <a:lnTo>
                    <a:pt x="1509815" y="142250"/>
                  </a:lnTo>
                  <a:lnTo>
                    <a:pt x="1437919" y="133354"/>
                  </a:lnTo>
                  <a:lnTo>
                    <a:pt x="1366023" y="124749"/>
                  </a:lnTo>
                  <a:lnTo>
                    <a:pt x="1294127" y="116422"/>
                  </a:lnTo>
                  <a:lnTo>
                    <a:pt x="1222231" y="108358"/>
                  </a:lnTo>
                  <a:lnTo>
                    <a:pt x="1150335" y="100546"/>
                  </a:lnTo>
                  <a:lnTo>
                    <a:pt x="1078439" y="92970"/>
                  </a:lnTo>
                  <a:lnTo>
                    <a:pt x="1006543" y="85617"/>
                  </a:lnTo>
                  <a:lnTo>
                    <a:pt x="934647" y="78476"/>
                  </a:lnTo>
                  <a:lnTo>
                    <a:pt x="862751" y="71534"/>
                  </a:lnTo>
                  <a:lnTo>
                    <a:pt x="790855" y="64779"/>
                  </a:lnTo>
                  <a:lnTo>
                    <a:pt x="718959" y="58199"/>
                  </a:lnTo>
                  <a:lnTo>
                    <a:pt x="647063" y="51784"/>
                  </a:lnTo>
                  <a:lnTo>
                    <a:pt x="575167" y="45525"/>
                  </a:lnTo>
                  <a:lnTo>
                    <a:pt x="503271" y="39411"/>
                  </a:lnTo>
                  <a:lnTo>
                    <a:pt x="431375" y="33433"/>
                  </a:lnTo>
                  <a:lnTo>
                    <a:pt x="359479" y="27584"/>
                  </a:lnTo>
                  <a:lnTo>
                    <a:pt x="287583" y="21855"/>
                  </a:lnTo>
                  <a:lnTo>
                    <a:pt x="215687" y="16238"/>
                  </a:lnTo>
                  <a:lnTo>
                    <a:pt x="143791" y="10728"/>
                  </a:lnTo>
                  <a:lnTo>
                    <a:pt x="71895" y="53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518200"/>
              <a:ext cx="5679782" cy="968653"/>
            </a:xfrm>
            <a:custGeom>
              <a:avLst/>
              <a:pathLst>
                <a:path w="5679782" h="968653">
                  <a:moveTo>
                    <a:pt x="0" y="0"/>
                  </a:moveTo>
                  <a:lnTo>
                    <a:pt x="71895" y="12261"/>
                  </a:lnTo>
                  <a:lnTo>
                    <a:pt x="143791" y="24522"/>
                  </a:lnTo>
                  <a:lnTo>
                    <a:pt x="215687" y="36784"/>
                  </a:lnTo>
                  <a:lnTo>
                    <a:pt x="287583" y="49045"/>
                  </a:lnTo>
                  <a:lnTo>
                    <a:pt x="359479" y="61307"/>
                  </a:lnTo>
                  <a:lnTo>
                    <a:pt x="431375" y="73568"/>
                  </a:lnTo>
                  <a:lnTo>
                    <a:pt x="503271" y="85830"/>
                  </a:lnTo>
                  <a:lnTo>
                    <a:pt x="575167" y="98091"/>
                  </a:lnTo>
                  <a:lnTo>
                    <a:pt x="647063" y="110352"/>
                  </a:lnTo>
                  <a:lnTo>
                    <a:pt x="718959" y="122614"/>
                  </a:lnTo>
                  <a:lnTo>
                    <a:pt x="790855" y="134875"/>
                  </a:lnTo>
                  <a:lnTo>
                    <a:pt x="862751" y="147137"/>
                  </a:lnTo>
                  <a:lnTo>
                    <a:pt x="934647" y="159398"/>
                  </a:lnTo>
                  <a:lnTo>
                    <a:pt x="1006543" y="171660"/>
                  </a:lnTo>
                  <a:lnTo>
                    <a:pt x="1078439" y="183921"/>
                  </a:lnTo>
                  <a:lnTo>
                    <a:pt x="1150335" y="196182"/>
                  </a:lnTo>
                  <a:lnTo>
                    <a:pt x="1222231" y="208444"/>
                  </a:lnTo>
                  <a:lnTo>
                    <a:pt x="1294127" y="220705"/>
                  </a:lnTo>
                  <a:lnTo>
                    <a:pt x="1366023" y="232967"/>
                  </a:lnTo>
                  <a:lnTo>
                    <a:pt x="1437919" y="245228"/>
                  </a:lnTo>
                  <a:lnTo>
                    <a:pt x="1509815" y="257490"/>
                  </a:lnTo>
                  <a:lnTo>
                    <a:pt x="1581711" y="269751"/>
                  </a:lnTo>
                  <a:lnTo>
                    <a:pt x="1653607" y="282012"/>
                  </a:lnTo>
                  <a:lnTo>
                    <a:pt x="1725503" y="294274"/>
                  </a:lnTo>
                  <a:lnTo>
                    <a:pt x="1797399" y="306535"/>
                  </a:lnTo>
                  <a:lnTo>
                    <a:pt x="1869295" y="318797"/>
                  </a:lnTo>
                  <a:lnTo>
                    <a:pt x="1941191" y="331058"/>
                  </a:lnTo>
                  <a:lnTo>
                    <a:pt x="2013087" y="343320"/>
                  </a:lnTo>
                  <a:lnTo>
                    <a:pt x="2084983" y="355581"/>
                  </a:lnTo>
                  <a:lnTo>
                    <a:pt x="2156879" y="367843"/>
                  </a:lnTo>
                  <a:lnTo>
                    <a:pt x="2228775" y="380104"/>
                  </a:lnTo>
                  <a:lnTo>
                    <a:pt x="2300671" y="392365"/>
                  </a:lnTo>
                  <a:lnTo>
                    <a:pt x="2372567" y="404627"/>
                  </a:lnTo>
                  <a:lnTo>
                    <a:pt x="2444463" y="416888"/>
                  </a:lnTo>
                  <a:lnTo>
                    <a:pt x="2516359" y="429150"/>
                  </a:lnTo>
                  <a:lnTo>
                    <a:pt x="2588255" y="441411"/>
                  </a:lnTo>
                  <a:lnTo>
                    <a:pt x="2660151" y="453673"/>
                  </a:lnTo>
                  <a:lnTo>
                    <a:pt x="2732047" y="465934"/>
                  </a:lnTo>
                  <a:lnTo>
                    <a:pt x="2803943" y="478195"/>
                  </a:lnTo>
                  <a:lnTo>
                    <a:pt x="2875839" y="490457"/>
                  </a:lnTo>
                  <a:lnTo>
                    <a:pt x="2947735" y="502718"/>
                  </a:lnTo>
                  <a:lnTo>
                    <a:pt x="3019631" y="514980"/>
                  </a:lnTo>
                  <a:lnTo>
                    <a:pt x="3091527" y="527241"/>
                  </a:lnTo>
                  <a:lnTo>
                    <a:pt x="3163423" y="539503"/>
                  </a:lnTo>
                  <a:lnTo>
                    <a:pt x="3235319" y="551764"/>
                  </a:lnTo>
                  <a:lnTo>
                    <a:pt x="3307215" y="564025"/>
                  </a:lnTo>
                  <a:lnTo>
                    <a:pt x="3379111" y="576287"/>
                  </a:lnTo>
                  <a:lnTo>
                    <a:pt x="3451007" y="588548"/>
                  </a:lnTo>
                  <a:lnTo>
                    <a:pt x="3522902" y="600810"/>
                  </a:lnTo>
                  <a:lnTo>
                    <a:pt x="3594798" y="613071"/>
                  </a:lnTo>
                  <a:lnTo>
                    <a:pt x="3666694" y="625333"/>
                  </a:lnTo>
                  <a:lnTo>
                    <a:pt x="3738590" y="637594"/>
                  </a:lnTo>
                  <a:lnTo>
                    <a:pt x="3810486" y="649855"/>
                  </a:lnTo>
                  <a:lnTo>
                    <a:pt x="3882382" y="662117"/>
                  </a:lnTo>
                  <a:lnTo>
                    <a:pt x="3954278" y="674378"/>
                  </a:lnTo>
                  <a:lnTo>
                    <a:pt x="4026174" y="686640"/>
                  </a:lnTo>
                  <a:lnTo>
                    <a:pt x="4098070" y="698901"/>
                  </a:lnTo>
                  <a:lnTo>
                    <a:pt x="4169966" y="711163"/>
                  </a:lnTo>
                  <a:lnTo>
                    <a:pt x="4241862" y="723424"/>
                  </a:lnTo>
                  <a:lnTo>
                    <a:pt x="4313758" y="735686"/>
                  </a:lnTo>
                  <a:lnTo>
                    <a:pt x="4385654" y="747947"/>
                  </a:lnTo>
                  <a:lnTo>
                    <a:pt x="4457550" y="760208"/>
                  </a:lnTo>
                  <a:lnTo>
                    <a:pt x="4529446" y="772470"/>
                  </a:lnTo>
                  <a:lnTo>
                    <a:pt x="4601342" y="784731"/>
                  </a:lnTo>
                  <a:lnTo>
                    <a:pt x="4673238" y="796993"/>
                  </a:lnTo>
                  <a:lnTo>
                    <a:pt x="4745134" y="809254"/>
                  </a:lnTo>
                  <a:lnTo>
                    <a:pt x="4817030" y="821516"/>
                  </a:lnTo>
                  <a:lnTo>
                    <a:pt x="4888926" y="833777"/>
                  </a:lnTo>
                  <a:lnTo>
                    <a:pt x="4960822" y="846038"/>
                  </a:lnTo>
                  <a:lnTo>
                    <a:pt x="5032718" y="858300"/>
                  </a:lnTo>
                  <a:lnTo>
                    <a:pt x="5104614" y="870561"/>
                  </a:lnTo>
                  <a:lnTo>
                    <a:pt x="5176510" y="882823"/>
                  </a:lnTo>
                  <a:lnTo>
                    <a:pt x="5248406" y="895084"/>
                  </a:lnTo>
                  <a:lnTo>
                    <a:pt x="5320302" y="907346"/>
                  </a:lnTo>
                  <a:lnTo>
                    <a:pt x="5392198" y="919607"/>
                  </a:lnTo>
                  <a:lnTo>
                    <a:pt x="5464094" y="931868"/>
                  </a:lnTo>
                  <a:lnTo>
                    <a:pt x="5535990" y="944130"/>
                  </a:lnTo>
                  <a:lnTo>
                    <a:pt x="5607886" y="956391"/>
                  </a:lnTo>
                  <a:lnTo>
                    <a:pt x="5679782" y="968653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541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0642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573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150343" y="33465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0343" y="276205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50343" y="27985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411902" y="25106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411902" y="228264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411902" y="25599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131219" y="2047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31219" y="23977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31219" y="2320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0448" y="29531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30448" y="30620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730448" y="25201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14066" y="30321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14066" y="37403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814066" y="322649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622403" y="37606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622403" y="378056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622403" y="38239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2947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1638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7420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294346"/>
              <a:ext cx="5679782" cy="1901120"/>
            </a:xfrm>
            <a:custGeom>
              <a:avLst/>
              <a:pathLst>
                <a:path w="5679782" h="1901120">
                  <a:moveTo>
                    <a:pt x="0" y="0"/>
                  </a:moveTo>
                  <a:lnTo>
                    <a:pt x="71895" y="20340"/>
                  </a:lnTo>
                  <a:lnTo>
                    <a:pt x="143791" y="40579"/>
                  </a:lnTo>
                  <a:lnTo>
                    <a:pt x="215687" y="60711"/>
                  </a:lnTo>
                  <a:lnTo>
                    <a:pt x="287583" y="80728"/>
                  </a:lnTo>
                  <a:lnTo>
                    <a:pt x="359479" y="100622"/>
                  </a:lnTo>
                  <a:lnTo>
                    <a:pt x="431375" y="120387"/>
                  </a:lnTo>
                  <a:lnTo>
                    <a:pt x="503271" y="140013"/>
                  </a:lnTo>
                  <a:lnTo>
                    <a:pt x="575167" y="159491"/>
                  </a:lnTo>
                  <a:lnTo>
                    <a:pt x="647063" y="178812"/>
                  </a:lnTo>
                  <a:lnTo>
                    <a:pt x="718959" y="197965"/>
                  </a:lnTo>
                  <a:lnTo>
                    <a:pt x="790855" y="216939"/>
                  </a:lnTo>
                  <a:lnTo>
                    <a:pt x="862751" y="235723"/>
                  </a:lnTo>
                  <a:lnTo>
                    <a:pt x="934647" y="254304"/>
                  </a:lnTo>
                  <a:lnTo>
                    <a:pt x="1006543" y="272671"/>
                  </a:lnTo>
                  <a:lnTo>
                    <a:pt x="1078439" y="290809"/>
                  </a:lnTo>
                  <a:lnTo>
                    <a:pt x="1150335" y="308704"/>
                  </a:lnTo>
                  <a:lnTo>
                    <a:pt x="1222231" y="326343"/>
                  </a:lnTo>
                  <a:lnTo>
                    <a:pt x="1294127" y="343711"/>
                  </a:lnTo>
                  <a:lnTo>
                    <a:pt x="1366023" y="360794"/>
                  </a:lnTo>
                  <a:lnTo>
                    <a:pt x="1437919" y="377575"/>
                  </a:lnTo>
                  <a:lnTo>
                    <a:pt x="1509815" y="394041"/>
                  </a:lnTo>
                  <a:lnTo>
                    <a:pt x="1581711" y="410178"/>
                  </a:lnTo>
                  <a:lnTo>
                    <a:pt x="1653607" y="425971"/>
                  </a:lnTo>
                  <a:lnTo>
                    <a:pt x="1725503" y="441407"/>
                  </a:lnTo>
                  <a:lnTo>
                    <a:pt x="1797399" y="456475"/>
                  </a:lnTo>
                  <a:lnTo>
                    <a:pt x="1869295" y="471163"/>
                  </a:lnTo>
                  <a:lnTo>
                    <a:pt x="1941191" y="485462"/>
                  </a:lnTo>
                  <a:lnTo>
                    <a:pt x="2013087" y="499365"/>
                  </a:lnTo>
                  <a:lnTo>
                    <a:pt x="2084983" y="512866"/>
                  </a:lnTo>
                  <a:lnTo>
                    <a:pt x="2156879" y="525961"/>
                  </a:lnTo>
                  <a:lnTo>
                    <a:pt x="2228775" y="538649"/>
                  </a:lnTo>
                  <a:lnTo>
                    <a:pt x="2300671" y="550930"/>
                  </a:lnTo>
                  <a:lnTo>
                    <a:pt x="2372567" y="562808"/>
                  </a:lnTo>
                  <a:lnTo>
                    <a:pt x="2444463" y="574287"/>
                  </a:lnTo>
                  <a:lnTo>
                    <a:pt x="2516359" y="585375"/>
                  </a:lnTo>
                  <a:lnTo>
                    <a:pt x="2588255" y="596080"/>
                  </a:lnTo>
                  <a:lnTo>
                    <a:pt x="2660151" y="606412"/>
                  </a:lnTo>
                  <a:lnTo>
                    <a:pt x="2732047" y="616384"/>
                  </a:lnTo>
                  <a:lnTo>
                    <a:pt x="2803943" y="626007"/>
                  </a:lnTo>
                  <a:lnTo>
                    <a:pt x="2875839" y="635296"/>
                  </a:lnTo>
                  <a:lnTo>
                    <a:pt x="2947735" y="644265"/>
                  </a:lnTo>
                  <a:lnTo>
                    <a:pt x="3019631" y="652929"/>
                  </a:lnTo>
                  <a:lnTo>
                    <a:pt x="3091527" y="661301"/>
                  </a:lnTo>
                  <a:lnTo>
                    <a:pt x="3163423" y="669398"/>
                  </a:lnTo>
                  <a:lnTo>
                    <a:pt x="3235319" y="677233"/>
                  </a:lnTo>
                  <a:lnTo>
                    <a:pt x="3307215" y="684822"/>
                  </a:lnTo>
                  <a:lnTo>
                    <a:pt x="3379111" y="692177"/>
                  </a:lnTo>
                  <a:lnTo>
                    <a:pt x="3451007" y="699313"/>
                  </a:lnTo>
                  <a:lnTo>
                    <a:pt x="3522902" y="706242"/>
                  </a:lnTo>
                  <a:lnTo>
                    <a:pt x="3594798" y="712977"/>
                  </a:lnTo>
                  <a:lnTo>
                    <a:pt x="3666694" y="719529"/>
                  </a:lnTo>
                  <a:lnTo>
                    <a:pt x="3738590" y="725910"/>
                  </a:lnTo>
                  <a:lnTo>
                    <a:pt x="3810486" y="732130"/>
                  </a:lnTo>
                  <a:lnTo>
                    <a:pt x="3882382" y="738199"/>
                  </a:lnTo>
                  <a:lnTo>
                    <a:pt x="3954278" y="744127"/>
                  </a:lnTo>
                  <a:lnTo>
                    <a:pt x="4026174" y="749921"/>
                  </a:lnTo>
                  <a:lnTo>
                    <a:pt x="4098070" y="755591"/>
                  </a:lnTo>
                  <a:lnTo>
                    <a:pt x="4169966" y="761144"/>
                  </a:lnTo>
                  <a:lnTo>
                    <a:pt x="4241862" y="766587"/>
                  </a:lnTo>
                  <a:lnTo>
                    <a:pt x="4313758" y="771926"/>
                  </a:lnTo>
                  <a:lnTo>
                    <a:pt x="4385654" y="777168"/>
                  </a:lnTo>
                  <a:lnTo>
                    <a:pt x="4457550" y="782320"/>
                  </a:lnTo>
                  <a:lnTo>
                    <a:pt x="4529446" y="787385"/>
                  </a:lnTo>
                  <a:lnTo>
                    <a:pt x="4601342" y="792369"/>
                  </a:lnTo>
                  <a:lnTo>
                    <a:pt x="4673238" y="797278"/>
                  </a:lnTo>
                  <a:lnTo>
                    <a:pt x="4745134" y="802114"/>
                  </a:lnTo>
                  <a:lnTo>
                    <a:pt x="4817030" y="806883"/>
                  </a:lnTo>
                  <a:lnTo>
                    <a:pt x="4888926" y="811589"/>
                  </a:lnTo>
                  <a:lnTo>
                    <a:pt x="4960822" y="816234"/>
                  </a:lnTo>
                  <a:lnTo>
                    <a:pt x="5032718" y="820822"/>
                  </a:lnTo>
                  <a:lnTo>
                    <a:pt x="5104614" y="825356"/>
                  </a:lnTo>
                  <a:lnTo>
                    <a:pt x="5176510" y="829840"/>
                  </a:lnTo>
                  <a:lnTo>
                    <a:pt x="5248406" y="834275"/>
                  </a:lnTo>
                  <a:lnTo>
                    <a:pt x="5320302" y="838664"/>
                  </a:lnTo>
                  <a:lnTo>
                    <a:pt x="5392198" y="843011"/>
                  </a:lnTo>
                  <a:lnTo>
                    <a:pt x="5464094" y="847316"/>
                  </a:lnTo>
                  <a:lnTo>
                    <a:pt x="5535990" y="851582"/>
                  </a:lnTo>
                  <a:lnTo>
                    <a:pt x="5607886" y="855812"/>
                  </a:lnTo>
                  <a:lnTo>
                    <a:pt x="5679782" y="860006"/>
                  </a:lnTo>
                  <a:lnTo>
                    <a:pt x="5679782" y="1901120"/>
                  </a:lnTo>
                  <a:lnTo>
                    <a:pt x="5607886" y="1879667"/>
                  </a:lnTo>
                  <a:lnTo>
                    <a:pt x="5535990" y="1858250"/>
                  </a:lnTo>
                  <a:lnTo>
                    <a:pt x="5464094" y="1836869"/>
                  </a:lnTo>
                  <a:lnTo>
                    <a:pt x="5392198" y="1815528"/>
                  </a:lnTo>
                  <a:lnTo>
                    <a:pt x="5320302" y="1794227"/>
                  </a:lnTo>
                  <a:lnTo>
                    <a:pt x="5248406" y="1772970"/>
                  </a:lnTo>
                  <a:lnTo>
                    <a:pt x="5176510" y="1751759"/>
                  </a:lnTo>
                  <a:lnTo>
                    <a:pt x="5104614" y="1730595"/>
                  </a:lnTo>
                  <a:lnTo>
                    <a:pt x="5032718" y="1709483"/>
                  </a:lnTo>
                  <a:lnTo>
                    <a:pt x="4960822" y="1688424"/>
                  </a:lnTo>
                  <a:lnTo>
                    <a:pt x="4888926" y="1667423"/>
                  </a:lnTo>
                  <a:lnTo>
                    <a:pt x="4817030" y="1646481"/>
                  </a:lnTo>
                  <a:lnTo>
                    <a:pt x="4745134" y="1625603"/>
                  </a:lnTo>
                  <a:lnTo>
                    <a:pt x="4673238" y="1604793"/>
                  </a:lnTo>
                  <a:lnTo>
                    <a:pt x="4601342" y="1584055"/>
                  </a:lnTo>
                  <a:lnTo>
                    <a:pt x="4529446" y="1563393"/>
                  </a:lnTo>
                  <a:lnTo>
                    <a:pt x="4457550" y="1542811"/>
                  </a:lnTo>
                  <a:lnTo>
                    <a:pt x="4385654" y="1522316"/>
                  </a:lnTo>
                  <a:lnTo>
                    <a:pt x="4313758" y="1501911"/>
                  </a:lnTo>
                  <a:lnTo>
                    <a:pt x="4241862" y="1481604"/>
                  </a:lnTo>
                  <a:lnTo>
                    <a:pt x="4169966" y="1461400"/>
                  </a:lnTo>
                  <a:lnTo>
                    <a:pt x="4098070" y="1441306"/>
                  </a:lnTo>
                  <a:lnTo>
                    <a:pt x="4026174" y="1421329"/>
                  </a:lnTo>
                  <a:lnTo>
                    <a:pt x="3954278" y="1401477"/>
                  </a:lnTo>
                  <a:lnTo>
                    <a:pt x="3882382" y="1381758"/>
                  </a:lnTo>
                  <a:lnTo>
                    <a:pt x="3810486" y="1362180"/>
                  </a:lnTo>
                  <a:lnTo>
                    <a:pt x="3738590" y="1342753"/>
                  </a:lnTo>
                  <a:lnTo>
                    <a:pt x="3666694" y="1323488"/>
                  </a:lnTo>
                  <a:lnTo>
                    <a:pt x="3594798" y="1304393"/>
                  </a:lnTo>
                  <a:lnTo>
                    <a:pt x="3522902" y="1285481"/>
                  </a:lnTo>
                  <a:lnTo>
                    <a:pt x="3451007" y="1266764"/>
                  </a:lnTo>
                  <a:lnTo>
                    <a:pt x="3379111" y="1248253"/>
                  </a:lnTo>
                  <a:lnTo>
                    <a:pt x="3307215" y="1229961"/>
                  </a:lnTo>
                  <a:lnTo>
                    <a:pt x="3235319" y="1211903"/>
                  </a:lnTo>
                  <a:lnTo>
                    <a:pt x="3163423" y="1194092"/>
                  </a:lnTo>
                  <a:lnTo>
                    <a:pt x="3091527" y="1176541"/>
                  </a:lnTo>
                  <a:lnTo>
                    <a:pt x="3019631" y="1159267"/>
                  </a:lnTo>
                  <a:lnTo>
                    <a:pt x="2947735" y="1142284"/>
                  </a:lnTo>
                  <a:lnTo>
                    <a:pt x="2875839" y="1125606"/>
                  </a:lnTo>
                  <a:lnTo>
                    <a:pt x="2803943" y="1109249"/>
                  </a:lnTo>
                  <a:lnTo>
                    <a:pt x="2732047" y="1093225"/>
                  </a:lnTo>
                  <a:lnTo>
                    <a:pt x="2660151" y="1077550"/>
                  </a:lnTo>
                  <a:lnTo>
                    <a:pt x="2588255" y="1062236"/>
                  </a:lnTo>
                  <a:lnTo>
                    <a:pt x="2516359" y="1047294"/>
                  </a:lnTo>
                  <a:lnTo>
                    <a:pt x="2444463" y="1032735"/>
                  </a:lnTo>
                  <a:lnTo>
                    <a:pt x="2372567" y="1018568"/>
                  </a:lnTo>
                  <a:lnTo>
                    <a:pt x="2300671" y="1004799"/>
                  </a:lnTo>
                  <a:lnTo>
                    <a:pt x="2228775" y="991433"/>
                  </a:lnTo>
                  <a:lnTo>
                    <a:pt x="2156879" y="978475"/>
                  </a:lnTo>
                  <a:lnTo>
                    <a:pt x="2084983" y="965923"/>
                  </a:lnTo>
                  <a:lnTo>
                    <a:pt x="2013087" y="953777"/>
                  </a:lnTo>
                  <a:lnTo>
                    <a:pt x="1941191" y="942033"/>
                  </a:lnTo>
                  <a:lnTo>
                    <a:pt x="1869295" y="930685"/>
                  </a:lnTo>
                  <a:lnTo>
                    <a:pt x="1797399" y="919727"/>
                  </a:lnTo>
                  <a:lnTo>
                    <a:pt x="1725503" y="909148"/>
                  </a:lnTo>
                  <a:lnTo>
                    <a:pt x="1653607" y="898937"/>
                  </a:lnTo>
                  <a:lnTo>
                    <a:pt x="1581711" y="889083"/>
                  </a:lnTo>
                  <a:lnTo>
                    <a:pt x="1509815" y="879573"/>
                  </a:lnTo>
                  <a:lnTo>
                    <a:pt x="1437919" y="870393"/>
                  </a:lnTo>
                  <a:lnTo>
                    <a:pt x="1366023" y="861528"/>
                  </a:lnTo>
                  <a:lnTo>
                    <a:pt x="1294127" y="852963"/>
                  </a:lnTo>
                  <a:lnTo>
                    <a:pt x="1222231" y="844685"/>
                  </a:lnTo>
                  <a:lnTo>
                    <a:pt x="1150335" y="836677"/>
                  </a:lnTo>
                  <a:lnTo>
                    <a:pt x="1078439" y="828926"/>
                  </a:lnTo>
                  <a:lnTo>
                    <a:pt x="1006543" y="821417"/>
                  </a:lnTo>
                  <a:lnTo>
                    <a:pt x="934647" y="814136"/>
                  </a:lnTo>
                  <a:lnTo>
                    <a:pt x="862751" y="807071"/>
                  </a:lnTo>
                  <a:lnTo>
                    <a:pt x="790855" y="800208"/>
                  </a:lnTo>
                  <a:lnTo>
                    <a:pt x="718959" y="793536"/>
                  </a:lnTo>
                  <a:lnTo>
                    <a:pt x="647063" y="787042"/>
                  </a:lnTo>
                  <a:lnTo>
                    <a:pt x="575167" y="780716"/>
                  </a:lnTo>
                  <a:lnTo>
                    <a:pt x="503271" y="774547"/>
                  </a:lnTo>
                  <a:lnTo>
                    <a:pt x="431375" y="768527"/>
                  </a:lnTo>
                  <a:lnTo>
                    <a:pt x="359479" y="762644"/>
                  </a:lnTo>
                  <a:lnTo>
                    <a:pt x="287583" y="756893"/>
                  </a:lnTo>
                  <a:lnTo>
                    <a:pt x="215687" y="751263"/>
                  </a:lnTo>
                  <a:lnTo>
                    <a:pt x="143791" y="745748"/>
                  </a:lnTo>
                  <a:lnTo>
                    <a:pt x="71895" y="740340"/>
                  </a:lnTo>
                  <a:lnTo>
                    <a:pt x="0" y="735034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294346"/>
              <a:ext cx="5679782" cy="860006"/>
            </a:xfrm>
            <a:custGeom>
              <a:avLst/>
              <a:pathLst>
                <a:path w="5679782" h="860006">
                  <a:moveTo>
                    <a:pt x="0" y="0"/>
                  </a:moveTo>
                  <a:lnTo>
                    <a:pt x="71895" y="20340"/>
                  </a:lnTo>
                  <a:lnTo>
                    <a:pt x="143791" y="40579"/>
                  </a:lnTo>
                  <a:lnTo>
                    <a:pt x="215687" y="60711"/>
                  </a:lnTo>
                  <a:lnTo>
                    <a:pt x="287583" y="80728"/>
                  </a:lnTo>
                  <a:lnTo>
                    <a:pt x="359479" y="100622"/>
                  </a:lnTo>
                  <a:lnTo>
                    <a:pt x="431375" y="120387"/>
                  </a:lnTo>
                  <a:lnTo>
                    <a:pt x="503271" y="140013"/>
                  </a:lnTo>
                  <a:lnTo>
                    <a:pt x="575167" y="159491"/>
                  </a:lnTo>
                  <a:lnTo>
                    <a:pt x="647063" y="178812"/>
                  </a:lnTo>
                  <a:lnTo>
                    <a:pt x="718959" y="197965"/>
                  </a:lnTo>
                  <a:lnTo>
                    <a:pt x="790855" y="216939"/>
                  </a:lnTo>
                  <a:lnTo>
                    <a:pt x="862751" y="235723"/>
                  </a:lnTo>
                  <a:lnTo>
                    <a:pt x="934647" y="254304"/>
                  </a:lnTo>
                  <a:lnTo>
                    <a:pt x="1006543" y="272671"/>
                  </a:lnTo>
                  <a:lnTo>
                    <a:pt x="1078439" y="290809"/>
                  </a:lnTo>
                  <a:lnTo>
                    <a:pt x="1150335" y="308704"/>
                  </a:lnTo>
                  <a:lnTo>
                    <a:pt x="1222231" y="326343"/>
                  </a:lnTo>
                  <a:lnTo>
                    <a:pt x="1294127" y="343711"/>
                  </a:lnTo>
                  <a:lnTo>
                    <a:pt x="1366023" y="360794"/>
                  </a:lnTo>
                  <a:lnTo>
                    <a:pt x="1437919" y="377575"/>
                  </a:lnTo>
                  <a:lnTo>
                    <a:pt x="1509815" y="394041"/>
                  </a:lnTo>
                  <a:lnTo>
                    <a:pt x="1581711" y="410178"/>
                  </a:lnTo>
                  <a:lnTo>
                    <a:pt x="1653607" y="425971"/>
                  </a:lnTo>
                  <a:lnTo>
                    <a:pt x="1725503" y="441407"/>
                  </a:lnTo>
                  <a:lnTo>
                    <a:pt x="1797399" y="456475"/>
                  </a:lnTo>
                  <a:lnTo>
                    <a:pt x="1869295" y="471163"/>
                  </a:lnTo>
                  <a:lnTo>
                    <a:pt x="1941191" y="485462"/>
                  </a:lnTo>
                  <a:lnTo>
                    <a:pt x="2013087" y="499365"/>
                  </a:lnTo>
                  <a:lnTo>
                    <a:pt x="2084983" y="512866"/>
                  </a:lnTo>
                  <a:lnTo>
                    <a:pt x="2156879" y="525961"/>
                  </a:lnTo>
                  <a:lnTo>
                    <a:pt x="2228775" y="538649"/>
                  </a:lnTo>
                  <a:lnTo>
                    <a:pt x="2300671" y="550930"/>
                  </a:lnTo>
                  <a:lnTo>
                    <a:pt x="2372567" y="562808"/>
                  </a:lnTo>
                  <a:lnTo>
                    <a:pt x="2444463" y="574287"/>
                  </a:lnTo>
                  <a:lnTo>
                    <a:pt x="2516359" y="585375"/>
                  </a:lnTo>
                  <a:lnTo>
                    <a:pt x="2588255" y="596080"/>
                  </a:lnTo>
                  <a:lnTo>
                    <a:pt x="2660151" y="606412"/>
                  </a:lnTo>
                  <a:lnTo>
                    <a:pt x="2732047" y="616384"/>
                  </a:lnTo>
                  <a:lnTo>
                    <a:pt x="2803943" y="626007"/>
                  </a:lnTo>
                  <a:lnTo>
                    <a:pt x="2875839" y="635296"/>
                  </a:lnTo>
                  <a:lnTo>
                    <a:pt x="2947735" y="644265"/>
                  </a:lnTo>
                  <a:lnTo>
                    <a:pt x="3019631" y="652929"/>
                  </a:lnTo>
                  <a:lnTo>
                    <a:pt x="3091527" y="661301"/>
                  </a:lnTo>
                  <a:lnTo>
                    <a:pt x="3163423" y="669398"/>
                  </a:lnTo>
                  <a:lnTo>
                    <a:pt x="3235319" y="677233"/>
                  </a:lnTo>
                  <a:lnTo>
                    <a:pt x="3307215" y="684822"/>
                  </a:lnTo>
                  <a:lnTo>
                    <a:pt x="3379111" y="692177"/>
                  </a:lnTo>
                  <a:lnTo>
                    <a:pt x="3451007" y="699313"/>
                  </a:lnTo>
                  <a:lnTo>
                    <a:pt x="3522902" y="706242"/>
                  </a:lnTo>
                  <a:lnTo>
                    <a:pt x="3594798" y="712977"/>
                  </a:lnTo>
                  <a:lnTo>
                    <a:pt x="3666694" y="719529"/>
                  </a:lnTo>
                  <a:lnTo>
                    <a:pt x="3738590" y="725910"/>
                  </a:lnTo>
                  <a:lnTo>
                    <a:pt x="3810486" y="732130"/>
                  </a:lnTo>
                  <a:lnTo>
                    <a:pt x="3882382" y="738199"/>
                  </a:lnTo>
                  <a:lnTo>
                    <a:pt x="3954278" y="744127"/>
                  </a:lnTo>
                  <a:lnTo>
                    <a:pt x="4026174" y="749921"/>
                  </a:lnTo>
                  <a:lnTo>
                    <a:pt x="4098070" y="755591"/>
                  </a:lnTo>
                  <a:lnTo>
                    <a:pt x="4169966" y="761144"/>
                  </a:lnTo>
                  <a:lnTo>
                    <a:pt x="4241862" y="766587"/>
                  </a:lnTo>
                  <a:lnTo>
                    <a:pt x="4313758" y="771926"/>
                  </a:lnTo>
                  <a:lnTo>
                    <a:pt x="4385654" y="777168"/>
                  </a:lnTo>
                  <a:lnTo>
                    <a:pt x="4457550" y="782320"/>
                  </a:lnTo>
                  <a:lnTo>
                    <a:pt x="4529446" y="787385"/>
                  </a:lnTo>
                  <a:lnTo>
                    <a:pt x="4601342" y="792369"/>
                  </a:lnTo>
                  <a:lnTo>
                    <a:pt x="4673238" y="797278"/>
                  </a:lnTo>
                  <a:lnTo>
                    <a:pt x="4745134" y="802114"/>
                  </a:lnTo>
                  <a:lnTo>
                    <a:pt x="4817030" y="806883"/>
                  </a:lnTo>
                  <a:lnTo>
                    <a:pt x="4888926" y="811589"/>
                  </a:lnTo>
                  <a:lnTo>
                    <a:pt x="4960822" y="816234"/>
                  </a:lnTo>
                  <a:lnTo>
                    <a:pt x="5032718" y="820822"/>
                  </a:lnTo>
                  <a:lnTo>
                    <a:pt x="5104614" y="825356"/>
                  </a:lnTo>
                  <a:lnTo>
                    <a:pt x="5176510" y="829840"/>
                  </a:lnTo>
                  <a:lnTo>
                    <a:pt x="5248406" y="834275"/>
                  </a:lnTo>
                  <a:lnTo>
                    <a:pt x="5320302" y="838664"/>
                  </a:lnTo>
                  <a:lnTo>
                    <a:pt x="5392198" y="843011"/>
                  </a:lnTo>
                  <a:lnTo>
                    <a:pt x="5464094" y="847316"/>
                  </a:lnTo>
                  <a:lnTo>
                    <a:pt x="5535990" y="851582"/>
                  </a:lnTo>
                  <a:lnTo>
                    <a:pt x="5607886" y="855812"/>
                  </a:lnTo>
                  <a:lnTo>
                    <a:pt x="5679782" y="860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029380"/>
              <a:ext cx="5679782" cy="1166085"/>
            </a:xfrm>
            <a:custGeom>
              <a:avLst/>
              <a:pathLst>
                <a:path w="5679782" h="1166085">
                  <a:moveTo>
                    <a:pt x="5679782" y="1166085"/>
                  </a:moveTo>
                  <a:lnTo>
                    <a:pt x="5607886" y="1144633"/>
                  </a:lnTo>
                  <a:lnTo>
                    <a:pt x="5535990" y="1123215"/>
                  </a:lnTo>
                  <a:lnTo>
                    <a:pt x="5464094" y="1101835"/>
                  </a:lnTo>
                  <a:lnTo>
                    <a:pt x="5392198" y="1080493"/>
                  </a:lnTo>
                  <a:lnTo>
                    <a:pt x="5320302" y="1059193"/>
                  </a:lnTo>
                  <a:lnTo>
                    <a:pt x="5248406" y="1037936"/>
                  </a:lnTo>
                  <a:lnTo>
                    <a:pt x="5176510" y="1016724"/>
                  </a:lnTo>
                  <a:lnTo>
                    <a:pt x="5104614" y="995561"/>
                  </a:lnTo>
                  <a:lnTo>
                    <a:pt x="5032718" y="974449"/>
                  </a:lnTo>
                  <a:lnTo>
                    <a:pt x="4960822" y="953390"/>
                  </a:lnTo>
                  <a:lnTo>
                    <a:pt x="4888926" y="932388"/>
                  </a:lnTo>
                  <a:lnTo>
                    <a:pt x="4817030" y="911447"/>
                  </a:lnTo>
                  <a:lnTo>
                    <a:pt x="4745134" y="890569"/>
                  </a:lnTo>
                  <a:lnTo>
                    <a:pt x="4673238" y="869759"/>
                  </a:lnTo>
                  <a:lnTo>
                    <a:pt x="4601342" y="849021"/>
                  </a:lnTo>
                  <a:lnTo>
                    <a:pt x="4529446" y="828358"/>
                  </a:lnTo>
                  <a:lnTo>
                    <a:pt x="4457550" y="807777"/>
                  </a:lnTo>
                  <a:lnTo>
                    <a:pt x="4385654" y="787281"/>
                  </a:lnTo>
                  <a:lnTo>
                    <a:pt x="4313758" y="766877"/>
                  </a:lnTo>
                  <a:lnTo>
                    <a:pt x="4241862" y="746570"/>
                  </a:lnTo>
                  <a:lnTo>
                    <a:pt x="4169966" y="726366"/>
                  </a:lnTo>
                  <a:lnTo>
                    <a:pt x="4098070" y="706272"/>
                  </a:lnTo>
                  <a:lnTo>
                    <a:pt x="4026174" y="686295"/>
                  </a:lnTo>
                  <a:lnTo>
                    <a:pt x="3954278" y="666443"/>
                  </a:lnTo>
                  <a:lnTo>
                    <a:pt x="3882382" y="646723"/>
                  </a:lnTo>
                  <a:lnTo>
                    <a:pt x="3810486" y="627146"/>
                  </a:lnTo>
                  <a:lnTo>
                    <a:pt x="3738590" y="607719"/>
                  </a:lnTo>
                  <a:lnTo>
                    <a:pt x="3666694" y="588453"/>
                  </a:lnTo>
                  <a:lnTo>
                    <a:pt x="3594798" y="569359"/>
                  </a:lnTo>
                  <a:lnTo>
                    <a:pt x="3522902" y="550447"/>
                  </a:lnTo>
                  <a:lnTo>
                    <a:pt x="3451007" y="531730"/>
                  </a:lnTo>
                  <a:lnTo>
                    <a:pt x="3379111" y="513219"/>
                  </a:lnTo>
                  <a:lnTo>
                    <a:pt x="3307215" y="494927"/>
                  </a:lnTo>
                  <a:lnTo>
                    <a:pt x="3235319" y="476869"/>
                  </a:lnTo>
                  <a:lnTo>
                    <a:pt x="3163423" y="459057"/>
                  </a:lnTo>
                  <a:lnTo>
                    <a:pt x="3091527" y="441507"/>
                  </a:lnTo>
                  <a:lnTo>
                    <a:pt x="3019631" y="424233"/>
                  </a:lnTo>
                  <a:lnTo>
                    <a:pt x="2947735" y="407250"/>
                  </a:lnTo>
                  <a:lnTo>
                    <a:pt x="2875839" y="390572"/>
                  </a:lnTo>
                  <a:lnTo>
                    <a:pt x="2803943" y="374214"/>
                  </a:lnTo>
                  <a:lnTo>
                    <a:pt x="2732047" y="358191"/>
                  </a:lnTo>
                  <a:lnTo>
                    <a:pt x="2660151" y="342516"/>
                  </a:lnTo>
                  <a:lnTo>
                    <a:pt x="2588255" y="327202"/>
                  </a:lnTo>
                  <a:lnTo>
                    <a:pt x="2516359" y="312260"/>
                  </a:lnTo>
                  <a:lnTo>
                    <a:pt x="2444463" y="297701"/>
                  </a:lnTo>
                  <a:lnTo>
                    <a:pt x="2372567" y="283533"/>
                  </a:lnTo>
                  <a:lnTo>
                    <a:pt x="2300671" y="269765"/>
                  </a:lnTo>
                  <a:lnTo>
                    <a:pt x="2228775" y="256399"/>
                  </a:lnTo>
                  <a:lnTo>
                    <a:pt x="2156879" y="243440"/>
                  </a:lnTo>
                  <a:lnTo>
                    <a:pt x="2084983" y="230889"/>
                  </a:lnTo>
                  <a:lnTo>
                    <a:pt x="2013087" y="218743"/>
                  </a:lnTo>
                  <a:lnTo>
                    <a:pt x="1941191" y="206999"/>
                  </a:lnTo>
                  <a:lnTo>
                    <a:pt x="1869295" y="195651"/>
                  </a:lnTo>
                  <a:lnTo>
                    <a:pt x="1797399" y="184692"/>
                  </a:lnTo>
                  <a:lnTo>
                    <a:pt x="1725503" y="174113"/>
                  </a:lnTo>
                  <a:lnTo>
                    <a:pt x="1653607" y="163903"/>
                  </a:lnTo>
                  <a:lnTo>
                    <a:pt x="1581711" y="154049"/>
                  </a:lnTo>
                  <a:lnTo>
                    <a:pt x="1509815" y="144539"/>
                  </a:lnTo>
                  <a:lnTo>
                    <a:pt x="1437919" y="135359"/>
                  </a:lnTo>
                  <a:lnTo>
                    <a:pt x="1366023" y="126493"/>
                  </a:lnTo>
                  <a:lnTo>
                    <a:pt x="1294127" y="117929"/>
                  </a:lnTo>
                  <a:lnTo>
                    <a:pt x="1222231" y="109650"/>
                  </a:lnTo>
                  <a:lnTo>
                    <a:pt x="1150335" y="101643"/>
                  </a:lnTo>
                  <a:lnTo>
                    <a:pt x="1078439" y="93891"/>
                  </a:lnTo>
                  <a:lnTo>
                    <a:pt x="1006543" y="86383"/>
                  </a:lnTo>
                  <a:lnTo>
                    <a:pt x="934647" y="79102"/>
                  </a:lnTo>
                  <a:lnTo>
                    <a:pt x="862751" y="72037"/>
                  </a:lnTo>
                  <a:lnTo>
                    <a:pt x="790855" y="65174"/>
                  </a:lnTo>
                  <a:lnTo>
                    <a:pt x="718959" y="58502"/>
                  </a:lnTo>
                  <a:lnTo>
                    <a:pt x="647063" y="52008"/>
                  </a:lnTo>
                  <a:lnTo>
                    <a:pt x="575167" y="45682"/>
                  </a:lnTo>
                  <a:lnTo>
                    <a:pt x="503271" y="39513"/>
                  </a:lnTo>
                  <a:lnTo>
                    <a:pt x="431375" y="33492"/>
                  </a:lnTo>
                  <a:lnTo>
                    <a:pt x="359479" y="27610"/>
                  </a:lnTo>
                  <a:lnTo>
                    <a:pt x="287583" y="21858"/>
                  </a:lnTo>
                  <a:lnTo>
                    <a:pt x="215687" y="16228"/>
                  </a:lnTo>
                  <a:lnTo>
                    <a:pt x="143791" y="10713"/>
                  </a:lnTo>
                  <a:lnTo>
                    <a:pt x="71895" y="53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661863"/>
              <a:ext cx="5679782" cy="1013046"/>
            </a:xfrm>
            <a:custGeom>
              <a:avLst/>
              <a:pathLst>
                <a:path w="5679782" h="1013046">
                  <a:moveTo>
                    <a:pt x="0" y="0"/>
                  </a:moveTo>
                  <a:lnTo>
                    <a:pt x="71895" y="12823"/>
                  </a:lnTo>
                  <a:lnTo>
                    <a:pt x="143791" y="25646"/>
                  </a:lnTo>
                  <a:lnTo>
                    <a:pt x="215687" y="38470"/>
                  </a:lnTo>
                  <a:lnTo>
                    <a:pt x="287583" y="51293"/>
                  </a:lnTo>
                  <a:lnTo>
                    <a:pt x="359479" y="64116"/>
                  </a:lnTo>
                  <a:lnTo>
                    <a:pt x="431375" y="76940"/>
                  </a:lnTo>
                  <a:lnTo>
                    <a:pt x="503271" y="89763"/>
                  </a:lnTo>
                  <a:lnTo>
                    <a:pt x="575167" y="102586"/>
                  </a:lnTo>
                  <a:lnTo>
                    <a:pt x="647063" y="115410"/>
                  </a:lnTo>
                  <a:lnTo>
                    <a:pt x="718959" y="128233"/>
                  </a:lnTo>
                  <a:lnTo>
                    <a:pt x="790855" y="141057"/>
                  </a:lnTo>
                  <a:lnTo>
                    <a:pt x="862751" y="153880"/>
                  </a:lnTo>
                  <a:lnTo>
                    <a:pt x="934647" y="166703"/>
                  </a:lnTo>
                  <a:lnTo>
                    <a:pt x="1006543" y="179527"/>
                  </a:lnTo>
                  <a:lnTo>
                    <a:pt x="1078439" y="192350"/>
                  </a:lnTo>
                  <a:lnTo>
                    <a:pt x="1150335" y="205173"/>
                  </a:lnTo>
                  <a:lnTo>
                    <a:pt x="1222231" y="217997"/>
                  </a:lnTo>
                  <a:lnTo>
                    <a:pt x="1294127" y="230820"/>
                  </a:lnTo>
                  <a:lnTo>
                    <a:pt x="1366023" y="243643"/>
                  </a:lnTo>
                  <a:lnTo>
                    <a:pt x="1437919" y="256467"/>
                  </a:lnTo>
                  <a:lnTo>
                    <a:pt x="1509815" y="269290"/>
                  </a:lnTo>
                  <a:lnTo>
                    <a:pt x="1581711" y="282114"/>
                  </a:lnTo>
                  <a:lnTo>
                    <a:pt x="1653607" y="294937"/>
                  </a:lnTo>
                  <a:lnTo>
                    <a:pt x="1725503" y="307760"/>
                  </a:lnTo>
                  <a:lnTo>
                    <a:pt x="1797399" y="320584"/>
                  </a:lnTo>
                  <a:lnTo>
                    <a:pt x="1869295" y="333407"/>
                  </a:lnTo>
                  <a:lnTo>
                    <a:pt x="1941191" y="346230"/>
                  </a:lnTo>
                  <a:lnTo>
                    <a:pt x="2013087" y="359054"/>
                  </a:lnTo>
                  <a:lnTo>
                    <a:pt x="2084983" y="371877"/>
                  </a:lnTo>
                  <a:lnTo>
                    <a:pt x="2156879" y="384701"/>
                  </a:lnTo>
                  <a:lnTo>
                    <a:pt x="2228775" y="397524"/>
                  </a:lnTo>
                  <a:lnTo>
                    <a:pt x="2300671" y="410347"/>
                  </a:lnTo>
                  <a:lnTo>
                    <a:pt x="2372567" y="423171"/>
                  </a:lnTo>
                  <a:lnTo>
                    <a:pt x="2444463" y="435994"/>
                  </a:lnTo>
                  <a:lnTo>
                    <a:pt x="2516359" y="448817"/>
                  </a:lnTo>
                  <a:lnTo>
                    <a:pt x="2588255" y="461641"/>
                  </a:lnTo>
                  <a:lnTo>
                    <a:pt x="2660151" y="474464"/>
                  </a:lnTo>
                  <a:lnTo>
                    <a:pt x="2732047" y="487287"/>
                  </a:lnTo>
                  <a:lnTo>
                    <a:pt x="2803943" y="500111"/>
                  </a:lnTo>
                  <a:lnTo>
                    <a:pt x="2875839" y="512934"/>
                  </a:lnTo>
                  <a:lnTo>
                    <a:pt x="2947735" y="525758"/>
                  </a:lnTo>
                  <a:lnTo>
                    <a:pt x="3019631" y="538581"/>
                  </a:lnTo>
                  <a:lnTo>
                    <a:pt x="3091527" y="551404"/>
                  </a:lnTo>
                  <a:lnTo>
                    <a:pt x="3163423" y="564228"/>
                  </a:lnTo>
                  <a:lnTo>
                    <a:pt x="3235319" y="577051"/>
                  </a:lnTo>
                  <a:lnTo>
                    <a:pt x="3307215" y="589874"/>
                  </a:lnTo>
                  <a:lnTo>
                    <a:pt x="3379111" y="602698"/>
                  </a:lnTo>
                  <a:lnTo>
                    <a:pt x="3451007" y="615521"/>
                  </a:lnTo>
                  <a:lnTo>
                    <a:pt x="3522902" y="628344"/>
                  </a:lnTo>
                  <a:lnTo>
                    <a:pt x="3594798" y="641168"/>
                  </a:lnTo>
                  <a:lnTo>
                    <a:pt x="3666694" y="653991"/>
                  </a:lnTo>
                  <a:lnTo>
                    <a:pt x="3738590" y="666815"/>
                  </a:lnTo>
                  <a:lnTo>
                    <a:pt x="3810486" y="679638"/>
                  </a:lnTo>
                  <a:lnTo>
                    <a:pt x="3882382" y="692461"/>
                  </a:lnTo>
                  <a:lnTo>
                    <a:pt x="3954278" y="705285"/>
                  </a:lnTo>
                  <a:lnTo>
                    <a:pt x="4026174" y="718108"/>
                  </a:lnTo>
                  <a:lnTo>
                    <a:pt x="4098070" y="730931"/>
                  </a:lnTo>
                  <a:lnTo>
                    <a:pt x="4169966" y="743755"/>
                  </a:lnTo>
                  <a:lnTo>
                    <a:pt x="4241862" y="756578"/>
                  </a:lnTo>
                  <a:lnTo>
                    <a:pt x="4313758" y="769402"/>
                  </a:lnTo>
                  <a:lnTo>
                    <a:pt x="4385654" y="782225"/>
                  </a:lnTo>
                  <a:lnTo>
                    <a:pt x="4457550" y="795048"/>
                  </a:lnTo>
                  <a:lnTo>
                    <a:pt x="4529446" y="807872"/>
                  </a:lnTo>
                  <a:lnTo>
                    <a:pt x="4601342" y="820695"/>
                  </a:lnTo>
                  <a:lnTo>
                    <a:pt x="4673238" y="833518"/>
                  </a:lnTo>
                  <a:lnTo>
                    <a:pt x="4745134" y="846342"/>
                  </a:lnTo>
                  <a:lnTo>
                    <a:pt x="4817030" y="859165"/>
                  </a:lnTo>
                  <a:lnTo>
                    <a:pt x="4888926" y="871988"/>
                  </a:lnTo>
                  <a:lnTo>
                    <a:pt x="4960822" y="884812"/>
                  </a:lnTo>
                  <a:lnTo>
                    <a:pt x="5032718" y="897635"/>
                  </a:lnTo>
                  <a:lnTo>
                    <a:pt x="5104614" y="910459"/>
                  </a:lnTo>
                  <a:lnTo>
                    <a:pt x="5176510" y="923282"/>
                  </a:lnTo>
                  <a:lnTo>
                    <a:pt x="5248406" y="936105"/>
                  </a:lnTo>
                  <a:lnTo>
                    <a:pt x="5320302" y="948929"/>
                  </a:lnTo>
                  <a:lnTo>
                    <a:pt x="5392198" y="961752"/>
                  </a:lnTo>
                  <a:lnTo>
                    <a:pt x="5464094" y="974575"/>
                  </a:lnTo>
                  <a:lnTo>
                    <a:pt x="5535990" y="987399"/>
                  </a:lnTo>
                  <a:lnTo>
                    <a:pt x="5607886" y="1000222"/>
                  </a:lnTo>
                  <a:lnTo>
                    <a:pt x="5679782" y="1013046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415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29536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8473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150343" y="35873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0343" y="29516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50343" y="316125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411902" y="32523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411902" y="266338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11902" y="28586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31219" y="24735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31219" y="23985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131219" y="22453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730448" y="33662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730448" y="26218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730448" y="31689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14066" y="35092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814066" y="34269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14066" y="387889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622403" y="47797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622403" y="48620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22403" y="51450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48518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0704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5144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317207"/>
              <a:ext cx="5679782" cy="3088032"/>
            </a:xfrm>
            <a:custGeom>
              <a:avLst/>
              <a:pathLst>
                <a:path w="5679782" h="3088032">
                  <a:moveTo>
                    <a:pt x="0" y="0"/>
                  </a:moveTo>
                  <a:lnTo>
                    <a:pt x="71895" y="34032"/>
                  </a:lnTo>
                  <a:lnTo>
                    <a:pt x="143791" y="67927"/>
                  </a:lnTo>
                  <a:lnTo>
                    <a:pt x="215687" y="101676"/>
                  </a:lnTo>
                  <a:lnTo>
                    <a:pt x="287583" y="135270"/>
                  </a:lnTo>
                  <a:lnTo>
                    <a:pt x="359479" y="168697"/>
                  </a:lnTo>
                  <a:lnTo>
                    <a:pt x="431375" y="201948"/>
                  </a:lnTo>
                  <a:lnTo>
                    <a:pt x="503271" y="235010"/>
                  </a:lnTo>
                  <a:lnTo>
                    <a:pt x="575167" y="267872"/>
                  </a:lnTo>
                  <a:lnTo>
                    <a:pt x="647063" y="300520"/>
                  </a:lnTo>
                  <a:lnTo>
                    <a:pt x="718959" y="332941"/>
                  </a:lnTo>
                  <a:lnTo>
                    <a:pt x="790855" y="365118"/>
                  </a:lnTo>
                  <a:lnTo>
                    <a:pt x="862751" y="397038"/>
                  </a:lnTo>
                  <a:lnTo>
                    <a:pt x="934647" y="428682"/>
                  </a:lnTo>
                  <a:lnTo>
                    <a:pt x="1006543" y="460034"/>
                  </a:lnTo>
                  <a:lnTo>
                    <a:pt x="1078439" y="491077"/>
                  </a:lnTo>
                  <a:lnTo>
                    <a:pt x="1150335" y="521790"/>
                  </a:lnTo>
                  <a:lnTo>
                    <a:pt x="1222231" y="552155"/>
                  </a:lnTo>
                  <a:lnTo>
                    <a:pt x="1294127" y="582152"/>
                  </a:lnTo>
                  <a:lnTo>
                    <a:pt x="1366023" y="611761"/>
                  </a:lnTo>
                  <a:lnTo>
                    <a:pt x="1437919" y="640962"/>
                  </a:lnTo>
                  <a:lnTo>
                    <a:pt x="1509815" y="669735"/>
                  </a:lnTo>
                  <a:lnTo>
                    <a:pt x="1581711" y="698060"/>
                  </a:lnTo>
                  <a:lnTo>
                    <a:pt x="1653607" y="725918"/>
                  </a:lnTo>
                  <a:lnTo>
                    <a:pt x="1725503" y="753293"/>
                  </a:lnTo>
                  <a:lnTo>
                    <a:pt x="1797399" y="780167"/>
                  </a:lnTo>
                  <a:lnTo>
                    <a:pt x="1869295" y="806525"/>
                  </a:lnTo>
                  <a:lnTo>
                    <a:pt x="1941191" y="832356"/>
                  </a:lnTo>
                  <a:lnTo>
                    <a:pt x="2013087" y="857648"/>
                  </a:lnTo>
                  <a:lnTo>
                    <a:pt x="2084983" y="882394"/>
                  </a:lnTo>
                  <a:lnTo>
                    <a:pt x="2156879" y="906590"/>
                  </a:lnTo>
                  <a:lnTo>
                    <a:pt x="2228775" y="930233"/>
                  </a:lnTo>
                  <a:lnTo>
                    <a:pt x="2300671" y="953324"/>
                  </a:lnTo>
                  <a:lnTo>
                    <a:pt x="2372567" y="975867"/>
                  </a:lnTo>
                  <a:lnTo>
                    <a:pt x="2444463" y="997869"/>
                  </a:lnTo>
                  <a:lnTo>
                    <a:pt x="2516359" y="1019340"/>
                  </a:lnTo>
                  <a:lnTo>
                    <a:pt x="2588255" y="1040291"/>
                  </a:lnTo>
                  <a:lnTo>
                    <a:pt x="2660151" y="1060736"/>
                  </a:lnTo>
                  <a:lnTo>
                    <a:pt x="2732047" y="1080691"/>
                  </a:lnTo>
                  <a:lnTo>
                    <a:pt x="2803943" y="1100173"/>
                  </a:lnTo>
                  <a:lnTo>
                    <a:pt x="2875839" y="1119202"/>
                  </a:lnTo>
                  <a:lnTo>
                    <a:pt x="2947735" y="1137796"/>
                  </a:lnTo>
                  <a:lnTo>
                    <a:pt x="3019631" y="1155975"/>
                  </a:lnTo>
                  <a:lnTo>
                    <a:pt x="3091527" y="1173759"/>
                  </a:lnTo>
                  <a:lnTo>
                    <a:pt x="3163423" y="1191168"/>
                  </a:lnTo>
                  <a:lnTo>
                    <a:pt x="3235319" y="1208223"/>
                  </a:lnTo>
                  <a:lnTo>
                    <a:pt x="3307215" y="1224943"/>
                  </a:lnTo>
                  <a:lnTo>
                    <a:pt x="3379111" y="1241346"/>
                  </a:lnTo>
                  <a:lnTo>
                    <a:pt x="3451007" y="1257451"/>
                  </a:lnTo>
                  <a:lnTo>
                    <a:pt x="3522902" y="1273275"/>
                  </a:lnTo>
                  <a:lnTo>
                    <a:pt x="3594798" y="1288836"/>
                  </a:lnTo>
                  <a:lnTo>
                    <a:pt x="3666694" y="1304149"/>
                  </a:lnTo>
                  <a:lnTo>
                    <a:pt x="3738590" y="1319229"/>
                  </a:lnTo>
                  <a:lnTo>
                    <a:pt x="3810486" y="1334091"/>
                  </a:lnTo>
                  <a:lnTo>
                    <a:pt x="3882382" y="1348748"/>
                  </a:lnTo>
                  <a:lnTo>
                    <a:pt x="3954278" y="1363212"/>
                  </a:lnTo>
                  <a:lnTo>
                    <a:pt x="4026174" y="1377496"/>
                  </a:lnTo>
                  <a:lnTo>
                    <a:pt x="4098070" y="1391611"/>
                  </a:lnTo>
                  <a:lnTo>
                    <a:pt x="4169966" y="1405567"/>
                  </a:lnTo>
                  <a:lnTo>
                    <a:pt x="4241862" y="1419373"/>
                  </a:lnTo>
                  <a:lnTo>
                    <a:pt x="4313758" y="1433039"/>
                  </a:lnTo>
                  <a:lnTo>
                    <a:pt x="4385654" y="1446574"/>
                  </a:lnTo>
                  <a:lnTo>
                    <a:pt x="4457550" y="1459984"/>
                  </a:lnTo>
                  <a:lnTo>
                    <a:pt x="4529446" y="1473278"/>
                  </a:lnTo>
                  <a:lnTo>
                    <a:pt x="4601342" y="1486463"/>
                  </a:lnTo>
                  <a:lnTo>
                    <a:pt x="4673238" y="1499543"/>
                  </a:lnTo>
                  <a:lnTo>
                    <a:pt x="4745134" y="1512527"/>
                  </a:lnTo>
                  <a:lnTo>
                    <a:pt x="4817030" y="1525419"/>
                  </a:lnTo>
                  <a:lnTo>
                    <a:pt x="4888926" y="1538224"/>
                  </a:lnTo>
                  <a:lnTo>
                    <a:pt x="4960822" y="1550947"/>
                  </a:lnTo>
                  <a:lnTo>
                    <a:pt x="5032718" y="1563594"/>
                  </a:lnTo>
                  <a:lnTo>
                    <a:pt x="5104614" y="1576167"/>
                  </a:lnTo>
                  <a:lnTo>
                    <a:pt x="5176510" y="1588671"/>
                  </a:lnTo>
                  <a:lnTo>
                    <a:pt x="5248406" y="1601109"/>
                  </a:lnTo>
                  <a:lnTo>
                    <a:pt x="5320302" y="1613486"/>
                  </a:lnTo>
                  <a:lnTo>
                    <a:pt x="5392198" y="1625804"/>
                  </a:lnTo>
                  <a:lnTo>
                    <a:pt x="5464094" y="1638066"/>
                  </a:lnTo>
                  <a:lnTo>
                    <a:pt x="5535990" y="1650275"/>
                  </a:lnTo>
                  <a:lnTo>
                    <a:pt x="5607886" y="1662434"/>
                  </a:lnTo>
                  <a:lnTo>
                    <a:pt x="5679782" y="1674545"/>
                  </a:lnTo>
                  <a:lnTo>
                    <a:pt x="5679782" y="3088032"/>
                  </a:lnTo>
                  <a:lnTo>
                    <a:pt x="5607886" y="3052489"/>
                  </a:lnTo>
                  <a:lnTo>
                    <a:pt x="5535990" y="3016995"/>
                  </a:lnTo>
                  <a:lnTo>
                    <a:pt x="5464094" y="2981550"/>
                  </a:lnTo>
                  <a:lnTo>
                    <a:pt x="5392198" y="2946159"/>
                  </a:lnTo>
                  <a:lnTo>
                    <a:pt x="5320302" y="2910823"/>
                  </a:lnTo>
                  <a:lnTo>
                    <a:pt x="5248406" y="2875546"/>
                  </a:lnTo>
                  <a:lnTo>
                    <a:pt x="5176510" y="2840330"/>
                  </a:lnTo>
                  <a:lnTo>
                    <a:pt x="5104614" y="2805181"/>
                  </a:lnTo>
                  <a:lnTo>
                    <a:pt x="5032718" y="2770100"/>
                  </a:lnTo>
                  <a:lnTo>
                    <a:pt x="4960822" y="2735092"/>
                  </a:lnTo>
                  <a:lnTo>
                    <a:pt x="4888926" y="2700162"/>
                  </a:lnTo>
                  <a:lnTo>
                    <a:pt x="4817030" y="2665314"/>
                  </a:lnTo>
                  <a:lnTo>
                    <a:pt x="4745134" y="2630552"/>
                  </a:lnTo>
                  <a:lnTo>
                    <a:pt x="4673238" y="2595881"/>
                  </a:lnTo>
                  <a:lnTo>
                    <a:pt x="4601342" y="2561309"/>
                  </a:lnTo>
                  <a:lnTo>
                    <a:pt x="4529446" y="2526839"/>
                  </a:lnTo>
                  <a:lnTo>
                    <a:pt x="4457550" y="2492479"/>
                  </a:lnTo>
                  <a:lnTo>
                    <a:pt x="4385654" y="2458236"/>
                  </a:lnTo>
                  <a:lnTo>
                    <a:pt x="4313758" y="2424117"/>
                  </a:lnTo>
                  <a:lnTo>
                    <a:pt x="4241862" y="2390129"/>
                  </a:lnTo>
                  <a:lnTo>
                    <a:pt x="4169966" y="2356282"/>
                  </a:lnTo>
                  <a:lnTo>
                    <a:pt x="4098070" y="2322584"/>
                  </a:lnTo>
                  <a:lnTo>
                    <a:pt x="4026174" y="2289045"/>
                  </a:lnTo>
                  <a:lnTo>
                    <a:pt x="3954278" y="2255675"/>
                  </a:lnTo>
                  <a:lnTo>
                    <a:pt x="3882382" y="2222486"/>
                  </a:lnTo>
                  <a:lnTo>
                    <a:pt x="3810486" y="2189489"/>
                  </a:lnTo>
                  <a:lnTo>
                    <a:pt x="3738590" y="2156697"/>
                  </a:lnTo>
                  <a:lnTo>
                    <a:pt x="3666694" y="2124124"/>
                  </a:lnTo>
                  <a:lnTo>
                    <a:pt x="3594798" y="2091783"/>
                  </a:lnTo>
                  <a:lnTo>
                    <a:pt x="3522902" y="2059690"/>
                  </a:lnTo>
                  <a:lnTo>
                    <a:pt x="3451007" y="2027861"/>
                  </a:lnTo>
                  <a:lnTo>
                    <a:pt x="3379111" y="1996312"/>
                  </a:lnTo>
                  <a:lnTo>
                    <a:pt x="3307215" y="1965061"/>
                  </a:lnTo>
                  <a:lnTo>
                    <a:pt x="3235319" y="1934127"/>
                  </a:lnTo>
                  <a:lnTo>
                    <a:pt x="3163423" y="1903528"/>
                  </a:lnTo>
                  <a:lnTo>
                    <a:pt x="3091527" y="1873284"/>
                  </a:lnTo>
                  <a:lnTo>
                    <a:pt x="3019631" y="1843414"/>
                  </a:lnTo>
                  <a:lnTo>
                    <a:pt x="2947735" y="1813939"/>
                  </a:lnTo>
                  <a:lnTo>
                    <a:pt x="2875839" y="1784879"/>
                  </a:lnTo>
                  <a:lnTo>
                    <a:pt x="2803943" y="1756254"/>
                  </a:lnTo>
                  <a:lnTo>
                    <a:pt x="2732047" y="1728083"/>
                  </a:lnTo>
                  <a:lnTo>
                    <a:pt x="2660151" y="1700384"/>
                  </a:lnTo>
                  <a:lnTo>
                    <a:pt x="2588255" y="1673176"/>
                  </a:lnTo>
                  <a:lnTo>
                    <a:pt x="2516359" y="1646473"/>
                  </a:lnTo>
                  <a:lnTo>
                    <a:pt x="2444463" y="1620289"/>
                  </a:lnTo>
                  <a:lnTo>
                    <a:pt x="2372567" y="1594638"/>
                  </a:lnTo>
                  <a:lnTo>
                    <a:pt x="2300671" y="1569527"/>
                  </a:lnTo>
                  <a:lnTo>
                    <a:pt x="2228775" y="1544964"/>
                  </a:lnTo>
                  <a:lnTo>
                    <a:pt x="2156879" y="1520954"/>
                  </a:lnTo>
                  <a:lnTo>
                    <a:pt x="2084983" y="1497495"/>
                  </a:lnTo>
                  <a:lnTo>
                    <a:pt x="2013087" y="1474588"/>
                  </a:lnTo>
                  <a:lnTo>
                    <a:pt x="1941191" y="1452227"/>
                  </a:lnTo>
                  <a:lnTo>
                    <a:pt x="1869295" y="1430404"/>
                  </a:lnTo>
                  <a:lnTo>
                    <a:pt x="1797399" y="1409108"/>
                  </a:lnTo>
                  <a:lnTo>
                    <a:pt x="1725503" y="1388328"/>
                  </a:lnTo>
                  <a:lnTo>
                    <a:pt x="1653607" y="1368049"/>
                  </a:lnTo>
                  <a:lnTo>
                    <a:pt x="1581711" y="1348254"/>
                  </a:lnTo>
                  <a:lnTo>
                    <a:pt x="1509815" y="1328925"/>
                  </a:lnTo>
                  <a:lnTo>
                    <a:pt x="1437919" y="1310044"/>
                  </a:lnTo>
                  <a:lnTo>
                    <a:pt x="1366023" y="1291591"/>
                  </a:lnTo>
                  <a:lnTo>
                    <a:pt x="1294127" y="1273547"/>
                  </a:lnTo>
                  <a:lnTo>
                    <a:pt x="1222231" y="1255890"/>
                  </a:lnTo>
                  <a:lnTo>
                    <a:pt x="1150335" y="1238601"/>
                  </a:lnTo>
                  <a:lnTo>
                    <a:pt x="1078439" y="1221661"/>
                  </a:lnTo>
                  <a:lnTo>
                    <a:pt x="1006543" y="1205049"/>
                  </a:lnTo>
                  <a:lnTo>
                    <a:pt x="934647" y="1188748"/>
                  </a:lnTo>
                  <a:lnTo>
                    <a:pt x="862751" y="1172739"/>
                  </a:lnTo>
                  <a:lnTo>
                    <a:pt x="790855" y="1157004"/>
                  </a:lnTo>
                  <a:lnTo>
                    <a:pt x="718959" y="1141528"/>
                  </a:lnTo>
                  <a:lnTo>
                    <a:pt x="647063" y="1126295"/>
                  </a:lnTo>
                  <a:lnTo>
                    <a:pt x="575167" y="1111289"/>
                  </a:lnTo>
                  <a:lnTo>
                    <a:pt x="503271" y="1096497"/>
                  </a:lnTo>
                  <a:lnTo>
                    <a:pt x="431375" y="1081906"/>
                  </a:lnTo>
                  <a:lnTo>
                    <a:pt x="359479" y="1067503"/>
                  </a:lnTo>
                  <a:lnTo>
                    <a:pt x="287583" y="1053277"/>
                  </a:lnTo>
                  <a:lnTo>
                    <a:pt x="215687" y="1039216"/>
                  </a:lnTo>
                  <a:lnTo>
                    <a:pt x="143791" y="1025311"/>
                  </a:lnTo>
                  <a:lnTo>
                    <a:pt x="71895" y="1011553"/>
                  </a:lnTo>
                  <a:lnTo>
                    <a:pt x="0" y="99793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317207"/>
              <a:ext cx="5679782" cy="1674545"/>
            </a:xfrm>
            <a:custGeom>
              <a:avLst/>
              <a:pathLst>
                <a:path w="5679782" h="1674545">
                  <a:moveTo>
                    <a:pt x="0" y="0"/>
                  </a:moveTo>
                  <a:lnTo>
                    <a:pt x="71895" y="34032"/>
                  </a:lnTo>
                  <a:lnTo>
                    <a:pt x="143791" y="67927"/>
                  </a:lnTo>
                  <a:lnTo>
                    <a:pt x="215687" y="101676"/>
                  </a:lnTo>
                  <a:lnTo>
                    <a:pt x="287583" y="135270"/>
                  </a:lnTo>
                  <a:lnTo>
                    <a:pt x="359479" y="168697"/>
                  </a:lnTo>
                  <a:lnTo>
                    <a:pt x="431375" y="201948"/>
                  </a:lnTo>
                  <a:lnTo>
                    <a:pt x="503271" y="235010"/>
                  </a:lnTo>
                  <a:lnTo>
                    <a:pt x="575167" y="267872"/>
                  </a:lnTo>
                  <a:lnTo>
                    <a:pt x="647063" y="300520"/>
                  </a:lnTo>
                  <a:lnTo>
                    <a:pt x="718959" y="332941"/>
                  </a:lnTo>
                  <a:lnTo>
                    <a:pt x="790855" y="365118"/>
                  </a:lnTo>
                  <a:lnTo>
                    <a:pt x="862751" y="397038"/>
                  </a:lnTo>
                  <a:lnTo>
                    <a:pt x="934647" y="428682"/>
                  </a:lnTo>
                  <a:lnTo>
                    <a:pt x="1006543" y="460034"/>
                  </a:lnTo>
                  <a:lnTo>
                    <a:pt x="1078439" y="491077"/>
                  </a:lnTo>
                  <a:lnTo>
                    <a:pt x="1150335" y="521790"/>
                  </a:lnTo>
                  <a:lnTo>
                    <a:pt x="1222231" y="552155"/>
                  </a:lnTo>
                  <a:lnTo>
                    <a:pt x="1294127" y="582152"/>
                  </a:lnTo>
                  <a:lnTo>
                    <a:pt x="1366023" y="611761"/>
                  </a:lnTo>
                  <a:lnTo>
                    <a:pt x="1437919" y="640962"/>
                  </a:lnTo>
                  <a:lnTo>
                    <a:pt x="1509815" y="669735"/>
                  </a:lnTo>
                  <a:lnTo>
                    <a:pt x="1581711" y="698060"/>
                  </a:lnTo>
                  <a:lnTo>
                    <a:pt x="1653607" y="725918"/>
                  </a:lnTo>
                  <a:lnTo>
                    <a:pt x="1725503" y="753293"/>
                  </a:lnTo>
                  <a:lnTo>
                    <a:pt x="1797399" y="780167"/>
                  </a:lnTo>
                  <a:lnTo>
                    <a:pt x="1869295" y="806525"/>
                  </a:lnTo>
                  <a:lnTo>
                    <a:pt x="1941191" y="832356"/>
                  </a:lnTo>
                  <a:lnTo>
                    <a:pt x="2013087" y="857648"/>
                  </a:lnTo>
                  <a:lnTo>
                    <a:pt x="2084983" y="882394"/>
                  </a:lnTo>
                  <a:lnTo>
                    <a:pt x="2156879" y="906590"/>
                  </a:lnTo>
                  <a:lnTo>
                    <a:pt x="2228775" y="930233"/>
                  </a:lnTo>
                  <a:lnTo>
                    <a:pt x="2300671" y="953324"/>
                  </a:lnTo>
                  <a:lnTo>
                    <a:pt x="2372567" y="975867"/>
                  </a:lnTo>
                  <a:lnTo>
                    <a:pt x="2444463" y="997869"/>
                  </a:lnTo>
                  <a:lnTo>
                    <a:pt x="2516359" y="1019340"/>
                  </a:lnTo>
                  <a:lnTo>
                    <a:pt x="2588255" y="1040291"/>
                  </a:lnTo>
                  <a:lnTo>
                    <a:pt x="2660151" y="1060736"/>
                  </a:lnTo>
                  <a:lnTo>
                    <a:pt x="2732047" y="1080691"/>
                  </a:lnTo>
                  <a:lnTo>
                    <a:pt x="2803943" y="1100173"/>
                  </a:lnTo>
                  <a:lnTo>
                    <a:pt x="2875839" y="1119202"/>
                  </a:lnTo>
                  <a:lnTo>
                    <a:pt x="2947735" y="1137796"/>
                  </a:lnTo>
                  <a:lnTo>
                    <a:pt x="3019631" y="1155975"/>
                  </a:lnTo>
                  <a:lnTo>
                    <a:pt x="3091527" y="1173759"/>
                  </a:lnTo>
                  <a:lnTo>
                    <a:pt x="3163423" y="1191168"/>
                  </a:lnTo>
                  <a:lnTo>
                    <a:pt x="3235319" y="1208223"/>
                  </a:lnTo>
                  <a:lnTo>
                    <a:pt x="3307215" y="1224943"/>
                  </a:lnTo>
                  <a:lnTo>
                    <a:pt x="3379111" y="1241346"/>
                  </a:lnTo>
                  <a:lnTo>
                    <a:pt x="3451007" y="1257451"/>
                  </a:lnTo>
                  <a:lnTo>
                    <a:pt x="3522902" y="1273275"/>
                  </a:lnTo>
                  <a:lnTo>
                    <a:pt x="3594798" y="1288836"/>
                  </a:lnTo>
                  <a:lnTo>
                    <a:pt x="3666694" y="1304149"/>
                  </a:lnTo>
                  <a:lnTo>
                    <a:pt x="3738590" y="1319229"/>
                  </a:lnTo>
                  <a:lnTo>
                    <a:pt x="3810486" y="1334091"/>
                  </a:lnTo>
                  <a:lnTo>
                    <a:pt x="3882382" y="1348748"/>
                  </a:lnTo>
                  <a:lnTo>
                    <a:pt x="3954278" y="1363212"/>
                  </a:lnTo>
                  <a:lnTo>
                    <a:pt x="4026174" y="1377496"/>
                  </a:lnTo>
                  <a:lnTo>
                    <a:pt x="4098070" y="1391611"/>
                  </a:lnTo>
                  <a:lnTo>
                    <a:pt x="4169966" y="1405567"/>
                  </a:lnTo>
                  <a:lnTo>
                    <a:pt x="4241862" y="1419373"/>
                  </a:lnTo>
                  <a:lnTo>
                    <a:pt x="4313758" y="1433039"/>
                  </a:lnTo>
                  <a:lnTo>
                    <a:pt x="4385654" y="1446574"/>
                  </a:lnTo>
                  <a:lnTo>
                    <a:pt x="4457550" y="1459984"/>
                  </a:lnTo>
                  <a:lnTo>
                    <a:pt x="4529446" y="1473278"/>
                  </a:lnTo>
                  <a:lnTo>
                    <a:pt x="4601342" y="1486463"/>
                  </a:lnTo>
                  <a:lnTo>
                    <a:pt x="4673238" y="1499543"/>
                  </a:lnTo>
                  <a:lnTo>
                    <a:pt x="4745134" y="1512527"/>
                  </a:lnTo>
                  <a:lnTo>
                    <a:pt x="4817030" y="1525419"/>
                  </a:lnTo>
                  <a:lnTo>
                    <a:pt x="4888926" y="1538224"/>
                  </a:lnTo>
                  <a:lnTo>
                    <a:pt x="4960822" y="1550947"/>
                  </a:lnTo>
                  <a:lnTo>
                    <a:pt x="5032718" y="1563594"/>
                  </a:lnTo>
                  <a:lnTo>
                    <a:pt x="5104614" y="1576167"/>
                  </a:lnTo>
                  <a:lnTo>
                    <a:pt x="5176510" y="1588671"/>
                  </a:lnTo>
                  <a:lnTo>
                    <a:pt x="5248406" y="1601109"/>
                  </a:lnTo>
                  <a:lnTo>
                    <a:pt x="5320302" y="1613486"/>
                  </a:lnTo>
                  <a:lnTo>
                    <a:pt x="5392198" y="1625804"/>
                  </a:lnTo>
                  <a:lnTo>
                    <a:pt x="5464094" y="1638066"/>
                  </a:lnTo>
                  <a:lnTo>
                    <a:pt x="5535990" y="1650275"/>
                  </a:lnTo>
                  <a:lnTo>
                    <a:pt x="5607886" y="1662434"/>
                  </a:lnTo>
                  <a:lnTo>
                    <a:pt x="5679782" y="1674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315140"/>
              <a:ext cx="5679782" cy="2090100"/>
            </a:xfrm>
            <a:custGeom>
              <a:avLst/>
              <a:pathLst>
                <a:path w="5679782" h="2090100">
                  <a:moveTo>
                    <a:pt x="5679782" y="2090100"/>
                  </a:moveTo>
                  <a:lnTo>
                    <a:pt x="5607886" y="2054557"/>
                  </a:lnTo>
                  <a:lnTo>
                    <a:pt x="5535990" y="2019063"/>
                  </a:lnTo>
                  <a:lnTo>
                    <a:pt x="5464094" y="1983618"/>
                  </a:lnTo>
                  <a:lnTo>
                    <a:pt x="5392198" y="1948226"/>
                  </a:lnTo>
                  <a:lnTo>
                    <a:pt x="5320302" y="1912890"/>
                  </a:lnTo>
                  <a:lnTo>
                    <a:pt x="5248406" y="1877613"/>
                  </a:lnTo>
                  <a:lnTo>
                    <a:pt x="5176510" y="1842398"/>
                  </a:lnTo>
                  <a:lnTo>
                    <a:pt x="5104614" y="1807248"/>
                  </a:lnTo>
                  <a:lnTo>
                    <a:pt x="5032718" y="1772168"/>
                  </a:lnTo>
                  <a:lnTo>
                    <a:pt x="4960822" y="1737160"/>
                  </a:lnTo>
                  <a:lnTo>
                    <a:pt x="4888926" y="1702230"/>
                  </a:lnTo>
                  <a:lnTo>
                    <a:pt x="4817030" y="1667381"/>
                  </a:lnTo>
                  <a:lnTo>
                    <a:pt x="4745134" y="1632619"/>
                  </a:lnTo>
                  <a:lnTo>
                    <a:pt x="4673238" y="1597949"/>
                  </a:lnTo>
                  <a:lnTo>
                    <a:pt x="4601342" y="1563376"/>
                  </a:lnTo>
                  <a:lnTo>
                    <a:pt x="4529446" y="1528907"/>
                  </a:lnTo>
                  <a:lnTo>
                    <a:pt x="4457550" y="1494547"/>
                  </a:lnTo>
                  <a:lnTo>
                    <a:pt x="4385654" y="1460304"/>
                  </a:lnTo>
                  <a:lnTo>
                    <a:pt x="4313758" y="1426185"/>
                  </a:lnTo>
                  <a:lnTo>
                    <a:pt x="4241862" y="1392197"/>
                  </a:lnTo>
                  <a:lnTo>
                    <a:pt x="4169966" y="1358350"/>
                  </a:lnTo>
                  <a:lnTo>
                    <a:pt x="4098070" y="1324652"/>
                  </a:lnTo>
                  <a:lnTo>
                    <a:pt x="4026174" y="1291113"/>
                  </a:lnTo>
                  <a:lnTo>
                    <a:pt x="3954278" y="1257743"/>
                  </a:lnTo>
                  <a:lnTo>
                    <a:pt x="3882382" y="1224554"/>
                  </a:lnTo>
                  <a:lnTo>
                    <a:pt x="3810486" y="1191557"/>
                  </a:lnTo>
                  <a:lnTo>
                    <a:pt x="3738590" y="1158765"/>
                  </a:lnTo>
                  <a:lnTo>
                    <a:pt x="3666694" y="1126191"/>
                  </a:lnTo>
                  <a:lnTo>
                    <a:pt x="3594798" y="1093851"/>
                  </a:lnTo>
                  <a:lnTo>
                    <a:pt x="3522902" y="1061758"/>
                  </a:lnTo>
                  <a:lnTo>
                    <a:pt x="3451007" y="1029928"/>
                  </a:lnTo>
                  <a:lnTo>
                    <a:pt x="3379111" y="998380"/>
                  </a:lnTo>
                  <a:lnTo>
                    <a:pt x="3307215" y="967129"/>
                  </a:lnTo>
                  <a:lnTo>
                    <a:pt x="3235319" y="936195"/>
                  </a:lnTo>
                  <a:lnTo>
                    <a:pt x="3163423" y="905596"/>
                  </a:lnTo>
                  <a:lnTo>
                    <a:pt x="3091527" y="875351"/>
                  </a:lnTo>
                  <a:lnTo>
                    <a:pt x="3019631" y="845482"/>
                  </a:lnTo>
                  <a:lnTo>
                    <a:pt x="2947735" y="816007"/>
                  </a:lnTo>
                  <a:lnTo>
                    <a:pt x="2875839" y="786947"/>
                  </a:lnTo>
                  <a:lnTo>
                    <a:pt x="2803943" y="758322"/>
                  </a:lnTo>
                  <a:lnTo>
                    <a:pt x="2732047" y="730151"/>
                  </a:lnTo>
                  <a:lnTo>
                    <a:pt x="2660151" y="702452"/>
                  </a:lnTo>
                  <a:lnTo>
                    <a:pt x="2588255" y="675243"/>
                  </a:lnTo>
                  <a:lnTo>
                    <a:pt x="2516359" y="648540"/>
                  </a:lnTo>
                  <a:lnTo>
                    <a:pt x="2444463" y="622357"/>
                  </a:lnTo>
                  <a:lnTo>
                    <a:pt x="2372567" y="596705"/>
                  </a:lnTo>
                  <a:lnTo>
                    <a:pt x="2300671" y="571595"/>
                  </a:lnTo>
                  <a:lnTo>
                    <a:pt x="2228775" y="547032"/>
                  </a:lnTo>
                  <a:lnTo>
                    <a:pt x="2156879" y="523021"/>
                  </a:lnTo>
                  <a:lnTo>
                    <a:pt x="2084983" y="499563"/>
                  </a:lnTo>
                  <a:lnTo>
                    <a:pt x="2013087" y="476656"/>
                  </a:lnTo>
                  <a:lnTo>
                    <a:pt x="1941191" y="454295"/>
                  </a:lnTo>
                  <a:lnTo>
                    <a:pt x="1869295" y="432471"/>
                  </a:lnTo>
                  <a:lnTo>
                    <a:pt x="1797399" y="411176"/>
                  </a:lnTo>
                  <a:lnTo>
                    <a:pt x="1725503" y="390396"/>
                  </a:lnTo>
                  <a:lnTo>
                    <a:pt x="1653607" y="370117"/>
                  </a:lnTo>
                  <a:lnTo>
                    <a:pt x="1581711" y="350322"/>
                  </a:lnTo>
                  <a:lnTo>
                    <a:pt x="1509815" y="330993"/>
                  </a:lnTo>
                  <a:lnTo>
                    <a:pt x="1437919" y="312112"/>
                  </a:lnTo>
                  <a:lnTo>
                    <a:pt x="1366023" y="293659"/>
                  </a:lnTo>
                  <a:lnTo>
                    <a:pt x="1294127" y="275615"/>
                  </a:lnTo>
                  <a:lnTo>
                    <a:pt x="1222231" y="257958"/>
                  </a:lnTo>
                  <a:lnTo>
                    <a:pt x="1150335" y="240669"/>
                  </a:lnTo>
                  <a:lnTo>
                    <a:pt x="1078439" y="223729"/>
                  </a:lnTo>
                  <a:lnTo>
                    <a:pt x="1006543" y="207117"/>
                  </a:lnTo>
                  <a:lnTo>
                    <a:pt x="934647" y="190816"/>
                  </a:lnTo>
                  <a:lnTo>
                    <a:pt x="862751" y="174806"/>
                  </a:lnTo>
                  <a:lnTo>
                    <a:pt x="790855" y="159072"/>
                  </a:lnTo>
                  <a:lnTo>
                    <a:pt x="718959" y="143596"/>
                  </a:lnTo>
                  <a:lnTo>
                    <a:pt x="647063" y="128362"/>
                  </a:lnTo>
                  <a:lnTo>
                    <a:pt x="575167" y="113357"/>
                  </a:lnTo>
                  <a:lnTo>
                    <a:pt x="503271" y="98565"/>
                  </a:lnTo>
                  <a:lnTo>
                    <a:pt x="431375" y="83974"/>
                  </a:lnTo>
                  <a:lnTo>
                    <a:pt x="359479" y="69571"/>
                  </a:lnTo>
                  <a:lnTo>
                    <a:pt x="287583" y="55344"/>
                  </a:lnTo>
                  <a:lnTo>
                    <a:pt x="215687" y="41284"/>
                  </a:lnTo>
                  <a:lnTo>
                    <a:pt x="143791" y="27379"/>
                  </a:lnTo>
                  <a:lnTo>
                    <a:pt x="71895" y="13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2816174"/>
              <a:ext cx="5679782" cy="1882323"/>
            </a:xfrm>
            <a:custGeom>
              <a:avLst/>
              <a:pathLst>
                <a:path w="5679782" h="1882323">
                  <a:moveTo>
                    <a:pt x="0" y="0"/>
                  </a:moveTo>
                  <a:lnTo>
                    <a:pt x="71895" y="23826"/>
                  </a:lnTo>
                  <a:lnTo>
                    <a:pt x="143791" y="47653"/>
                  </a:lnTo>
                  <a:lnTo>
                    <a:pt x="215687" y="71480"/>
                  </a:lnTo>
                  <a:lnTo>
                    <a:pt x="287583" y="95307"/>
                  </a:lnTo>
                  <a:lnTo>
                    <a:pt x="359479" y="119134"/>
                  </a:lnTo>
                  <a:lnTo>
                    <a:pt x="431375" y="142961"/>
                  </a:lnTo>
                  <a:lnTo>
                    <a:pt x="503271" y="166788"/>
                  </a:lnTo>
                  <a:lnTo>
                    <a:pt x="575167" y="190614"/>
                  </a:lnTo>
                  <a:lnTo>
                    <a:pt x="647063" y="214441"/>
                  </a:lnTo>
                  <a:lnTo>
                    <a:pt x="718959" y="238268"/>
                  </a:lnTo>
                  <a:lnTo>
                    <a:pt x="790855" y="262095"/>
                  </a:lnTo>
                  <a:lnTo>
                    <a:pt x="862751" y="285922"/>
                  </a:lnTo>
                  <a:lnTo>
                    <a:pt x="934647" y="309749"/>
                  </a:lnTo>
                  <a:lnTo>
                    <a:pt x="1006543" y="333576"/>
                  </a:lnTo>
                  <a:lnTo>
                    <a:pt x="1078439" y="357403"/>
                  </a:lnTo>
                  <a:lnTo>
                    <a:pt x="1150335" y="381229"/>
                  </a:lnTo>
                  <a:lnTo>
                    <a:pt x="1222231" y="405056"/>
                  </a:lnTo>
                  <a:lnTo>
                    <a:pt x="1294127" y="428883"/>
                  </a:lnTo>
                  <a:lnTo>
                    <a:pt x="1366023" y="452710"/>
                  </a:lnTo>
                  <a:lnTo>
                    <a:pt x="1437919" y="476537"/>
                  </a:lnTo>
                  <a:lnTo>
                    <a:pt x="1509815" y="500364"/>
                  </a:lnTo>
                  <a:lnTo>
                    <a:pt x="1581711" y="524191"/>
                  </a:lnTo>
                  <a:lnTo>
                    <a:pt x="1653607" y="548018"/>
                  </a:lnTo>
                  <a:lnTo>
                    <a:pt x="1725503" y="571844"/>
                  </a:lnTo>
                  <a:lnTo>
                    <a:pt x="1797399" y="595671"/>
                  </a:lnTo>
                  <a:lnTo>
                    <a:pt x="1869295" y="619498"/>
                  </a:lnTo>
                  <a:lnTo>
                    <a:pt x="1941191" y="643325"/>
                  </a:lnTo>
                  <a:lnTo>
                    <a:pt x="2013087" y="667152"/>
                  </a:lnTo>
                  <a:lnTo>
                    <a:pt x="2084983" y="690979"/>
                  </a:lnTo>
                  <a:lnTo>
                    <a:pt x="2156879" y="714806"/>
                  </a:lnTo>
                  <a:lnTo>
                    <a:pt x="2228775" y="738633"/>
                  </a:lnTo>
                  <a:lnTo>
                    <a:pt x="2300671" y="762459"/>
                  </a:lnTo>
                  <a:lnTo>
                    <a:pt x="2372567" y="786286"/>
                  </a:lnTo>
                  <a:lnTo>
                    <a:pt x="2444463" y="810113"/>
                  </a:lnTo>
                  <a:lnTo>
                    <a:pt x="2516359" y="833940"/>
                  </a:lnTo>
                  <a:lnTo>
                    <a:pt x="2588255" y="857767"/>
                  </a:lnTo>
                  <a:lnTo>
                    <a:pt x="2660151" y="881594"/>
                  </a:lnTo>
                  <a:lnTo>
                    <a:pt x="2732047" y="905421"/>
                  </a:lnTo>
                  <a:lnTo>
                    <a:pt x="2803943" y="929248"/>
                  </a:lnTo>
                  <a:lnTo>
                    <a:pt x="2875839" y="953074"/>
                  </a:lnTo>
                  <a:lnTo>
                    <a:pt x="2947735" y="976901"/>
                  </a:lnTo>
                  <a:lnTo>
                    <a:pt x="3019631" y="1000728"/>
                  </a:lnTo>
                  <a:lnTo>
                    <a:pt x="3091527" y="1024555"/>
                  </a:lnTo>
                  <a:lnTo>
                    <a:pt x="3163423" y="1048382"/>
                  </a:lnTo>
                  <a:lnTo>
                    <a:pt x="3235319" y="1072209"/>
                  </a:lnTo>
                  <a:lnTo>
                    <a:pt x="3307215" y="1096036"/>
                  </a:lnTo>
                  <a:lnTo>
                    <a:pt x="3379111" y="1119863"/>
                  </a:lnTo>
                  <a:lnTo>
                    <a:pt x="3451007" y="1143689"/>
                  </a:lnTo>
                  <a:lnTo>
                    <a:pt x="3522902" y="1167516"/>
                  </a:lnTo>
                  <a:lnTo>
                    <a:pt x="3594798" y="1191343"/>
                  </a:lnTo>
                  <a:lnTo>
                    <a:pt x="3666694" y="1215170"/>
                  </a:lnTo>
                  <a:lnTo>
                    <a:pt x="3738590" y="1238997"/>
                  </a:lnTo>
                  <a:lnTo>
                    <a:pt x="3810486" y="1262824"/>
                  </a:lnTo>
                  <a:lnTo>
                    <a:pt x="3882382" y="1286651"/>
                  </a:lnTo>
                  <a:lnTo>
                    <a:pt x="3954278" y="1310478"/>
                  </a:lnTo>
                  <a:lnTo>
                    <a:pt x="4026174" y="1334304"/>
                  </a:lnTo>
                  <a:lnTo>
                    <a:pt x="4098070" y="1358131"/>
                  </a:lnTo>
                  <a:lnTo>
                    <a:pt x="4169966" y="1381958"/>
                  </a:lnTo>
                  <a:lnTo>
                    <a:pt x="4241862" y="1405785"/>
                  </a:lnTo>
                  <a:lnTo>
                    <a:pt x="4313758" y="1429612"/>
                  </a:lnTo>
                  <a:lnTo>
                    <a:pt x="4385654" y="1453439"/>
                  </a:lnTo>
                  <a:lnTo>
                    <a:pt x="4457550" y="1477266"/>
                  </a:lnTo>
                  <a:lnTo>
                    <a:pt x="4529446" y="1501093"/>
                  </a:lnTo>
                  <a:lnTo>
                    <a:pt x="4601342" y="1524919"/>
                  </a:lnTo>
                  <a:lnTo>
                    <a:pt x="4673238" y="1548746"/>
                  </a:lnTo>
                  <a:lnTo>
                    <a:pt x="4745134" y="1572573"/>
                  </a:lnTo>
                  <a:lnTo>
                    <a:pt x="4817030" y="1596400"/>
                  </a:lnTo>
                  <a:lnTo>
                    <a:pt x="4888926" y="1620227"/>
                  </a:lnTo>
                  <a:lnTo>
                    <a:pt x="4960822" y="1644054"/>
                  </a:lnTo>
                  <a:lnTo>
                    <a:pt x="5032718" y="1667881"/>
                  </a:lnTo>
                  <a:lnTo>
                    <a:pt x="5104614" y="1691708"/>
                  </a:lnTo>
                  <a:lnTo>
                    <a:pt x="5176510" y="1715534"/>
                  </a:lnTo>
                  <a:lnTo>
                    <a:pt x="5248406" y="1739361"/>
                  </a:lnTo>
                  <a:lnTo>
                    <a:pt x="5320302" y="1763188"/>
                  </a:lnTo>
                  <a:lnTo>
                    <a:pt x="5392198" y="1787015"/>
                  </a:lnTo>
                  <a:lnTo>
                    <a:pt x="5464094" y="1810842"/>
                  </a:lnTo>
                  <a:lnTo>
                    <a:pt x="5535990" y="1834669"/>
                  </a:lnTo>
                  <a:lnTo>
                    <a:pt x="5607886" y="1858496"/>
                  </a:lnTo>
                  <a:lnTo>
                    <a:pt x="5679782" y="1882323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27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29886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29471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150343" y="33493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50343" y="32294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50343" y="31082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411902" y="34901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411902" y="3013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411902" y="31034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131219" y="29128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131219" y="23031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131219" y="24515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730448" y="37585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0448" y="26517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730448" y="34529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14066" y="35500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14066" y="39356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14066" y="364159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622403" y="52590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22403" y="50447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22403" y="51848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49665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7129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50704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493879"/>
              <a:ext cx="5679782" cy="3057027"/>
            </a:xfrm>
            <a:custGeom>
              <a:avLst/>
              <a:pathLst>
                <a:path w="5679782" h="3057027">
                  <a:moveTo>
                    <a:pt x="0" y="0"/>
                  </a:moveTo>
                  <a:lnTo>
                    <a:pt x="71895" y="33580"/>
                  </a:lnTo>
                  <a:lnTo>
                    <a:pt x="143791" y="67021"/>
                  </a:lnTo>
                  <a:lnTo>
                    <a:pt x="215687" y="100314"/>
                  </a:lnTo>
                  <a:lnTo>
                    <a:pt x="287583" y="133450"/>
                  </a:lnTo>
                  <a:lnTo>
                    <a:pt x="359479" y="166418"/>
                  </a:lnTo>
                  <a:lnTo>
                    <a:pt x="431375" y="199207"/>
                  </a:lnTo>
                  <a:lnTo>
                    <a:pt x="503271" y="231806"/>
                  </a:lnTo>
                  <a:lnTo>
                    <a:pt x="575167" y="264202"/>
                  </a:lnTo>
                  <a:lnTo>
                    <a:pt x="647063" y="296381"/>
                  </a:lnTo>
                  <a:lnTo>
                    <a:pt x="718959" y="328330"/>
                  </a:lnTo>
                  <a:lnTo>
                    <a:pt x="790855" y="360033"/>
                  </a:lnTo>
                  <a:lnTo>
                    <a:pt x="862751" y="391475"/>
                  </a:lnTo>
                  <a:lnTo>
                    <a:pt x="934647" y="422639"/>
                  </a:lnTo>
                  <a:lnTo>
                    <a:pt x="1006543" y="453508"/>
                  </a:lnTo>
                  <a:lnTo>
                    <a:pt x="1078439" y="484062"/>
                  </a:lnTo>
                  <a:lnTo>
                    <a:pt x="1150335" y="514284"/>
                  </a:lnTo>
                  <a:lnTo>
                    <a:pt x="1222231" y="544153"/>
                  </a:lnTo>
                  <a:lnTo>
                    <a:pt x="1294127" y="573650"/>
                  </a:lnTo>
                  <a:lnTo>
                    <a:pt x="1366023" y="602754"/>
                  </a:lnTo>
                  <a:lnTo>
                    <a:pt x="1437919" y="631446"/>
                  </a:lnTo>
                  <a:lnTo>
                    <a:pt x="1509815" y="659704"/>
                  </a:lnTo>
                  <a:lnTo>
                    <a:pt x="1581711" y="687509"/>
                  </a:lnTo>
                  <a:lnTo>
                    <a:pt x="1653607" y="714843"/>
                  </a:lnTo>
                  <a:lnTo>
                    <a:pt x="1725503" y="741686"/>
                  </a:lnTo>
                  <a:lnTo>
                    <a:pt x="1797399" y="768023"/>
                  </a:lnTo>
                  <a:lnTo>
                    <a:pt x="1869295" y="793838"/>
                  </a:lnTo>
                  <a:lnTo>
                    <a:pt x="1941191" y="819119"/>
                  </a:lnTo>
                  <a:lnTo>
                    <a:pt x="2013087" y="843856"/>
                  </a:lnTo>
                  <a:lnTo>
                    <a:pt x="2084983" y="868040"/>
                  </a:lnTo>
                  <a:lnTo>
                    <a:pt x="2156879" y="891667"/>
                  </a:lnTo>
                  <a:lnTo>
                    <a:pt x="2228775" y="914734"/>
                  </a:lnTo>
                  <a:lnTo>
                    <a:pt x="2300671" y="937244"/>
                  </a:lnTo>
                  <a:lnTo>
                    <a:pt x="2372567" y="959199"/>
                  </a:lnTo>
                  <a:lnTo>
                    <a:pt x="2444463" y="980606"/>
                  </a:lnTo>
                  <a:lnTo>
                    <a:pt x="2516359" y="1001476"/>
                  </a:lnTo>
                  <a:lnTo>
                    <a:pt x="2588255" y="1021819"/>
                  </a:lnTo>
                  <a:lnTo>
                    <a:pt x="2660151" y="1041651"/>
                  </a:lnTo>
                  <a:lnTo>
                    <a:pt x="2732047" y="1060987"/>
                  </a:lnTo>
                  <a:lnTo>
                    <a:pt x="2803943" y="1079845"/>
                  </a:lnTo>
                  <a:lnTo>
                    <a:pt x="2875839" y="1098244"/>
                  </a:lnTo>
                  <a:lnTo>
                    <a:pt x="2947735" y="1116203"/>
                  </a:lnTo>
                  <a:lnTo>
                    <a:pt x="3019631" y="1133742"/>
                  </a:lnTo>
                  <a:lnTo>
                    <a:pt x="3091527" y="1150881"/>
                  </a:lnTo>
                  <a:lnTo>
                    <a:pt x="3163423" y="1167642"/>
                  </a:lnTo>
                  <a:lnTo>
                    <a:pt x="3235319" y="1184043"/>
                  </a:lnTo>
                  <a:lnTo>
                    <a:pt x="3307215" y="1200106"/>
                  </a:lnTo>
                  <a:lnTo>
                    <a:pt x="3379111" y="1215848"/>
                  </a:lnTo>
                  <a:lnTo>
                    <a:pt x="3451007" y="1231288"/>
                  </a:lnTo>
                  <a:lnTo>
                    <a:pt x="3522902" y="1246445"/>
                  </a:lnTo>
                  <a:lnTo>
                    <a:pt x="3594798" y="1261335"/>
                  </a:lnTo>
                  <a:lnTo>
                    <a:pt x="3666694" y="1275974"/>
                  </a:lnTo>
                  <a:lnTo>
                    <a:pt x="3738590" y="1290377"/>
                  </a:lnTo>
                  <a:lnTo>
                    <a:pt x="3810486" y="1304560"/>
                  </a:lnTo>
                  <a:lnTo>
                    <a:pt x="3882382" y="1318535"/>
                  </a:lnTo>
                  <a:lnTo>
                    <a:pt x="3954278" y="1332316"/>
                  </a:lnTo>
                  <a:lnTo>
                    <a:pt x="4026174" y="1345914"/>
                  </a:lnTo>
                  <a:lnTo>
                    <a:pt x="4098070" y="1359341"/>
                  </a:lnTo>
                  <a:lnTo>
                    <a:pt x="4169966" y="1372606"/>
                  </a:lnTo>
                  <a:lnTo>
                    <a:pt x="4241862" y="1385721"/>
                  </a:lnTo>
                  <a:lnTo>
                    <a:pt x="4313758" y="1398694"/>
                  </a:lnTo>
                  <a:lnTo>
                    <a:pt x="4385654" y="1411533"/>
                  </a:lnTo>
                  <a:lnTo>
                    <a:pt x="4457550" y="1424247"/>
                  </a:lnTo>
                  <a:lnTo>
                    <a:pt x="4529446" y="1436844"/>
                  </a:lnTo>
                  <a:lnTo>
                    <a:pt x="4601342" y="1449329"/>
                  </a:lnTo>
                  <a:lnTo>
                    <a:pt x="4673238" y="1461710"/>
                  </a:lnTo>
                  <a:lnTo>
                    <a:pt x="4745134" y="1473992"/>
                  </a:lnTo>
                  <a:lnTo>
                    <a:pt x="4817030" y="1486181"/>
                  </a:lnTo>
                  <a:lnTo>
                    <a:pt x="4888926" y="1498283"/>
                  </a:lnTo>
                  <a:lnTo>
                    <a:pt x="4960822" y="1510301"/>
                  </a:lnTo>
                  <a:lnTo>
                    <a:pt x="5032718" y="1522242"/>
                  </a:lnTo>
                  <a:lnTo>
                    <a:pt x="5104614" y="1534109"/>
                  </a:lnTo>
                  <a:lnTo>
                    <a:pt x="5176510" y="1545906"/>
                  </a:lnTo>
                  <a:lnTo>
                    <a:pt x="5248406" y="1557637"/>
                  </a:lnTo>
                  <a:lnTo>
                    <a:pt x="5320302" y="1569305"/>
                  </a:lnTo>
                  <a:lnTo>
                    <a:pt x="5392198" y="1580913"/>
                  </a:lnTo>
                  <a:lnTo>
                    <a:pt x="5464094" y="1592465"/>
                  </a:lnTo>
                  <a:lnTo>
                    <a:pt x="5535990" y="1603964"/>
                  </a:lnTo>
                  <a:lnTo>
                    <a:pt x="5607886" y="1615412"/>
                  </a:lnTo>
                  <a:lnTo>
                    <a:pt x="5679782" y="1626811"/>
                  </a:lnTo>
                  <a:lnTo>
                    <a:pt x="5679782" y="3057027"/>
                  </a:lnTo>
                  <a:lnTo>
                    <a:pt x="5607886" y="3021919"/>
                  </a:lnTo>
                  <a:lnTo>
                    <a:pt x="5535990" y="2986859"/>
                  </a:lnTo>
                  <a:lnTo>
                    <a:pt x="5464094" y="2951850"/>
                  </a:lnTo>
                  <a:lnTo>
                    <a:pt x="5392198" y="2916895"/>
                  </a:lnTo>
                  <a:lnTo>
                    <a:pt x="5320302" y="2881996"/>
                  </a:lnTo>
                  <a:lnTo>
                    <a:pt x="5248406" y="2847156"/>
                  </a:lnTo>
                  <a:lnTo>
                    <a:pt x="5176510" y="2812379"/>
                  </a:lnTo>
                  <a:lnTo>
                    <a:pt x="5104614" y="2777669"/>
                  </a:lnTo>
                  <a:lnTo>
                    <a:pt x="5032718" y="2743028"/>
                  </a:lnTo>
                  <a:lnTo>
                    <a:pt x="4960822" y="2708461"/>
                  </a:lnTo>
                  <a:lnTo>
                    <a:pt x="4888926" y="2673973"/>
                  </a:lnTo>
                  <a:lnTo>
                    <a:pt x="4817030" y="2639567"/>
                  </a:lnTo>
                  <a:lnTo>
                    <a:pt x="4745134" y="2605248"/>
                  </a:lnTo>
                  <a:lnTo>
                    <a:pt x="4673238" y="2571023"/>
                  </a:lnTo>
                  <a:lnTo>
                    <a:pt x="4601342" y="2536896"/>
                  </a:lnTo>
                  <a:lnTo>
                    <a:pt x="4529446" y="2502874"/>
                  </a:lnTo>
                  <a:lnTo>
                    <a:pt x="4457550" y="2468962"/>
                  </a:lnTo>
                  <a:lnTo>
                    <a:pt x="4385654" y="2435169"/>
                  </a:lnTo>
                  <a:lnTo>
                    <a:pt x="4313758" y="2401501"/>
                  </a:lnTo>
                  <a:lnTo>
                    <a:pt x="4241862" y="2367966"/>
                  </a:lnTo>
                  <a:lnTo>
                    <a:pt x="4169966" y="2334573"/>
                  </a:lnTo>
                  <a:lnTo>
                    <a:pt x="4098070" y="2301332"/>
                  </a:lnTo>
                  <a:lnTo>
                    <a:pt x="4026174" y="2268251"/>
                  </a:lnTo>
                  <a:lnTo>
                    <a:pt x="3954278" y="2235341"/>
                  </a:lnTo>
                  <a:lnTo>
                    <a:pt x="3882382" y="2202614"/>
                  </a:lnTo>
                  <a:lnTo>
                    <a:pt x="3810486" y="2170082"/>
                  </a:lnTo>
                  <a:lnTo>
                    <a:pt x="3738590" y="2137757"/>
                  </a:lnTo>
                  <a:lnTo>
                    <a:pt x="3666694" y="2105653"/>
                  </a:lnTo>
                  <a:lnTo>
                    <a:pt x="3594798" y="2073785"/>
                  </a:lnTo>
                  <a:lnTo>
                    <a:pt x="3522902" y="2042167"/>
                  </a:lnTo>
                  <a:lnTo>
                    <a:pt x="3451007" y="2010816"/>
                  </a:lnTo>
                  <a:lnTo>
                    <a:pt x="3379111" y="1979749"/>
                  </a:lnTo>
                  <a:lnTo>
                    <a:pt x="3307215" y="1948984"/>
                  </a:lnTo>
                  <a:lnTo>
                    <a:pt x="3235319" y="1918538"/>
                  </a:lnTo>
                  <a:lnTo>
                    <a:pt x="3163423" y="1888432"/>
                  </a:lnTo>
                  <a:lnTo>
                    <a:pt x="3091527" y="1858685"/>
                  </a:lnTo>
                  <a:lnTo>
                    <a:pt x="3019631" y="1829317"/>
                  </a:lnTo>
                  <a:lnTo>
                    <a:pt x="2947735" y="1800349"/>
                  </a:lnTo>
                  <a:lnTo>
                    <a:pt x="2875839" y="1771800"/>
                  </a:lnTo>
                  <a:lnTo>
                    <a:pt x="2803943" y="1743691"/>
                  </a:lnTo>
                  <a:lnTo>
                    <a:pt x="2732047" y="1716042"/>
                  </a:lnTo>
                  <a:lnTo>
                    <a:pt x="2660151" y="1688870"/>
                  </a:lnTo>
                  <a:lnTo>
                    <a:pt x="2588255" y="1662195"/>
                  </a:lnTo>
                  <a:lnTo>
                    <a:pt x="2516359" y="1636031"/>
                  </a:lnTo>
                  <a:lnTo>
                    <a:pt x="2444463" y="1610393"/>
                  </a:lnTo>
                  <a:lnTo>
                    <a:pt x="2372567" y="1585292"/>
                  </a:lnTo>
                  <a:lnTo>
                    <a:pt x="2300671" y="1560740"/>
                  </a:lnTo>
                  <a:lnTo>
                    <a:pt x="2228775" y="1536742"/>
                  </a:lnTo>
                  <a:lnTo>
                    <a:pt x="2156879" y="1513302"/>
                  </a:lnTo>
                  <a:lnTo>
                    <a:pt x="2084983" y="1490421"/>
                  </a:lnTo>
                  <a:lnTo>
                    <a:pt x="2013087" y="1468098"/>
                  </a:lnTo>
                  <a:lnTo>
                    <a:pt x="1941191" y="1446327"/>
                  </a:lnTo>
                  <a:lnTo>
                    <a:pt x="1869295" y="1425100"/>
                  </a:lnTo>
                  <a:lnTo>
                    <a:pt x="1797399" y="1404408"/>
                  </a:lnTo>
                  <a:lnTo>
                    <a:pt x="1725503" y="1384237"/>
                  </a:lnTo>
                  <a:lnTo>
                    <a:pt x="1653607" y="1364573"/>
                  </a:lnTo>
                  <a:lnTo>
                    <a:pt x="1581711" y="1345399"/>
                  </a:lnTo>
                  <a:lnTo>
                    <a:pt x="1509815" y="1326697"/>
                  </a:lnTo>
                  <a:lnTo>
                    <a:pt x="1437919" y="1308447"/>
                  </a:lnTo>
                  <a:lnTo>
                    <a:pt x="1366023" y="1290631"/>
                  </a:lnTo>
                  <a:lnTo>
                    <a:pt x="1294127" y="1273228"/>
                  </a:lnTo>
                  <a:lnTo>
                    <a:pt x="1222231" y="1256217"/>
                  </a:lnTo>
                  <a:lnTo>
                    <a:pt x="1150335" y="1239579"/>
                  </a:lnTo>
                  <a:lnTo>
                    <a:pt x="1078439" y="1223293"/>
                  </a:lnTo>
                  <a:lnTo>
                    <a:pt x="1006543" y="1207340"/>
                  </a:lnTo>
                  <a:lnTo>
                    <a:pt x="934647" y="1191701"/>
                  </a:lnTo>
                  <a:lnTo>
                    <a:pt x="862751" y="1176357"/>
                  </a:lnTo>
                  <a:lnTo>
                    <a:pt x="790855" y="1161292"/>
                  </a:lnTo>
                  <a:lnTo>
                    <a:pt x="718959" y="1146487"/>
                  </a:lnTo>
                  <a:lnTo>
                    <a:pt x="647063" y="1131929"/>
                  </a:lnTo>
                  <a:lnTo>
                    <a:pt x="575167" y="1117601"/>
                  </a:lnTo>
                  <a:lnTo>
                    <a:pt x="503271" y="1103489"/>
                  </a:lnTo>
                  <a:lnTo>
                    <a:pt x="431375" y="1089580"/>
                  </a:lnTo>
                  <a:lnTo>
                    <a:pt x="359479" y="1075862"/>
                  </a:lnTo>
                  <a:lnTo>
                    <a:pt x="287583" y="1062322"/>
                  </a:lnTo>
                  <a:lnTo>
                    <a:pt x="215687" y="1048950"/>
                  </a:lnTo>
                  <a:lnTo>
                    <a:pt x="143791" y="1035736"/>
                  </a:lnTo>
                  <a:lnTo>
                    <a:pt x="71895" y="1022670"/>
                  </a:lnTo>
                  <a:lnTo>
                    <a:pt x="0" y="1009743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493879"/>
              <a:ext cx="5679782" cy="1626811"/>
            </a:xfrm>
            <a:custGeom>
              <a:avLst/>
              <a:pathLst>
                <a:path w="5679782" h="1626811">
                  <a:moveTo>
                    <a:pt x="0" y="0"/>
                  </a:moveTo>
                  <a:lnTo>
                    <a:pt x="71895" y="33580"/>
                  </a:lnTo>
                  <a:lnTo>
                    <a:pt x="143791" y="67021"/>
                  </a:lnTo>
                  <a:lnTo>
                    <a:pt x="215687" y="100314"/>
                  </a:lnTo>
                  <a:lnTo>
                    <a:pt x="287583" y="133450"/>
                  </a:lnTo>
                  <a:lnTo>
                    <a:pt x="359479" y="166418"/>
                  </a:lnTo>
                  <a:lnTo>
                    <a:pt x="431375" y="199207"/>
                  </a:lnTo>
                  <a:lnTo>
                    <a:pt x="503271" y="231806"/>
                  </a:lnTo>
                  <a:lnTo>
                    <a:pt x="575167" y="264202"/>
                  </a:lnTo>
                  <a:lnTo>
                    <a:pt x="647063" y="296381"/>
                  </a:lnTo>
                  <a:lnTo>
                    <a:pt x="718959" y="328330"/>
                  </a:lnTo>
                  <a:lnTo>
                    <a:pt x="790855" y="360033"/>
                  </a:lnTo>
                  <a:lnTo>
                    <a:pt x="862751" y="391475"/>
                  </a:lnTo>
                  <a:lnTo>
                    <a:pt x="934647" y="422639"/>
                  </a:lnTo>
                  <a:lnTo>
                    <a:pt x="1006543" y="453508"/>
                  </a:lnTo>
                  <a:lnTo>
                    <a:pt x="1078439" y="484062"/>
                  </a:lnTo>
                  <a:lnTo>
                    <a:pt x="1150335" y="514284"/>
                  </a:lnTo>
                  <a:lnTo>
                    <a:pt x="1222231" y="544153"/>
                  </a:lnTo>
                  <a:lnTo>
                    <a:pt x="1294127" y="573650"/>
                  </a:lnTo>
                  <a:lnTo>
                    <a:pt x="1366023" y="602754"/>
                  </a:lnTo>
                  <a:lnTo>
                    <a:pt x="1437919" y="631446"/>
                  </a:lnTo>
                  <a:lnTo>
                    <a:pt x="1509815" y="659704"/>
                  </a:lnTo>
                  <a:lnTo>
                    <a:pt x="1581711" y="687509"/>
                  </a:lnTo>
                  <a:lnTo>
                    <a:pt x="1653607" y="714843"/>
                  </a:lnTo>
                  <a:lnTo>
                    <a:pt x="1725503" y="741686"/>
                  </a:lnTo>
                  <a:lnTo>
                    <a:pt x="1797399" y="768023"/>
                  </a:lnTo>
                  <a:lnTo>
                    <a:pt x="1869295" y="793838"/>
                  </a:lnTo>
                  <a:lnTo>
                    <a:pt x="1941191" y="819119"/>
                  </a:lnTo>
                  <a:lnTo>
                    <a:pt x="2013087" y="843856"/>
                  </a:lnTo>
                  <a:lnTo>
                    <a:pt x="2084983" y="868040"/>
                  </a:lnTo>
                  <a:lnTo>
                    <a:pt x="2156879" y="891667"/>
                  </a:lnTo>
                  <a:lnTo>
                    <a:pt x="2228775" y="914734"/>
                  </a:lnTo>
                  <a:lnTo>
                    <a:pt x="2300671" y="937244"/>
                  </a:lnTo>
                  <a:lnTo>
                    <a:pt x="2372567" y="959199"/>
                  </a:lnTo>
                  <a:lnTo>
                    <a:pt x="2444463" y="980606"/>
                  </a:lnTo>
                  <a:lnTo>
                    <a:pt x="2516359" y="1001476"/>
                  </a:lnTo>
                  <a:lnTo>
                    <a:pt x="2588255" y="1021819"/>
                  </a:lnTo>
                  <a:lnTo>
                    <a:pt x="2660151" y="1041651"/>
                  </a:lnTo>
                  <a:lnTo>
                    <a:pt x="2732047" y="1060987"/>
                  </a:lnTo>
                  <a:lnTo>
                    <a:pt x="2803943" y="1079845"/>
                  </a:lnTo>
                  <a:lnTo>
                    <a:pt x="2875839" y="1098244"/>
                  </a:lnTo>
                  <a:lnTo>
                    <a:pt x="2947735" y="1116203"/>
                  </a:lnTo>
                  <a:lnTo>
                    <a:pt x="3019631" y="1133742"/>
                  </a:lnTo>
                  <a:lnTo>
                    <a:pt x="3091527" y="1150881"/>
                  </a:lnTo>
                  <a:lnTo>
                    <a:pt x="3163423" y="1167642"/>
                  </a:lnTo>
                  <a:lnTo>
                    <a:pt x="3235319" y="1184043"/>
                  </a:lnTo>
                  <a:lnTo>
                    <a:pt x="3307215" y="1200106"/>
                  </a:lnTo>
                  <a:lnTo>
                    <a:pt x="3379111" y="1215848"/>
                  </a:lnTo>
                  <a:lnTo>
                    <a:pt x="3451007" y="1231288"/>
                  </a:lnTo>
                  <a:lnTo>
                    <a:pt x="3522902" y="1246445"/>
                  </a:lnTo>
                  <a:lnTo>
                    <a:pt x="3594798" y="1261335"/>
                  </a:lnTo>
                  <a:lnTo>
                    <a:pt x="3666694" y="1275974"/>
                  </a:lnTo>
                  <a:lnTo>
                    <a:pt x="3738590" y="1290377"/>
                  </a:lnTo>
                  <a:lnTo>
                    <a:pt x="3810486" y="1304560"/>
                  </a:lnTo>
                  <a:lnTo>
                    <a:pt x="3882382" y="1318535"/>
                  </a:lnTo>
                  <a:lnTo>
                    <a:pt x="3954278" y="1332316"/>
                  </a:lnTo>
                  <a:lnTo>
                    <a:pt x="4026174" y="1345914"/>
                  </a:lnTo>
                  <a:lnTo>
                    <a:pt x="4098070" y="1359341"/>
                  </a:lnTo>
                  <a:lnTo>
                    <a:pt x="4169966" y="1372606"/>
                  </a:lnTo>
                  <a:lnTo>
                    <a:pt x="4241862" y="1385721"/>
                  </a:lnTo>
                  <a:lnTo>
                    <a:pt x="4313758" y="1398694"/>
                  </a:lnTo>
                  <a:lnTo>
                    <a:pt x="4385654" y="1411533"/>
                  </a:lnTo>
                  <a:lnTo>
                    <a:pt x="4457550" y="1424247"/>
                  </a:lnTo>
                  <a:lnTo>
                    <a:pt x="4529446" y="1436844"/>
                  </a:lnTo>
                  <a:lnTo>
                    <a:pt x="4601342" y="1449329"/>
                  </a:lnTo>
                  <a:lnTo>
                    <a:pt x="4673238" y="1461710"/>
                  </a:lnTo>
                  <a:lnTo>
                    <a:pt x="4745134" y="1473992"/>
                  </a:lnTo>
                  <a:lnTo>
                    <a:pt x="4817030" y="1486181"/>
                  </a:lnTo>
                  <a:lnTo>
                    <a:pt x="4888926" y="1498283"/>
                  </a:lnTo>
                  <a:lnTo>
                    <a:pt x="4960822" y="1510301"/>
                  </a:lnTo>
                  <a:lnTo>
                    <a:pt x="5032718" y="1522242"/>
                  </a:lnTo>
                  <a:lnTo>
                    <a:pt x="5104614" y="1534109"/>
                  </a:lnTo>
                  <a:lnTo>
                    <a:pt x="5176510" y="1545906"/>
                  </a:lnTo>
                  <a:lnTo>
                    <a:pt x="5248406" y="1557637"/>
                  </a:lnTo>
                  <a:lnTo>
                    <a:pt x="5320302" y="1569305"/>
                  </a:lnTo>
                  <a:lnTo>
                    <a:pt x="5392198" y="1580913"/>
                  </a:lnTo>
                  <a:lnTo>
                    <a:pt x="5464094" y="1592465"/>
                  </a:lnTo>
                  <a:lnTo>
                    <a:pt x="5535990" y="1603964"/>
                  </a:lnTo>
                  <a:lnTo>
                    <a:pt x="5607886" y="1615412"/>
                  </a:lnTo>
                  <a:lnTo>
                    <a:pt x="5679782" y="1626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3503622"/>
              <a:ext cx="5679782" cy="2047284"/>
            </a:xfrm>
            <a:custGeom>
              <a:avLst/>
              <a:pathLst>
                <a:path w="5679782" h="2047284">
                  <a:moveTo>
                    <a:pt x="5679782" y="2047284"/>
                  </a:moveTo>
                  <a:lnTo>
                    <a:pt x="5607886" y="2012176"/>
                  </a:lnTo>
                  <a:lnTo>
                    <a:pt x="5535990" y="1977116"/>
                  </a:lnTo>
                  <a:lnTo>
                    <a:pt x="5464094" y="1942107"/>
                  </a:lnTo>
                  <a:lnTo>
                    <a:pt x="5392198" y="1907152"/>
                  </a:lnTo>
                  <a:lnTo>
                    <a:pt x="5320302" y="1872253"/>
                  </a:lnTo>
                  <a:lnTo>
                    <a:pt x="5248406" y="1837413"/>
                  </a:lnTo>
                  <a:lnTo>
                    <a:pt x="5176510" y="1802636"/>
                  </a:lnTo>
                  <a:lnTo>
                    <a:pt x="5104614" y="1767926"/>
                  </a:lnTo>
                  <a:lnTo>
                    <a:pt x="5032718" y="1733285"/>
                  </a:lnTo>
                  <a:lnTo>
                    <a:pt x="4960822" y="1698718"/>
                  </a:lnTo>
                  <a:lnTo>
                    <a:pt x="4888926" y="1664229"/>
                  </a:lnTo>
                  <a:lnTo>
                    <a:pt x="4817030" y="1629824"/>
                  </a:lnTo>
                  <a:lnTo>
                    <a:pt x="4745134" y="1595505"/>
                  </a:lnTo>
                  <a:lnTo>
                    <a:pt x="4673238" y="1561280"/>
                  </a:lnTo>
                  <a:lnTo>
                    <a:pt x="4601342" y="1527153"/>
                  </a:lnTo>
                  <a:lnTo>
                    <a:pt x="4529446" y="1493131"/>
                  </a:lnTo>
                  <a:lnTo>
                    <a:pt x="4457550" y="1459219"/>
                  </a:lnTo>
                  <a:lnTo>
                    <a:pt x="4385654" y="1425426"/>
                  </a:lnTo>
                  <a:lnTo>
                    <a:pt x="4313758" y="1391758"/>
                  </a:lnTo>
                  <a:lnTo>
                    <a:pt x="4241862" y="1358223"/>
                  </a:lnTo>
                  <a:lnTo>
                    <a:pt x="4169966" y="1324830"/>
                  </a:lnTo>
                  <a:lnTo>
                    <a:pt x="4098070" y="1291589"/>
                  </a:lnTo>
                  <a:lnTo>
                    <a:pt x="4026174" y="1258508"/>
                  </a:lnTo>
                  <a:lnTo>
                    <a:pt x="3954278" y="1225598"/>
                  </a:lnTo>
                  <a:lnTo>
                    <a:pt x="3882382" y="1192871"/>
                  </a:lnTo>
                  <a:lnTo>
                    <a:pt x="3810486" y="1160339"/>
                  </a:lnTo>
                  <a:lnTo>
                    <a:pt x="3738590" y="1128014"/>
                  </a:lnTo>
                  <a:lnTo>
                    <a:pt x="3666694" y="1095910"/>
                  </a:lnTo>
                  <a:lnTo>
                    <a:pt x="3594798" y="1064042"/>
                  </a:lnTo>
                  <a:lnTo>
                    <a:pt x="3522902" y="1032424"/>
                  </a:lnTo>
                  <a:lnTo>
                    <a:pt x="3451007" y="1001073"/>
                  </a:lnTo>
                  <a:lnTo>
                    <a:pt x="3379111" y="970006"/>
                  </a:lnTo>
                  <a:lnTo>
                    <a:pt x="3307215" y="939241"/>
                  </a:lnTo>
                  <a:lnTo>
                    <a:pt x="3235319" y="908795"/>
                  </a:lnTo>
                  <a:lnTo>
                    <a:pt x="3163423" y="878689"/>
                  </a:lnTo>
                  <a:lnTo>
                    <a:pt x="3091527" y="848942"/>
                  </a:lnTo>
                  <a:lnTo>
                    <a:pt x="3019631" y="819574"/>
                  </a:lnTo>
                  <a:lnTo>
                    <a:pt x="2947735" y="790606"/>
                  </a:lnTo>
                  <a:lnTo>
                    <a:pt x="2875839" y="762057"/>
                  </a:lnTo>
                  <a:lnTo>
                    <a:pt x="2803943" y="733948"/>
                  </a:lnTo>
                  <a:lnTo>
                    <a:pt x="2732047" y="706299"/>
                  </a:lnTo>
                  <a:lnTo>
                    <a:pt x="2660151" y="679127"/>
                  </a:lnTo>
                  <a:lnTo>
                    <a:pt x="2588255" y="652451"/>
                  </a:lnTo>
                  <a:lnTo>
                    <a:pt x="2516359" y="626288"/>
                  </a:lnTo>
                  <a:lnTo>
                    <a:pt x="2444463" y="600649"/>
                  </a:lnTo>
                  <a:lnTo>
                    <a:pt x="2372567" y="575549"/>
                  </a:lnTo>
                  <a:lnTo>
                    <a:pt x="2300671" y="550997"/>
                  </a:lnTo>
                  <a:lnTo>
                    <a:pt x="2228775" y="526998"/>
                  </a:lnTo>
                  <a:lnTo>
                    <a:pt x="2156879" y="503558"/>
                  </a:lnTo>
                  <a:lnTo>
                    <a:pt x="2084983" y="480678"/>
                  </a:lnTo>
                  <a:lnTo>
                    <a:pt x="2013087" y="458355"/>
                  </a:lnTo>
                  <a:lnTo>
                    <a:pt x="1941191" y="436584"/>
                  </a:lnTo>
                  <a:lnTo>
                    <a:pt x="1869295" y="415357"/>
                  </a:lnTo>
                  <a:lnTo>
                    <a:pt x="1797399" y="394665"/>
                  </a:lnTo>
                  <a:lnTo>
                    <a:pt x="1725503" y="374494"/>
                  </a:lnTo>
                  <a:lnTo>
                    <a:pt x="1653607" y="354830"/>
                  </a:lnTo>
                  <a:lnTo>
                    <a:pt x="1581711" y="335656"/>
                  </a:lnTo>
                  <a:lnTo>
                    <a:pt x="1509815" y="316953"/>
                  </a:lnTo>
                  <a:lnTo>
                    <a:pt x="1437919" y="298704"/>
                  </a:lnTo>
                  <a:lnTo>
                    <a:pt x="1366023" y="280888"/>
                  </a:lnTo>
                  <a:lnTo>
                    <a:pt x="1294127" y="263485"/>
                  </a:lnTo>
                  <a:lnTo>
                    <a:pt x="1222231" y="246474"/>
                  </a:lnTo>
                  <a:lnTo>
                    <a:pt x="1150335" y="229836"/>
                  </a:lnTo>
                  <a:lnTo>
                    <a:pt x="1078439" y="213550"/>
                  </a:lnTo>
                  <a:lnTo>
                    <a:pt x="1006543" y="197597"/>
                  </a:lnTo>
                  <a:lnTo>
                    <a:pt x="934647" y="181958"/>
                  </a:lnTo>
                  <a:lnTo>
                    <a:pt x="862751" y="166614"/>
                  </a:lnTo>
                  <a:lnTo>
                    <a:pt x="790855" y="151549"/>
                  </a:lnTo>
                  <a:lnTo>
                    <a:pt x="718959" y="136744"/>
                  </a:lnTo>
                  <a:lnTo>
                    <a:pt x="647063" y="122186"/>
                  </a:lnTo>
                  <a:lnTo>
                    <a:pt x="575167" y="107857"/>
                  </a:lnTo>
                  <a:lnTo>
                    <a:pt x="503271" y="93746"/>
                  </a:lnTo>
                  <a:lnTo>
                    <a:pt x="431375" y="79837"/>
                  </a:lnTo>
                  <a:lnTo>
                    <a:pt x="359479" y="66119"/>
                  </a:lnTo>
                  <a:lnTo>
                    <a:pt x="287583" y="52579"/>
                  </a:lnTo>
                  <a:lnTo>
                    <a:pt x="215687" y="39207"/>
                  </a:lnTo>
                  <a:lnTo>
                    <a:pt x="143791" y="25993"/>
                  </a:lnTo>
                  <a:lnTo>
                    <a:pt x="71895" y="12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2998751"/>
              <a:ext cx="5679782" cy="1837048"/>
            </a:xfrm>
            <a:custGeom>
              <a:avLst/>
              <a:pathLst>
                <a:path w="5679782" h="1837048">
                  <a:moveTo>
                    <a:pt x="0" y="0"/>
                  </a:moveTo>
                  <a:lnTo>
                    <a:pt x="71895" y="23253"/>
                  </a:lnTo>
                  <a:lnTo>
                    <a:pt x="143791" y="46507"/>
                  </a:lnTo>
                  <a:lnTo>
                    <a:pt x="215687" y="69761"/>
                  </a:lnTo>
                  <a:lnTo>
                    <a:pt x="287583" y="93015"/>
                  </a:lnTo>
                  <a:lnTo>
                    <a:pt x="359479" y="116268"/>
                  </a:lnTo>
                  <a:lnTo>
                    <a:pt x="431375" y="139522"/>
                  </a:lnTo>
                  <a:lnTo>
                    <a:pt x="503271" y="162776"/>
                  </a:lnTo>
                  <a:lnTo>
                    <a:pt x="575167" y="186030"/>
                  </a:lnTo>
                  <a:lnTo>
                    <a:pt x="647063" y="209283"/>
                  </a:lnTo>
                  <a:lnTo>
                    <a:pt x="718959" y="232537"/>
                  </a:lnTo>
                  <a:lnTo>
                    <a:pt x="790855" y="255791"/>
                  </a:lnTo>
                  <a:lnTo>
                    <a:pt x="862751" y="279045"/>
                  </a:lnTo>
                  <a:lnTo>
                    <a:pt x="934647" y="302299"/>
                  </a:lnTo>
                  <a:lnTo>
                    <a:pt x="1006543" y="325552"/>
                  </a:lnTo>
                  <a:lnTo>
                    <a:pt x="1078439" y="348806"/>
                  </a:lnTo>
                  <a:lnTo>
                    <a:pt x="1150335" y="372060"/>
                  </a:lnTo>
                  <a:lnTo>
                    <a:pt x="1222231" y="395314"/>
                  </a:lnTo>
                  <a:lnTo>
                    <a:pt x="1294127" y="418567"/>
                  </a:lnTo>
                  <a:lnTo>
                    <a:pt x="1366023" y="441821"/>
                  </a:lnTo>
                  <a:lnTo>
                    <a:pt x="1437919" y="465075"/>
                  </a:lnTo>
                  <a:lnTo>
                    <a:pt x="1509815" y="488329"/>
                  </a:lnTo>
                  <a:lnTo>
                    <a:pt x="1581711" y="511582"/>
                  </a:lnTo>
                  <a:lnTo>
                    <a:pt x="1653607" y="534836"/>
                  </a:lnTo>
                  <a:lnTo>
                    <a:pt x="1725503" y="558090"/>
                  </a:lnTo>
                  <a:lnTo>
                    <a:pt x="1797399" y="581344"/>
                  </a:lnTo>
                  <a:lnTo>
                    <a:pt x="1869295" y="604598"/>
                  </a:lnTo>
                  <a:lnTo>
                    <a:pt x="1941191" y="627851"/>
                  </a:lnTo>
                  <a:lnTo>
                    <a:pt x="2013087" y="651105"/>
                  </a:lnTo>
                  <a:lnTo>
                    <a:pt x="2084983" y="674359"/>
                  </a:lnTo>
                  <a:lnTo>
                    <a:pt x="2156879" y="697613"/>
                  </a:lnTo>
                  <a:lnTo>
                    <a:pt x="2228775" y="720866"/>
                  </a:lnTo>
                  <a:lnTo>
                    <a:pt x="2300671" y="744120"/>
                  </a:lnTo>
                  <a:lnTo>
                    <a:pt x="2372567" y="767374"/>
                  </a:lnTo>
                  <a:lnTo>
                    <a:pt x="2444463" y="790628"/>
                  </a:lnTo>
                  <a:lnTo>
                    <a:pt x="2516359" y="813882"/>
                  </a:lnTo>
                  <a:lnTo>
                    <a:pt x="2588255" y="837135"/>
                  </a:lnTo>
                  <a:lnTo>
                    <a:pt x="2660151" y="860389"/>
                  </a:lnTo>
                  <a:lnTo>
                    <a:pt x="2732047" y="883643"/>
                  </a:lnTo>
                  <a:lnTo>
                    <a:pt x="2803943" y="906897"/>
                  </a:lnTo>
                  <a:lnTo>
                    <a:pt x="2875839" y="930150"/>
                  </a:lnTo>
                  <a:lnTo>
                    <a:pt x="2947735" y="953404"/>
                  </a:lnTo>
                  <a:lnTo>
                    <a:pt x="3019631" y="976658"/>
                  </a:lnTo>
                  <a:lnTo>
                    <a:pt x="3091527" y="999912"/>
                  </a:lnTo>
                  <a:lnTo>
                    <a:pt x="3163423" y="1023165"/>
                  </a:lnTo>
                  <a:lnTo>
                    <a:pt x="3235319" y="1046419"/>
                  </a:lnTo>
                  <a:lnTo>
                    <a:pt x="3307215" y="1069673"/>
                  </a:lnTo>
                  <a:lnTo>
                    <a:pt x="3379111" y="1092927"/>
                  </a:lnTo>
                  <a:lnTo>
                    <a:pt x="3451007" y="1116181"/>
                  </a:lnTo>
                  <a:lnTo>
                    <a:pt x="3522902" y="1139434"/>
                  </a:lnTo>
                  <a:lnTo>
                    <a:pt x="3594798" y="1162688"/>
                  </a:lnTo>
                  <a:lnTo>
                    <a:pt x="3666694" y="1185942"/>
                  </a:lnTo>
                  <a:lnTo>
                    <a:pt x="3738590" y="1209196"/>
                  </a:lnTo>
                  <a:lnTo>
                    <a:pt x="3810486" y="1232449"/>
                  </a:lnTo>
                  <a:lnTo>
                    <a:pt x="3882382" y="1255703"/>
                  </a:lnTo>
                  <a:lnTo>
                    <a:pt x="3954278" y="1278957"/>
                  </a:lnTo>
                  <a:lnTo>
                    <a:pt x="4026174" y="1302211"/>
                  </a:lnTo>
                  <a:lnTo>
                    <a:pt x="4098070" y="1325465"/>
                  </a:lnTo>
                  <a:lnTo>
                    <a:pt x="4169966" y="1348718"/>
                  </a:lnTo>
                  <a:lnTo>
                    <a:pt x="4241862" y="1371972"/>
                  </a:lnTo>
                  <a:lnTo>
                    <a:pt x="4313758" y="1395226"/>
                  </a:lnTo>
                  <a:lnTo>
                    <a:pt x="4385654" y="1418480"/>
                  </a:lnTo>
                  <a:lnTo>
                    <a:pt x="4457550" y="1441733"/>
                  </a:lnTo>
                  <a:lnTo>
                    <a:pt x="4529446" y="1464987"/>
                  </a:lnTo>
                  <a:lnTo>
                    <a:pt x="4601342" y="1488241"/>
                  </a:lnTo>
                  <a:lnTo>
                    <a:pt x="4673238" y="1511495"/>
                  </a:lnTo>
                  <a:lnTo>
                    <a:pt x="4745134" y="1534748"/>
                  </a:lnTo>
                  <a:lnTo>
                    <a:pt x="4817030" y="1558002"/>
                  </a:lnTo>
                  <a:lnTo>
                    <a:pt x="4888926" y="1581256"/>
                  </a:lnTo>
                  <a:lnTo>
                    <a:pt x="4960822" y="1604510"/>
                  </a:lnTo>
                  <a:lnTo>
                    <a:pt x="5032718" y="1627764"/>
                  </a:lnTo>
                  <a:lnTo>
                    <a:pt x="5104614" y="1651017"/>
                  </a:lnTo>
                  <a:lnTo>
                    <a:pt x="5176510" y="1674271"/>
                  </a:lnTo>
                  <a:lnTo>
                    <a:pt x="5248406" y="1697525"/>
                  </a:lnTo>
                  <a:lnTo>
                    <a:pt x="5320302" y="1720779"/>
                  </a:lnTo>
                  <a:lnTo>
                    <a:pt x="5392198" y="1744032"/>
                  </a:lnTo>
                  <a:lnTo>
                    <a:pt x="5464094" y="1767286"/>
                  </a:lnTo>
                  <a:lnTo>
                    <a:pt x="5535990" y="1790540"/>
                  </a:lnTo>
                  <a:lnTo>
                    <a:pt x="5607886" y="1813794"/>
                  </a:lnTo>
                  <a:lnTo>
                    <a:pt x="5679782" y="183704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38659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57446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76233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502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380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4266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6145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8023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29902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781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97700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84364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71028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57692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9459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8125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67919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5458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43659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006237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127212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48188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5992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42512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57677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490229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4884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61403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646592" y="1673080"/>
              <a:ext cx="1796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Lewisetta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279691" y="246645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279691" y="2595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279691" y="24075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7511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55005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4537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863018" y="23869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863018" y="22588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863018" y="23208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7943" y="238245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7943" y="26065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7943" y="23887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180427" y="2220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180427" y="2168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180427" y="22309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607387" y="24968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07387" y="25010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07387" y="30488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571978" y="36098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571978" y="34950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571978" y="28611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007021" y="27395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7021" y="29698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007021" y="30962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06197"/>
              <a:ext cx="5679782" cy="958384"/>
            </a:xfrm>
            <a:custGeom>
              <a:avLst/>
              <a:pathLst>
                <a:path w="5679782" h="958384">
                  <a:moveTo>
                    <a:pt x="0" y="459667"/>
                  </a:moveTo>
                  <a:lnTo>
                    <a:pt x="71895" y="460188"/>
                  </a:lnTo>
                  <a:lnTo>
                    <a:pt x="143791" y="460637"/>
                  </a:lnTo>
                  <a:lnTo>
                    <a:pt x="215687" y="461007"/>
                  </a:lnTo>
                  <a:lnTo>
                    <a:pt x="287583" y="461295"/>
                  </a:lnTo>
                  <a:lnTo>
                    <a:pt x="359479" y="461495"/>
                  </a:lnTo>
                  <a:lnTo>
                    <a:pt x="431375" y="461601"/>
                  </a:lnTo>
                  <a:lnTo>
                    <a:pt x="503271" y="461609"/>
                  </a:lnTo>
                  <a:lnTo>
                    <a:pt x="575167" y="461510"/>
                  </a:lnTo>
                  <a:lnTo>
                    <a:pt x="647063" y="461300"/>
                  </a:lnTo>
                  <a:lnTo>
                    <a:pt x="718959" y="460970"/>
                  </a:lnTo>
                  <a:lnTo>
                    <a:pt x="790855" y="460513"/>
                  </a:lnTo>
                  <a:lnTo>
                    <a:pt x="862751" y="459923"/>
                  </a:lnTo>
                  <a:lnTo>
                    <a:pt x="934647" y="459190"/>
                  </a:lnTo>
                  <a:lnTo>
                    <a:pt x="1006543" y="458306"/>
                  </a:lnTo>
                  <a:lnTo>
                    <a:pt x="1078439" y="457263"/>
                  </a:lnTo>
                  <a:lnTo>
                    <a:pt x="1150335" y="456052"/>
                  </a:lnTo>
                  <a:lnTo>
                    <a:pt x="1222231" y="454663"/>
                  </a:lnTo>
                  <a:lnTo>
                    <a:pt x="1294127" y="453087"/>
                  </a:lnTo>
                  <a:lnTo>
                    <a:pt x="1366023" y="451316"/>
                  </a:lnTo>
                  <a:lnTo>
                    <a:pt x="1437919" y="449339"/>
                  </a:lnTo>
                  <a:lnTo>
                    <a:pt x="1509815" y="447148"/>
                  </a:lnTo>
                  <a:lnTo>
                    <a:pt x="1581711" y="444735"/>
                  </a:lnTo>
                  <a:lnTo>
                    <a:pt x="1653607" y="442090"/>
                  </a:lnTo>
                  <a:lnTo>
                    <a:pt x="1725503" y="439207"/>
                  </a:lnTo>
                  <a:lnTo>
                    <a:pt x="1797399" y="436079"/>
                  </a:lnTo>
                  <a:lnTo>
                    <a:pt x="1869295" y="432699"/>
                  </a:lnTo>
                  <a:lnTo>
                    <a:pt x="1941191" y="429062"/>
                  </a:lnTo>
                  <a:lnTo>
                    <a:pt x="2013087" y="425165"/>
                  </a:lnTo>
                  <a:lnTo>
                    <a:pt x="2084983" y="421006"/>
                  </a:lnTo>
                  <a:lnTo>
                    <a:pt x="2156879" y="416582"/>
                  </a:lnTo>
                  <a:lnTo>
                    <a:pt x="2228775" y="411893"/>
                  </a:lnTo>
                  <a:lnTo>
                    <a:pt x="2300671" y="406941"/>
                  </a:lnTo>
                  <a:lnTo>
                    <a:pt x="2372567" y="401729"/>
                  </a:lnTo>
                  <a:lnTo>
                    <a:pt x="2444463" y="396259"/>
                  </a:lnTo>
                  <a:lnTo>
                    <a:pt x="2516359" y="390538"/>
                  </a:lnTo>
                  <a:lnTo>
                    <a:pt x="2588255" y="384570"/>
                  </a:lnTo>
                  <a:lnTo>
                    <a:pt x="2660151" y="378363"/>
                  </a:lnTo>
                  <a:lnTo>
                    <a:pt x="2732047" y="371923"/>
                  </a:lnTo>
                  <a:lnTo>
                    <a:pt x="2803943" y="365261"/>
                  </a:lnTo>
                  <a:lnTo>
                    <a:pt x="2875839" y="358383"/>
                  </a:lnTo>
                  <a:lnTo>
                    <a:pt x="2947735" y="351299"/>
                  </a:lnTo>
                  <a:lnTo>
                    <a:pt x="3019631" y="344018"/>
                  </a:lnTo>
                  <a:lnTo>
                    <a:pt x="3091527" y="336549"/>
                  </a:lnTo>
                  <a:lnTo>
                    <a:pt x="3163423" y="328902"/>
                  </a:lnTo>
                  <a:lnTo>
                    <a:pt x="3235319" y="321085"/>
                  </a:lnTo>
                  <a:lnTo>
                    <a:pt x="3307215" y="313108"/>
                  </a:lnTo>
                  <a:lnTo>
                    <a:pt x="3379111" y="304979"/>
                  </a:lnTo>
                  <a:lnTo>
                    <a:pt x="3451007" y="296707"/>
                  </a:lnTo>
                  <a:lnTo>
                    <a:pt x="3522902" y="288300"/>
                  </a:lnTo>
                  <a:lnTo>
                    <a:pt x="3594798" y="279765"/>
                  </a:lnTo>
                  <a:lnTo>
                    <a:pt x="3666694" y="271110"/>
                  </a:lnTo>
                  <a:lnTo>
                    <a:pt x="3738590" y="262343"/>
                  </a:lnTo>
                  <a:lnTo>
                    <a:pt x="3810486" y="253469"/>
                  </a:lnTo>
                  <a:lnTo>
                    <a:pt x="3882382" y="244494"/>
                  </a:lnTo>
                  <a:lnTo>
                    <a:pt x="3954278" y="235426"/>
                  </a:lnTo>
                  <a:lnTo>
                    <a:pt x="4026174" y="226270"/>
                  </a:lnTo>
                  <a:lnTo>
                    <a:pt x="4098070" y="217030"/>
                  </a:lnTo>
                  <a:lnTo>
                    <a:pt x="4169966" y="207711"/>
                  </a:lnTo>
                  <a:lnTo>
                    <a:pt x="4241862" y="198319"/>
                  </a:lnTo>
                  <a:lnTo>
                    <a:pt x="4313758" y="188858"/>
                  </a:lnTo>
                  <a:lnTo>
                    <a:pt x="4385654" y="179331"/>
                  </a:lnTo>
                  <a:lnTo>
                    <a:pt x="4457550" y="169743"/>
                  </a:lnTo>
                  <a:lnTo>
                    <a:pt x="4529446" y="160096"/>
                  </a:lnTo>
                  <a:lnTo>
                    <a:pt x="4601342" y="150395"/>
                  </a:lnTo>
                  <a:lnTo>
                    <a:pt x="4673238" y="140642"/>
                  </a:lnTo>
                  <a:lnTo>
                    <a:pt x="4745134" y="130840"/>
                  </a:lnTo>
                  <a:lnTo>
                    <a:pt x="4817030" y="120992"/>
                  </a:lnTo>
                  <a:lnTo>
                    <a:pt x="4888926" y="111101"/>
                  </a:lnTo>
                  <a:lnTo>
                    <a:pt x="4960822" y="101168"/>
                  </a:lnTo>
                  <a:lnTo>
                    <a:pt x="5032718" y="91197"/>
                  </a:lnTo>
                  <a:lnTo>
                    <a:pt x="5104614" y="81188"/>
                  </a:lnTo>
                  <a:lnTo>
                    <a:pt x="5176510" y="71145"/>
                  </a:lnTo>
                  <a:lnTo>
                    <a:pt x="5248406" y="61068"/>
                  </a:lnTo>
                  <a:lnTo>
                    <a:pt x="5320302" y="50960"/>
                  </a:lnTo>
                  <a:lnTo>
                    <a:pt x="5392198" y="40822"/>
                  </a:lnTo>
                  <a:lnTo>
                    <a:pt x="5464094" y="30655"/>
                  </a:lnTo>
                  <a:lnTo>
                    <a:pt x="5535990" y="20462"/>
                  </a:lnTo>
                  <a:lnTo>
                    <a:pt x="5607886" y="10243"/>
                  </a:lnTo>
                  <a:lnTo>
                    <a:pt x="5679782" y="0"/>
                  </a:lnTo>
                  <a:lnTo>
                    <a:pt x="5679782" y="716643"/>
                  </a:lnTo>
                  <a:lnTo>
                    <a:pt x="5607886" y="715278"/>
                  </a:lnTo>
                  <a:lnTo>
                    <a:pt x="5535990" y="713938"/>
                  </a:lnTo>
                  <a:lnTo>
                    <a:pt x="5464094" y="712623"/>
                  </a:lnTo>
                  <a:lnTo>
                    <a:pt x="5392198" y="711335"/>
                  </a:lnTo>
                  <a:lnTo>
                    <a:pt x="5320302" y="710076"/>
                  </a:lnTo>
                  <a:lnTo>
                    <a:pt x="5248406" y="708846"/>
                  </a:lnTo>
                  <a:lnTo>
                    <a:pt x="5176510" y="707648"/>
                  </a:lnTo>
                  <a:lnTo>
                    <a:pt x="5104614" y="706483"/>
                  </a:lnTo>
                  <a:lnTo>
                    <a:pt x="5032718" y="705353"/>
                  </a:lnTo>
                  <a:lnTo>
                    <a:pt x="4960822" y="704260"/>
                  </a:lnTo>
                  <a:lnTo>
                    <a:pt x="4888926" y="703206"/>
                  </a:lnTo>
                  <a:lnTo>
                    <a:pt x="4817030" y="702193"/>
                  </a:lnTo>
                  <a:lnTo>
                    <a:pt x="4745134" y="701224"/>
                  </a:lnTo>
                  <a:lnTo>
                    <a:pt x="4673238" y="700301"/>
                  </a:lnTo>
                  <a:lnTo>
                    <a:pt x="4601342" y="699426"/>
                  </a:lnTo>
                  <a:lnTo>
                    <a:pt x="4529446" y="698604"/>
                  </a:lnTo>
                  <a:lnTo>
                    <a:pt x="4457550" y="697836"/>
                  </a:lnTo>
                  <a:lnTo>
                    <a:pt x="4385654" y="697126"/>
                  </a:lnTo>
                  <a:lnTo>
                    <a:pt x="4313758" y="696477"/>
                  </a:lnTo>
                  <a:lnTo>
                    <a:pt x="4241862" y="695895"/>
                  </a:lnTo>
                  <a:lnTo>
                    <a:pt x="4169966" y="695381"/>
                  </a:lnTo>
                  <a:lnTo>
                    <a:pt x="4098070" y="694941"/>
                  </a:lnTo>
                  <a:lnTo>
                    <a:pt x="4026174" y="694580"/>
                  </a:lnTo>
                  <a:lnTo>
                    <a:pt x="3954278" y="694302"/>
                  </a:lnTo>
                  <a:lnTo>
                    <a:pt x="3882382" y="694112"/>
                  </a:lnTo>
                  <a:lnTo>
                    <a:pt x="3810486" y="694017"/>
                  </a:lnTo>
                  <a:lnTo>
                    <a:pt x="3738590" y="694022"/>
                  </a:lnTo>
                  <a:lnTo>
                    <a:pt x="3666694" y="694133"/>
                  </a:lnTo>
                  <a:lnTo>
                    <a:pt x="3594798" y="694356"/>
                  </a:lnTo>
                  <a:lnTo>
                    <a:pt x="3522902" y="694700"/>
                  </a:lnTo>
                  <a:lnTo>
                    <a:pt x="3451007" y="695172"/>
                  </a:lnTo>
                  <a:lnTo>
                    <a:pt x="3379111" y="695778"/>
                  </a:lnTo>
                  <a:lnTo>
                    <a:pt x="3307215" y="696528"/>
                  </a:lnTo>
                  <a:lnTo>
                    <a:pt x="3235319" y="697429"/>
                  </a:lnTo>
                  <a:lnTo>
                    <a:pt x="3163423" y="698491"/>
                  </a:lnTo>
                  <a:lnTo>
                    <a:pt x="3091527" y="699722"/>
                  </a:lnTo>
                  <a:lnTo>
                    <a:pt x="3019631" y="701132"/>
                  </a:lnTo>
                  <a:lnTo>
                    <a:pt x="2947735" y="702730"/>
                  </a:lnTo>
                  <a:lnTo>
                    <a:pt x="2875839" y="704524"/>
                  </a:lnTo>
                  <a:lnTo>
                    <a:pt x="2803943" y="706525"/>
                  </a:lnTo>
                  <a:lnTo>
                    <a:pt x="2732047" y="708741"/>
                  </a:lnTo>
                  <a:lnTo>
                    <a:pt x="2660151" y="711180"/>
                  </a:lnTo>
                  <a:lnTo>
                    <a:pt x="2588255" y="713852"/>
                  </a:lnTo>
                  <a:lnTo>
                    <a:pt x="2516359" y="716762"/>
                  </a:lnTo>
                  <a:lnTo>
                    <a:pt x="2444463" y="719919"/>
                  </a:lnTo>
                  <a:lnTo>
                    <a:pt x="2372567" y="723329"/>
                  </a:lnTo>
                  <a:lnTo>
                    <a:pt x="2300671" y="726995"/>
                  </a:lnTo>
                  <a:lnTo>
                    <a:pt x="2228775" y="730921"/>
                  </a:lnTo>
                  <a:lnTo>
                    <a:pt x="2156879" y="735111"/>
                  </a:lnTo>
                  <a:lnTo>
                    <a:pt x="2084983" y="739566"/>
                  </a:lnTo>
                  <a:lnTo>
                    <a:pt x="2013087" y="744285"/>
                  </a:lnTo>
                  <a:lnTo>
                    <a:pt x="1941191" y="749266"/>
                  </a:lnTo>
                  <a:lnTo>
                    <a:pt x="1869295" y="754508"/>
                  </a:lnTo>
                  <a:lnTo>
                    <a:pt x="1797399" y="760007"/>
                  </a:lnTo>
                  <a:lnTo>
                    <a:pt x="1725503" y="765757"/>
                  </a:lnTo>
                  <a:lnTo>
                    <a:pt x="1653607" y="771753"/>
                  </a:lnTo>
                  <a:lnTo>
                    <a:pt x="1581711" y="777987"/>
                  </a:lnTo>
                  <a:lnTo>
                    <a:pt x="1509815" y="784452"/>
                  </a:lnTo>
                  <a:lnTo>
                    <a:pt x="1437919" y="791140"/>
                  </a:lnTo>
                  <a:lnTo>
                    <a:pt x="1366023" y="798042"/>
                  </a:lnTo>
                  <a:lnTo>
                    <a:pt x="1294127" y="805149"/>
                  </a:lnTo>
                  <a:lnTo>
                    <a:pt x="1222231" y="812452"/>
                  </a:lnTo>
                  <a:lnTo>
                    <a:pt x="1150335" y="819941"/>
                  </a:lnTo>
                  <a:lnTo>
                    <a:pt x="1078439" y="827608"/>
                  </a:lnTo>
                  <a:lnTo>
                    <a:pt x="1006543" y="835444"/>
                  </a:lnTo>
                  <a:lnTo>
                    <a:pt x="934647" y="843439"/>
                  </a:lnTo>
                  <a:lnTo>
                    <a:pt x="862751" y="851584"/>
                  </a:lnTo>
                  <a:lnTo>
                    <a:pt x="790855" y="859872"/>
                  </a:lnTo>
                  <a:lnTo>
                    <a:pt x="718959" y="868295"/>
                  </a:lnTo>
                  <a:lnTo>
                    <a:pt x="647063" y="876843"/>
                  </a:lnTo>
                  <a:lnTo>
                    <a:pt x="575167" y="885511"/>
                  </a:lnTo>
                  <a:lnTo>
                    <a:pt x="503271" y="894292"/>
                  </a:lnTo>
                  <a:lnTo>
                    <a:pt x="431375" y="903177"/>
                  </a:lnTo>
                  <a:lnTo>
                    <a:pt x="359479" y="912162"/>
                  </a:lnTo>
                  <a:lnTo>
                    <a:pt x="287583" y="921241"/>
                  </a:lnTo>
                  <a:lnTo>
                    <a:pt x="215687" y="930407"/>
                  </a:lnTo>
                  <a:lnTo>
                    <a:pt x="143791" y="939656"/>
                  </a:lnTo>
                  <a:lnTo>
                    <a:pt x="71895" y="948983"/>
                  </a:lnTo>
                  <a:lnTo>
                    <a:pt x="0" y="958384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06197"/>
              <a:ext cx="5679782" cy="461609"/>
            </a:xfrm>
            <a:custGeom>
              <a:avLst/>
              <a:pathLst>
                <a:path w="5679782" h="461609">
                  <a:moveTo>
                    <a:pt x="0" y="459667"/>
                  </a:moveTo>
                  <a:lnTo>
                    <a:pt x="71895" y="460188"/>
                  </a:lnTo>
                  <a:lnTo>
                    <a:pt x="143791" y="460637"/>
                  </a:lnTo>
                  <a:lnTo>
                    <a:pt x="215687" y="461007"/>
                  </a:lnTo>
                  <a:lnTo>
                    <a:pt x="287583" y="461295"/>
                  </a:lnTo>
                  <a:lnTo>
                    <a:pt x="359479" y="461495"/>
                  </a:lnTo>
                  <a:lnTo>
                    <a:pt x="431375" y="461601"/>
                  </a:lnTo>
                  <a:lnTo>
                    <a:pt x="503271" y="461609"/>
                  </a:lnTo>
                  <a:lnTo>
                    <a:pt x="575167" y="461510"/>
                  </a:lnTo>
                  <a:lnTo>
                    <a:pt x="647063" y="461300"/>
                  </a:lnTo>
                  <a:lnTo>
                    <a:pt x="718959" y="460970"/>
                  </a:lnTo>
                  <a:lnTo>
                    <a:pt x="790855" y="460513"/>
                  </a:lnTo>
                  <a:lnTo>
                    <a:pt x="862751" y="459923"/>
                  </a:lnTo>
                  <a:lnTo>
                    <a:pt x="934647" y="459190"/>
                  </a:lnTo>
                  <a:lnTo>
                    <a:pt x="1006543" y="458306"/>
                  </a:lnTo>
                  <a:lnTo>
                    <a:pt x="1078439" y="457263"/>
                  </a:lnTo>
                  <a:lnTo>
                    <a:pt x="1150335" y="456052"/>
                  </a:lnTo>
                  <a:lnTo>
                    <a:pt x="1222231" y="454663"/>
                  </a:lnTo>
                  <a:lnTo>
                    <a:pt x="1294127" y="453087"/>
                  </a:lnTo>
                  <a:lnTo>
                    <a:pt x="1366023" y="451316"/>
                  </a:lnTo>
                  <a:lnTo>
                    <a:pt x="1437919" y="449339"/>
                  </a:lnTo>
                  <a:lnTo>
                    <a:pt x="1509815" y="447148"/>
                  </a:lnTo>
                  <a:lnTo>
                    <a:pt x="1581711" y="444735"/>
                  </a:lnTo>
                  <a:lnTo>
                    <a:pt x="1653607" y="442090"/>
                  </a:lnTo>
                  <a:lnTo>
                    <a:pt x="1725503" y="439207"/>
                  </a:lnTo>
                  <a:lnTo>
                    <a:pt x="1797399" y="436079"/>
                  </a:lnTo>
                  <a:lnTo>
                    <a:pt x="1869295" y="432699"/>
                  </a:lnTo>
                  <a:lnTo>
                    <a:pt x="1941191" y="429062"/>
                  </a:lnTo>
                  <a:lnTo>
                    <a:pt x="2013087" y="425165"/>
                  </a:lnTo>
                  <a:lnTo>
                    <a:pt x="2084983" y="421006"/>
                  </a:lnTo>
                  <a:lnTo>
                    <a:pt x="2156879" y="416582"/>
                  </a:lnTo>
                  <a:lnTo>
                    <a:pt x="2228775" y="411893"/>
                  </a:lnTo>
                  <a:lnTo>
                    <a:pt x="2300671" y="406941"/>
                  </a:lnTo>
                  <a:lnTo>
                    <a:pt x="2372567" y="401729"/>
                  </a:lnTo>
                  <a:lnTo>
                    <a:pt x="2444463" y="396259"/>
                  </a:lnTo>
                  <a:lnTo>
                    <a:pt x="2516359" y="390538"/>
                  </a:lnTo>
                  <a:lnTo>
                    <a:pt x="2588255" y="384570"/>
                  </a:lnTo>
                  <a:lnTo>
                    <a:pt x="2660151" y="378363"/>
                  </a:lnTo>
                  <a:lnTo>
                    <a:pt x="2732047" y="371923"/>
                  </a:lnTo>
                  <a:lnTo>
                    <a:pt x="2803943" y="365261"/>
                  </a:lnTo>
                  <a:lnTo>
                    <a:pt x="2875839" y="358383"/>
                  </a:lnTo>
                  <a:lnTo>
                    <a:pt x="2947735" y="351299"/>
                  </a:lnTo>
                  <a:lnTo>
                    <a:pt x="3019631" y="344018"/>
                  </a:lnTo>
                  <a:lnTo>
                    <a:pt x="3091527" y="336549"/>
                  </a:lnTo>
                  <a:lnTo>
                    <a:pt x="3163423" y="328902"/>
                  </a:lnTo>
                  <a:lnTo>
                    <a:pt x="3235319" y="321085"/>
                  </a:lnTo>
                  <a:lnTo>
                    <a:pt x="3307215" y="313108"/>
                  </a:lnTo>
                  <a:lnTo>
                    <a:pt x="3379111" y="304979"/>
                  </a:lnTo>
                  <a:lnTo>
                    <a:pt x="3451007" y="296707"/>
                  </a:lnTo>
                  <a:lnTo>
                    <a:pt x="3522902" y="288300"/>
                  </a:lnTo>
                  <a:lnTo>
                    <a:pt x="3594798" y="279765"/>
                  </a:lnTo>
                  <a:lnTo>
                    <a:pt x="3666694" y="271110"/>
                  </a:lnTo>
                  <a:lnTo>
                    <a:pt x="3738590" y="262343"/>
                  </a:lnTo>
                  <a:lnTo>
                    <a:pt x="3810486" y="253469"/>
                  </a:lnTo>
                  <a:lnTo>
                    <a:pt x="3882382" y="244494"/>
                  </a:lnTo>
                  <a:lnTo>
                    <a:pt x="3954278" y="235426"/>
                  </a:lnTo>
                  <a:lnTo>
                    <a:pt x="4026174" y="226270"/>
                  </a:lnTo>
                  <a:lnTo>
                    <a:pt x="4098070" y="217030"/>
                  </a:lnTo>
                  <a:lnTo>
                    <a:pt x="4169966" y="207711"/>
                  </a:lnTo>
                  <a:lnTo>
                    <a:pt x="4241862" y="198319"/>
                  </a:lnTo>
                  <a:lnTo>
                    <a:pt x="4313758" y="188858"/>
                  </a:lnTo>
                  <a:lnTo>
                    <a:pt x="4385654" y="179331"/>
                  </a:lnTo>
                  <a:lnTo>
                    <a:pt x="4457550" y="169743"/>
                  </a:lnTo>
                  <a:lnTo>
                    <a:pt x="4529446" y="160096"/>
                  </a:lnTo>
                  <a:lnTo>
                    <a:pt x="4601342" y="150395"/>
                  </a:lnTo>
                  <a:lnTo>
                    <a:pt x="4673238" y="140642"/>
                  </a:lnTo>
                  <a:lnTo>
                    <a:pt x="4745134" y="130840"/>
                  </a:lnTo>
                  <a:lnTo>
                    <a:pt x="4817030" y="120992"/>
                  </a:lnTo>
                  <a:lnTo>
                    <a:pt x="4888926" y="111101"/>
                  </a:lnTo>
                  <a:lnTo>
                    <a:pt x="4960822" y="101168"/>
                  </a:lnTo>
                  <a:lnTo>
                    <a:pt x="5032718" y="91197"/>
                  </a:lnTo>
                  <a:lnTo>
                    <a:pt x="5104614" y="81188"/>
                  </a:lnTo>
                  <a:lnTo>
                    <a:pt x="5176510" y="71145"/>
                  </a:lnTo>
                  <a:lnTo>
                    <a:pt x="5248406" y="61068"/>
                  </a:lnTo>
                  <a:lnTo>
                    <a:pt x="5320302" y="50960"/>
                  </a:lnTo>
                  <a:lnTo>
                    <a:pt x="5392198" y="40822"/>
                  </a:lnTo>
                  <a:lnTo>
                    <a:pt x="5464094" y="30655"/>
                  </a:lnTo>
                  <a:lnTo>
                    <a:pt x="5535990" y="20462"/>
                  </a:lnTo>
                  <a:lnTo>
                    <a:pt x="5607886" y="10243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800215"/>
              <a:ext cx="5679782" cy="264366"/>
            </a:xfrm>
            <a:custGeom>
              <a:avLst/>
              <a:pathLst>
                <a:path w="5679782" h="264366">
                  <a:moveTo>
                    <a:pt x="5679782" y="22625"/>
                  </a:moveTo>
                  <a:lnTo>
                    <a:pt x="5607886" y="21261"/>
                  </a:lnTo>
                  <a:lnTo>
                    <a:pt x="5535990" y="19920"/>
                  </a:lnTo>
                  <a:lnTo>
                    <a:pt x="5464094" y="18605"/>
                  </a:lnTo>
                  <a:lnTo>
                    <a:pt x="5392198" y="17318"/>
                  </a:lnTo>
                  <a:lnTo>
                    <a:pt x="5320302" y="16058"/>
                  </a:lnTo>
                  <a:lnTo>
                    <a:pt x="5248406" y="14829"/>
                  </a:lnTo>
                  <a:lnTo>
                    <a:pt x="5176510" y="13630"/>
                  </a:lnTo>
                  <a:lnTo>
                    <a:pt x="5104614" y="12466"/>
                  </a:lnTo>
                  <a:lnTo>
                    <a:pt x="5032718" y="11336"/>
                  </a:lnTo>
                  <a:lnTo>
                    <a:pt x="4960822" y="10243"/>
                  </a:lnTo>
                  <a:lnTo>
                    <a:pt x="4888926" y="9188"/>
                  </a:lnTo>
                  <a:lnTo>
                    <a:pt x="4817030" y="8176"/>
                  </a:lnTo>
                  <a:lnTo>
                    <a:pt x="4745134" y="7206"/>
                  </a:lnTo>
                  <a:lnTo>
                    <a:pt x="4673238" y="6283"/>
                  </a:lnTo>
                  <a:lnTo>
                    <a:pt x="4601342" y="5409"/>
                  </a:lnTo>
                  <a:lnTo>
                    <a:pt x="4529446" y="4586"/>
                  </a:lnTo>
                  <a:lnTo>
                    <a:pt x="4457550" y="3818"/>
                  </a:lnTo>
                  <a:lnTo>
                    <a:pt x="4385654" y="3108"/>
                  </a:lnTo>
                  <a:lnTo>
                    <a:pt x="4313758" y="2460"/>
                  </a:lnTo>
                  <a:lnTo>
                    <a:pt x="4241862" y="1877"/>
                  </a:lnTo>
                  <a:lnTo>
                    <a:pt x="4169966" y="1364"/>
                  </a:lnTo>
                  <a:lnTo>
                    <a:pt x="4098070" y="924"/>
                  </a:lnTo>
                  <a:lnTo>
                    <a:pt x="4026174" y="563"/>
                  </a:lnTo>
                  <a:lnTo>
                    <a:pt x="3954278" y="285"/>
                  </a:lnTo>
                  <a:lnTo>
                    <a:pt x="3882382" y="95"/>
                  </a:lnTo>
                  <a:lnTo>
                    <a:pt x="3810486" y="0"/>
                  </a:lnTo>
                  <a:lnTo>
                    <a:pt x="3738590" y="4"/>
                  </a:lnTo>
                  <a:lnTo>
                    <a:pt x="3666694" y="115"/>
                  </a:lnTo>
                  <a:lnTo>
                    <a:pt x="3594798" y="339"/>
                  </a:lnTo>
                  <a:lnTo>
                    <a:pt x="3522902" y="683"/>
                  </a:lnTo>
                  <a:lnTo>
                    <a:pt x="3451007" y="1154"/>
                  </a:lnTo>
                  <a:lnTo>
                    <a:pt x="3379111" y="1761"/>
                  </a:lnTo>
                  <a:lnTo>
                    <a:pt x="3307215" y="2510"/>
                  </a:lnTo>
                  <a:lnTo>
                    <a:pt x="3235319" y="3412"/>
                  </a:lnTo>
                  <a:lnTo>
                    <a:pt x="3163423" y="4474"/>
                  </a:lnTo>
                  <a:lnTo>
                    <a:pt x="3091527" y="5705"/>
                  </a:lnTo>
                  <a:lnTo>
                    <a:pt x="3019631" y="7115"/>
                  </a:lnTo>
                  <a:lnTo>
                    <a:pt x="2947735" y="8712"/>
                  </a:lnTo>
                  <a:lnTo>
                    <a:pt x="2875839" y="10507"/>
                  </a:lnTo>
                  <a:lnTo>
                    <a:pt x="2803943" y="12507"/>
                  </a:lnTo>
                  <a:lnTo>
                    <a:pt x="2732047" y="14723"/>
                  </a:lnTo>
                  <a:lnTo>
                    <a:pt x="2660151" y="17163"/>
                  </a:lnTo>
                  <a:lnTo>
                    <a:pt x="2588255" y="19834"/>
                  </a:lnTo>
                  <a:lnTo>
                    <a:pt x="2516359" y="22745"/>
                  </a:lnTo>
                  <a:lnTo>
                    <a:pt x="2444463" y="25902"/>
                  </a:lnTo>
                  <a:lnTo>
                    <a:pt x="2372567" y="29311"/>
                  </a:lnTo>
                  <a:lnTo>
                    <a:pt x="2300671" y="32977"/>
                  </a:lnTo>
                  <a:lnTo>
                    <a:pt x="2228775" y="36904"/>
                  </a:lnTo>
                  <a:lnTo>
                    <a:pt x="2156879" y="41094"/>
                  </a:lnTo>
                  <a:lnTo>
                    <a:pt x="2084983" y="45548"/>
                  </a:lnTo>
                  <a:lnTo>
                    <a:pt x="2013087" y="50267"/>
                  </a:lnTo>
                  <a:lnTo>
                    <a:pt x="1941191" y="55249"/>
                  </a:lnTo>
                  <a:lnTo>
                    <a:pt x="1869295" y="60491"/>
                  </a:lnTo>
                  <a:lnTo>
                    <a:pt x="1797399" y="65989"/>
                  </a:lnTo>
                  <a:lnTo>
                    <a:pt x="1725503" y="71740"/>
                  </a:lnTo>
                  <a:lnTo>
                    <a:pt x="1653607" y="77735"/>
                  </a:lnTo>
                  <a:lnTo>
                    <a:pt x="1581711" y="83969"/>
                  </a:lnTo>
                  <a:lnTo>
                    <a:pt x="1509815" y="90434"/>
                  </a:lnTo>
                  <a:lnTo>
                    <a:pt x="1437919" y="97122"/>
                  </a:lnTo>
                  <a:lnTo>
                    <a:pt x="1366023" y="104024"/>
                  </a:lnTo>
                  <a:lnTo>
                    <a:pt x="1294127" y="111131"/>
                  </a:lnTo>
                  <a:lnTo>
                    <a:pt x="1222231" y="118434"/>
                  </a:lnTo>
                  <a:lnTo>
                    <a:pt x="1150335" y="125924"/>
                  </a:lnTo>
                  <a:lnTo>
                    <a:pt x="1078439" y="133591"/>
                  </a:lnTo>
                  <a:lnTo>
                    <a:pt x="1006543" y="141426"/>
                  </a:lnTo>
                  <a:lnTo>
                    <a:pt x="934647" y="149421"/>
                  </a:lnTo>
                  <a:lnTo>
                    <a:pt x="862751" y="157567"/>
                  </a:lnTo>
                  <a:lnTo>
                    <a:pt x="790855" y="165855"/>
                  </a:lnTo>
                  <a:lnTo>
                    <a:pt x="718959" y="174277"/>
                  </a:lnTo>
                  <a:lnTo>
                    <a:pt x="647063" y="182826"/>
                  </a:lnTo>
                  <a:lnTo>
                    <a:pt x="575167" y="191494"/>
                  </a:lnTo>
                  <a:lnTo>
                    <a:pt x="503271" y="200274"/>
                  </a:lnTo>
                  <a:lnTo>
                    <a:pt x="431375" y="209160"/>
                  </a:lnTo>
                  <a:lnTo>
                    <a:pt x="359479" y="218145"/>
                  </a:lnTo>
                  <a:lnTo>
                    <a:pt x="287583" y="227223"/>
                  </a:lnTo>
                  <a:lnTo>
                    <a:pt x="215687" y="236390"/>
                  </a:lnTo>
                  <a:lnTo>
                    <a:pt x="143791" y="245639"/>
                  </a:lnTo>
                  <a:lnTo>
                    <a:pt x="71895" y="254966"/>
                  </a:lnTo>
                  <a:lnTo>
                    <a:pt x="0" y="264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64519"/>
              <a:ext cx="5679782" cy="350703"/>
            </a:xfrm>
            <a:custGeom>
              <a:avLst/>
              <a:pathLst>
                <a:path w="5679782" h="350703">
                  <a:moveTo>
                    <a:pt x="0" y="350703"/>
                  </a:moveTo>
                  <a:lnTo>
                    <a:pt x="71895" y="346264"/>
                  </a:lnTo>
                  <a:lnTo>
                    <a:pt x="143791" y="341825"/>
                  </a:lnTo>
                  <a:lnTo>
                    <a:pt x="215687" y="337385"/>
                  </a:lnTo>
                  <a:lnTo>
                    <a:pt x="287583" y="332946"/>
                  </a:lnTo>
                  <a:lnTo>
                    <a:pt x="359479" y="328507"/>
                  </a:lnTo>
                  <a:lnTo>
                    <a:pt x="431375" y="324068"/>
                  </a:lnTo>
                  <a:lnTo>
                    <a:pt x="503271" y="319628"/>
                  </a:lnTo>
                  <a:lnTo>
                    <a:pt x="575167" y="315189"/>
                  </a:lnTo>
                  <a:lnTo>
                    <a:pt x="647063" y="310750"/>
                  </a:lnTo>
                  <a:lnTo>
                    <a:pt x="718959" y="306310"/>
                  </a:lnTo>
                  <a:lnTo>
                    <a:pt x="790855" y="301871"/>
                  </a:lnTo>
                  <a:lnTo>
                    <a:pt x="862751" y="297432"/>
                  </a:lnTo>
                  <a:lnTo>
                    <a:pt x="934647" y="292993"/>
                  </a:lnTo>
                  <a:lnTo>
                    <a:pt x="1006543" y="288553"/>
                  </a:lnTo>
                  <a:lnTo>
                    <a:pt x="1078439" y="284114"/>
                  </a:lnTo>
                  <a:lnTo>
                    <a:pt x="1150335" y="279675"/>
                  </a:lnTo>
                  <a:lnTo>
                    <a:pt x="1222231" y="275235"/>
                  </a:lnTo>
                  <a:lnTo>
                    <a:pt x="1294127" y="270796"/>
                  </a:lnTo>
                  <a:lnTo>
                    <a:pt x="1366023" y="266357"/>
                  </a:lnTo>
                  <a:lnTo>
                    <a:pt x="1437919" y="261918"/>
                  </a:lnTo>
                  <a:lnTo>
                    <a:pt x="1509815" y="257478"/>
                  </a:lnTo>
                  <a:lnTo>
                    <a:pt x="1581711" y="253039"/>
                  </a:lnTo>
                  <a:lnTo>
                    <a:pt x="1653607" y="248600"/>
                  </a:lnTo>
                  <a:lnTo>
                    <a:pt x="1725503" y="244160"/>
                  </a:lnTo>
                  <a:lnTo>
                    <a:pt x="1797399" y="239721"/>
                  </a:lnTo>
                  <a:lnTo>
                    <a:pt x="1869295" y="235282"/>
                  </a:lnTo>
                  <a:lnTo>
                    <a:pt x="1941191" y="230843"/>
                  </a:lnTo>
                  <a:lnTo>
                    <a:pt x="2013087" y="226403"/>
                  </a:lnTo>
                  <a:lnTo>
                    <a:pt x="2084983" y="221964"/>
                  </a:lnTo>
                  <a:lnTo>
                    <a:pt x="2156879" y="217525"/>
                  </a:lnTo>
                  <a:lnTo>
                    <a:pt x="2228775" y="213085"/>
                  </a:lnTo>
                  <a:lnTo>
                    <a:pt x="2300671" y="208646"/>
                  </a:lnTo>
                  <a:lnTo>
                    <a:pt x="2372567" y="204207"/>
                  </a:lnTo>
                  <a:lnTo>
                    <a:pt x="2444463" y="199768"/>
                  </a:lnTo>
                  <a:lnTo>
                    <a:pt x="2516359" y="195328"/>
                  </a:lnTo>
                  <a:lnTo>
                    <a:pt x="2588255" y="190889"/>
                  </a:lnTo>
                  <a:lnTo>
                    <a:pt x="2660151" y="186450"/>
                  </a:lnTo>
                  <a:lnTo>
                    <a:pt x="2732047" y="182010"/>
                  </a:lnTo>
                  <a:lnTo>
                    <a:pt x="2803943" y="177571"/>
                  </a:lnTo>
                  <a:lnTo>
                    <a:pt x="2875839" y="173132"/>
                  </a:lnTo>
                  <a:lnTo>
                    <a:pt x="2947735" y="168692"/>
                  </a:lnTo>
                  <a:lnTo>
                    <a:pt x="3019631" y="164253"/>
                  </a:lnTo>
                  <a:lnTo>
                    <a:pt x="3091527" y="159814"/>
                  </a:lnTo>
                  <a:lnTo>
                    <a:pt x="3163423" y="155375"/>
                  </a:lnTo>
                  <a:lnTo>
                    <a:pt x="3235319" y="150935"/>
                  </a:lnTo>
                  <a:lnTo>
                    <a:pt x="3307215" y="146496"/>
                  </a:lnTo>
                  <a:lnTo>
                    <a:pt x="3379111" y="142057"/>
                  </a:lnTo>
                  <a:lnTo>
                    <a:pt x="3451007" y="137617"/>
                  </a:lnTo>
                  <a:lnTo>
                    <a:pt x="3522902" y="133178"/>
                  </a:lnTo>
                  <a:lnTo>
                    <a:pt x="3594798" y="128739"/>
                  </a:lnTo>
                  <a:lnTo>
                    <a:pt x="3666694" y="124300"/>
                  </a:lnTo>
                  <a:lnTo>
                    <a:pt x="3738590" y="119860"/>
                  </a:lnTo>
                  <a:lnTo>
                    <a:pt x="3810486" y="115421"/>
                  </a:lnTo>
                  <a:lnTo>
                    <a:pt x="3882382" y="110982"/>
                  </a:lnTo>
                  <a:lnTo>
                    <a:pt x="3954278" y="106542"/>
                  </a:lnTo>
                  <a:lnTo>
                    <a:pt x="4026174" y="102103"/>
                  </a:lnTo>
                  <a:lnTo>
                    <a:pt x="4098070" y="97664"/>
                  </a:lnTo>
                  <a:lnTo>
                    <a:pt x="4169966" y="93225"/>
                  </a:lnTo>
                  <a:lnTo>
                    <a:pt x="4241862" y="88785"/>
                  </a:lnTo>
                  <a:lnTo>
                    <a:pt x="4313758" y="84346"/>
                  </a:lnTo>
                  <a:lnTo>
                    <a:pt x="4385654" y="79907"/>
                  </a:lnTo>
                  <a:lnTo>
                    <a:pt x="4457550" y="75467"/>
                  </a:lnTo>
                  <a:lnTo>
                    <a:pt x="4529446" y="71028"/>
                  </a:lnTo>
                  <a:lnTo>
                    <a:pt x="4601342" y="66589"/>
                  </a:lnTo>
                  <a:lnTo>
                    <a:pt x="4673238" y="62150"/>
                  </a:lnTo>
                  <a:lnTo>
                    <a:pt x="4745134" y="57710"/>
                  </a:lnTo>
                  <a:lnTo>
                    <a:pt x="4817030" y="53271"/>
                  </a:lnTo>
                  <a:lnTo>
                    <a:pt x="4888926" y="48832"/>
                  </a:lnTo>
                  <a:lnTo>
                    <a:pt x="4960822" y="44392"/>
                  </a:lnTo>
                  <a:lnTo>
                    <a:pt x="5032718" y="39953"/>
                  </a:lnTo>
                  <a:lnTo>
                    <a:pt x="5104614" y="35514"/>
                  </a:lnTo>
                  <a:lnTo>
                    <a:pt x="5176510" y="31075"/>
                  </a:lnTo>
                  <a:lnTo>
                    <a:pt x="5248406" y="26635"/>
                  </a:lnTo>
                  <a:lnTo>
                    <a:pt x="5320302" y="22196"/>
                  </a:lnTo>
                  <a:lnTo>
                    <a:pt x="5392198" y="17757"/>
                  </a:lnTo>
                  <a:lnTo>
                    <a:pt x="5464094" y="13317"/>
                  </a:lnTo>
                  <a:lnTo>
                    <a:pt x="5535990" y="8878"/>
                  </a:lnTo>
                  <a:lnTo>
                    <a:pt x="5607886" y="4439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279691" y="300451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279691" y="33878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79691" y="29470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1825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2019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4003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63018" y="29244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863018" y="29645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863018" y="3004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7943" y="32321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7943" y="308920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7943" y="31689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180427" y="277777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80427" y="26230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0427" y="28045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607387" y="31226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607387" y="34739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607387" y="311166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571978" y="448029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571978" y="39524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571978" y="359585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07021" y="35780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007021" y="36766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07021" y="37094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754547"/>
              <a:ext cx="5679782" cy="951999"/>
            </a:xfrm>
            <a:custGeom>
              <a:avLst/>
              <a:pathLst>
                <a:path w="5679782" h="951999">
                  <a:moveTo>
                    <a:pt x="0" y="399446"/>
                  </a:moveTo>
                  <a:lnTo>
                    <a:pt x="71895" y="401414"/>
                  </a:lnTo>
                  <a:lnTo>
                    <a:pt x="143791" y="403302"/>
                  </a:lnTo>
                  <a:lnTo>
                    <a:pt x="215687" y="405102"/>
                  </a:lnTo>
                  <a:lnTo>
                    <a:pt x="287583" y="406812"/>
                  </a:lnTo>
                  <a:lnTo>
                    <a:pt x="359479" y="408424"/>
                  </a:lnTo>
                  <a:lnTo>
                    <a:pt x="431375" y="409932"/>
                  </a:lnTo>
                  <a:lnTo>
                    <a:pt x="503271" y="411330"/>
                  </a:lnTo>
                  <a:lnTo>
                    <a:pt x="575167" y="412612"/>
                  </a:lnTo>
                  <a:lnTo>
                    <a:pt x="647063" y="413769"/>
                  </a:lnTo>
                  <a:lnTo>
                    <a:pt x="718959" y="414794"/>
                  </a:lnTo>
                  <a:lnTo>
                    <a:pt x="790855" y="415679"/>
                  </a:lnTo>
                  <a:lnTo>
                    <a:pt x="862751" y="416415"/>
                  </a:lnTo>
                  <a:lnTo>
                    <a:pt x="934647" y="416993"/>
                  </a:lnTo>
                  <a:lnTo>
                    <a:pt x="1006543" y="417404"/>
                  </a:lnTo>
                  <a:lnTo>
                    <a:pt x="1078439" y="417639"/>
                  </a:lnTo>
                  <a:lnTo>
                    <a:pt x="1150335" y="417687"/>
                  </a:lnTo>
                  <a:lnTo>
                    <a:pt x="1222231" y="417539"/>
                  </a:lnTo>
                  <a:lnTo>
                    <a:pt x="1294127" y="417183"/>
                  </a:lnTo>
                  <a:lnTo>
                    <a:pt x="1366023" y="416611"/>
                  </a:lnTo>
                  <a:lnTo>
                    <a:pt x="1437919" y="415811"/>
                  </a:lnTo>
                  <a:lnTo>
                    <a:pt x="1509815" y="414775"/>
                  </a:lnTo>
                  <a:lnTo>
                    <a:pt x="1581711" y="413491"/>
                  </a:lnTo>
                  <a:lnTo>
                    <a:pt x="1653607" y="411951"/>
                  </a:lnTo>
                  <a:lnTo>
                    <a:pt x="1725503" y="410147"/>
                  </a:lnTo>
                  <a:lnTo>
                    <a:pt x="1797399" y="408072"/>
                  </a:lnTo>
                  <a:lnTo>
                    <a:pt x="1869295" y="405717"/>
                  </a:lnTo>
                  <a:lnTo>
                    <a:pt x="1941191" y="403079"/>
                  </a:lnTo>
                  <a:lnTo>
                    <a:pt x="2013087" y="400151"/>
                  </a:lnTo>
                  <a:lnTo>
                    <a:pt x="2084983" y="396933"/>
                  </a:lnTo>
                  <a:lnTo>
                    <a:pt x="2156879" y="393422"/>
                  </a:lnTo>
                  <a:lnTo>
                    <a:pt x="2228775" y="389617"/>
                  </a:lnTo>
                  <a:lnTo>
                    <a:pt x="2300671" y="385521"/>
                  </a:lnTo>
                  <a:lnTo>
                    <a:pt x="2372567" y="381137"/>
                  </a:lnTo>
                  <a:lnTo>
                    <a:pt x="2444463" y="376467"/>
                  </a:lnTo>
                  <a:lnTo>
                    <a:pt x="2516359" y="371518"/>
                  </a:lnTo>
                  <a:lnTo>
                    <a:pt x="2588255" y="366297"/>
                  </a:lnTo>
                  <a:lnTo>
                    <a:pt x="2660151" y="360810"/>
                  </a:lnTo>
                  <a:lnTo>
                    <a:pt x="2732047" y="355066"/>
                  </a:lnTo>
                  <a:lnTo>
                    <a:pt x="2803943" y="349074"/>
                  </a:lnTo>
                  <a:lnTo>
                    <a:pt x="2875839" y="342844"/>
                  </a:lnTo>
                  <a:lnTo>
                    <a:pt x="2947735" y="336386"/>
                  </a:lnTo>
                  <a:lnTo>
                    <a:pt x="3019631" y="329709"/>
                  </a:lnTo>
                  <a:lnTo>
                    <a:pt x="3091527" y="322825"/>
                  </a:lnTo>
                  <a:lnTo>
                    <a:pt x="3163423" y="315742"/>
                  </a:lnTo>
                  <a:lnTo>
                    <a:pt x="3235319" y="308472"/>
                  </a:lnTo>
                  <a:lnTo>
                    <a:pt x="3307215" y="301024"/>
                  </a:lnTo>
                  <a:lnTo>
                    <a:pt x="3379111" y="293408"/>
                  </a:lnTo>
                  <a:lnTo>
                    <a:pt x="3451007" y="285634"/>
                  </a:lnTo>
                  <a:lnTo>
                    <a:pt x="3522902" y="277709"/>
                  </a:lnTo>
                  <a:lnTo>
                    <a:pt x="3594798" y="269644"/>
                  </a:lnTo>
                  <a:lnTo>
                    <a:pt x="3666694" y="261445"/>
                  </a:lnTo>
                  <a:lnTo>
                    <a:pt x="3738590" y="253121"/>
                  </a:lnTo>
                  <a:lnTo>
                    <a:pt x="3810486" y="244680"/>
                  </a:lnTo>
                  <a:lnTo>
                    <a:pt x="3882382" y="236128"/>
                  </a:lnTo>
                  <a:lnTo>
                    <a:pt x="3954278" y="227471"/>
                  </a:lnTo>
                  <a:lnTo>
                    <a:pt x="4026174" y="218716"/>
                  </a:lnTo>
                  <a:lnTo>
                    <a:pt x="4098070" y="209869"/>
                  </a:lnTo>
                  <a:lnTo>
                    <a:pt x="4169966" y="200935"/>
                  </a:lnTo>
                  <a:lnTo>
                    <a:pt x="4241862" y="191920"/>
                  </a:lnTo>
                  <a:lnTo>
                    <a:pt x="4313758" y="182828"/>
                  </a:lnTo>
                  <a:lnTo>
                    <a:pt x="4385654" y="173663"/>
                  </a:lnTo>
                  <a:lnTo>
                    <a:pt x="4457550" y="164430"/>
                  </a:lnTo>
                  <a:lnTo>
                    <a:pt x="4529446" y="155132"/>
                  </a:lnTo>
                  <a:lnTo>
                    <a:pt x="4601342" y="145774"/>
                  </a:lnTo>
                  <a:lnTo>
                    <a:pt x="4673238" y="136359"/>
                  </a:lnTo>
                  <a:lnTo>
                    <a:pt x="4745134" y="126889"/>
                  </a:lnTo>
                  <a:lnTo>
                    <a:pt x="4817030" y="117369"/>
                  </a:lnTo>
                  <a:lnTo>
                    <a:pt x="4888926" y="107800"/>
                  </a:lnTo>
                  <a:lnTo>
                    <a:pt x="4960822" y="98185"/>
                  </a:lnTo>
                  <a:lnTo>
                    <a:pt x="5032718" y="88528"/>
                  </a:lnTo>
                  <a:lnTo>
                    <a:pt x="5104614" y="78829"/>
                  </a:lnTo>
                  <a:lnTo>
                    <a:pt x="5176510" y="69092"/>
                  </a:lnTo>
                  <a:lnTo>
                    <a:pt x="5248406" y="59318"/>
                  </a:lnTo>
                  <a:lnTo>
                    <a:pt x="5320302" y="49509"/>
                  </a:lnTo>
                  <a:lnTo>
                    <a:pt x="5392198" y="39667"/>
                  </a:lnTo>
                  <a:lnTo>
                    <a:pt x="5464094" y="29793"/>
                  </a:lnTo>
                  <a:lnTo>
                    <a:pt x="5535990" y="19890"/>
                  </a:lnTo>
                  <a:lnTo>
                    <a:pt x="5607886" y="9958"/>
                  </a:lnTo>
                  <a:lnTo>
                    <a:pt x="5679782" y="0"/>
                  </a:lnTo>
                  <a:lnTo>
                    <a:pt x="5679782" y="794003"/>
                  </a:lnTo>
                  <a:lnTo>
                    <a:pt x="5607886" y="791101"/>
                  </a:lnTo>
                  <a:lnTo>
                    <a:pt x="5535990" y="788225"/>
                  </a:lnTo>
                  <a:lnTo>
                    <a:pt x="5464094" y="785378"/>
                  </a:lnTo>
                  <a:lnTo>
                    <a:pt x="5392198" y="782561"/>
                  </a:lnTo>
                  <a:lnTo>
                    <a:pt x="5320302" y="779775"/>
                  </a:lnTo>
                  <a:lnTo>
                    <a:pt x="5248406" y="777022"/>
                  </a:lnTo>
                  <a:lnTo>
                    <a:pt x="5176510" y="774305"/>
                  </a:lnTo>
                  <a:lnTo>
                    <a:pt x="5104614" y="771623"/>
                  </a:lnTo>
                  <a:lnTo>
                    <a:pt x="5032718" y="768981"/>
                  </a:lnTo>
                  <a:lnTo>
                    <a:pt x="4960822" y="766380"/>
                  </a:lnTo>
                  <a:lnTo>
                    <a:pt x="4888926" y="763821"/>
                  </a:lnTo>
                  <a:lnTo>
                    <a:pt x="4817030" y="761309"/>
                  </a:lnTo>
                  <a:lnTo>
                    <a:pt x="4745134" y="758845"/>
                  </a:lnTo>
                  <a:lnTo>
                    <a:pt x="4673238" y="756431"/>
                  </a:lnTo>
                  <a:lnTo>
                    <a:pt x="4601342" y="754072"/>
                  </a:lnTo>
                  <a:lnTo>
                    <a:pt x="4529446" y="751770"/>
                  </a:lnTo>
                  <a:lnTo>
                    <a:pt x="4457550" y="749529"/>
                  </a:lnTo>
                  <a:lnTo>
                    <a:pt x="4385654" y="747352"/>
                  </a:lnTo>
                  <a:lnTo>
                    <a:pt x="4313758" y="745243"/>
                  </a:lnTo>
                  <a:lnTo>
                    <a:pt x="4241862" y="743207"/>
                  </a:lnTo>
                  <a:lnTo>
                    <a:pt x="4169966" y="741248"/>
                  </a:lnTo>
                  <a:lnTo>
                    <a:pt x="4098070" y="739370"/>
                  </a:lnTo>
                  <a:lnTo>
                    <a:pt x="4026174" y="737580"/>
                  </a:lnTo>
                  <a:lnTo>
                    <a:pt x="3954278" y="735881"/>
                  </a:lnTo>
                  <a:lnTo>
                    <a:pt x="3882382" y="734281"/>
                  </a:lnTo>
                  <a:lnTo>
                    <a:pt x="3810486" y="732785"/>
                  </a:lnTo>
                  <a:lnTo>
                    <a:pt x="3738590" y="731399"/>
                  </a:lnTo>
                  <a:lnTo>
                    <a:pt x="3666694" y="730132"/>
                  </a:lnTo>
                  <a:lnTo>
                    <a:pt x="3594798" y="728990"/>
                  </a:lnTo>
                  <a:lnTo>
                    <a:pt x="3522902" y="727980"/>
                  </a:lnTo>
                  <a:lnTo>
                    <a:pt x="3451007" y="727112"/>
                  </a:lnTo>
                  <a:lnTo>
                    <a:pt x="3379111" y="726394"/>
                  </a:lnTo>
                  <a:lnTo>
                    <a:pt x="3307215" y="725834"/>
                  </a:lnTo>
                  <a:lnTo>
                    <a:pt x="3235319" y="725442"/>
                  </a:lnTo>
                  <a:lnTo>
                    <a:pt x="3163423" y="725228"/>
                  </a:lnTo>
                  <a:lnTo>
                    <a:pt x="3091527" y="725202"/>
                  </a:lnTo>
                  <a:lnTo>
                    <a:pt x="3019631" y="725374"/>
                  </a:lnTo>
                  <a:lnTo>
                    <a:pt x="2947735" y="725753"/>
                  </a:lnTo>
                  <a:lnTo>
                    <a:pt x="2875839" y="726351"/>
                  </a:lnTo>
                  <a:lnTo>
                    <a:pt x="2803943" y="727177"/>
                  </a:lnTo>
                  <a:lnTo>
                    <a:pt x="2732047" y="728242"/>
                  </a:lnTo>
                  <a:lnTo>
                    <a:pt x="2660151" y="729554"/>
                  </a:lnTo>
                  <a:lnTo>
                    <a:pt x="2588255" y="731124"/>
                  </a:lnTo>
                  <a:lnTo>
                    <a:pt x="2516359" y="732958"/>
                  </a:lnTo>
                  <a:lnTo>
                    <a:pt x="2444463" y="735066"/>
                  </a:lnTo>
                  <a:lnTo>
                    <a:pt x="2372567" y="737453"/>
                  </a:lnTo>
                  <a:lnTo>
                    <a:pt x="2300671" y="740124"/>
                  </a:lnTo>
                  <a:lnTo>
                    <a:pt x="2228775" y="743084"/>
                  </a:lnTo>
                  <a:lnTo>
                    <a:pt x="2156879" y="746336"/>
                  </a:lnTo>
                  <a:lnTo>
                    <a:pt x="2084983" y="749881"/>
                  </a:lnTo>
                  <a:lnTo>
                    <a:pt x="2013087" y="753719"/>
                  </a:lnTo>
                  <a:lnTo>
                    <a:pt x="1941191" y="757848"/>
                  </a:lnTo>
                  <a:lnTo>
                    <a:pt x="1869295" y="762266"/>
                  </a:lnTo>
                  <a:lnTo>
                    <a:pt x="1797399" y="766967"/>
                  </a:lnTo>
                  <a:lnTo>
                    <a:pt x="1725503" y="771948"/>
                  </a:lnTo>
                  <a:lnTo>
                    <a:pt x="1653607" y="777200"/>
                  </a:lnTo>
                  <a:lnTo>
                    <a:pt x="1581711" y="782717"/>
                  </a:lnTo>
                  <a:lnTo>
                    <a:pt x="1509815" y="788489"/>
                  </a:lnTo>
                  <a:lnTo>
                    <a:pt x="1437919" y="794509"/>
                  </a:lnTo>
                  <a:lnTo>
                    <a:pt x="1366023" y="800765"/>
                  </a:lnTo>
                  <a:lnTo>
                    <a:pt x="1294127" y="807249"/>
                  </a:lnTo>
                  <a:lnTo>
                    <a:pt x="1222231" y="813950"/>
                  </a:lnTo>
                  <a:lnTo>
                    <a:pt x="1150335" y="820858"/>
                  </a:lnTo>
                  <a:lnTo>
                    <a:pt x="1078439" y="827962"/>
                  </a:lnTo>
                  <a:lnTo>
                    <a:pt x="1006543" y="835253"/>
                  </a:lnTo>
                  <a:lnTo>
                    <a:pt x="934647" y="842721"/>
                  </a:lnTo>
                  <a:lnTo>
                    <a:pt x="862751" y="850355"/>
                  </a:lnTo>
                  <a:lnTo>
                    <a:pt x="790855" y="858148"/>
                  </a:lnTo>
                  <a:lnTo>
                    <a:pt x="718959" y="866089"/>
                  </a:lnTo>
                  <a:lnTo>
                    <a:pt x="647063" y="874170"/>
                  </a:lnTo>
                  <a:lnTo>
                    <a:pt x="575167" y="882383"/>
                  </a:lnTo>
                  <a:lnTo>
                    <a:pt x="503271" y="890721"/>
                  </a:lnTo>
                  <a:lnTo>
                    <a:pt x="431375" y="899175"/>
                  </a:lnTo>
                  <a:lnTo>
                    <a:pt x="359479" y="907740"/>
                  </a:lnTo>
                  <a:lnTo>
                    <a:pt x="287583" y="916408"/>
                  </a:lnTo>
                  <a:lnTo>
                    <a:pt x="215687" y="925173"/>
                  </a:lnTo>
                  <a:lnTo>
                    <a:pt x="143791" y="934031"/>
                  </a:lnTo>
                  <a:lnTo>
                    <a:pt x="71895" y="942974"/>
                  </a:lnTo>
                  <a:lnTo>
                    <a:pt x="0" y="951999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754547"/>
              <a:ext cx="5679782" cy="417687"/>
            </a:xfrm>
            <a:custGeom>
              <a:avLst/>
              <a:pathLst>
                <a:path w="5679782" h="417687">
                  <a:moveTo>
                    <a:pt x="0" y="399446"/>
                  </a:moveTo>
                  <a:lnTo>
                    <a:pt x="71895" y="401414"/>
                  </a:lnTo>
                  <a:lnTo>
                    <a:pt x="143791" y="403302"/>
                  </a:lnTo>
                  <a:lnTo>
                    <a:pt x="215687" y="405102"/>
                  </a:lnTo>
                  <a:lnTo>
                    <a:pt x="287583" y="406812"/>
                  </a:lnTo>
                  <a:lnTo>
                    <a:pt x="359479" y="408424"/>
                  </a:lnTo>
                  <a:lnTo>
                    <a:pt x="431375" y="409932"/>
                  </a:lnTo>
                  <a:lnTo>
                    <a:pt x="503271" y="411330"/>
                  </a:lnTo>
                  <a:lnTo>
                    <a:pt x="575167" y="412612"/>
                  </a:lnTo>
                  <a:lnTo>
                    <a:pt x="647063" y="413769"/>
                  </a:lnTo>
                  <a:lnTo>
                    <a:pt x="718959" y="414794"/>
                  </a:lnTo>
                  <a:lnTo>
                    <a:pt x="790855" y="415679"/>
                  </a:lnTo>
                  <a:lnTo>
                    <a:pt x="862751" y="416415"/>
                  </a:lnTo>
                  <a:lnTo>
                    <a:pt x="934647" y="416993"/>
                  </a:lnTo>
                  <a:lnTo>
                    <a:pt x="1006543" y="417404"/>
                  </a:lnTo>
                  <a:lnTo>
                    <a:pt x="1078439" y="417639"/>
                  </a:lnTo>
                  <a:lnTo>
                    <a:pt x="1150335" y="417687"/>
                  </a:lnTo>
                  <a:lnTo>
                    <a:pt x="1222231" y="417539"/>
                  </a:lnTo>
                  <a:lnTo>
                    <a:pt x="1294127" y="417183"/>
                  </a:lnTo>
                  <a:lnTo>
                    <a:pt x="1366023" y="416611"/>
                  </a:lnTo>
                  <a:lnTo>
                    <a:pt x="1437919" y="415811"/>
                  </a:lnTo>
                  <a:lnTo>
                    <a:pt x="1509815" y="414775"/>
                  </a:lnTo>
                  <a:lnTo>
                    <a:pt x="1581711" y="413491"/>
                  </a:lnTo>
                  <a:lnTo>
                    <a:pt x="1653607" y="411951"/>
                  </a:lnTo>
                  <a:lnTo>
                    <a:pt x="1725503" y="410147"/>
                  </a:lnTo>
                  <a:lnTo>
                    <a:pt x="1797399" y="408072"/>
                  </a:lnTo>
                  <a:lnTo>
                    <a:pt x="1869295" y="405717"/>
                  </a:lnTo>
                  <a:lnTo>
                    <a:pt x="1941191" y="403079"/>
                  </a:lnTo>
                  <a:lnTo>
                    <a:pt x="2013087" y="400151"/>
                  </a:lnTo>
                  <a:lnTo>
                    <a:pt x="2084983" y="396933"/>
                  </a:lnTo>
                  <a:lnTo>
                    <a:pt x="2156879" y="393422"/>
                  </a:lnTo>
                  <a:lnTo>
                    <a:pt x="2228775" y="389617"/>
                  </a:lnTo>
                  <a:lnTo>
                    <a:pt x="2300671" y="385521"/>
                  </a:lnTo>
                  <a:lnTo>
                    <a:pt x="2372567" y="381137"/>
                  </a:lnTo>
                  <a:lnTo>
                    <a:pt x="2444463" y="376467"/>
                  </a:lnTo>
                  <a:lnTo>
                    <a:pt x="2516359" y="371518"/>
                  </a:lnTo>
                  <a:lnTo>
                    <a:pt x="2588255" y="366297"/>
                  </a:lnTo>
                  <a:lnTo>
                    <a:pt x="2660151" y="360810"/>
                  </a:lnTo>
                  <a:lnTo>
                    <a:pt x="2732047" y="355066"/>
                  </a:lnTo>
                  <a:lnTo>
                    <a:pt x="2803943" y="349074"/>
                  </a:lnTo>
                  <a:lnTo>
                    <a:pt x="2875839" y="342844"/>
                  </a:lnTo>
                  <a:lnTo>
                    <a:pt x="2947735" y="336386"/>
                  </a:lnTo>
                  <a:lnTo>
                    <a:pt x="3019631" y="329709"/>
                  </a:lnTo>
                  <a:lnTo>
                    <a:pt x="3091527" y="322825"/>
                  </a:lnTo>
                  <a:lnTo>
                    <a:pt x="3163423" y="315742"/>
                  </a:lnTo>
                  <a:lnTo>
                    <a:pt x="3235319" y="308472"/>
                  </a:lnTo>
                  <a:lnTo>
                    <a:pt x="3307215" y="301024"/>
                  </a:lnTo>
                  <a:lnTo>
                    <a:pt x="3379111" y="293408"/>
                  </a:lnTo>
                  <a:lnTo>
                    <a:pt x="3451007" y="285634"/>
                  </a:lnTo>
                  <a:lnTo>
                    <a:pt x="3522902" y="277709"/>
                  </a:lnTo>
                  <a:lnTo>
                    <a:pt x="3594798" y="269644"/>
                  </a:lnTo>
                  <a:lnTo>
                    <a:pt x="3666694" y="261445"/>
                  </a:lnTo>
                  <a:lnTo>
                    <a:pt x="3738590" y="253121"/>
                  </a:lnTo>
                  <a:lnTo>
                    <a:pt x="3810486" y="244680"/>
                  </a:lnTo>
                  <a:lnTo>
                    <a:pt x="3882382" y="236128"/>
                  </a:lnTo>
                  <a:lnTo>
                    <a:pt x="3954278" y="227471"/>
                  </a:lnTo>
                  <a:lnTo>
                    <a:pt x="4026174" y="218716"/>
                  </a:lnTo>
                  <a:lnTo>
                    <a:pt x="4098070" y="209869"/>
                  </a:lnTo>
                  <a:lnTo>
                    <a:pt x="4169966" y="200935"/>
                  </a:lnTo>
                  <a:lnTo>
                    <a:pt x="4241862" y="191920"/>
                  </a:lnTo>
                  <a:lnTo>
                    <a:pt x="4313758" y="182828"/>
                  </a:lnTo>
                  <a:lnTo>
                    <a:pt x="4385654" y="173663"/>
                  </a:lnTo>
                  <a:lnTo>
                    <a:pt x="4457550" y="164430"/>
                  </a:lnTo>
                  <a:lnTo>
                    <a:pt x="4529446" y="155132"/>
                  </a:lnTo>
                  <a:lnTo>
                    <a:pt x="4601342" y="145774"/>
                  </a:lnTo>
                  <a:lnTo>
                    <a:pt x="4673238" y="136359"/>
                  </a:lnTo>
                  <a:lnTo>
                    <a:pt x="4745134" y="126889"/>
                  </a:lnTo>
                  <a:lnTo>
                    <a:pt x="4817030" y="117369"/>
                  </a:lnTo>
                  <a:lnTo>
                    <a:pt x="4888926" y="107800"/>
                  </a:lnTo>
                  <a:lnTo>
                    <a:pt x="4960822" y="98185"/>
                  </a:lnTo>
                  <a:lnTo>
                    <a:pt x="5032718" y="88528"/>
                  </a:lnTo>
                  <a:lnTo>
                    <a:pt x="5104614" y="78829"/>
                  </a:lnTo>
                  <a:lnTo>
                    <a:pt x="5176510" y="69092"/>
                  </a:lnTo>
                  <a:lnTo>
                    <a:pt x="5248406" y="59318"/>
                  </a:lnTo>
                  <a:lnTo>
                    <a:pt x="5320302" y="49509"/>
                  </a:lnTo>
                  <a:lnTo>
                    <a:pt x="5392198" y="39667"/>
                  </a:lnTo>
                  <a:lnTo>
                    <a:pt x="5464094" y="29793"/>
                  </a:lnTo>
                  <a:lnTo>
                    <a:pt x="5535990" y="19890"/>
                  </a:lnTo>
                  <a:lnTo>
                    <a:pt x="5607886" y="9958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79750"/>
              <a:ext cx="5679782" cy="226796"/>
            </a:xfrm>
            <a:custGeom>
              <a:avLst/>
              <a:pathLst>
                <a:path w="5679782" h="226796">
                  <a:moveTo>
                    <a:pt x="5679782" y="68801"/>
                  </a:moveTo>
                  <a:lnTo>
                    <a:pt x="5607886" y="65898"/>
                  </a:lnTo>
                  <a:lnTo>
                    <a:pt x="5535990" y="63022"/>
                  </a:lnTo>
                  <a:lnTo>
                    <a:pt x="5464094" y="60175"/>
                  </a:lnTo>
                  <a:lnTo>
                    <a:pt x="5392198" y="57358"/>
                  </a:lnTo>
                  <a:lnTo>
                    <a:pt x="5320302" y="54572"/>
                  </a:lnTo>
                  <a:lnTo>
                    <a:pt x="5248406" y="51820"/>
                  </a:lnTo>
                  <a:lnTo>
                    <a:pt x="5176510" y="49102"/>
                  </a:lnTo>
                  <a:lnTo>
                    <a:pt x="5104614" y="46421"/>
                  </a:lnTo>
                  <a:lnTo>
                    <a:pt x="5032718" y="43778"/>
                  </a:lnTo>
                  <a:lnTo>
                    <a:pt x="4960822" y="41177"/>
                  </a:lnTo>
                  <a:lnTo>
                    <a:pt x="4888926" y="38619"/>
                  </a:lnTo>
                  <a:lnTo>
                    <a:pt x="4817030" y="36106"/>
                  </a:lnTo>
                  <a:lnTo>
                    <a:pt x="4745134" y="33642"/>
                  </a:lnTo>
                  <a:lnTo>
                    <a:pt x="4673238" y="31229"/>
                  </a:lnTo>
                  <a:lnTo>
                    <a:pt x="4601342" y="28869"/>
                  </a:lnTo>
                  <a:lnTo>
                    <a:pt x="4529446" y="26568"/>
                  </a:lnTo>
                  <a:lnTo>
                    <a:pt x="4457550" y="24326"/>
                  </a:lnTo>
                  <a:lnTo>
                    <a:pt x="4385654" y="22149"/>
                  </a:lnTo>
                  <a:lnTo>
                    <a:pt x="4313758" y="20041"/>
                  </a:lnTo>
                  <a:lnTo>
                    <a:pt x="4241862" y="18005"/>
                  </a:lnTo>
                  <a:lnTo>
                    <a:pt x="4169966" y="16045"/>
                  </a:lnTo>
                  <a:lnTo>
                    <a:pt x="4098070" y="14168"/>
                  </a:lnTo>
                  <a:lnTo>
                    <a:pt x="4026174" y="12377"/>
                  </a:lnTo>
                  <a:lnTo>
                    <a:pt x="3954278" y="10679"/>
                  </a:lnTo>
                  <a:lnTo>
                    <a:pt x="3882382" y="9078"/>
                  </a:lnTo>
                  <a:lnTo>
                    <a:pt x="3810486" y="7582"/>
                  </a:lnTo>
                  <a:lnTo>
                    <a:pt x="3738590" y="6197"/>
                  </a:lnTo>
                  <a:lnTo>
                    <a:pt x="3666694" y="4929"/>
                  </a:lnTo>
                  <a:lnTo>
                    <a:pt x="3594798" y="3787"/>
                  </a:lnTo>
                  <a:lnTo>
                    <a:pt x="3522902" y="2777"/>
                  </a:lnTo>
                  <a:lnTo>
                    <a:pt x="3451007" y="1909"/>
                  </a:lnTo>
                  <a:lnTo>
                    <a:pt x="3379111" y="1191"/>
                  </a:lnTo>
                  <a:lnTo>
                    <a:pt x="3307215" y="631"/>
                  </a:lnTo>
                  <a:lnTo>
                    <a:pt x="3235319" y="240"/>
                  </a:lnTo>
                  <a:lnTo>
                    <a:pt x="3163423" y="26"/>
                  </a:lnTo>
                  <a:lnTo>
                    <a:pt x="3091527" y="0"/>
                  </a:lnTo>
                  <a:lnTo>
                    <a:pt x="3019631" y="171"/>
                  </a:lnTo>
                  <a:lnTo>
                    <a:pt x="2947735" y="551"/>
                  </a:lnTo>
                  <a:lnTo>
                    <a:pt x="2875839" y="1149"/>
                  </a:lnTo>
                  <a:lnTo>
                    <a:pt x="2803943" y="1975"/>
                  </a:lnTo>
                  <a:lnTo>
                    <a:pt x="2732047" y="3039"/>
                  </a:lnTo>
                  <a:lnTo>
                    <a:pt x="2660151" y="4352"/>
                  </a:lnTo>
                  <a:lnTo>
                    <a:pt x="2588255" y="5921"/>
                  </a:lnTo>
                  <a:lnTo>
                    <a:pt x="2516359" y="7756"/>
                  </a:lnTo>
                  <a:lnTo>
                    <a:pt x="2444463" y="9863"/>
                  </a:lnTo>
                  <a:lnTo>
                    <a:pt x="2372567" y="12250"/>
                  </a:lnTo>
                  <a:lnTo>
                    <a:pt x="2300671" y="14921"/>
                  </a:lnTo>
                  <a:lnTo>
                    <a:pt x="2228775" y="17882"/>
                  </a:lnTo>
                  <a:lnTo>
                    <a:pt x="2156879" y="21133"/>
                  </a:lnTo>
                  <a:lnTo>
                    <a:pt x="2084983" y="24678"/>
                  </a:lnTo>
                  <a:lnTo>
                    <a:pt x="2013087" y="28516"/>
                  </a:lnTo>
                  <a:lnTo>
                    <a:pt x="1941191" y="32645"/>
                  </a:lnTo>
                  <a:lnTo>
                    <a:pt x="1869295" y="37063"/>
                  </a:lnTo>
                  <a:lnTo>
                    <a:pt x="1797399" y="41765"/>
                  </a:lnTo>
                  <a:lnTo>
                    <a:pt x="1725503" y="46745"/>
                  </a:lnTo>
                  <a:lnTo>
                    <a:pt x="1653607" y="51997"/>
                  </a:lnTo>
                  <a:lnTo>
                    <a:pt x="1581711" y="57514"/>
                  </a:lnTo>
                  <a:lnTo>
                    <a:pt x="1509815" y="63287"/>
                  </a:lnTo>
                  <a:lnTo>
                    <a:pt x="1437919" y="69306"/>
                  </a:lnTo>
                  <a:lnTo>
                    <a:pt x="1366023" y="75563"/>
                  </a:lnTo>
                  <a:lnTo>
                    <a:pt x="1294127" y="82046"/>
                  </a:lnTo>
                  <a:lnTo>
                    <a:pt x="1222231" y="88747"/>
                  </a:lnTo>
                  <a:lnTo>
                    <a:pt x="1150335" y="95655"/>
                  </a:lnTo>
                  <a:lnTo>
                    <a:pt x="1078439" y="102760"/>
                  </a:lnTo>
                  <a:lnTo>
                    <a:pt x="1006543" y="110051"/>
                  </a:lnTo>
                  <a:lnTo>
                    <a:pt x="934647" y="117518"/>
                  </a:lnTo>
                  <a:lnTo>
                    <a:pt x="862751" y="125153"/>
                  </a:lnTo>
                  <a:lnTo>
                    <a:pt x="790855" y="132945"/>
                  </a:lnTo>
                  <a:lnTo>
                    <a:pt x="718959" y="140886"/>
                  </a:lnTo>
                  <a:lnTo>
                    <a:pt x="647063" y="148967"/>
                  </a:lnTo>
                  <a:lnTo>
                    <a:pt x="575167" y="157180"/>
                  </a:lnTo>
                  <a:lnTo>
                    <a:pt x="503271" y="165518"/>
                  </a:lnTo>
                  <a:lnTo>
                    <a:pt x="431375" y="173972"/>
                  </a:lnTo>
                  <a:lnTo>
                    <a:pt x="359479" y="182537"/>
                  </a:lnTo>
                  <a:lnTo>
                    <a:pt x="287583" y="191205"/>
                  </a:lnTo>
                  <a:lnTo>
                    <a:pt x="215687" y="199971"/>
                  </a:lnTo>
                  <a:lnTo>
                    <a:pt x="143791" y="208828"/>
                  </a:lnTo>
                  <a:lnTo>
                    <a:pt x="71895" y="217771"/>
                  </a:lnTo>
                  <a:lnTo>
                    <a:pt x="0" y="22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51549"/>
              <a:ext cx="5679782" cy="278720"/>
            </a:xfrm>
            <a:custGeom>
              <a:avLst/>
              <a:pathLst>
                <a:path w="5679782" h="278720">
                  <a:moveTo>
                    <a:pt x="0" y="278720"/>
                  </a:moveTo>
                  <a:lnTo>
                    <a:pt x="71895" y="275192"/>
                  </a:lnTo>
                  <a:lnTo>
                    <a:pt x="143791" y="271664"/>
                  </a:lnTo>
                  <a:lnTo>
                    <a:pt x="215687" y="268136"/>
                  </a:lnTo>
                  <a:lnTo>
                    <a:pt x="287583" y="264608"/>
                  </a:lnTo>
                  <a:lnTo>
                    <a:pt x="359479" y="261080"/>
                  </a:lnTo>
                  <a:lnTo>
                    <a:pt x="431375" y="257552"/>
                  </a:lnTo>
                  <a:lnTo>
                    <a:pt x="503271" y="254024"/>
                  </a:lnTo>
                  <a:lnTo>
                    <a:pt x="575167" y="250496"/>
                  </a:lnTo>
                  <a:lnTo>
                    <a:pt x="647063" y="246967"/>
                  </a:lnTo>
                  <a:lnTo>
                    <a:pt x="718959" y="243439"/>
                  </a:lnTo>
                  <a:lnTo>
                    <a:pt x="790855" y="239911"/>
                  </a:lnTo>
                  <a:lnTo>
                    <a:pt x="862751" y="236383"/>
                  </a:lnTo>
                  <a:lnTo>
                    <a:pt x="934647" y="232855"/>
                  </a:lnTo>
                  <a:lnTo>
                    <a:pt x="1006543" y="229327"/>
                  </a:lnTo>
                  <a:lnTo>
                    <a:pt x="1078439" y="225799"/>
                  </a:lnTo>
                  <a:lnTo>
                    <a:pt x="1150335" y="222271"/>
                  </a:lnTo>
                  <a:lnTo>
                    <a:pt x="1222231" y="218743"/>
                  </a:lnTo>
                  <a:lnTo>
                    <a:pt x="1294127" y="215214"/>
                  </a:lnTo>
                  <a:lnTo>
                    <a:pt x="1366023" y="211686"/>
                  </a:lnTo>
                  <a:lnTo>
                    <a:pt x="1437919" y="208158"/>
                  </a:lnTo>
                  <a:lnTo>
                    <a:pt x="1509815" y="204630"/>
                  </a:lnTo>
                  <a:lnTo>
                    <a:pt x="1581711" y="201102"/>
                  </a:lnTo>
                  <a:lnTo>
                    <a:pt x="1653607" y="197574"/>
                  </a:lnTo>
                  <a:lnTo>
                    <a:pt x="1725503" y="194046"/>
                  </a:lnTo>
                  <a:lnTo>
                    <a:pt x="1797399" y="190518"/>
                  </a:lnTo>
                  <a:lnTo>
                    <a:pt x="1869295" y="186990"/>
                  </a:lnTo>
                  <a:lnTo>
                    <a:pt x="1941191" y="183461"/>
                  </a:lnTo>
                  <a:lnTo>
                    <a:pt x="2013087" y="179933"/>
                  </a:lnTo>
                  <a:lnTo>
                    <a:pt x="2084983" y="176405"/>
                  </a:lnTo>
                  <a:lnTo>
                    <a:pt x="2156879" y="172877"/>
                  </a:lnTo>
                  <a:lnTo>
                    <a:pt x="2228775" y="169349"/>
                  </a:lnTo>
                  <a:lnTo>
                    <a:pt x="2300671" y="165821"/>
                  </a:lnTo>
                  <a:lnTo>
                    <a:pt x="2372567" y="162293"/>
                  </a:lnTo>
                  <a:lnTo>
                    <a:pt x="2444463" y="158765"/>
                  </a:lnTo>
                  <a:lnTo>
                    <a:pt x="2516359" y="155236"/>
                  </a:lnTo>
                  <a:lnTo>
                    <a:pt x="2588255" y="151708"/>
                  </a:lnTo>
                  <a:lnTo>
                    <a:pt x="2660151" y="148180"/>
                  </a:lnTo>
                  <a:lnTo>
                    <a:pt x="2732047" y="144652"/>
                  </a:lnTo>
                  <a:lnTo>
                    <a:pt x="2803943" y="141124"/>
                  </a:lnTo>
                  <a:lnTo>
                    <a:pt x="2875839" y="137596"/>
                  </a:lnTo>
                  <a:lnTo>
                    <a:pt x="2947735" y="134068"/>
                  </a:lnTo>
                  <a:lnTo>
                    <a:pt x="3019631" y="130540"/>
                  </a:lnTo>
                  <a:lnTo>
                    <a:pt x="3091527" y="127012"/>
                  </a:lnTo>
                  <a:lnTo>
                    <a:pt x="3163423" y="123483"/>
                  </a:lnTo>
                  <a:lnTo>
                    <a:pt x="3235319" y="119955"/>
                  </a:lnTo>
                  <a:lnTo>
                    <a:pt x="3307215" y="116427"/>
                  </a:lnTo>
                  <a:lnTo>
                    <a:pt x="3379111" y="112899"/>
                  </a:lnTo>
                  <a:lnTo>
                    <a:pt x="3451007" y="109371"/>
                  </a:lnTo>
                  <a:lnTo>
                    <a:pt x="3522902" y="105843"/>
                  </a:lnTo>
                  <a:lnTo>
                    <a:pt x="3594798" y="102315"/>
                  </a:lnTo>
                  <a:lnTo>
                    <a:pt x="3666694" y="98787"/>
                  </a:lnTo>
                  <a:lnTo>
                    <a:pt x="3738590" y="95259"/>
                  </a:lnTo>
                  <a:lnTo>
                    <a:pt x="3810486" y="91730"/>
                  </a:lnTo>
                  <a:lnTo>
                    <a:pt x="3882382" y="88202"/>
                  </a:lnTo>
                  <a:lnTo>
                    <a:pt x="3954278" y="84674"/>
                  </a:lnTo>
                  <a:lnTo>
                    <a:pt x="4026174" y="81146"/>
                  </a:lnTo>
                  <a:lnTo>
                    <a:pt x="4098070" y="77618"/>
                  </a:lnTo>
                  <a:lnTo>
                    <a:pt x="4169966" y="74090"/>
                  </a:lnTo>
                  <a:lnTo>
                    <a:pt x="4241862" y="70562"/>
                  </a:lnTo>
                  <a:lnTo>
                    <a:pt x="4313758" y="67034"/>
                  </a:lnTo>
                  <a:lnTo>
                    <a:pt x="4385654" y="63506"/>
                  </a:lnTo>
                  <a:lnTo>
                    <a:pt x="4457550" y="59977"/>
                  </a:lnTo>
                  <a:lnTo>
                    <a:pt x="4529446" y="56449"/>
                  </a:lnTo>
                  <a:lnTo>
                    <a:pt x="4601342" y="52921"/>
                  </a:lnTo>
                  <a:lnTo>
                    <a:pt x="4673238" y="49393"/>
                  </a:lnTo>
                  <a:lnTo>
                    <a:pt x="4745134" y="45865"/>
                  </a:lnTo>
                  <a:lnTo>
                    <a:pt x="4817030" y="42337"/>
                  </a:lnTo>
                  <a:lnTo>
                    <a:pt x="4888926" y="38809"/>
                  </a:lnTo>
                  <a:lnTo>
                    <a:pt x="4960822" y="35281"/>
                  </a:lnTo>
                  <a:lnTo>
                    <a:pt x="5032718" y="31753"/>
                  </a:lnTo>
                  <a:lnTo>
                    <a:pt x="5104614" y="28224"/>
                  </a:lnTo>
                  <a:lnTo>
                    <a:pt x="5176510" y="24696"/>
                  </a:lnTo>
                  <a:lnTo>
                    <a:pt x="5248406" y="21168"/>
                  </a:lnTo>
                  <a:lnTo>
                    <a:pt x="5320302" y="17640"/>
                  </a:lnTo>
                  <a:lnTo>
                    <a:pt x="5392198" y="14112"/>
                  </a:lnTo>
                  <a:lnTo>
                    <a:pt x="5464094" y="10584"/>
                  </a:lnTo>
                  <a:lnTo>
                    <a:pt x="5535990" y="7056"/>
                  </a:lnTo>
                  <a:lnTo>
                    <a:pt x="5607886" y="3528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279691" y="455028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279691" y="43540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79691" y="435378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8757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863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8304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3018" y="42666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863018" y="37335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863018" y="40067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7943" y="463746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7943" y="42016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7943" y="45236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180427" y="34338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180427" y="36909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180427" y="37310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607387" y="369147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07387" y="39212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07387" y="40370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571978" y="52976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571978" y="54922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571978" y="53340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7021" y="54193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007021" y="53335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007021" y="54239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892664"/>
              <a:ext cx="5679782" cy="1331649"/>
            </a:xfrm>
            <a:custGeom>
              <a:avLst/>
              <a:pathLst>
                <a:path w="5679782" h="1331649">
                  <a:moveTo>
                    <a:pt x="0" y="0"/>
                  </a:moveTo>
                  <a:lnTo>
                    <a:pt x="71895" y="11921"/>
                  </a:lnTo>
                  <a:lnTo>
                    <a:pt x="143791" y="23710"/>
                  </a:lnTo>
                  <a:lnTo>
                    <a:pt x="215687" y="35359"/>
                  </a:lnTo>
                  <a:lnTo>
                    <a:pt x="287583" y="46858"/>
                  </a:lnTo>
                  <a:lnTo>
                    <a:pt x="359479" y="58199"/>
                  </a:lnTo>
                  <a:lnTo>
                    <a:pt x="431375" y="69370"/>
                  </a:lnTo>
                  <a:lnTo>
                    <a:pt x="503271" y="80362"/>
                  </a:lnTo>
                  <a:lnTo>
                    <a:pt x="575167" y="91164"/>
                  </a:lnTo>
                  <a:lnTo>
                    <a:pt x="647063" y="101762"/>
                  </a:lnTo>
                  <a:lnTo>
                    <a:pt x="718959" y="112146"/>
                  </a:lnTo>
                  <a:lnTo>
                    <a:pt x="790855" y="122300"/>
                  </a:lnTo>
                  <a:lnTo>
                    <a:pt x="862751" y="132212"/>
                  </a:lnTo>
                  <a:lnTo>
                    <a:pt x="934647" y="141867"/>
                  </a:lnTo>
                  <a:lnTo>
                    <a:pt x="1006543" y="151250"/>
                  </a:lnTo>
                  <a:lnTo>
                    <a:pt x="1078439" y="160344"/>
                  </a:lnTo>
                  <a:lnTo>
                    <a:pt x="1150335" y="169134"/>
                  </a:lnTo>
                  <a:lnTo>
                    <a:pt x="1222231" y="177604"/>
                  </a:lnTo>
                  <a:lnTo>
                    <a:pt x="1294127" y="185737"/>
                  </a:lnTo>
                  <a:lnTo>
                    <a:pt x="1366023" y="193515"/>
                  </a:lnTo>
                  <a:lnTo>
                    <a:pt x="1437919" y="200923"/>
                  </a:lnTo>
                  <a:lnTo>
                    <a:pt x="1509815" y="207944"/>
                  </a:lnTo>
                  <a:lnTo>
                    <a:pt x="1581711" y="214562"/>
                  </a:lnTo>
                  <a:lnTo>
                    <a:pt x="1653607" y="220764"/>
                  </a:lnTo>
                  <a:lnTo>
                    <a:pt x="1725503" y="226534"/>
                  </a:lnTo>
                  <a:lnTo>
                    <a:pt x="1797399" y="231860"/>
                  </a:lnTo>
                  <a:lnTo>
                    <a:pt x="1869295" y="236733"/>
                  </a:lnTo>
                  <a:lnTo>
                    <a:pt x="1941191" y="241142"/>
                  </a:lnTo>
                  <a:lnTo>
                    <a:pt x="2013087" y="245080"/>
                  </a:lnTo>
                  <a:lnTo>
                    <a:pt x="2084983" y="248544"/>
                  </a:lnTo>
                  <a:lnTo>
                    <a:pt x="2156879" y="251529"/>
                  </a:lnTo>
                  <a:lnTo>
                    <a:pt x="2228775" y="254037"/>
                  </a:lnTo>
                  <a:lnTo>
                    <a:pt x="2300671" y="256070"/>
                  </a:lnTo>
                  <a:lnTo>
                    <a:pt x="2372567" y="257631"/>
                  </a:lnTo>
                  <a:lnTo>
                    <a:pt x="2444463" y="258728"/>
                  </a:lnTo>
                  <a:lnTo>
                    <a:pt x="2516359" y="259370"/>
                  </a:lnTo>
                  <a:lnTo>
                    <a:pt x="2588255" y="259566"/>
                  </a:lnTo>
                  <a:lnTo>
                    <a:pt x="2660151" y="259330"/>
                  </a:lnTo>
                  <a:lnTo>
                    <a:pt x="2732047" y="258676"/>
                  </a:lnTo>
                  <a:lnTo>
                    <a:pt x="2803943" y="257617"/>
                  </a:lnTo>
                  <a:lnTo>
                    <a:pt x="2875839" y="256169"/>
                  </a:lnTo>
                  <a:lnTo>
                    <a:pt x="2947735" y="254349"/>
                  </a:lnTo>
                  <a:lnTo>
                    <a:pt x="3019631" y="252173"/>
                  </a:lnTo>
                  <a:lnTo>
                    <a:pt x="3091527" y="249658"/>
                  </a:lnTo>
                  <a:lnTo>
                    <a:pt x="3163423" y="246820"/>
                  </a:lnTo>
                  <a:lnTo>
                    <a:pt x="3235319" y="243676"/>
                  </a:lnTo>
                  <a:lnTo>
                    <a:pt x="3307215" y="240243"/>
                  </a:lnTo>
                  <a:lnTo>
                    <a:pt x="3379111" y="236535"/>
                  </a:lnTo>
                  <a:lnTo>
                    <a:pt x="3451007" y="232568"/>
                  </a:lnTo>
                  <a:lnTo>
                    <a:pt x="3522902" y="228357"/>
                  </a:lnTo>
                  <a:lnTo>
                    <a:pt x="3594798" y="223916"/>
                  </a:lnTo>
                  <a:lnTo>
                    <a:pt x="3666694" y="219258"/>
                  </a:lnTo>
                  <a:lnTo>
                    <a:pt x="3738590" y="214396"/>
                  </a:lnTo>
                  <a:lnTo>
                    <a:pt x="3810486" y="209342"/>
                  </a:lnTo>
                  <a:lnTo>
                    <a:pt x="3882382" y="204107"/>
                  </a:lnTo>
                  <a:lnTo>
                    <a:pt x="3954278" y="198703"/>
                  </a:lnTo>
                  <a:lnTo>
                    <a:pt x="4026174" y="193138"/>
                  </a:lnTo>
                  <a:lnTo>
                    <a:pt x="4098070" y="187423"/>
                  </a:lnTo>
                  <a:lnTo>
                    <a:pt x="4169966" y="181566"/>
                  </a:lnTo>
                  <a:lnTo>
                    <a:pt x="4241862" y="175576"/>
                  </a:lnTo>
                  <a:lnTo>
                    <a:pt x="4313758" y="169460"/>
                  </a:lnTo>
                  <a:lnTo>
                    <a:pt x="4385654" y="163226"/>
                  </a:lnTo>
                  <a:lnTo>
                    <a:pt x="4457550" y="156881"/>
                  </a:lnTo>
                  <a:lnTo>
                    <a:pt x="4529446" y="150432"/>
                  </a:lnTo>
                  <a:lnTo>
                    <a:pt x="4601342" y="143883"/>
                  </a:lnTo>
                  <a:lnTo>
                    <a:pt x="4673238" y="137241"/>
                  </a:lnTo>
                  <a:lnTo>
                    <a:pt x="4745134" y="130510"/>
                  </a:lnTo>
                  <a:lnTo>
                    <a:pt x="4817030" y="123696"/>
                  </a:lnTo>
                  <a:lnTo>
                    <a:pt x="4888926" y="116804"/>
                  </a:lnTo>
                  <a:lnTo>
                    <a:pt x="4960822" y="109837"/>
                  </a:lnTo>
                  <a:lnTo>
                    <a:pt x="5032718" y="102800"/>
                  </a:lnTo>
                  <a:lnTo>
                    <a:pt x="5104614" y="95696"/>
                  </a:lnTo>
                  <a:lnTo>
                    <a:pt x="5176510" y="88529"/>
                  </a:lnTo>
                  <a:lnTo>
                    <a:pt x="5248406" y="81302"/>
                  </a:lnTo>
                  <a:lnTo>
                    <a:pt x="5320302" y="74018"/>
                  </a:lnTo>
                  <a:lnTo>
                    <a:pt x="5392198" y="66680"/>
                  </a:lnTo>
                  <a:lnTo>
                    <a:pt x="5464094" y="59291"/>
                  </a:lnTo>
                  <a:lnTo>
                    <a:pt x="5535990" y="51853"/>
                  </a:lnTo>
                  <a:lnTo>
                    <a:pt x="5607886" y="44369"/>
                  </a:lnTo>
                  <a:lnTo>
                    <a:pt x="5679782" y="36840"/>
                  </a:lnTo>
                  <a:lnTo>
                    <a:pt x="5679782" y="1331649"/>
                  </a:lnTo>
                  <a:lnTo>
                    <a:pt x="5607886" y="1318204"/>
                  </a:lnTo>
                  <a:lnTo>
                    <a:pt x="5535990" y="1304803"/>
                  </a:lnTo>
                  <a:lnTo>
                    <a:pt x="5464094" y="1291448"/>
                  </a:lnTo>
                  <a:lnTo>
                    <a:pt x="5392198" y="1278142"/>
                  </a:lnTo>
                  <a:lnTo>
                    <a:pt x="5320302" y="1264888"/>
                  </a:lnTo>
                  <a:lnTo>
                    <a:pt x="5248406" y="1251687"/>
                  </a:lnTo>
                  <a:lnTo>
                    <a:pt x="5176510" y="1238543"/>
                  </a:lnTo>
                  <a:lnTo>
                    <a:pt x="5104614" y="1225459"/>
                  </a:lnTo>
                  <a:lnTo>
                    <a:pt x="5032718" y="1212439"/>
                  </a:lnTo>
                  <a:lnTo>
                    <a:pt x="4960822" y="1199485"/>
                  </a:lnTo>
                  <a:lnTo>
                    <a:pt x="4888926" y="1186601"/>
                  </a:lnTo>
                  <a:lnTo>
                    <a:pt x="4817030" y="1173792"/>
                  </a:lnTo>
                  <a:lnTo>
                    <a:pt x="4745134" y="1161061"/>
                  </a:lnTo>
                  <a:lnTo>
                    <a:pt x="4673238" y="1148414"/>
                  </a:lnTo>
                  <a:lnTo>
                    <a:pt x="4601342" y="1135855"/>
                  </a:lnTo>
                  <a:lnTo>
                    <a:pt x="4529446" y="1123390"/>
                  </a:lnTo>
                  <a:lnTo>
                    <a:pt x="4457550" y="1111023"/>
                  </a:lnTo>
                  <a:lnTo>
                    <a:pt x="4385654" y="1098761"/>
                  </a:lnTo>
                  <a:lnTo>
                    <a:pt x="4313758" y="1086611"/>
                  </a:lnTo>
                  <a:lnTo>
                    <a:pt x="4241862" y="1074579"/>
                  </a:lnTo>
                  <a:lnTo>
                    <a:pt x="4169966" y="1062672"/>
                  </a:lnTo>
                  <a:lnTo>
                    <a:pt x="4098070" y="1050898"/>
                  </a:lnTo>
                  <a:lnTo>
                    <a:pt x="4026174" y="1039266"/>
                  </a:lnTo>
                  <a:lnTo>
                    <a:pt x="3954278" y="1027785"/>
                  </a:lnTo>
                  <a:lnTo>
                    <a:pt x="3882382" y="1016463"/>
                  </a:lnTo>
                  <a:lnTo>
                    <a:pt x="3810486" y="1005311"/>
                  </a:lnTo>
                  <a:lnTo>
                    <a:pt x="3738590" y="994340"/>
                  </a:lnTo>
                  <a:lnTo>
                    <a:pt x="3666694" y="983562"/>
                  </a:lnTo>
                  <a:lnTo>
                    <a:pt x="3594798" y="972987"/>
                  </a:lnTo>
                  <a:lnTo>
                    <a:pt x="3522902" y="962629"/>
                  </a:lnTo>
                  <a:lnTo>
                    <a:pt x="3451007" y="952502"/>
                  </a:lnTo>
                  <a:lnTo>
                    <a:pt x="3379111" y="942618"/>
                  </a:lnTo>
                  <a:lnTo>
                    <a:pt x="3307215" y="932994"/>
                  </a:lnTo>
                  <a:lnTo>
                    <a:pt x="3235319" y="923643"/>
                  </a:lnTo>
                  <a:lnTo>
                    <a:pt x="3163423" y="914583"/>
                  </a:lnTo>
                  <a:lnTo>
                    <a:pt x="3091527" y="905828"/>
                  </a:lnTo>
                  <a:lnTo>
                    <a:pt x="3019631" y="897396"/>
                  </a:lnTo>
                  <a:lnTo>
                    <a:pt x="2947735" y="889303"/>
                  </a:lnTo>
                  <a:lnTo>
                    <a:pt x="2875839" y="881567"/>
                  </a:lnTo>
                  <a:lnTo>
                    <a:pt x="2803943" y="874202"/>
                  </a:lnTo>
                  <a:lnTo>
                    <a:pt x="2732047" y="867226"/>
                  </a:lnTo>
                  <a:lnTo>
                    <a:pt x="2660151" y="860655"/>
                  </a:lnTo>
                  <a:lnTo>
                    <a:pt x="2588255" y="854502"/>
                  </a:lnTo>
                  <a:lnTo>
                    <a:pt x="2516359" y="848782"/>
                  </a:lnTo>
                  <a:lnTo>
                    <a:pt x="2444463" y="843507"/>
                  </a:lnTo>
                  <a:lnTo>
                    <a:pt x="2372567" y="838687"/>
                  </a:lnTo>
                  <a:lnTo>
                    <a:pt x="2300671" y="834332"/>
                  </a:lnTo>
                  <a:lnTo>
                    <a:pt x="2228775" y="830448"/>
                  </a:lnTo>
                  <a:lnTo>
                    <a:pt x="2156879" y="827039"/>
                  </a:lnTo>
                  <a:lnTo>
                    <a:pt x="2084983" y="824108"/>
                  </a:lnTo>
                  <a:lnTo>
                    <a:pt x="2013087" y="821654"/>
                  </a:lnTo>
                  <a:lnTo>
                    <a:pt x="1941191" y="819676"/>
                  </a:lnTo>
                  <a:lnTo>
                    <a:pt x="1869295" y="818168"/>
                  </a:lnTo>
                  <a:lnTo>
                    <a:pt x="1797399" y="817124"/>
                  </a:lnTo>
                  <a:lnTo>
                    <a:pt x="1725503" y="816534"/>
                  </a:lnTo>
                  <a:lnTo>
                    <a:pt x="1653607" y="816387"/>
                  </a:lnTo>
                  <a:lnTo>
                    <a:pt x="1581711" y="816671"/>
                  </a:lnTo>
                  <a:lnTo>
                    <a:pt x="1509815" y="817373"/>
                  </a:lnTo>
                  <a:lnTo>
                    <a:pt x="1437919" y="818477"/>
                  </a:lnTo>
                  <a:lnTo>
                    <a:pt x="1366023" y="819968"/>
                  </a:lnTo>
                  <a:lnTo>
                    <a:pt x="1294127" y="821830"/>
                  </a:lnTo>
                  <a:lnTo>
                    <a:pt x="1222231" y="824046"/>
                  </a:lnTo>
                  <a:lnTo>
                    <a:pt x="1150335" y="826599"/>
                  </a:lnTo>
                  <a:lnTo>
                    <a:pt x="1078439" y="829472"/>
                  </a:lnTo>
                  <a:lnTo>
                    <a:pt x="1006543" y="832650"/>
                  </a:lnTo>
                  <a:lnTo>
                    <a:pt x="934647" y="836116"/>
                  </a:lnTo>
                  <a:lnTo>
                    <a:pt x="862751" y="839854"/>
                  </a:lnTo>
                  <a:lnTo>
                    <a:pt x="790855" y="843849"/>
                  </a:lnTo>
                  <a:lnTo>
                    <a:pt x="718959" y="848087"/>
                  </a:lnTo>
                  <a:lnTo>
                    <a:pt x="647063" y="852554"/>
                  </a:lnTo>
                  <a:lnTo>
                    <a:pt x="575167" y="857235"/>
                  </a:lnTo>
                  <a:lnTo>
                    <a:pt x="503271" y="862120"/>
                  </a:lnTo>
                  <a:lnTo>
                    <a:pt x="431375" y="867195"/>
                  </a:lnTo>
                  <a:lnTo>
                    <a:pt x="359479" y="872450"/>
                  </a:lnTo>
                  <a:lnTo>
                    <a:pt x="287583" y="877874"/>
                  </a:lnTo>
                  <a:lnTo>
                    <a:pt x="215687" y="883456"/>
                  </a:lnTo>
                  <a:lnTo>
                    <a:pt x="143791" y="889188"/>
                  </a:lnTo>
                  <a:lnTo>
                    <a:pt x="71895" y="895061"/>
                  </a:lnTo>
                  <a:lnTo>
                    <a:pt x="0" y="901065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892664"/>
              <a:ext cx="5679782" cy="259566"/>
            </a:xfrm>
            <a:custGeom>
              <a:avLst/>
              <a:pathLst>
                <a:path w="5679782" h="259566">
                  <a:moveTo>
                    <a:pt x="0" y="0"/>
                  </a:moveTo>
                  <a:lnTo>
                    <a:pt x="71895" y="11921"/>
                  </a:lnTo>
                  <a:lnTo>
                    <a:pt x="143791" y="23710"/>
                  </a:lnTo>
                  <a:lnTo>
                    <a:pt x="215687" y="35359"/>
                  </a:lnTo>
                  <a:lnTo>
                    <a:pt x="287583" y="46858"/>
                  </a:lnTo>
                  <a:lnTo>
                    <a:pt x="359479" y="58199"/>
                  </a:lnTo>
                  <a:lnTo>
                    <a:pt x="431375" y="69370"/>
                  </a:lnTo>
                  <a:lnTo>
                    <a:pt x="503271" y="80362"/>
                  </a:lnTo>
                  <a:lnTo>
                    <a:pt x="575167" y="91164"/>
                  </a:lnTo>
                  <a:lnTo>
                    <a:pt x="647063" y="101762"/>
                  </a:lnTo>
                  <a:lnTo>
                    <a:pt x="718959" y="112146"/>
                  </a:lnTo>
                  <a:lnTo>
                    <a:pt x="790855" y="122300"/>
                  </a:lnTo>
                  <a:lnTo>
                    <a:pt x="862751" y="132212"/>
                  </a:lnTo>
                  <a:lnTo>
                    <a:pt x="934647" y="141867"/>
                  </a:lnTo>
                  <a:lnTo>
                    <a:pt x="1006543" y="151250"/>
                  </a:lnTo>
                  <a:lnTo>
                    <a:pt x="1078439" y="160344"/>
                  </a:lnTo>
                  <a:lnTo>
                    <a:pt x="1150335" y="169134"/>
                  </a:lnTo>
                  <a:lnTo>
                    <a:pt x="1222231" y="177604"/>
                  </a:lnTo>
                  <a:lnTo>
                    <a:pt x="1294127" y="185737"/>
                  </a:lnTo>
                  <a:lnTo>
                    <a:pt x="1366023" y="193515"/>
                  </a:lnTo>
                  <a:lnTo>
                    <a:pt x="1437919" y="200923"/>
                  </a:lnTo>
                  <a:lnTo>
                    <a:pt x="1509815" y="207944"/>
                  </a:lnTo>
                  <a:lnTo>
                    <a:pt x="1581711" y="214562"/>
                  </a:lnTo>
                  <a:lnTo>
                    <a:pt x="1653607" y="220764"/>
                  </a:lnTo>
                  <a:lnTo>
                    <a:pt x="1725503" y="226534"/>
                  </a:lnTo>
                  <a:lnTo>
                    <a:pt x="1797399" y="231860"/>
                  </a:lnTo>
                  <a:lnTo>
                    <a:pt x="1869295" y="236733"/>
                  </a:lnTo>
                  <a:lnTo>
                    <a:pt x="1941191" y="241142"/>
                  </a:lnTo>
                  <a:lnTo>
                    <a:pt x="2013087" y="245080"/>
                  </a:lnTo>
                  <a:lnTo>
                    <a:pt x="2084983" y="248544"/>
                  </a:lnTo>
                  <a:lnTo>
                    <a:pt x="2156879" y="251529"/>
                  </a:lnTo>
                  <a:lnTo>
                    <a:pt x="2228775" y="254037"/>
                  </a:lnTo>
                  <a:lnTo>
                    <a:pt x="2300671" y="256070"/>
                  </a:lnTo>
                  <a:lnTo>
                    <a:pt x="2372567" y="257631"/>
                  </a:lnTo>
                  <a:lnTo>
                    <a:pt x="2444463" y="258728"/>
                  </a:lnTo>
                  <a:lnTo>
                    <a:pt x="2516359" y="259370"/>
                  </a:lnTo>
                  <a:lnTo>
                    <a:pt x="2588255" y="259566"/>
                  </a:lnTo>
                  <a:lnTo>
                    <a:pt x="2660151" y="259330"/>
                  </a:lnTo>
                  <a:lnTo>
                    <a:pt x="2732047" y="258676"/>
                  </a:lnTo>
                  <a:lnTo>
                    <a:pt x="2803943" y="257617"/>
                  </a:lnTo>
                  <a:lnTo>
                    <a:pt x="2875839" y="256169"/>
                  </a:lnTo>
                  <a:lnTo>
                    <a:pt x="2947735" y="254349"/>
                  </a:lnTo>
                  <a:lnTo>
                    <a:pt x="3019631" y="252173"/>
                  </a:lnTo>
                  <a:lnTo>
                    <a:pt x="3091527" y="249658"/>
                  </a:lnTo>
                  <a:lnTo>
                    <a:pt x="3163423" y="246820"/>
                  </a:lnTo>
                  <a:lnTo>
                    <a:pt x="3235319" y="243676"/>
                  </a:lnTo>
                  <a:lnTo>
                    <a:pt x="3307215" y="240243"/>
                  </a:lnTo>
                  <a:lnTo>
                    <a:pt x="3379111" y="236535"/>
                  </a:lnTo>
                  <a:lnTo>
                    <a:pt x="3451007" y="232568"/>
                  </a:lnTo>
                  <a:lnTo>
                    <a:pt x="3522902" y="228357"/>
                  </a:lnTo>
                  <a:lnTo>
                    <a:pt x="3594798" y="223916"/>
                  </a:lnTo>
                  <a:lnTo>
                    <a:pt x="3666694" y="219258"/>
                  </a:lnTo>
                  <a:lnTo>
                    <a:pt x="3738590" y="214396"/>
                  </a:lnTo>
                  <a:lnTo>
                    <a:pt x="3810486" y="209342"/>
                  </a:lnTo>
                  <a:lnTo>
                    <a:pt x="3882382" y="204107"/>
                  </a:lnTo>
                  <a:lnTo>
                    <a:pt x="3954278" y="198703"/>
                  </a:lnTo>
                  <a:lnTo>
                    <a:pt x="4026174" y="193138"/>
                  </a:lnTo>
                  <a:lnTo>
                    <a:pt x="4098070" y="187423"/>
                  </a:lnTo>
                  <a:lnTo>
                    <a:pt x="4169966" y="181566"/>
                  </a:lnTo>
                  <a:lnTo>
                    <a:pt x="4241862" y="175576"/>
                  </a:lnTo>
                  <a:lnTo>
                    <a:pt x="4313758" y="169460"/>
                  </a:lnTo>
                  <a:lnTo>
                    <a:pt x="4385654" y="163226"/>
                  </a:lnTo>
                  <a:lnTo>
                    <a:pt x="4457550" y="156881"/>
                  </a:lnTo>
                  <a:lnTo>
                    <a:pt x="4529446" y="150432"/>
                  </a:lnTo>
                  <a:lnTo>
                    <a:pt x="4601342" y="143883"/>
                  </a:lnTo>
                  <a:lnTo>
                    <a:pt x="4673238" y="137241"/>
                  </a:lnTo>
                  <a:lnTo>
                    <a:pt x="4745134" y="130510"/>
                  </a:lnTo>
                  <a:lnTo>
                    <a:pt x="4817030" y="123696"/>
                  </a:lnTo>
                  <a:lnTo>
                    <a:pt x="4888926" y="116804"/>
                  </a:lnTo>
                  <a:lnTo>
                    <a:pt x="4960822" y="109837"/>
                  </a:lnTo>
                  <a:lnTo>
                    <a:pt x="5032718" y="102800"/>
                  </a:lnTo>
                  <a:lnTo>
                    <a:pt x="5104614" y="95696"/>
                  </a:lnTo>
                  <a:lnTo>
                    <a:pt x="5176510" y="88529"/>
                  </a:lnTo>
                  <a:lnTo>
                    <a:pt x="5248406" y="81302"/>
                  </a:lnTo>
                  <a:lnTo>
                    <a:pt x="5320302" y="74018"/>
                  </a:lnTo>
                  <a:lnTo>
                    <a:pt x="5392198" y="66680"/>
                  </a:lnTo>
                  <a:lnTo>
                    <a:pt x="5464094" y="59291"/>
                  </a:lnTo>
                  <a:lnTo>
                    <a:pt x="5535990" y="51853"/>
                  </a:lnTo>
                  <a:lnTo>
                    <a:pt x="5607886" y="44369"/>
                  </a:lnTo>
                  <a:lnTo>
                    <a:pt x="5679782" y="368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709052"/>
              <a:ext cx="5679782" cy="515262"/>
            </a:xfrm>
            <a:custGeom>
              <a:avLst/>
              <a:pathLst>
                <a:path w="5679782" h="515262">
                  <a:moveTo>
                    <a:pt x="5679782" y="515262"/>
                  </a:moveTo>
                  <a:lnTo>
                    <a:pt x="5607886" y="501817"/>
                  </a:lnTo>
                  <a:lnTo>
                    <a:pt x="5535990" y="488416"/>
                  </a:lnTo>
                  <a:lnTo>
                    <a:pt x="5464094" y="475061"/>
                  </a:lnTo>
                  <a:lnTo>
                    <a:pt x="5392198" y="461755"/>
                  </a:lnTo>
                  <a:lnTo>
                    <a:pt x="5320302" y="448500"/>
                  </a:lnTo>
                  <a:lnTo>
                    <a:pt x="5248406" y="435300"/>
                  </a:lnTo>
                  <a:lnTo>
                    <a:pt x="5176510" y="422156"/>
                  </a:lnTo>
                  <a:lnTo>
                    <a:pt x="5104614" y="409072"/>
                  </a:lnTo>
                  <a:lnTo>
                    <a:pt x="5032718" y="396051"/>
                  </a:lnTo>
                  <a:lnTo>
                    <a:pt x="4960822" y="383097"/>
                  </a:lnTo>
                  <a:lnTo>
                    <a:pt x="4888926" y="370214"/>
                  </a:lnTo>
                  <a:lnTo>
                    <a:pt x="4817030" y="357404"/>
                  </a:lnTo>
                  <a:lnTo>
                    <a:pt x="4745134" y="344674"/>
                  </a:lnTo>
                  <a:lnTo>
                    <a:pt x="4673238" y="332027"/>
                  </a:lnTo>
                  <a:lnTo>
                    <a:pt x="4601342" y="319468"/>
                  </a:lnTo>
                  <a:lnTo>
                    <a:pt x="4529446" y="307002"/>
                  </a:lnTo>
                  <a:lnTo>
                    <a:pt x="4457550" y="294636"/>
                  </a:lnTo>
                  <a:lnTo>
                    <a:pt x="4385654" y="282374"/>
                  </a:lnTo>
                  <a:lnTo>
                    <a:pt x="4313758" y="270223"/>
                  </a:lnTo>
                  <a:lnTo>
                    <a:pt x="4241862" y="258191"/>
                  </a:lnTo>
                  <a:lnTo>
                    <a:pt x="4169966" y="246284"/>
                  </a:lnTo>
                  <a:lnTo>
                    <a:pt x="4098070" y="234511"/>
                  </a:lnTo>
                  <a:lnTo>
                    <a:pt x="4026174" y="222879"/>
                  </a:lnTo>
                  <a:lnTo>
                    <a:pt x="3954278" y="211397"/>
                  </a:lnTo>
                  <a:lnTo>
                    <a:pt x="3882382" y="200075"/>
                  </a:lnTo>
                  <a:lnTo>
                    <a:pt x="3810486" y="188924"/>
                  </a:lnTo>
                  <a:lnTo>
                    <a:pt x="3738590" y="177953"/>
                  </a:lnTo>
                  <a:lnTo>
                    <a:pt x="3666694" y="167174"/>
                  </a:lnTo>
                  <a:lnTo>
                    <a:pt x="3594798" y="156600"/>
                  </a:lnTo>
                  <a:lnTo>
                    <a:pt x="3522902" y="146242"/>
                  </a:lnTo>
                  <a:lnTo>
                    <a:pt x="3451007" y="136114"/>
                  </a:lnTo>
                  <a:lnTo>
                    <a:pt x="3379111" y="126231"/>
                  </a:lnTo>
                  <a:lnTo>
                    <a:pt x="3307215" y="116606"/>
                  </a:lnTo>
                  <a:lnTo>
                    <a:pt x="3235319" y="107256"/>
                  </a:lnTo>
                  <a:lnTo>
                    <a:pt x="3163423" y="98195"/>
                  </a:lnTo>
                  <a:lnTo>
                    <a:pt x="3091527" y="89441"/>
                  </a:lnTo>
                  <a:lnTo>
                    <a:pt x="3019631" y="81009"/>
                  </a:lnTo>
                  <a:lnTo>
                    <a:pt x="2947735" y="72916"/>
                  </a:lnTo>
                  <a:lnTo>
                    <a:pt x="2875839" y="65179"/>
                  </a:lnTo>
                  <a:lnTo>
                    <a:pt x="2803943" y="57815"/>
                  </a:lnTo>
                  <a:lnTo>
                    <a:pt x="2732047" y="50839"/>
                  </a:lnTo>
                  <a:lnTo>
                    <a:pt x="2660151" y="44267"/>
                  </a:lnTo>
                  <a:lnTo>
                    <a:pt x="2588255" y="38115"/>
                  </a:lnTo>
                  <a:lnTo>
                    <a:pt x="2516359" y="32395"/>
                  </a:lnTo>
                  <a:lnTo>
                    <a:pt x="2444463" y="27120"/>
                  </a:lnTo>
                  <a:lnTo>
                    <a:pt x="2372567" y="22300"/>
                  </a:lnTo>
                  <a:lnTo>
                    <a:pt x="2300671" y="17944"/>
                  </a:lnTo>
                  <a:lnTo>
                    <a:pt x="2228775" y="14060"/>
                  </a:lnTo>
                  <a:lnTo>
                    <a:pt x="2156879" y="10651"/>
                  </a:lnTo>
                  <a:lnTo>
                    <a:pt x="2084983" y="7720"/>
                  </a:lnTo>
                  <a:lnTo>
                    <a:pt x="2013087" y="5267"/>
                  </a:lnTo>
                  <a:lnTo>
                    <a:pt x="1941191" y="3289"/>
                  </a:lnTo>
                  <a:lnTo>
                    <a:pt x="1869295" y="1781"/>
                  </a:lnTo>
                  <a:lnTo>
                    <a:pt x="1797399" y="736"/>
                  </a:lnTo>
                  <a:lnTo>
                    <a:pt x="1725503" y="146"/>
                  </a:lnTo>
                  <a:lnTo>
                    <a:pt x="1653607" y="0"/>
                  </a:lnTo>
                  <a:lnTo>
                    <a:pt x="1581711" y="284"/>
                  </a:lnTo>
                  <a:lnTo>
                    <a:pt x="1509815" y="986"/>
                  </a:lnTo>
                  <a:lnTo>
                    <a:pt x="1437919" y="2090"/>
                  </a:lnTo>
                  <a:lnTo>
                    <a:pt x="1366023" y="3581"/>
                  </a:lnTo>
                  <a:lnTo>
                    <a:pt x="1294127" y="5443"/>
                  </a:lnTo>
                  <a:lnTo>
                    <a:pt x="1222231" y="7658"/>
                  </a:lnTo>
                  <a:lnTo>
                    <a:pt x="1150335" y="10211"/>
                  </a:lnTo>
                  <a:lnTo>
                    <a:pt x="1078439" y="13085"/>
                  </a:lnTo>
                  <a:lnTo>
                    <a:pt x="1006543" y="16263"/>
                  </a:lnTo>
                  <a:lnTo>
                    <a:pt x="934647" y="19728"/>
                  </a:lnTo>
                  <a:lnTo>
                    <a:pt x="862751" y="23466"/>
                  </a:lnTo>
                  <a:lnTo>
                    <a:pt x="790855" y="27462"/>
                  </a:lnTo>
                  <a:lnTo>
                    <a:pt x="718959" y="31700"/>
                  </a:lnTo>
                  <a:lnTo>
                    <a:pt x="647063" y="36166"/>
                  </a:lnTo>
                  <a:lnTo>
                    <a:pt x="575167" y="40848"/>
                  </a:lnTo>
                  <a:lnTo>
                    <a:pt x="503271" y="45733"/>
                  </a:lnTo>
                  <a:lnTo>
                    <a:pt x="431375" y="50808"/>
                  </a:lnTo>
                  <a:lnTo>
                    <a:pt x="359479" y="56063"/>
                  </a:lnTo>
                  <a:lnTo>
                    <a:pt x="287583" y="61486"/>
                  </a:lnTo>
                  <a:lnTo>
                    <a:pt x="215687" y="67069"/>
                  </a:lnTo>
                  <a:lnTo>
                    <a:pt x="143791" y="72801"/>
                  </a:lnTo>
                  <a:lnTo>
                    <a:pt x="71895" y="78673"/>
                  </a:lnTo>
                  <a:lnTo>
                    <a:pt x="0" y="84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4343197"/>
              <a:ext cx="5679782" cy="233712"/>
            </a:xfrm>
            <a:custGeom>
              <a:avLst/>
              <a:pathLst>
                <a:path w="5679782" h="233712">
                  <a:moveTo>
                    <a:pt x="0" y="0"/>
                  </a:moveTo>
                  <a:lnTo>
                    <a:pt x="71895" y="2958"/>
                  </a:lnTo>
                  <a:lnTo>
                    <a:pt x="143791" y="5916"/>
                  </a:lnTo>
                  <a:lnTo>
                    <a:pt x="215687" y="8875"/>
                  </a:lnTo>
                  <a:lnTo>
                    <a:pt x="287583" y="11833"/>
                  </a:lnTo>
                  <a:lnTo>
                    <a:pt x="359479" y="14791"/>
                  </a:lnTo>
                  <a:lnTo>
                    <a:pt x="431375" y="17750"/>
                  </a:lnTo>
                  <a:lnTo>
                    <a:pt x="503271" y="20708"/>
                  </a:lnTo>
                  <a:lnTo>
                    <a:pt x="575167" y="23667"/>
                  </a:lnTo>
                  <a:lnTo>
                    <a:pt x="647063" y="26625"/>
                  </a:lnTo>
                  <a:lnTo>
                    <a:pt x="718959" y="29583"/>
                  </a:lnTo>
                  <a:lnTo>
                    <a:pt x="790855" y="32542"/>
                  </a:lnTo>
                  <a:lnTo>
                    <a:pt x="862751" y="35500"/>
                  </a:lnTo>
                  <a:lnTo>
                    <a:pt x="934647" y="38458"/>
                  </a:lnTo>
                  <a:lnTo>
                    <a:pt x="1006543" y="41417"/>
                  </a:lnTo>
                  <a:lnTo>
                    <a:pt x="1078439" y="44375"/>
                  </a:lnTo>
                  <a:lnTo>
                    <a:pt x="1150335" y="47334"/>
                  </a:lnTo>
                  <a:lnTo>
                    <a:pt x="1222231" y="50292"/>
                  </a:lnTo>
                  <a:lnTo>
                    <a:pt x="1294127" y="53250"/>
                  </a:lnTo>
                  <a:lnTo>
                    <a:pt x="1366023" y="56209"/>
                  </a:lnTo>
                  <a:lnTo>
                    <a:pt x="1437919" y="59167"/>
                  </a:lnTo>
                  <a:lnTo>
                    <a:pt x="1509815" y="62126"/>
                  </a:lnTo>
                  <a:lnTo>
                    <a:pt x="1581711" y="65084"/>
                  </a:lnTo>
                  <a:lnTo>
                    <a:pt x="1653607" y="68042"/>
                  </a:lnTo>
                  <a:lnTo>
                    <a:pt x="1725503" y="71001"/>
                  </a:lnTo>
                  <a:lnTo>
                    <a:pt x="1797399" y="73959"/>
                  </a:lnTo>
                  <a:lnTo>
                    <a:pt x="1869295" y="76917"/>
                  </a:lnTo>
                  <a:lnTo>
                    <a:pt x="1941191" y="79876"/>
                  </a:lnTo>
                  <a:lnTo>
                    <a:pt x="2013087" y="82834"/>
                  </a:lnTo>
                  <a:lnTo>
                    <a:pt x="2084983" y="85793"/>
                  </a:lnTo>
                  <a:lnTo>
                    <a:pt x="2156879" y="88751"/>
                  </a:lnTo>
                  <a:lnTo>
                    <a:pt x="2228775" y="91709"/>
                  </a:lnTo>
                  <a:lnTo>
                    <a:pt x="2300671" y="94668"/>
                  </a:lnTo>
                  <a:lnTo>
                    <a:pt x="2372567" y="97626"/>
                  </a:lnTo>
                  <a:lnTo>
                    <a:pt x="2444463" y="100585"/>
                  </a:lnTo>
                  <a:lnTo>
                    <a:pt x="2516359" y="103543"/>
                  </a:lnTo>
                  <a:lnTo>
                    <a:pt x="2588255" y="106501"/>
                  </a:lnTo>
                  <a:lnTo>
                    <a:pt x="2660151" y="109460"/>
                  </a:lnTo>
                  <a:lnTo>
                    <a:pt x="2732047" y="112418"/>
                  </a:lnTo>
                  <a:lnTo>
                    <a:pt x="2803943" y="115376"/>
                  </a:lnTo>
                  <a:lnTo>
                    <a:pt x="2875839" y="118335"/>
                  </a:lnTo>
                  <a:lnTo>
                    <a:pt x="2947735" y="121293"/>
                  </a:lnTo>
                  <a:lnTo>
                    <a:pt x="3019631" y="124252"/>
                  </a:lnTo>
                  <a:lnTo>
                    <a:pt x="3091527" y="127210"/>
                  </a:lnTo>
                  <a:lnTo>
                    <a:pt x="3163423" y="130168"/>
                  </a:lnTo>
                  <a:lnTo>
                    <a:pt x="3235319" y="133127"/>
                  </a:lnTo>
                  <a:lnTo>
                    <a:pt x="3307215" y="136085"/>
                  </a:lnTo>
                  <a:lnTo>
                    <a:pt x="3379111" y="139044"/>
                  </a:lnTo>
                  <a:lnTo>
                    <a:pt x="3451007" y="142002"/>
                  </a:lnTo>
                  <a:lnTo>
                    <a:pt x="3522902" y="144960"/>
                  </a:lnTo>
                  <a:lnTo>
                    <a:pt x="3594798" y="147919"/>
                  </a:lnTo>
                  <a:lnTo>
                    <a:pt x="3666694" y="150877"/>
                  </a:lnTo>
                  <a:lnTo>
                    <a:pt x="3738590" y="153835"/>
                  </a:lnTo>
                  <a:lnTo>
                    <a:pt x="3810486" y="156794"/>
                  </a:lnTo>
                  <a:lnTo>
                    <a:pt x="3882382" y="159752"/>
                  </a:lnTo>
                  <a:lnTo>
                    <a:pt x="3954278" y="162711"/>
                  </a:lnTo>
                  <a:lnTo>
                    <a:pt x="4026174" y="165669"/>
                  </a:lnTo>
                  <a:lnTo>
                    <a:pt x="4098070" y="168627"/>
                  </a:lnTo>
                  <a:lnTo>
                    <a:pt x="4169966" y="171586"/>
                  </a:lnTo>
                  <a:lnTo>
                    <a:pt x="4241862" y="174544"/>
                  </a:lnTo>
                  <a:lnTo>
                    <a:pt x="4313758" y="177502"/>
                  </a:lnTo>
                  <a:lnTo>
                    <a:pt x="4385654" y="180461"/>
                  </a:lnTo>
                  <a:lnTo>
                    <a:pt x="4457550" y="183419"/>
                  </a:lnTo>
                  <a:lnTo>
                    <a:pt x="4529446" y="186378"/>
                  </a:lnTo>
                  <a:lnTo>
                    <a:pt x="4601342" y="189336"/>
                  </a:lnTo>
                  <a:lnTo>
                    <a:pt x="4673238" y="192294"/>
                  </a:lnTo>
                  <a:lnTo>
                    <a:pt x="4745134" y="195253"/>
                  </a:lnTo>
                  <a:lnTo>
                    <a:pt x="4817030" y="198211"/>
                  </a:lnTo>
                  <a:lnTo>
                    <a:pt x="4888926" y="201170"/>
                  </a:lnTo>
                  <a:lnTo>
                    <a:pt x="4960822" y="204128"/>
                  </a:lnTo>
                  <a:lnTo>
                    <a:pt x="5032718" y="207086"/>
                  </a:lnTo>
                  <a:lnTo>
                    <a:pt x="5104614" y="210045"/>
                  </a:lnTo>
                  <a:lnTo>
                    <a:pt x="5176510" y="213003"/>
                  </a:lnTo>
                  <a:lnTo>
                    <a:pt x="5248406" y="215961"/>
                  </a:lnTo>
                  <a:lnTo>
                    <a:pt x="5320302" y="218920"/>
                  </a:lnTo>
                  <a:lnTo>
                    <a:pt x="5392198" y="221878"/>
                  </a:lnTo>
                  <a:lnTo>
                    <a:pt x="5464094" y="224837"/>
                  </a:lnTo>
                  <a:lnTo>
                    <a:pt x="5535990" y="227795"/>
                  </a:lnTo>
                  <a:lnTo>
                    <a:pt x="5607886" y="230753"/>
                  </a:lnTo>
                  <a:lnTo>
                    <a:pt x="5679782" y="23371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279691" y="45325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279691" y="46513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79691" y="473088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1208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969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40259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863018" y="43011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863018" y="39234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3018" y="42499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7943" y="49042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7943" y="45447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7943" y="48698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0427" y="38135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180427" y="41637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180427" y="40119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07387" y="38795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7387" y="41173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07387" y="41118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571978" y="54093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571978" y="53762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007021" y="54795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007021" y="537268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4054697"/>
              <a:ext cx="5679782" cy="1234580"/>
            </a:xfrm>
            <a:custGeom>
              <a:avLst/>
              <a:pathLst>
                <a:path w="5679782" h="1234580">
                  <a:moveTo>
                    <a:pt x="0" y="0"/>
                  </a:moveTo>
                  <a:lnTo>
                    <a:pt x="71895" y="11569"/>
                  </a:lnTo>
                  <a:lnTo>
                    <a:pt x="143791" y="23035"/>
                  </a:lnTo>
                  <a:lnTo>
                    <a:pt x="215687" y="34388"/>
                  </a:lnTo>
                  <a:lnTo>
                    <a:pt x="287583" y="45624"/>
                  </a:lnTo>
                  <a:lnTo>
                    <a:pt x="359479" y="56734"/>
                  </a:lnTo>
                  <a:lnTo>
                    <a:pt x="431375" y="67711"/>
                  </a:lnTo>
                  <a:lnTo>
                    <a:pt x="503271" y="78546"/>
                  </a:lnTo>
                  <a:lnTo>
                    <a:pt x="575167" y="89231"/>
                  </a:lnTo>
                  <a:lnTo>
                    <a:pt x="647063" y="99757"/>
                  </a:lnTo>
                  <a:lnTo>
                    <a:pt x="718959" y="110113"/>
                  </a:lnTo>
                  <a:lnTo>
                    <a:pt x="790855" y="120290"/>
                  </a:lnTo>
                  <a:lnTo>
                    <a:pt x="862751" y="130277"/>
                  </a:lnTo>
                  <a:lnTo>
                    <a:pt x="934647" y="140062"/>
                  </a:lnTo>
                  <a:lnTo>
                    <a:pt x="1006543" y="149633"/>
                  </a:lnTo>
                  <a:lnTo>
                    <a:pt x="1078439" y="158980"/>
                  </a:lnTo>
                  <a:lnTo>
                    <a:pt x="1150335" y="168088"/>
                  </a:lnTo>
                  <a:lnTo>
                    <a:pt x="1222231" y="176945"/>
                  </a:lnTo>
                  <a:lnTo>
                    <a:pt x="1294127" y="185539"/>
                  </a:lnTo>
                  <a:lnTo>
                    <a:pt x="1366023" y="193856"/>
                  </a:lnTo>
                  <a:lnTo>
                    <a:pt x="1437919" y="201883"/>
                  </a:lnTo>
                  <a:lnTo>
                    <a:pt x="1509815" y="209607"/>
                  </a:lnTo>
                  <a:lnTo>
                    <a:pt x="1581711" y="217015"/>
                  </a:lnTo>
                  <a:lnTo>
                    <a:pt x="1653607" y="224096"/>
                  </a:lnTo>
                  <a:lnTo>
                    <a:pt x="1725503" y="230839"/>
                  </a:lnTo>
                  <a:lnTo>
                    <a:pt x="1797399" y="237232"/>
                  </a:lnTo>
                  <a:lnTo>
                    <a:pt x="1869295" y="243267"/>
                  </a:lnTo>
                  <a:lnTo>
                    <a:pt x="1941191" y="248936"/>
                  </a:lnTo>
                  <a:lnTo>
                    <a:pt x="2013087" y="254232"/>
                  </a:lnTo>
                  <a:lnTo>
                    <a:pt x="2084983" y="259151"/>
                  </a:lnTo>
                  <a:lnTo>
                    <a:pt x="2156879" y="263690"/>
                  </a:lnTo>
                  <a:lnTo>
                    <a:pt x="2228775" y="267846"/>
                  </a:lnTo>
                  <a:lnTo>
                    <a:pt x="2300671" y="271621"/>
                  </a:lnTo>
                  <a:lnTo>
                    <a:pt x="2372567" y="275017"/>
                  </a:lnTo>
                  <a:lnTo>
                    <a:pt x="2444463" y="278037"/>
                  </a:lnTo>
                  <a:lnTo>
                    <a:pt x="2516359" y="280689"/>
                  </a:lnTo>
                  <a:lnTo>
                    <a:pt x="2588255" y="282978"/>
                  </a:lnTo>
                  <a:lnTo>
                    <a:pt x="2660151" y="284913"/>
                  </a:lnTo>
                  <a:lnTo>
                    <a:pt x="2732047" y="286506"/>
                  </a:lnTo>
                  <a:lnTo>
                    <a:pt x="2803943" y="287765"/>
                  </a:lnTo>
                  <a:lnTo>
                    <a:pt x="2875839" y="288703"/>
                  </a:lnTo>
                  <a:lnTo>
                    <a:pt x="2947735" y="289333"/>
                  </a:lnTo>
                  <a:lnTo>
                    <a:pt x="3019631" y="289667"/>
                  </a:lnTo>
                  <a:lnTo>
                    <a:pt x="3091527" y="289717"/>
                  </a:lnTo>
                  <a:lnTo>
                    <a:pt x="3163423" y="289498"/>
                  </a:lnTo>
                  <a:lnTo>
                    <a:pt x="3235319" y="289022"/>
                  </a:lnTo>
                  <a:lnTo>
                    <a:pt x="3307215" y="288302"/>
                  </a:lnTo>
                  <a:lnTo>
                    <a:pt x="3379111" y="287351"/>
                  </a:lnTo>
                  <a:lnTo>
                    <a:pt x="3451007" y="286181"/>
                  </a:lnTo>
                  <a:lnTo>
                    <a:pt x="3522902" y="284804"/>
                  </a:lnTo>
                  <a:lnTo>
                    <a:pt x="3594798" y="283231"/>
                  </a:lnTo>
                  <a:lnTo>
                    <a:pt x="3666694" y="281474"/>
                  </a:lnTo>
                  <a:lnTo>
                    <a:pt x="3738590" y="279543"/>
                  </a:lnTo>
                  <a:lnTo>
                    <a:pt x="3810486" y="277448"/>
                  </a:lnTo>
                  <a:lnTo>
                    <a:pt x="3882382" y="275199"/>
                  </a:lnTo>
                  <a:lnTo>
                    <a:pt x="3954278" y="272804"/>
                  </a:lnTo>
                  <a:lnTo>
                    <a:pt x="4026174" y="270272"/>
                  </a:lnTo>
                  <a:lnTo>
                    <a:pt x="4098070" y="267612"/>
                  </a:lnTo>
                  <a:lnTo>
                    <a:pt x="4169966" y="264829"/>
                  </a:lnTo>
                  <a:lnTo>
                    <a:pt x="4241862" y="261933"/>
                  </a:lnTo>
                  <a:lnTo>
                    <a:pt x="4313758" y="258928"/>
                  </a:lnTo>
                  <a:lnTo>
                    <a:pt x="4385654" y="255822"/>
                  </a:lnTo>
                  <a:lnTo>
                    <a:pt x="4457550" y="252620"/>
                  </a:lnTo>
                  <a:lnTo>
                    <a:pt x="4529446" y="249327"/>
                  </a:lnTo>
                  <a:lnTo>
                    <a:pt x="4601342" y="245949"/>
                  </a:lnTo>
                  <a:lnTo>
                    <a:pt x="4673238" y="242491"/>
                  </a:lnTo>
                  <a:lnTo>
                    <a:pt x="4745134" y="238957"/>
                  </a:lnTo>
                  <a:lnTo>
                    <a:pt x="4817030" y="235351"/>
                  </a:lnTo>
                  <a:lnTo>
                    <a:pt x="4888926" y="231676"/>
                  </a:lnTo>
                  <a:lnTo>
                    <a:pt x="4960822" y="227938"/>
                  </a:lnTo>
                  <a:lnTo>
                    <a:pt x="5032718" y="224139"/>
                  </a:lnTo>
                  <a:lnTo>
                    <a:pt x="5104614" y="220282"/>
                  </a:lnTo>
                  <a:lnTo>
                    <a:pt x="5176510" y="216371"/>
                  </a:lnTo>
                  <a:lnTo>
                    <a:pt x="5248406" y="212408"/>
                  </a:lnTo>
                  <a:lnTo>
                    <a:pt x="5320302" y="208395"/>
                  </a:lnTo>
                  <a:lnTo>
                    <a:pt x="5392198" y="204337"/>
                  </a:lnTo>
                  <a:lnTo>
                    <a:pt x="5464094" y="200233"/>
                  </a:lnTo>
                  <a:lnTo>
                    <a:pt x="5535990" y="196088"/>
                  </a:lnTo>
                  <a:lnTo>
                    <a:pt x="5607886" y="191903"/>
                  </a:lnTo>
                  <a:lnTo>
                    <a:pt x="5679782" y="187680"/>
                  </a:lnTo>
                  <a:lnTo>
                    <a:pt x="5679782" y="1234580"/>
                  </a:lnTo>
                  <a:lnTo>
                    <a:pt x="5607886" y="1221839"/>
                  </a:lnTo>
                  <a:lnTo>
                    <a:pt x="5535990" y="1209137"/>
                  </a:lnTo>
                  <a:lnTo>
                    <a:pt x="5464094" y="1196474"/>
                  </a:lnTo>
                  <a:lnTo>
                    <a:pt x="5392198" y="1183853"/>
                  </a:lnTo>
                  <a:lnTo>
                    <a:pt x="5320302" y="1171277"/>
                  </a:lnTo>
                  <a:lnTo>
                    <a:pt x="5248406" y="1158747"/>
                  </a:lnTo>
                  <a:lnTo>
                    <a:pt x="5176510" y="1146267"/>
                  </a:lnTo>
                  <a:lnTo>
                    <a:pt x="5104614" y="1133838"/>
                  </a:lnTo>
                  <a:lnTo>
                    <a:pt x="5032718" y="1121464"/>
                  </a:lnTo>
                  <a:lnTo>
                    <a:pt x="4960822" y="1109147"/>
                  </a:lnTo>
                  <a:lnTo>
                    <a:pt x="4888926" y="1096891"/>
                  </a:lnTo>
                  <a:lnTo>
                    <a:pt x="4817030" y="1084700"/>
                  </a:lnTo>
                  <a:lnTo>
                    <a:pt x="4745134" y="1072576"/>
                  </a:lnTo>
                  <a:lnTo>
                    <a:pt x="4673238" y="1060525"/>
                  </a:lnTo>
                  <a:lnTo>
                    <a:pt x="4601342" y="1048549"/>
                  </a:lnTo>
                  <a:lnTo>
                    <a:pt x="4529446" y="1036654"/>
                  </a:lnTo>
                  <a:lnTo>
                    <a:pt x="4457550" y="1024844"/>
                  </a:lnTo>
                  <a:lnTo>
                    <a:pt x="4385654" y="1013124"/>
                  </a:lnTo>
                  <a:lnTo>
                    <a:pt x="4313758" y="1001500"/>
                  </a:lnTo>
                  <a:lnTo>
                    <a:pt x="4241862" y="989978"/>
                  </a:lnTo>
                  <a:lnTo>
                    <a:pt x="4169966" y="978564"/>
                  </a:lnTo>
                  <a:lnTo>
                    <a:pt x="4098070" y="967264"/>
                  </a:lnTo>
                  <a:lnTo>
                    <a:pt x="4026174" y="956086"/>
                  </a:lnTo>
                  <a:lnTo>
                    <a:pt x="3954278" y="945037"/>
                  </a:lnTo>
                  <a:lnTo>
                    <a:pt x="3882382" y="934125"/>
                  </a:lnTo>
                  <a:lnTo>
                    <a:pt x="3810486" y="923358"/>
                  </a:lnTo>
                  <a:lnTo>
                    <a:pt x="3738590" y="912746"/>
                  </a:lnTo>
                  <a:lnTo>
                    <a:pt x="3666694" y="902297"/>
                  </a:lnTo>
                  <a:lnTo>
                    <a:pt x="3594798" y="892023"/>
                  </a:lnTo>
                  <a:lnTo>
                    <a:pt x="3522902" y="881933"/>
                  </a:lnTo>
                  <a:lnTo>
                    <a:pt x="3451007" y="872039"/>
                  </a:lnTo>
                  <a:lnTo>
                    <a:pt x="3379111" y="862351"/>
                  </a:lnTo>
                  <a:lnTo>
                    <a:pt x="3307215" y="852882"/>
                  </a:lnTo>
                  <a:lnTo>
                    <a:pt x="3235319" y="843645"/>
                  </a:lnTo>
                  <a:lnTo>
                    <a:pt x="3163423" y="834651"/>
                  </a:lnTo>
                  <a:lnTo>
                    <a:pt x="3091527" y="825915"/>
                  </a:lnTo>
                  <a:lnTo>
                    <a:pt x="3019631" y="817448"/>
                  </a:lnTo>
                  <a:lnTo>
                    <a:pt x="2947735" y="809264"/>
                  </a:lnTo>
                  <a:lnTo>
                    <a:pt x="2875839" y="801376"/>
                  </a:lnTo>
                  <a:lnTo>
                    <a:pt x="2803943" y="793797"/>
                  </a:lnTo>
                  <a:lnTo>
                    <a:pt x="2732047" y="786539"/>
                  </a:lnTo>
                  <a:lnTo>
                    <a:pt x="2660151" y="779614"/>
                  </a:lnTo>
                  <a:lnTo>
                    <a:pt x="2588255" y="773032"/>
                  </a:lnTo>
                  <a:lnTo>
                    <a:pt x="2516359" y="766804"/>
                  </a:lnTo>
                  <a:lnTo>
                    <a:pt x="2444463" y="760938"/>
                  </a:lnTo>
                  <a:lnTo>
                    <a:pt x="2372567" y="755441"/>
                  </a:lnTo>
                  <a:lnTo>
                    <a:pt x="2300671" y="750319"/>
                  </a:lnTo>
                  <a:lnTo>
                    <a:pt x="2228775" y="745577"/>
                  </a:lnTo>
                  <a:lnTo>
                    <a:pt x="2156879" y="741216"/>
                  </a:lnTo>
                  <a:lnTo>
                    <a:pt x="2084983" y="737237"/>
                  </a:lnTo>
                  <a:lnTo>
                    <a:pt x="2013087" y="733638"/>
                  </a:lnTo>
                  <a:lnTo>
                    <a:pt x="1941191" y="730417"/>
                  </a:lnTo>
                  <a:lnTo>
                    <a:pt x="1869295" y="727569"/>
                  </a:lnTo>
                  <a:lnTo>
                    <a:pt x="1797399" y="725086"/>
                  </a:lnTo>
                  <a:lnTo>
                    <a:pt x="1725503" y="722962"/>
                  </a:lnTo>
                  <a:lnTo>
                    <a:pt x="1653607" y="721187"/>
                  </a:lnTo>
                  <a:lnTo>
                    <a:pt x="1581711" y="719751"/>
                  </a:lnTo>
                  <a:lnTo>
                    <a:pt x="1509815" y="718642"/>
                  </a:lnTo>
                  <a:lnTo>
                    <a:pt x="1437919" y="717848"/>
                  </a:lnTo>
                  <a:lnTo>
                    <a:pt x="1366023" y="717358"/>
                  </a:lnTo>
                  <a:lnTo>
                    <a:pt x="1294127" y="717157"/>
                  </a:lnTo>
                  <a:lnTo>
                    <a:pt x="1222231" y="717233"/>
                  </a:lnTo>
                  <a:lnTo>
                    <a:pt x="1150335" y="717573"/>
                  </a:lnTo>
                  <a:lnTo>
                    <a:pt x="1078439" y="718164"/>
                  </a:lnTo>
                  <a:lnTo>
                    <a:pt x="1006543" y="718993"/>
                  </a:lnTo>
                  <a:lnTo>
                    <a:pt x="934647" y="720047"/>
                  </a:lnTo>
                  <a:lnTo>
                    <a:pt x="862751" y="721315"/>
                  </a:lnTo>
                  <a:lnTo>
                    <a:pt x="790855" y="722784"/>
                  </a:lnTo>
                  <a:lnTo>
                    <a:pt x="718959" y="724444"/>
                  </a:lnTo>
                  <a:lnTo>
                    <a:pt x="647063" y="726283"/>
                  </a:lnTo>
                  <a:lnTo>
                    <a:pt x="575167" y="728291"/>
                  </a:lnTo>
                  <a:lnTo>
                    <a:pt x="503271" y="730459"/>
                  </a:lnTo>
                  <a:lnTo>
                    <a:pt x="431375" y="732776"/>
                  </a:lnTo>
                  <a:lnTo>
                    <a:pt x="359479" y="735236"/>
                  </a:lnTo>
                  <a:lnTo>
                    <a:pt x="287583" y="737828"/>
                  </a:lnTo>
                  <a:lnTo>
                    <a:pt x="215687" y="740546"/>
                  </a:lnTo>
                  <a:lnTo>
                    <a:pt x="143791" y="743383"/>
                  </a:lnTo>
                  <a:lnTo>
                    <a:pt x="71895" y="746330"/>
                  </a:lnTo>
                  <a:lnTo>
                    <a:pt x="0" y="749383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4054697"/>
              <a:ext cx="5679782" cy="289717"/>
            </a:xfrm>
            <a:custGeom>
              <a:avLst/>
              <a:pathLst>
                <a:path w="5679782" h="289717">
                  <a:moveTo>
                    <a:pt x="0" y="0"/>
                  </a:moveTo>
                  <a:lnTo>
                    <a:pt x="71895" y="11569"/>
                  </a:lnTo>
                  <a:lnTo>
                    <a:pt x="143791" y="23035"/>
                  </a:lnTo>
                  <a:lnTo>
                    <a:pt x="215687" y="34388"/>
                  </a:lnTo>
                  <a:lnTo>
                    <a:pt x="287583" y="45624"/>
                  </a:lnTo>
                  <a:lnTo>
                    <a:pt x="359479" y="56734"/>
                  </a:lnTo>
                  <a:lnTo>
                    <a:pt x="431375" y="67711"/>
                  </a:lnTo>
                  <a:lnTo>
                    <a:pt x="503271" y="78546"/>
                  </a:lnTo>
                  <a:lnTo>
                    <a:pt x="575167" y="89231"/>
                  </a:lnTo>
                  <a:lnTo>
                    <a:pt x="647063" y="99757"/>
                  </a:lnTo>
                  <a:lnTo>
                    <a:pt x="718959" y="110113"/>
                  </a:lnTo>
                  <a:lnTo>
                    <a:pt x="790855" y="120290"/>
                  </a:lnTo>
                  <a:lnTo>
                    <a:pt x="862751" y="130277"/>
                  </a:lnTo>
                  <a:lnTo>
                    <a:pt x="934647" y="140062"/>
                  </a:lnTo>
                  <a:lnTo>
                    <a:pt x="1006543" y="149633"/>
                  </a:lnTo>
                  <a:lnTo>
                    <a:pt x="1078439" y="158980"/>
                  </a:lnTo>
                  <a:lnTo>
                    <a:pt x="1150335" y="168088"/>
                  </a:lnTo>
                  <a:lnTo>
                    <a:pt x="1222231" y="176945"/>
                  </a:lnTo>
                  <a:lnTo>
                    <a:pt x="1294127" y="185539"/>
                  </a:lnTo>
                  <a:lnTo>
                    <a:pt x="1366023" y="193856"/>
                  </a:lnTo>
                  <a:lnTo>
                    <a:pt x="1437919" y="201883"/>
                  </a:lnTo>
                  <a:lnTo>
                    <a:pt x="1509815" y="209607"/>
                  </a:lnTo>
                  <a:lnTo>
                    <a:pt x="1581711" y="217015"/>
                  </a:lnTo>
                  <a:lnTo>
                    <a:pt x="1653607" y="224096"/>
                  </a:lnTo>
                  <a:lnTo>
                    <a:pt x="1725503" y="230839"/>
                  </a:lnTo>
                  <a:lnTo>
                    <a:pt x="1797399" y="237232"/>
                  </a:lnTo>
                  <a:lnTo>
                    <a:pt x="1869295" y="243267"/>
                  </a:lnTo>
                  <a:lnTo>
                    <a:pt x="1941191" y="248936"/>
                  </a:lnTo>
                  <a:lnTo>
                    <a:pt x="2013087" y="254232"/>
                  </a:lnTo>
                  <a:lnTo>
                    <a:pt x="2084983" y="259151"/>
                  </a:lnTo>
                  <a:lnTo>
                    <a:pt x="2156879" y="263690"/>
                  </a:lnTo>
                  <a:lnTo>
                    <a:pt x="2228775" y="267846"/>
                  </a:lnTo>
                  <a:lnTo>
                    <a:pt x="2300671" y="271621"/>
                  </a:lnTo>
                  <a:lnTo>
                    <a:pt x="2372567" y="275017"/>
                  </a:lnTo>
                  <a:lnTo>
                    <a:pt x="2444463" y="278037"/>
                  </a:lnTo>
                  <a:lnTo>
                    <a:pt x="2516359" y="280689"/>
                  </a:lnTo>
                  <a:lnTo>
                    <a:pt x="2588255" y="282978"/>
                  </a:lnTo>
                  <a:lnTo>
                    <a:pt x="2660151" y="284913"/>
                  </a:lnTo>
                  <a:lnTo>
                    <a:pt x="2732047" y="286506"/>
                  </a:lnTo>
                  <a:lnTo>
                    <a:pt x="2803943" y="287765"/>
                  </a:lnTo>
                  <a:lnTo>
                    <a:pt x="2875839" y="288703"/>
                  </a:lnTo>
                  <a:lnTo>
                    <a:pt x="2947735" y="289333"/>
                  </a:lnTo>
                  <a:lnTo>
                    <a:pt x="3019631" y="289667"/>
                  </a:lnTo>
                  <a:lnTo>
                    <a:pt x="3091527" y="289717"/>
                  </a:lnTo>
                  <a:lnTo>
                    <a:pt x="3163423" y="289498"/>
                  </a:lnTo>
                  <a:lnTo>
                    <a:pt x="3235319" y="289022"/>
                  </a:lnTo>
                  <a:lnTo>
                    <a:pt x="3307215" y="288302"/>
                  </a:lnTo>
                  <a:lnTo>
                    <a:pt x="3379111" y="287351"/>
                  </a:lnTo>
                  <a:lnTo>
                    <a:pt x="3451007" y="286181"/>
                  </a:lnTo>
                  <a:lnTo>
                    <a:pt x="3522902" y="284804"/>
                  </a:lnTo>
                  <a:lnTo>
                    <a:pt x="3594798" y="283231"/>
                  </a:lnTo>
                  <a:lnTo>
                    <a:pt x="3666694" y="281474"/>
                  </a:lnTo>
                  <a:lnTo>
                    <a:pt x="3738590" y="279543"/>
                  </a:lnTo>
                  <a:lnTo>
                    <a:pt x="3810486" y="277448"/>
                  </a:lnTo>
                  <a:lnTo>
                    <a:pt x="3882382" y="275199"/>
                  </a:lnTo>
                  <a:lnTo>
                    <a:pt x="3954278" y="272804"/>
                  </a:lnTo>
                  <a:lnTo>
                    <a:pt x="4026174" y="270272"/>
                  </a:lnTo>
                  <a:lnTo>
                    <a:pt x="4098070" y="267612"/>
                  </a:lnTo>
                  <a:lnTo>
                    <a:pt x="4169966" y="264829"/>
                  </a:lnTo>
                  <a:lnTo>
                    <a:pt x="4241862" y="261933"/>
                  </a:lnTo>
                  <a:lnTo>
                    <a:pt x="4313758" y="258928"/>
                  </a:lnTo>
                  <a:lnTo>
                    <a:pt x="4385654" y="255822"/>
                  </a:lnTo>
                  <a:lnTo>
                    <a:pt x="4457550" y="252620"/>
                  </a:lnTo>
                  <a:lnTo>
                    <a:pt x="4529446" y="249327"/>
                  </a:lnTo>
                  <a:lnTo>
                    <a:pt x="4601342" y="245949"/>
                  </a:lnTo>
                  <a:lnTo>
                    <a:pt x="4673238" y="242491"/>
                  </a:lnTo>
                  <a:lnTo>
                    <a:pt x="4745134" y="238957"/>
                  </a:lnTo>
                  <a:lnTo>
                    <a:pt x="4817030" y="235351"/>
                  </a:lnTo>
                  <a:lnTo>
                    <a:pt x="4888926" y="231676"/>
                  </a:lnTo>
                  <a:lnTo>
                    <a:pt x="4960822" y="227938"/>
                  </a:lnTo>
                  <a:lnTo>
                    <a:pt x="5032718" y="224139"/>
                  </a:lnTo>
                  <a:lnTo>
                    <a:pt x="5104614" y="220282"/>
                  </a:lnTo>
                  <a:lnTo>
                    <a:pt x="5176510" y="216371"/>
                  </a:lnTo>
                  <a:lnTo>
                    <a:pt x="5248406" y="212408"/>
                  </a:lnTo>
                  <a:lnTo>
                    <a:pt x="5320302" y="208395"/>
                  </a:lnTo>
                  <a:lnTo>
                    <a:pt x="5392198" y="204337"/>
                  </a:lnTo>
                  <a:lnTo>
                    <a:pt x="5464094" y="200233"/>
                  </a:lnTo>
                  <a:lnTo>
                    <a:pt x="5535990" y="196088"/>
                  </a:lnTo>
                  <a:lnTo>
                    <a:pt x="5607886" y="191903"/>
                  </a:lnTo>
                  <a:lnTo>
                    <a:pt x="5679782" y="1876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771854"/>
              <a:ext cx="5679782" cy="517422"/>
            </a:xfrm>
            <a:custGeom>
              <a:avLst/>
              <a:pathLst>
                <a:path w="5679782" h="517422">
                  <a:moveTo>
                    <a:pt x="5679782" y="517422"/>
                  </a:moveTo>
                  <a:lnTo>
                    <a:pt x="5607886" y="504682"/>
                  </a:lnTo>
                  <a:lnTo>
                    <a:pt x="5535990" y="491979"/>
                  </a:lnTo>
                  <a:lnTo>
                    <a:pt x="5464094" y="479316"/>
                  </a:lnTo>
                  <a:lnTo>
                    <a:pt x="5392198" y="466696"/>
                  </a:lnTo>
                  <a:lnTo>
                    <a:pt x="5320302" y="454119"/>
                  </a:lnTo>
                  <a:lnTo>
                    <a:pt x="5248406" y="441590"/>
                  </a:lnTo>
                  <a:lnTo>
                    <a:pt x="5176510" y="429109"/>
                  </a:lnTo>
                  <a:lnTo>
                    <a:pt x="5104614" y="416680"/>
                  </a:lnTo>
                  <a:lnTo>
                    <a:pt x="5032718" y="404306"/>
                  </a:lnTo>
                  <a:lnTo>
                    <a:pt x="4960822" y="391990"/>
                  </a:lnTo>
                  <a:lnTo>
                    <a:pt x="4888926" y="379734"/>
                  </a:lnTo>
                  <a:lnTo>
                    <a:pt x="4817030" y="367542"/>
                  </a:lnTo>
                  <a:lnTo>
                    <a:pt x="4745134" y="355419"/>
                  </a:lnTo>
                  <a:lnTo>
                    <a:pt x="4673238" y="343367"/>
                  </a:lnTo>
                  <a:lnTo>
                    <a:pt x="4601342" y="331391"/>
                  </a:lnTo>
                  <a:lnTo>
                    <a:pt x="4529446" y="319496"/>
                  </a:lnTo>
                  <a:lnTo>
                    <a:pt x="4457550" y="307686"/>
                  </a:lnTo>
                  <a:lnTo>
                    <a:pt x="4385654" y="295967"/>
                  </a:lnTo>
                  <a:lnTo>
                    <a:pt x="4313758" y="284343"/>
                  </a:lnTo>
                  <a:lnTo>
                    <a:pt x="4241862" y="272821"/>
                  </a:lnTo>
                  <a:lnTo>
                    <a:pt x="4169966" y="261407"/>
                  </a:lnTo>
                  <a:lnTo>
                    <a:pt x="4098070" y="250107"/>
                  </a:lnTo>
                  <a:lnTo>
                    <a:pt x="4026174" y="238929"/>
                  </a:lnTo>
                  <a:lnTo>
                    <a:pt x="3954278" y="227879"/>
                  </a:lnTo>
                  <a:lnTo>
                    <a:pt x="3882382" y="216967"/>
                  </a:lnTo>
                  <a:lnTo>
                    <a:pt x="3810486" y="206201"/>
                  </a:lnTo>
                  <a:lnTo>
                    <a:pt x="3738590" y="195588"/>
                  </a:lnTo>
                  <a:lnTo>
                    <a:pt x="3666694" y="185140"/>
                  </a:lnTo>
                  <a:lnTo>
                    <a:pt x="3594798" y="174865"/>
                  </a:lnTo>
                  <a:lnTo>
                    <a:pt x="3522902" y="164776"/>
                  </a:lnTo>
                  <a:lnTo>
                    <a:pt x="3451007" y="154881"/>
                  </a:lnTo>
                  <a:lnTo>
                    <a:pt x="3379111" y="145193"/>
                  </a:lnTo>
                  <a:lnTo>
                    <a:pt x="3307215" y="135725"/>
                  </a:lnTo>
                  <a:lnTo>
                    <a:pt x="3235319" y="126487"/>
                  </a:lnTo>
                  <a:lnTo>
                    <a:pt x="3163423" y="117494"/>
                  </a:lnTo>
                  <a:lnTo>
                    <a:pt x="3091527" y="108757"/>
                  </a:lnTo>
                  <a:lnTo>
                    <a:pt x="3019631" y="100290"/>
                  </a:lnTo>
                  <a:lnTo>
                    <a:pt x="2947735" y="92107"/>
                  </a:lnTo>
                  <a:lnTo>
                    <a:pt x="2875839" y="84219"/>
                  </a:lnTo>
                  <a:lnTo>
                    <a:pt x="2803943" y="76640"/>
                  </a:lnTo>
                  <a:lnTo>
                    <a:pt x="2732047" y="69382"/>
                  </a:lnTo>
                  <a:lnTo>
                    <a:pt x="2660151" y="62456"/>
                  </a:lnTo>
                  <a:lnTo>
                    <a:pt x="2588255" y="55875"/>
                  </a:lnTo>
                  <a:lnTo>
                    <a:pt x="2516359" y="49646"/>
                  </a:lnTo>
                  <a:lnTo>
                    <a:pt x="2444463" y="43780"/>
                  </a:lnTo>
                  <a:lnTo>
                    <a:pt x="2372567" y="38284"/>
                  </a:lnTo>
                  <a:lnTo>
                    <a:pt x="2300671" y="33162"/>
                  </a:lnTo>
                  <a:lnTo>
                    <a:pt x="2228775" y="28419"/>
                  </a:lnTo>
                  <a:lnTo>
                    <a:pt x="2156879" y="24058"/>
                  </a:lnTo>
                  <a:lnTo>
                    <a:pt x="2084983" y="20079"/>
                  </a:lnTo>
                  <a:lnTo>
                    <a:pt x="2013087" y="16480"/>
                  </a:lnTo>
                  <a:lnTo>
                    <a:pt x="1941191" y="13259"/>
                  </a:lnTo>
                  <a:lnTo>
                    <a:pt x="1869295" y="10411"/>
                  </a:lnTo>
                  <a:lnTo>
                    <a:pt x="1797399" y="7929"/>
                  </a:lnTo>
                  <a:lnTo>
                    <a:pt x="1725503" y="5805"/>
                  </a:lnTo>
                  <a:lnTo>
                    <a:pt x="1653607" y="4030"/>
                  </a:lnTo>
                  <a:lnTo>
                    <a:pt x="1581711" y="2593"/>
                  </a:lnTo>
                  <a:lnTo>
                    <a:pt x="1509815" y="1484"/>
                  </a:lnTo>
                  <a:lnTo>
                    <a:pt x="1437919" y="691"/>
                  </a:lnTo>
                  <a:lnTo>
                    <a:pt x="1366023" y="200"/>
                  </a:lnTo>
                  <a:lnTo>
                    <a:pt x="1294127" y="0"/>
                  </a:lnTo>
                  <a:lnTo>
                    <a:pt x="1222231" y="76"/>
                  </a:lnTo>
                  <a:lnTo>
                    <a:pt x="1150335" y="416"/>
                  </a:lnTo>
                  <a:lnTo>
                    <a:pt x="1078439" y="1007"/>
                  </a:lnTo>
                  <a:lnTo>
                    <a:pt x="1006543" y="1836"/>
                  </a:lnTo>
                  <a:lnTo>
                    <a:pt x="934647" y="2890"/>
                  </a:lnTo>
                  <a:lnTo>
                    <a:pt x="862751" y="4157"/>
                  </a:lnTo>
                  <a:lnTo>
                    <a:pt x="790855" y="5627"/>
                  </a:lnTo>
                  <a:lnTo>
                    <a:pt x="718959" y="7286"/>
                  </a:lnTo>
                  <a:lnTo>
                    <a:pt x="647063" y="9125"/>
                  </a:lnTo>
                  <a:lnTo>
                    <a:pt x="575167" y="11133"/>
                  </a:lnTo>
                  <a:lnTo>
                    <a:pt x="503271" y="13301"/>
                  </a:lnTo>
                  <a:lnTo>
                    <a:pt x="431375" y="15619"/>
                  </a:lnTo>
                  <a:lnTo>
                    <a:pt x="359479" y="18078"/>
                  </a:lnTo>
                  <a:lnTo>
                    <a:pt x="287583" y="20671"/>
                  </a:lnTo>
                  <a:lnTo>
                    <a:pt x="215687" y="23389"/>
                  </a:lnTo>
                  <a:lnTo>
                    <a:pt x="143791" y="26225"/>
                  </a:lnTo>
                  <a:lnTo>
                    <a:pt x="71895" y="29173"/>
                  </a:lnTo>
                  <a:lnTo>
                    <a:pt x="0" y="3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429388"/>
              <a:ext cx="5679782" cy="336438"/>
            </a:xfrm>
            <a:custGeom>
              <a:avLst/>
              <a:pathLst>
                <a:path w="5679782" h="336438">
                  <a:moveTo>
                    <a:pt x="0" y="0"/>
                  </a:moveTo>
                  <a:lnTo>
                    <a:pt x="71895" y="4258"/>
                  </a:lnTo>
                  <a:lnTo>
                    <a:pt x="143791" y="8517"/>
                  </a:lnTo>
                  <a:lnTo>
                    <a:pt x="215687" y="12776"/>
                  </a:lnTo>
                  <a:lnTo>
                    <a:pt x="287583" y="17034"/>
                  </a:lnTo>
                  <a:lnTo>
                    <a:pt x="359479" y="21293"/>
                  </a:lnTo>
                  <a:lnTo>
                    <a:pt x="431375" y="25552"/>
                  </a:lnTo>
                  <a:lnTo>
                    <a:pt x="503271" y="29811"/>
                  </a:lnTo>
                  <a:lnTo>
                    <a:pt x="575167" y="34069"/>
                  </a:lnTo>
                  <a:lnTo>
                    <a:pt x="647063" y="38328"/>
                  </a:lnTo>
                  <a:lnTo>
                    <a:pt x="718959" y="42587"/>
                  </a:lnTo>
                  <a:lnTo>
                    <a:pt x="790855" y="46845"/>
                  </a:lnTo>
                  <a:lnTo>
                    <a:pt x="862751" y="51104"/>
                  </a:lnTo>
                  <a:lnTo>
                    <a:pt x="934647" y="55363"/>
                  </a:lnTo>
                  <a:lnTo>
                    <a:pt x="1006543" y="59622"/>
                  </a:lnTo>
                  <a:lnTo>
                    <a:pt x="1078439" y="63880"/>
                  </a:lnTo>
                  <a:lnTo>
                    <a:pt x="1150335" y="68139"/>
                  </a:lnTo>
                  <a:lnTo>
                    <a:pt x="1222231" y="72398"/>
                  </a:lnTo>
                  <a:lnTo>
                    <a:pt x="1294127" y="76656"/>
                  </a:lnTo>
                  <a:lnTo>
                    <a:pt x="1366023" y="80915"/>
                  </a:lnTo>
                  <a:lnTo>
                    <a:pt x="1437919" y="85174"/>
                  </a:lnTo>
                  <a:lnTo>
                    <a:pt x="1509815" y="89433"/>
                  </a:lnTo>
                  <a:lnTo>
                    <a:pt x="1581711" y="93691"/>
                  </a:lnTo>
                  <a:lnTo>
                    <a:pt x="1653607" y="97950"/>
                  </a:lnTo>
                  <a:lnTo>
                    <a:pt x="1725503" y="102209"/>
                  </a:lnTo>
                  <a:lnTo>
                    <a:pt x="1797399" y="106467"/>
                  </a:lnTo>
                  <a:lnTo>
                    <a:pt x="1869295" y="110726"/>
                  </a:lnTo>
                  <a:lnTo>
                    <a:pt x="1941191" y="114985"/>
                  </a:lnTo>
                  <a:lnTo>
                    <a:pt x="2013087" y="119244"/>
                  </a:lnTo>
                  <a:lnTo>
                    <a:pt x="2084983" y="123502"/>
                  </a:lnTo>
                  <a:lnTo>
                    <a:pt x="2156879" y="127761"/>
                  </a:lnTo>
                  <a:lnTo>
                    <a:pt x="2228775" y="132020"/>
                  </a:lnTo>
                  <a:lnTo>
                    <a:pt x="2300671" y="136278"/>
                  </a:lnTo>
                  <a:lnTo>
                    <a:pt x="2372567" y="140537"/>
                  </a:lnTo>
                  <a:lnTo>
                    <a:pt x="2444463" y="144796"/>
                  </a:lnTo>
                  <a:lnTo>
                    <a:pt x="2516359" y="149055"/>
                  </a:lnTo>
                  <a:lnTo>
                    <a:pt x="2588255" y="153313"/>
                  </a:lnTo>
                  <a:lnTo>
                    <a:pt x="2660151" y="157572"/>
                  </a:lnTo>
                  <a:lnTo>
                    <a:pt x="2732047" y="161831"/>
                  </a:lnTo>
                  <a:lnTo>
                    <a:pt x="2803943" y="166089"/>
                  </a:lnTo>
                  <a:lnTo>
                    <a:pt x="2875839" y="170348"/>
                  </a:lnTo>
                  <a:lnTo>
                    <a:pt x="2947735" y="174607"/>
                  </a:lnTo>
                  <a:lnTo>
                    <a:pt x="3019631" y="178866"/>
                  </a:lnTo>
                  <a:lnTo>
                    <a:pt x="3091527" y="183124"/>
                  </a:lnTo>
                  <a:lnTo>
                    <a:pt x="3163423" y="187383"/>
                  </a:lnTo>
                  <a:lnTo>
                    <a:pt x="3235319" y="191642"/>
                  </a:lnTo>
                  <a:lnTo>
                    <a:pt x="3307215" y="195900"/>
                  </a:lnTo>
                  <a:lnTo>
                    <a:pt x="3379111" y="200159"/>
                  </a:lnTo>
                  <a:lnTo>
                    <a:pt x="3451007" y="204418"/>
                  </a:lnTo>
                  <a:lnTo>
                    <a:pt x="3522902" y="208677"/>
                  </a:lnTo>
                  <a:lnTo>
                    <a:pt x="3594798" y="212935"/>
                  </a:lnTo>
                  <a:lnTo>
                    <a:pt x="3666694" y="217194"/>
                  </a:lnTo>
                  <a:lnTo>
                    <a:pt x="3738590" y="221453"/>
                  </a:lnTo>
                  <a:lnTo>
                    <a:pt x="3810486" y="225711"/>
                  </a:lnTo>
                  <a:lnTo>
                    <a:pt x="3882382" y="229970"/>
                  </a:lnTo>
                  <a:lnTo>
                    <a:pt x="3954278" y="234229"/>
                  </a:lnTo>
                  <a:lnTo>
                    <a:pt x="4026174" y="238488"/>
                  </a:lnTo>
                  <a:lnTo>
                    <a:pt x="4098070" y="242746"/>
                  </a:lnTo>
                  <a:lnTo>
                    <a:pt x="4169966" y="247005"/>
                  </a:lnTo>
                  <a:lnTo>
                    <a:pt x="4241862" y="251264"/>
                  </a:lnTo>
                  <a:lnTo>
                    <a:pt x="4313758" y="255522"/>
                  </a:lnTo>
                  <a:lnTo>
                    <a:pt x="4385654" y="259781"/>
                  </a:lnTo>
                  <a:lnTo>
                    <a:pt x="4457550" y="264040"/>
                  </a:lnTo>
                  <a:lnTo>
                    <a:pt x="4529446" y="268299"/>
                  </a:lnTo>
                  <a:lnTo>
                    <a:pt x="4601342" y="272557"/>
                  </a:lnTo>
                  <a:lnTo>
                    <a:pt x="4673238" y="276816"/>
                  </a:lnTo>
                  <a:lnTo>
                    <a:pt x="4745134" y="281075"/>
                  </a:lnTo>
                  <a:lnTo>
                    <a:pt x="4817030" y="285334"/>
                  </a:lnTo>
                  <a:lnTo>
                    <a:pt x="4888926" y="289592"/>
                  </a:lnTo>
                  <a:lnTo>
                    <a:pt x="4960822" y="293851"/>
                  </a:lnTo>
                  <a:lnTo>
                    <a:pt x="5032718" y="298110"/>
                  </a:lnTo>
                  <a:lnTo>
                    <a:pt x="5104614" y="302368"/>
                  </a:lnTo>
                  <a:lnTo>
                    <a:pt x="5176510" y="306627"/>
                  </a:lnTo>
                  <a:lnTo>
                    <a:pt x="5248406" y="310886"/>
                  </a:lnTo>
                  <a:lnTo>
                    <a:pt x="5320302" y="315145"/>
                  </a:lnTo>
                  <a:lnTo>
                    <a:pt x="5392198" y="319403"/>
                  </a:lnTo>
                  <a:lnTo>
                    <a:pt x="5464094" y="323662"/>
                  </a:lnTo>
                  <a:lnTo>
                    <a:pt x="5535990" y="327921"/>
                  </a:lnTo>
                  <a:lnTo>
                    <a:pt x="5607886" y="332179"/>
                  </a:lnTo>
                  <a:lnTo>
                    <a:pt x="5679782" y="33643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837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7575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8231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704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1178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84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7158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863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3010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21579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3096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59926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56756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59987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56817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5364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43659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Predicted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2006237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127212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248188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35992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42512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457677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490229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54884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61403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646592" y="1673080"/>
              <a:ext cx="187113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York River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676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657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2770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252217" y="23555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52217" y="33368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252217" y="28625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772774" y="2471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772774" y="22216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772774" y="25007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902738" y="2525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902738" y="22969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902738" y="22270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77943" y="29597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77943" y="23257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77943" y="26388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33704" y="25167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33704" y="37346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33704" y="31993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828905" y="34096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28905" y="362840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28905" y="37040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629586" y="37074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629586" y="43137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629586" y="26621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89985"/>
              <a:ext cx="5679782" cy="1320741"/>
            </a:xfrm>
            <a:custGeom>
              <a:avLst/>
              <a:pathLst>
                <a:path w="5679782" h="1320741">
                  <a:moveTo>
                    <a:pt x="0" y="0"/>
                  </a:moveTo>
                  <a:lnTo>
                    <a:pt x="71895" y="13177"/>
                  </a:lnTo>
                  <a:lnTo>
                    <a:pt x="143791" y="26304"/>
                  </a:lnTo>
                  <a:lnTo>
                    <a:pt x="215687" y="39376"/>
                  </a:lnTo>
                  <a:lnTo>
                    <a:pt x="287583" y="52392"/>
                  </a:lnTo>
                  <a:lnTo>
                    <a:pt x="359479" y="65349"/>
                  </a:lnTo>
                  <a:lnTo>
                    <a:pt x="431375" y="78243"/>
                  </a:lnTo>
                  <a:lnTo>
                    <a:pt x="503271" y="91071"/>
                  </a:lnTo>
                  <a:lnTo>
                    <a:pt x="575167" y="103830"/>
                  </a:lnTo>
                  <a:lnTo>
                    <a:pt x="647063" y="116517"/>
                  </a:lnTo>
                  <a:lnTo>
                    <a:pt x="718959" y="129127"/>
                  </a:lnTo>
                  <a:lnTo>
                    <a:pt x="790855" y="141657"/>
                  </a:lnTo>
                  <a:lnTo>
                    <a:pt x="862751" y="154101"/>
                  </a:lnTo>
                  <a:lnTo>
                    <a:pt x="934647" y="166456"/>
                  </a:lnTo>
                  <a:lnTo>
                    <a:pt x="1006543" y="178717"/>
                  </a:lnTo>
                  <a:lnTo>
                    <a:pt x="1078439" y="190879"/>
                  </a:lnTo>
                  <a:lnTo>
                    <a:pt x="1150335" y="202936"/>
                  </a:lnTo>
                  <a:lnTo>
                    <a:pt x="1222231" y="214883"/>
                  </a:lnTo>
                  <a:lnTo>
                    <a:pt x="1294127" y="226714"/>
                  </a:lnTo>
                  <a:lnTo>
                    <a:pt x="1366023" y="238422"/>
                  </a:lnTo>
                  <a:lnTo>
                    <a:pt x="1437919" y="250001"/>
                  </a:lnTo>
                  <a:lnTo>
                    <a:pt x="1509815" y="261443"/>
                  </a:lnTo>
                  <a:lnTo>
                    <a:pt x="1581711" y="272743"/>
                  </a:lnTo>
                  <a:lnTo>
                    <a:pt x="1653607" y="283891"/>
                  </a:lnTo>
                  <a:lnTo>
                    <a:pt x="1725503" y="294880"/>
                  </a:lnTo>
                  <a:lnTo>
                    <a:pt x="1797399" y="305702"/>
                  </a:lnTo>
                  <a:lnTo>
                    <a:pt x="1869295" y="316349"/>
                  </a:lnTo>
                  <a:lnTo>
                    <a:pt x="1941191" y="326811"/>
                  </a:lnTo>
                  <a:lnTo>
                    <a:pt x="2013087" y="337079"/>
                  </a:lnTo>
                  <a:lnTo>
                    <a:pt x="2084983" y="347145"/>
                  </a:lnTo>
                  <a:lnTo>
                    <a:pt x="2156879" y="356998"/>
                  </a:lnTo>
                  <a:lnTo>
                    <a:pt x="2228775" y="366630"/>
                  </a:lnTo>
                  <a:lnTo>
                    <a:pt x="2300671" y="376030"/>
                  </a:lnTo>
                  <a:lnTo>
                    <a:pt x="2372567" y="385190"/>
                  </a:lnTo>
                  <a:lnTo>
                    <a:pt x="2444463" y="394099"/>
                  </a:lnTo>
                  <a:lnTo>
                    <a:pt x="2516359" y="402749"/>
                  </a:lnTo>
                  <a:lnTo>
                    <a:pt x="2588255" y="411131"/>
                  </a:lnTo>
                  <a:lnTo>
                    <a:pt x="2660151" y="419237"/>
                  </a:lnTo>
                  <a:lnTo>
                    <a:pt x="2732047" y="427058"/>
                  </a:lnTo>
                  <a:lnTo>
                    <a:pt x="2803943" y="434587"/>
                  </a:lnTo>
                  <a:lnTo>
                    <a:pt x="2875839" y="441819"/>
                  </a:lnTo>
                  <a:lnTo>
                    <a:pt x="2947735" y="448746"/>
                  </a:lnTo>
                  <a:lnTo>
                    <a:pt x="3019631" y="455366"/>
                  </a:lnTo>
                  <a:lnTo>
                    <a:pt x="3091527" y="461673"/>
                  </a:lnTo>
                  <a:lnTo>
                    <a:pt x="3163423" y="467666"/>
                  </a:lnTo>
                  <a:lnTo>
                    <a:pt x="3235319" y="473343"/>
                  </a:lnTo>
                  <a:lnTo>
                    <a:pt x="3307215" y="478704"/>
                  </a:lnTo>
                  <a:lnTo>
                    <a:pt x="3379111" y="483749"/>
                  </a:lnTo>
                  <a:lnTo>
                    <a:pt x="3451007" y="488481"/>
                  </a:lnTo>
                  <a:lnTo>
                    <a:pt x="3522902" y="492904"/>
                  </a:lnTo>
                  <a:lnTo>
                    <a:pt x="3594798" y="497021"/>
                  </a:lnTo>
                  <a:lnTo>
                    <a:pt x="3666694" y="500837"/>
                  </a:lnTo>
                  <a:lnTo>
                    <a:pt x="3738590" y="504359"/>
                  </a:lnTo>
                  <a:lnTo>
                    <a:pt x="3810486" y="507593"/>
                  </a:lnTo>
                  <a:lnTo>
                    <a:pt x="3882382" y="510548"/>
                  </a:lnTo>
                  <a:lnTo>
                    <a:pt x="3954278" y="513231"/>
                  </a:lnTo>
                  <a:lnTo>
                    <a:pt x="4026174" y="515652"/>
                  </a:lnTo>
                  <a:lnTo>
                    <a:pt x="4098070" y="517818"/>
                  </a:lnTo>
                  <a:lnTo>
                    <a:pt x="4169966" y="519740"/>
                  </a:lnTo>
                  <a:lnTo>
                    <a:pt x="4241862" y="521427"/>
                  </a:lnTo>
                  <a:lnTo>
                    <a:pt x="4313758" y="522888"/>
                  </a:lnTo>
                  <a:lnTo>
                    <a:pt x="4385654" y="524134"/>
                  </a:lnTo>
                  <a:lnTo>
                    <a:pt x="4457550" y="525172"/>
                  </a:lnTo>
                  <a:lnTo>
                    <a:pt x="4529446" y="526014"/>
                  </a:lnTo>
                  <a:lnTo>
                    <a:pt x="4601342" y="526667"/>
                  </a:lnTo>
                  <a:lnTo>
                    <a:pt x="4673238" y="527141"/>
                  </a:lnTo>
                  <a:lnTo>
                    <a:pt x="4745134" y="527444"/>
                  </a:lnTo>
                  <a:lnTo>
                    <a:pt x="4817030" y="527586"/>
                  </a:lnTo>
                  <a:lnTo>
                    <a:pt x="4888926" y="527573"/>
                  </a:lnTo>
                  <a:lnTo>
                    <a:pt x="4960822" y="527413"/>
                  </a:lnTo>
                  <a:lnTo>
                    <a:pt x="5032718" y="527115"/>
                  </a:lnTo>
                  <a:lnTo>
                    <a:pt x="5104614" y="526685"/>
                  </a:lnTo>
                  <a:lnTo>
                    <a:pt x="5176510" y="526129"/>
                  </a:lnTo>
                  <a:lnTo>
                    <a:pt x="5248406" y="525455"/>
                  </a:lnTo>
                  <a:lnTo>
                    <a:pt x="5320302" y="524668"/>
                  </a:lnTo>
                  <a:lnTo>
                    <a:pt x="5392198" y="523774"/>
                  </a:lnTo>
                  <a:lnTo>
                    <a:pt x="5464094" y="522779"/>
                  </a:lnTo>
                  <a:lnTo>
                    <a:pt x="5535990" y="521688"/>
                  </a:lnTo>
                  <a:lnTo>
                    <a:pt x="5607886" y="520505"/>
                  </a:lnTo>
                  <a:lnTo>
                    <a:pt x="5679782" y="519235"/>
                  </a:lnTo>
                  <a:lnTo>
                    <a:pt x="5679782" y="1320741"/>
                  </a:lnTo>
                  <a:lnTo>
                    <a:pt x="5607886" y="1308245"/>
                  </a:lnTo>
                  <a:lnTo>
                    <a:pt x="5535990" y="1295835"/>
                  </a:lnTo>
                  <a:lnTo>
                    <a:pt x="5464094" y="1283518"/>
                  </a:lnTo>
                  <a:lnTo>
                    <a:pt x="5392198" y="1271296"/>
                  </a:lnTo>
                  <a:lnTo>
                    <a:pt x="5320302" y="1259175"/>
                  </a:lnTo>
                  <a:lnTo>
                    <a:pt x="5248406" y="1247162"/>
                  </a:lnTo>
                  <a:lnTo>
                    <a:pt x="5176510" y="1235261"/>
                  </a:lnTo>
                  <a:lnTo>
                    <a:pt x="5104614" y="1223479"/>
                  </a:lnTo>
                  <a:lnTo>
                    <a:pt x="5032718" y="1211822"/>
                  </a:lnTo>
                  <a:lnTo>
                    <a:pt x="4960822" y="1200298"/>
                  </a:lnTo>
                  <a:lnTo>
                    <a:pt x="4888926" y="1188912"/>
                  </a:lnTo>
                  <a:lnTo>
                    <a:pt x="4817030" y="1177672"/>
                  </a:lnTo>
                  <a:lnTo>
                    <a:pt x="4745134" y="1166587"/>
                  </a:lnTo>
                  <a:lnTo>
                    <a:pt x="4673238" y="1155664"/>
                  </a:lnTo>
                  <a:lnTo>
                    <a:pt x="4601342" y="1144912"/>
                  </a:lnTo>
                  <a:lnTo>
                    <a:pt x="4529446" y="1134338"/>
                  </a:lnTo>
                  <a:lnTo>
                    <a:pt x="4457550" y="1123953"/>
                  </a:lnTo>
                  <a:lnTo>
                    <a:pt x="4385654" y="1113765"/>
                  </a:lnTo>
                  <a:lnTo>
                    <a:pt x="4313758" y="1103784"/>
                  </a:lnTo>
                  <a:lnTo>
                    <a:pt x="4241862" y="1094019"/>
                  </a:lnTo>
                  <a:lnTo>
                    <a:pt x="4169966" y="1084479"/>
                  </a:lnTo>
                  <a:lnTo>
                    <a:pt x="4098070" y="1075175"/>
                  </a:lnTo>
                  <a:lnTo>
                    <a:pt x="4026174" y="1066115"/>
                  </a:lnTo>
                  <a:lnTo>
                    <a:pt x="3954278" y="1057309"/>
                  </a:lnTo>
                  <a:lnTo>
                    <a:pt x="3882382" y="1048765"/>
                  </a:lnTo>
                  <a:lnTo>
                    <a:pt x="3810486" y="1040494"/>
                  </a:lnTo>
                  <a:lnTo>
                    <a:pt x="3738590" y="1032502"/>
                  </a:lnTo>
                  <a:lnTo>
                    <a:pt x="3666694" y="1024797"/>
                  </a:lnTo>
                  <a:lnTo>
                    <a:pt x="3594798" y="1017387"/>
                  </a:lnTo>
                  <a:lnTo>
                    <a:pt x="3522902" y="1010277"/>
                  </a:lnTo>
                  <a:lnTo>
                    <a:pt x="3451007" y="1003473"/>
                  </a:lnTo>
                  <a:lnTo>
                    <a:pt x="3379111" y="996979"/>
                  </a:lnTo>
                  <a:lnTo>
                    <a:pt x="3307215" y="990798"/>
                  </a:lnTo>
                  <a:lnTo>
                    <a:pt x="3235319" y="984932"/>
                  </a:lnTo>
                  <a:lnTo>
                    <a:pt x="3163423" y="979383"/>
                  </a:lnTo>
                  <a:lnTo>
                    <a:pt x="3091527" y="974149"/>
                  </a:lnTo>
                  <a:lnTo>
                    <a:pt x="3019631" y="969230"/>
                  </a:lnTo>
                  <a:lnTo>
                    <a:pt x="2947735" y="964623"/>
                  </a:lnTo>
                  <a:lnTo>
                    <a:pt x="2875839" y="960324"/>
                  </a:lnTo>
                  <a:lnTo>
                    <a:pt x="2803943" y="956329"/>
                  </a:lnTo>
                  <a:lnTo>
                    <a:pt x="2732047" y="952632"/>
                  </a:lnTo>
                  <a:lnTo>
                    <a:pt x="2660151" y="949226"/>
                  </a:lnTo>
                  <a:lnTo>
                    <a:pt x="2588255" y="946105"/>
                  </a:lnTo>
                  <a:lnTo>
                    <a:pt x="2516359" y="943261"/>
                  </a:lnTo>
                  <a:lnTo>
                    <a:pt x="2444463" y="940685"/>
                  </a:lnTo>
                  <a:lnTo>
                    <a:pt x="2372567" y="938368"/>
                  </a:lnTo>
                  <a:lnTo>
                    <a:pt x="2300671" y="936301"/>
                  </a:lnTo>
                  <a:lnTo>
                    <a:pt x="2228775" y="934475"/>
                  </a:lnTo>
                  <a:lnTo>
                    <a:pt x="2156879" y="932880"/>
                  </a:lnTo>
                  <a:lnTo>
                    <a:pt x="2084983" y="931507"/>
                  </a:lnTo>
                  <a:lnTo>
                    <a:pt x="2013087" y="930346"/>
                  </a:lnTo>
                  <a:lnTo>
                    <a:pt x="1941191" y="929387"/>
                  </a:lnTo>
                  <a:lnTo>
                    <a:pt x="1869295" y="928623"/>
                  </a:lnTo>
                  <a:lnTo>
                    <a:pt x="1797399" y="928043"/>
                  </a:lnTo>
                  <a:lnTo>
                    <a:pt x="1725503" y="927639"/>
                  </a:lnTo>
                  <a:lnTo>
                    <a:pt x="1653607" y="927401"/>
                  </a:lnTo>
                  <a:lnTo>
                    <a:pt x="1581711" y="927323"/>
                  </a:lnTo>
                  <a:lnTo>
                    <a:pt x="1509815" y="927396"/>
                  </a:lnTo>
                  <a:lnTo>
                    <a:pt x="1437919" y="927612"/>
                  </a:lnTo>
                  <a:lnTo>
                    <a:pt x="1366023" y="927964"/>
                  </a:lnTo>
                  <a:lnTo>
                    <a:pt x="1294127" y="928446"/>
                  </a:lnTo>
                  <a:lnTo>
                    <a:pt x="1222231" y="929050"/>
                  </a:lnTo>
                  <a:lnTo>
                    <a:pt x="1150335" y="929770"/>
                  </a:lnTo>
                  <a:lnTo>
                    <a:pt x="1078439" y="930601"/>
                  </a:lnTo>
                  <a:lnTo>
                    <a:pt x="1006543" y="931536"/>
                  </a:lnTo>
                  <a:lnTo>
                    <a:pt x="934647" y="932571"/>
                  </a:lnTo>
                  <a:lnTo>
                    <a:pt x="862751" y="933699"/>
                  </a:lnTo>
                  <a:lnTo>
                    <a:pt x="790855" y="934918"/>
                  </a:lnTo>
                  <a:lnTo>
                    <a:pt x="718959" y="936221"/>
                  </a:lnTo>
                  <a:lnTo>
                    <a:pt x="647063" y="937604"/>
                  </a:lnTo>
                  <a:lnTo>
                    <a:pt x="575167" y="939064"/>
                  </a:lnTo>
                  <a:lnTo>
                    <a:pt x="503271" y="940597"/>
                  </a:lnTo>
                  <a:lnTo>
                    <a:pt x="431375" y="942199"/>
                  </a:lnTo>
                  <a:lnTo>
                    <a:pt x="359479" y="943867"/>
                  </a:lnTo>
                  <a:lnTo>
                    <a:pt x="287583" y="945597"/>
                  </a:lnTo>
                  <a:lnTo>
                    <a:pt x="215687" y="947386"/>
                  </a:lnTo>
                  <a:lnTo>
                    <a:pt x="143791" y="949232"/>
                  </a:lnTo>
                  <a:lnTo>
                    <a:pt x="71895" y="951132"/>
                  </a:lnTo>
                  <a:lnTo>
                    <a:pt x="0" y="953083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89985"/>
              <a:ext cx="5679782" cy="527586"/>
            </a:xfrm>
            <a:custGeom>
              <a:avLst/>
              <a:pathLst>
                <a:path w="5679782" h="527586">
                  <a:moveTo>
                    <a:pt x="0" y="0"/>
                  </a:moveTo>
                  <a:lnTo>
                    <a:pt x="71895" y="13177"/>
                  </a:lnTo>
                  <a:lnTo>
                    <a:pt x="143791" y="26304"/>
                  </a:lnTo>
                  <a:lnTo>
                    <a:pt x="215687" y="39376"/>
                  </a:lnTo>
                  <a:lnTo>
                    <a:pt x="287583" y="52392"/>
                  </a:lnTo>
                  <a:lnTo>
                    <a:pt x="359479" y="65349"/>
                  </a:lnTo>
                  <a:lnTo>
                    <a:pt x="431375" y="78243"/>
                  </a:lnTo>
                  <a:lnTo>
                    <a:pt x="503271" y="91071"/>
                  </a:lnTo>
                  <a:lnTo>
                    <a:pt x="575167" y="103830"/>
                  </a:lnTo>
                  <a:lnTo>
                    <a:pt x="647063" y="116517"/>
                  </a:lnTo>
                  <a:lnTo>
                    <a:pt x="718959" y="129127"/>
                  </a:lnTo>
                  <a:lnTo>
                    <a:pt x="790855" y="141657"/>
                  </a:lnTo>
                  <a:lnTo>
                    <a:pt x="862751" y="154101"/>
                  </a:lnTo>
                  <a:lnTo>
                    <a:pt x="934647" y="166456"/>
                  </a:lnTo>
                  <a:lnTo>
                    <a:pt x="1006543" y="178717"/>
                  </a:lnTo>
                  <a:lnTo>
                    <a:pt x="1078439" y="190879"/>
                  </a:lnTo>
                  <a:lnTo>
                    <a:pt x="1150335" y="202936"/>
                  </a:lnTo>
                  <a:lnTo>
                    <a:pt x="1222231" y="214883"/>
                  </a:lnTo>
                  <a:lnTo>
                    <a:pt x="1294127" y="226714"/>
                  </a:lnTo>
                  <a:lnTo>
                    <a:pt x="1366023" y="238422"/>
                  </a:lnTo>
                  <a:lnTo>
                    <a:pt x="1437919" y="250001"/>
                  </a:lnTo>
                  <a:lnTo>
                    <a:pt x="1509815" y="261443"/>
                  </a:lnTo>
                  <a:lnTo>
                    <a:pt x="1581711" y="272743"/>
                  </a:lnTo>
                  <a:lnTo>
                    <a:pt x="1653607" y="283891"/>
                  </a:lnTo>
                  <a:lnTo>
                    <a:pt x="1725503" y="294880"/>
                  </a:lnTo>
                  <a:lnTo>
                    <a:pt x="1797399" y="305702"/>
                  </a:lnTo>
                  <a:lnTo>
                    <a:pt x="1869295" y="316349"/>
                  </a:lnTo>
                  <a:lnTo>
                    <a:pt x="1941191" y="326811"/>
                  </a:lnTo>
                  <a:lnTo>
                    <a:pt x="2013087" y="337079"/>
                  </a:lnTo>
                  <a:lnTo>
                    <a:pt x="2084983" y="347145"/>
                  </a:lnTo>
                  <a:lnTo>
                    <a:pt x="2156879" y="356998"/>
                  </a:lnTo>
                  <a:lnTo>
                    <a:pt x="2228775" y="366630"/>
                  </a:lnTo>
                  <a:lnTo>
                    <a:pt x="2300671" y="376030"/>
                  </a:lnTo>
                  <a:lnTo>
                    <a:pt x="2372567" y="385190"/>
                  </a:lnTo>
                  <a:lnTo>
                    <a:pt x="2444463" y="394099"/>
                  </a:lnTo>
                  <a:lnTo>
                    <a:pt x="2516359" y="402749"/>
                  </a:lnTo>
                  <a:lnTo>
                    <a:pt x="2588255" y="411131"/>
                  </a:lnTo>
                  <a:lnTo>
                    <a:pt x="2660151" y="419237"/>
                  </a:lnTo>
                  <a:lnTo>
                    <a:pt x="2732047" y="427058"/>
                  </a:lnTo>
                  <a:lnTo>
                    <a:pt x="2803943" y="434587"/>
                  </a:lnTo>
                  <a:lnTo>
                    <a:pt x="2875839" y="441819"/>
                  </a:lnTo>
                  <a:lnTo>
                    <a:pt x="2947735" y="448746"/>
                  </a:lnTo>
                  <a:lnTo>
                    <a:pt x="3019631" y="455366"/>
                  </a:lnTo>
                  <a:lnTo>
                    <a:pt x="3091527" y="461673"/>
                  </a:lnTo>
                  <a:lnTo>
                    <a:pt x="3163423" y="467666"/>
                  </a:lnTo>
                  <a:lnTo>
                    <a:pt x="3235319" y="473343"/>
                  </a:lnTo>
                  <a:lnTo>
                    <a:pt x="3307215" y="478704"/>
                  </a:lnTo>
                  <a:lnTo>
                    <a:pt x="3379111" y="483749"/>
                  </a:lnTo>
                  <a:lnTo>
                    <a:pt x="3451007" y="488481"/>
                  </a:lnTo>
                  <a:lnTo>
                    <a:pt x="3522902" y="492904"/>
                  </a:lnTo>
                  <a:lnTo>
                    <a:pt x="3594798" y="497021"/>
                  </a:lnTo>
                  <a:lnTo>
                    <a:pt x="3666694" y="500837"/>
                  </a:lnTo>
                  <a:lnTo>
                    <a:pt x="3738590" y="504359"/>
                  </a:lnTo>
                  <a:lnTo>
                    <a:pt x="3810486" y="507593"/>
                  </a:lnTo>
                  <a:lnTo>
                    <a:pt x="3882382" y="510548"/>
                  </a:lnTo>
                  <a:lnTo>
                    <a:pt x="3954278" y="513231"/>
                  </a:lnTo>
                  <a:lnTo>
                    <a:pt x="4026174" y="515652"/>
                  </a:lnTo>
                  <a:lnTo>
                    <a:pt x="4098070" y="517818"/>
                  </a:lnTo>
                  <a:lnTo>
                    <a:pt x="4169966" y="519740"/>
                  </a:lnTo>
                  <a:lnTo>
                    <a:pt x="4241862" y="521427"/>
                  </a:lnTo>
                  <a:lnTo>
                    <a:pt x="4313758" y="522888"/>
                  </a:lnTo>
                  <a:lnTo>
                    <a:pt x="4385654" y="524134"/>
                  </a:lnTo>
                  <a:lnTo>
                    <a:pt x="4457550" y="525172"/>
                  </a:lnTo>
                  <a:lnTo>
                    <a:pt x="4529446" y="526014"/>
                  </a:lnTo>
                  <a:lnTo>
                    <a:pt x="4601342" y="526667"/>
                  </a:lnTo>
                  <a:lnTo>
                    <a:pt x="4673238" y="527141"/>
                  </a:lnTo>
                  <a:lnTo>
                    <a:pt x="4745134" y="527444"/>
                  </a:lnTo>
                  <a:lnTo>
                    <a:pt x="4817030" y="527586"/>
                  </a:lnTo>
                  <a:lnTo>
                    <a:pt x="4888926" y="527573"/>
                  </a:lnTo>
                  <a:lnTo>
                    <a:pt x="4960822" y="527413"/>
                  </a:lnTo>
                  <a:lnTo>
                    <a:pt x="5032718" y="527115"/>
                  </a:lnTo>
                  <a:lnTo>
                    <a:pt x="5104614" y="526685"/>
                  </a:lnTo>
                  <a:lnTo>
                    <a:pt x="5176510" y="526129"/>
                  </a:lnTo>
                  <a:lnTo>
                    <a:pt x="5248406" y="525455"/>
                  </a:lnTo>
                  <a:lnTo>
                    <a:pt x="5320302" y="524668"/>
                  </a:lnTo>
                  <a:lnTo>
                    <a:pt x="5392198" y="523774"/>
                  </a:lnTo>
                  <a:lnTo>
                    <a:pt x="5464094" y="522779"/>
                  </a:lnTo>
                  <a:lnTo>
                    <a:pt x="5535990" y="521688"/>
                  </a:lnTo>
                  <a:lnTo>
                    <a:pt x="5607886" y="520505"/>
                  </a:lnTo>
                  <a:lnTo>
                    <a:pt x="5679782" y="519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3117308"/>
              <a:ext cx="5679782" cy="393417"/>
            </a:xfrm>
            <a:custGeom>
              <a:avLst/>
              <a:pathLst>
                <a:path w="5679782" h="393417">
                  <a:moveTo>
                    <a:pt x="5679782" y="393417"/>
                  </a:moveTo>
                  <a:lnTo>
                    <a:pt x="5607886" y="380921"/>
                  </a:lnTo>
                  <a:lnTo>
                    <a:pt x="5535990" y="368512"/>
                  </a:lnTo>
                  <a:lnTo>
                    <a:pt x="5464094" y="356194"/>
                  </a:lnTo>
                  <a:lnTo>
                    <a:pt x="5392198" y="343972"/>
                  </a:lnTo>
                  <a:lnTo>
                    <a:pt x="5320302" y="331852"/>
                  </a:lnTo>
                  <a:lnTo>
                    <a:pt x="5248406" y="319838"/>
                  </a:lnTo>
                  <a:lnTo>
                    <a:pt x="5176510" y="307938"/>
                  </a:lnTo>
                  <a:lnTo>
                    <a:pt x="5104614" y="296156"/>
                  </a:lnTo>
                  <a:lnTo>
                    <a:pt x="5032718" y="284499"/>
                  </a:lnTo>
                  <a:lnTo>
                    <a:pt x="4960822" y="272974"/>
                  </a:lnTo>
                  <a:lnTo>
                    <a:pt x="4888926" y="261588"/>
                  </a:lnTo>
                  <a:lnTo>
                    <a:pt x="4817030" y="250349"/>
                  </a:lnTo>
                  <a:lnTo>
                    <a:pt x="4745134" y="239264"/>
                  </a:lnTo>
                  <a:lnTo>
                    <a:pt x="4673238" y="228341"/>
                  </a:lnTo>
                  <a:lnTo>
                    <a:pt x="4601342" y="217588"/>
                  </a:lnTo>
                  <a:lnTo>
                    <a:pt x="4529446" y="207015"/>
                  </a:lnTo>
                  <a:lnTo>
                    <a:pt x="4457550" y="196630"/>
                  </a:lnTo>
                  <a:lnTo>
                    <a:pt x="4385654" y="186442"/>
                  </a:lnTo>
                  <a:lnTo>
                    <a:pt x="4313758" y="176461"/>
                  </a:lnTo>
                  <a:lnTo>
                    <a:pt x="4241862" y="166695"/>
                  </a:lnTo>
                  <a:lnTo>
                    <a:pt x="4169966" y="157156"/>
                  </a:lnTo>
                  <a:lnTo>
                    <a:pt x="4098070" y="147851"/>
                  </a:lnTo>
                  <a:lnTo>
                    <a:pt x="4026174" y="138791"/>
                  </a:lnTo>
                  <a:lnTo>
                    <a:pt x="3954278" y="129985"/>
                  </a:lnTo>
                  <a:lnTo>
                    <a:pt x="3882382" y="121442"/>
                  </a:lnTo>
                  <a:lnTo>
                    <a:pt x="3810486" y="113170"/>
                  </a:lnTo>
                  <a:lnTo>
                    <a:pt x="3738590" y="105178"/>
                  </a:lnTo>
                  <a:lnTo>
                    <a:pt x="3666694" y="97474"/>
                  </a:lnTo>
                  <a:lnTo>
                    <a:pt x="3594798" y="90063"/>
                  </a:lnTo>
                  <a:lnTo>
                    <a:pt x="3522902" y="82954"/>
                  </a:lnTo>
                  <a:lnTo>
                    <a:pt x="3451007" y="76150"/>
                  </a:lnTo>
                  <a:lnTo>
                    <a:pt x="3379111" y="69655"/>
                  </a:lnTo>
                  <a:lnTo>
                    <a:pt x="3307215" y="63474"/>
                  </a:lnTo>
                  <a:lnTo>
                    <a:pt x="3235319" y="57609"/>
                  </a:lnTo>
                  <a:lnTo>
                    <a:pt x="3163423" y="52059"/>
                  </a:lnTo>
                  <a:lnTo>
                    <a:pt x="3091527" y="46825"/>
                  </a:lnTo>
                  <a:lnTo>
                    <a:pt x="3019631" y="41906"/>
                  </a:lnTo>
                  <a:lnTo>
                    <a:pt x="2947735" y="37299"/>
                  </a:lnTo>
                  <a:lnTo>
                    <a:pt x="2875839" y="33000"/>
                  </a:lnTo>
                  <a:lnTo>
                    <a:pt x="2803943" y="29005"/>
                  </a:lnTo>
                  <a:lnTo>
                    <a:pt x="2732047" y="25308"/>
                  </a:lnTo>
                  <a:lnTo>
                    <a:pt x="2660151" y="21903"/>
                  </a:lnTo>
                  <a:lnTo>
                    <a:pt x="2588255" y="18782"/>
                  </a:lnTo>
                  <a:lnTo>
                    <a:pt x="2516359" y="15937"/>
                  </a:lnTo>
                  <a:lnTo>
                    <a:pt x="2444463" y="13361"/>
                  </a:lnTo>
                  <a:lnTo>
                    <a:pt x="2372567" y="11044"/>
                  </a:lnTo>
                  <a:lnTo>
                    <a:pt x="2300671" y="8977"/>
                  </a:lnTo>
                  <a:lnTo>
                    <a:pt x="2228775" y="7151"/>
                  </a:lnTo>
                  <a:lnTo>
                    <a:pt x="2156879" y="5556"/>
                  </a:lnTo>
                  <a:lnTo>
                    <a:pt x="2084983" y="4183"/>
                  </a:lnTo>
                  <a:lnTo>
                    <a:pt x="2013087" y="3022"/>
                  </a:lnTo>
                  <a:lnTo>
                    <a:pt x="1941191" y="2064"/>
                  </a:lnTo>
                  <a:lnTo>
                    <a:pt x="1869295" y="1299"/>
                  </a:lnTo>
                  <a:lnTo>
                    <a:pt x="1797399" y="719"/>
                  </a:lnTo>
                  <a:lnTo>
                    <a:pt x="1725503" y="315"/>
                  </a:lnTo>
                  <a:lnTo>
                    <a:pt x="1653607" y="78"/>
                  </a:lnTo>
                  <a:lnTo>
                    <a:pt x="1581711" y="0"/>
                  </a:lnTo>
                  <a:lnTo>
                    <a:pt x="1509815" y="72"/>
                  </a:lnTo>
                  <a:lnTo>
                    <a:pt x="1437919" y="288"/>
                  </a:lnTo>
                  <a:lnTo>
                    <a:pt x="1366023" y="641"/>
                  </a:lnTo>
                  <a:lnTo>
                    <a:pt x="1294127" y="1122"/>
                  </a:lnTo>
                  <a:lnTo>
                    <a:pt x="1222231" y="1726"/>
                  </a:lnTo>
                  <a:lnTo>
                    <a:pt x="1150335" y="2447"/>
                  </a:lnTo>
                  <a:lnTo>
                    <a:pt x="1078439" y="3277"/>
                  </a:lnTo>
                  <a:lnTo>
                    <a:pt x="1006543" y="4213"/>
                  </a:lnTo>
                  <a:lnTo>
                    <a:pt x="934647" y="5247"/>
                  </a:lnTo>
                  <a:lnTo>
                    <a:pt x="862751" y="6376"/>
                  </a:lnTo>
                  <a:lnTo>
                    <a:pt x="790855" y="7594"/>
                  </a:lnTo>
                  <a:lnTo>
                    <a:pt x="718959" y="8897"/>
                  </a:lnTo>
                  <a:lnTo>
                    <a:pt x="647063" y="10281"/>
                  </a:lnTo>
                  <a:lnTo>
                    <a:pt x="575167" y="11741"/>
                  </a:lnTo>
                  <a:lnTo>
                    <a:pt x="503271" y="13274"/>
                  </a:lnTo>
                  <a:lnTo>
                    <a:pt x="431375" y="14875"/>
                  </a:lnTo>
                  <a:lnTo>
                    <a:pt x="359479" y="16543"/>
                  </a:lnTo>
                  <a:lnTo>
                    <a:pt x="287583" y="18273"/>
                  </a:lnTo>
                  <a:lnTo>
                    <a:pt x="215687" y="20062"/>
                  </a:lnTo>
                  <a:lnTo>
                    <a:pt x="143791" y="21908"/>
                  </a:lnTo>
                  <a:lnTo>
                    <a:pt x="71895" y="23808"/>
                  </a:lnTo>
                  <a:lnTo>
                    <a:pt x="0" y="2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666527"/>
              <a:ext cx="5679782" cy="443446"/>
            </a:xfrm>
            <a:custGeom>
              <a:avLst/>
              <a:pathLst>
                <a:path w="5679782" h="443446">
                  <a:moveTo>
                    <a:pt x="0" y="0"/>
                  </a:moveTo>
                  <a:lnTo>
                    <a:pt x="71895" y="5613"/>
                  </a:lnTo>
                  <a:lnTo>
                    <a:pt x="143791" y="11226"/>
                  </a:lnTo>
                  <a:lnTo>
                    <a:pt x="215687" y="16839"/>
                  </a:lnTo>
                  <a:lnTo>
                    <a:pt x="287583" y="22452"/>
                  </a:lnTo>
                  <a:lnTo>
                    <a:pt x="359479" y="28066"/>
                  </a:lnTo>
                  <a:lnTo>
                    <a:pt x="431375" y="33679"/>
                  </a:lnTo>
                  <a:lnTo>
                    <a:pt x="503271" y="39292"/>
                  </a:lnTo>
                  <a:lnTo>
                    <a:pt x="575167" y="44905"/>
                  </a:lnTo>
                  <a:lnTo>
                    <a:pt x="647063" y="50519"/>
                  </a:lnTo>
                  <a:lnTo>
                    <a:pt x="718959" y="56132"/>
                  </a:lnTo>
                  <a:lnTo>
                    <a:pt x="790855" y="61745"/>
                  </a:lnTo>
                  <a:lnTo>
                    <a:pt x="862751" y="67358"/>
                  </a:lnTo>
                  <a:lnTo>
                    <a:pt x="934647" y="72972"/>
                  </a:lnTo>
                  <a:lnTo>
                    <a:pt x="1006543" y="78585"/>
                  </a:lnTo>
                  <a:lnTo>
                    <a:pt x="1078439" y="84198"/>
                  </a:lnTo>
                  <a:lnTo>
                    <a:pt x="1150335" y="89811"/>
                  </a:lnTo>
                  <a:lnTo>
                    <a:pt x="1222231" y="95425"/>
                  </a:lnTo>
                  <a:lnTo>
                    <a:pt x="1294127" y="101038"/>
                  </a:lnTo>
                  <a:lnTo>
                    <a:pt x="1366023" y="106651"/>
                  </a:lnTo>
                  <a:lnTo>
                    <a:pt x="1437919" y="112264"/>
                  </a:lnTo>
                  <a:lnTo>
                    <a:pt x="1509815" y="117878"/>
                  </a:lnTo>
                  <a:lnTo>
                    <a:pt x="1581711" y="123491"/>
                  </a:lnTo>
                  <a:lnTo>
                    <a:pt x="1653607" y="129104"/>
                  </a:lnTo>
                  <a:lnTo>
                    <a:pt x="1725503" y="134717"/>
                  </a:lnTo>
                  <a:lnTo>
                    <a:pt x="1797399" y="140331"/>
                  </a:lnTo>
                  <a:lnTo>
                    <a:pt x="1869295" y="145944"/>
                  </a:lnTo>
                  <a:lnTo>
                    <a:pt x="1941191" y="151557"/>
                  </a:lnTo>
                  <a:lnTo>
                    <a:pt x="2013087" y="157170"/>
                  </a:lnTo>
                  <a:lnTo>
                    <a:pt x="2084983" y="162784"/>
                  </a:lnTo>
                  <a:lnTo>
                    <a:pt x="2156879" y="168397"/>
                  </a:lnTo>
                  <a:lnTo>
                    <a:pt x="2228775" y="174010"/>
                  </a:lnTo>
                  <a:lnTo>
                    <a:pt x="2300671" y="179623"/>
                  </a:lnTo>
                  <a:lnTo>
                    <a:pt x="2372567" y="185237"/>
                  </a:lnTo>
                  <a:lnTo>
                    <a:pt x="2444463" y="190850"/>
                  </a:lnTo>
                  <a:lnTo>
                    <a:pt x="2516359" y="196463"/>
                  </a:lnTo>
                  <a:lnTo>
                    <a:pt x="2588255" y="202076"/>
                  </a:lnTo>
                  <a:lnTo>
                    <a:pt x="2660151" y="207690"/>
                  </a:lnTo>
                  <a:lnTo>
                    <a:pt x="2732047" y="213303"/>
                  </a:lnTo>
                  <a:lnTo>
                    <a:pt x="2803943" y="218916"/>
                  </a:lnTo>
                  <a:lnTo>
                    <a:pt x="2875839" y="224529"/>
                  </a:lnTo>
                  <a:lnTo>
                    <a:pt x="2947735" y="230143"/>
                  </a:lnTo>
                  <a:lnTo>
                    <a:pt x="3019631" y="235756"/>
                  </a:lnTo>
                  <a:lnTo>
                    <a:pt x="3091527" y="241369"/>
                  </a:lnTo>
                  <a:lnTo>
                    <a:pt x="3163423" y="246982"/>
                  </a:lnTo>
                  <a:lnTo>
                    <a:pt x="3235319" y="252596"/>
                  </a:lnTo>
                  <a:lnTo>
                    <a:pt x="3307215" y="258209"/>
                  </a:lnTo>
                  <a:lnTo>
                    <a:pt x="3379111" y="263822"/>
                  </a:lnTo>
                  <a:lnTo>
                    <a:pt x="3451007" y="269435"/>
                  </a:lnTo>
                  <a:lnTo>
                    <a:pt x="3522902" y="275049"/>
                  </a:lnTo>
                  <a:lnTo>
                    <a:pt x="3594798" y="280662"/>
                  </a:lnTo>
                  <a:lnTo>
                    <a:pt x="3666694" y="286275"/>
                  </a:lnTo>
                  <a:lnTo>
                    <a:pt x="3738590" y="291888"/>
                  </a:lnTo>
                  <a:lnTo>
                    <a:pt x="3810486" y="297502"/>
                  </a:lnTo>
                  <a:lnTo>
                    <a:pt x="3882382" y="303115"/>
                  </a:lnTo>
                  <a:lnTo>
                    <a:pt x="3954278" y="308728"/>
                  </a:lnTo>
                  <a:lnTo>
                    <a:pt x="4026174" y="314341"/>
                  </a:lnTo>
                  <a:lnTo>
                    <a:pt x="4098070" y="319955"/>
                  </a:lnTo>
                  <a:lnTo>
                    <a:pt x="4169966" y="325568"/>
                  </a:lnTo>
                  <a:lnTo>
                    <a:pt x="4241862" y="331181"/>
                  </a:lnTo>
                  <a:lnTo>
                    <a:pt x="4313758" y="336794"/>
                  </a:lnTo>
                  <a:lnTo>
                    <a:pt x="4385654" y="342408"/>
                  </a:lnTo>
                  <a:lnTo>
                    <a:pt x="4457550" y="348021"/>
                  </a:lnTo>
                  <a:lnTo>
                    <a:pt x="4529446" y="353634"/>
                  </a:lnTo>
                  <a:lnTo>
                    <a:pt x="4601342" y="359247"/>
                  </a:lnTo>
                  <a:lnTo>
                    <a:pt x="4673238" y="364861"/>
                  </a:lnTo>
                  <a:lnTo>
                    <a:pt x="4745134" y="370474"/>
                  </a:lnTo>
                  <a:lnTo>
                    <a:pt x="4817030" y="376087"/>
                  </a:lnTo>
                  <a:lnTo>
                    <a:pt x="4888926" y="381700"/>
                  </a:lnTo>
                  <a:lnTo>
                    <a:pt x="4960822" y="387314"/>
                  </a:lnTo>
                  <a:lnTo>
                    <a:pt x="5032718" y="392927"/>
                  </a:lnTo>
                  <a:lnTo>
                    <a:pt x="5104614" y="398540"/>
                  </a:lnTo>
                  <a:lnTo>
                    <a:pt x="5176510" y="404153"/>
                  </a:lnTo>
                  <a:lnTo>
                    <a:pt x="5248406" y="409767"/>
                  </a:lnTo>
                  <a:lnTo>
                    <a:pt x="5320302" y="415380"/>
                  </a:lnTo>
                  <a:lnTo>
                    <a:pt x="5392198" y="420993"/>
                  </a:lnTo>
                  <a:lnTo>
                    <a:pt x="5464094" y="426606"/>
                  </a:lnTo>
                  <a:lnTo>
                    <a:pt x="5535990" y="432220"/>
                  </a:lnTo>
                  <a:lnTo>
                    <a:pt x="5607886" y="437833"/>
                  </a:lnTo>
                  <a:lnTo>
                    <a:pt x="5679782" y="443446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606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089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5811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252217" y="34189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52217" y="27858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52217" y="28253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772774" y="25134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772774" y="22665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772774" y="25668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902738" y="201179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02738" y="23911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02738" y="23077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877943" y="29927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877943" y="31107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877943" y="25237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33704" y="30783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33704" y="38455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833704" y="328888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828905" y="38674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828905" y="38890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828905" y="393610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629586" y="44460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629586" y="32210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629586" y="38473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306669"/>
              <a:ext cx="5679782" cy="1424490"/>
            </a:xfrm>
            <a:custGeom>
              <a:avLst/>
              <a:pathLst>
                <a:path w="5679782" h="1424490">
                  <a:moveTo>
                    <a:pt x="0" y="0"/>
                  </a:moveTo>
                  <a:lnTo>
                    <a:pt x="71895" y="14239"/>
                  </a:lnTo>
                  <a:lnTo>
                    <a:pt x="143791" y="28423"/>
                  </a:lnTo>
                  <a:lnTo>
                    <a:pt x="215687" y="42550"/>
                  </a:lnTo>
                  <a:lnTo>
                    <a:pt x="287583" y="56616"/>
                  </a:lnTo>
                  <a:lnTo>
                    <a:pt x="359479" y="70618"/>
                  </a:lnTo>
                  <a:lnTo>
                    <a:pt x="431375" y="84554"/>
                  </a:lnTo>
                  <a:lnTo>
                    <a:pt x="503271" y="98419"/>
                  </a:lnTo>
                  <a:lnTo>
                    <a:pt x="575167" y="112210"/>
                  </a:lnTo>
                  <a:lnTo>
                    <a:pt x="647063" y="125923"/>
                  </a:lnTo>
                  <a:lnTo>
                    <a:pt x="718959" y="139555"/>
                  </a:lnTo>
                  <a:lnTo>
                    <a:pt x="790855" y="153100"/>
                  </a:lnTo>
                  <a:lnTo>
                    <a:pt x="862751" y="166554"/>
                  </a:lnTo>
                  <a:lnTo>
                    <a:pt x="934647" y="179912"/>
                  </a:lnTo>
                  <a:lnTo>
                    <a:pt x="1006543" y="193170"/>
                  </a:lnTo>
                  <a:lnTo>
                    <a:pt x="1078439" y="206321"/>
                  </a:lnTo>
                  <a:lnTo>
                    <a:pt x="1150335" y="219360"/>
                  </a:lnTo>
                  <a:lnTo>
                    <a:pt x="1222231" y="232281"/>
                  </a:lnTo>
                  <a:lnTo>
                    <a:pt x="1294127" y="245077"/>
                  </a:lnTo>
                  <a:lnTo>
                    <a:pt x="1366023" y="257742"/>
                  </a:lnTo>
                  <a:lnTo>
                    <a:pt x="1437919" y="270269"/>
                  </a:lnTo>
                  <a:lnTo>
                    <a:pt x="1509815" y="282650"/>
                  </a:lnTo>
                  <a:lnTo>
                    <a:pt x="1581711" y="294877"/>
                  </a:lnTo>
                  <a:lnTo>
                    <a:pt x="1653607" y="306943"/>
                  </a:lnTo>
                  <a:lnTo>
                    <a:pt x="1725503" y="318838"/>
                  </a:lnTo>
                  <a:lnTo>
                    <a:pt x="1797399" y="330554"/>
                  </a:lnTo>
                  <a:lnTo>
                    <a:pt x="1869295" y="342082"/>
                  </a:lnTo>
                  <a:lnTo>
                    <a:pt x="1941191" y="353413"/>
                  </a:lnTo>
                  <a:lnTo>
                    <a:pt x="2013087" y="364536"/>
                  </a:lnTo>
                  <a:lnTo>
                    <a:pt x="2084983" y="375442"/>
                  </a:lnTo>
                  <a:lnTo>
                    <a:pt x="2156879" y="386120"/>
                  </a:lnTo>
                  <a:lnTo>
                    <a:pt x="2228775" y="396562"/>
                  </a:lnTo>
                  <a:lnTo>
                    <a:pt x="2300671" y="406755"/>
                  </a:lnTo>
                  <a:lnTo>
                    <a:pt x="2372567" y="416691"/>
                  </a:lnTo>
                  <a:lnTo>
                    <a:pt x="2444463" y="426358"/>
                  </a:lnTo>
                  <a:lnTo>
                    <a:pt x="2516359" y="435748"/>
                  </a:lnTo>
                  <a:lnTo>
                    <a:pt x="2588255" y="444851"/>
                  </a:lnTo>
                  <a:lnTo>
                    <a:pt x="2660151" y="453657"/>
                  </a:lnTo>
                  <a:lnTo>
                    <a:pt x="2732047" y="462159"/>
                  </a:lnTo>
                  <a:lnTo>
                    <a:pt x="2803943" y="470349"/>
                  </a:lnTo>
                  <a:lnTo>
                    <a:pt x="2875839" y="478219"/>
                  </a:lnTo>
                  <a:lnTo>
                    <a:pt x="2947735" y="485764"/>
                  </a:lnTo>
                  <a:lnTo>
                    <a:pt x="3019631" y="492979"/>
                  </a:lnTo>
                  <a:lnTo>
                    <a:pt x="3091527" y="499859"/>
                  </a:lnTo>
                  <a:lnTo>
                    <a:pt x="3163423" y="506403"/>
                  </a:lnTo>
                  <a:lnTo>
                    <a:pt x="3235319" y="512608"/>
                  </a:lnTo>
                  <a:lnTo>
                    <a:pt x="3307215" y="518475"/>
                  </a:lnTo>
                  <a:lnTo>
                    <a:pt x="3379111" y="524004"/>
                  </a:lnTo>
                  <a:lnTo>
                    <a:pt x="3451007" y="529197"/>
                  </a:lnTo>
                  <a:lnTo>
                    <a:pt x="3522902" y="534059"/>
                  </a:lnTo>
                  <a:lnTo>
                    <a:pt x="3594798" y="538593"/>
                  </a:lnTo>
                  <a:lnTo>
                    <a:pt x="3666694" y="542805"/>
                  </a:lnTo>
                  <a:lnTo>
                    <a:pt x="3738590" y="546702"/>
                  </a:lnTo>
                  <a:lnTo>
                    <a:pt x="3810486" y="550292"/>
                  </a:lnTo>
                  <a:lnTo>
                    <a:pt x="3882382" y="553581"/>
                  </a:lnTo>
                  <a:lnTo>
                    <a:pt x="3954278" y="556580"/>
                  </a:lnTo>
                  <a:lnTo>
                    <a:pt x="4026174" y="559297"/>
                  </a:lnTo>
                  <a:lnTo>
                    <a:pt x="4098070" y="561743"/>
                  </a:lnTo>
                  <a:lnTo>
                    <a:pt x="4169966" y="563926"/>
                  </a:lnTo>
                  <a:lnTo>
                    <a:pt x="4241862" y="565858"/>
                  </a:lnTo>
                  <a:lnTo>
                    <a:pt x="4313758" y="567547"/>
                  </a:lnTo>
                  <a:lnTo>
                    <a:pt x="4385654" y="569006"/>
                  </a:lnTo>
                  <a:lnTo>
                    <a:pt x="4457550" y="570243"/>
                  </a:lnTo>
                  <a:lnTo>
                    <a:pt x="4529446" y="571269"/>
                  </a:lnTo>
                  <a:lnTo>
                    <a:pt x="4601342" y="572094"/>
                  </a:lnTo>
                  <a:lnTo>
                    <a:pt x="4673238" y="572726"/>
                  </a:lnTo>
                  <a:lnTo>
                    <a:pt x="4745134" y="573176"/>
                  </a:lnTo>
                  <a:lnTo>
                    <a:pt x="4817030" y="573452"/>
                  </a:lnTo>
                  <a:lnTo>
                    <a:pt x="4888926" y="573563"/>
                  </a:lnTo>
                  <a:lnTo>
                    <a:pt x="4960822" y="573517"/>
                  </a:lnTo>
                  <a:lnTo>
                    <a:pt x="5032718" y="573322"/>
                  </a:lnTo>
                  <a:lnTo>
                    <a:pt x="5104614" y="572986"/>
                  </a:lnTo>
                  <a:lnTo>
                    <a:pt x="5176510" y="572516"/>
                  </a:lnTo>
                  <a:lnTo>
                    <a:pt x="5248406" y="571919"/>
                  </a:lnTo>
                  <a:lnTo>
                    <a:pt x="5320302" y="571201"/>
                  </a:lnTo>
                  <a:lnTo>
                    <a:pt x="5392198" y="570368"/>
                  </a:lnTo>
                  <a:lnTo>
                    <a:pt x="5464094" y="569427"/>
                  </a:lnTo>
                  <a:lnTo>
                    <a:pt x="5535990" y="568383"/>
                  </a:lnTo>
                  <a:lnTo>
                    <a:pt x="5607886" y="567241"/>
                  </a:lnTo>
                  <a:lnTo>
                    <a:pt x="5679782" y="566006"/>
                  </a:lnTo>
                  <a:lnTo>
                    <a:pt x="5679782" y="1424490"/>
                  </a:lnTo>
                  <a:lnTo>
                    <a:pt x="5607886" y="1410981"/>
                  </a:lnTo>
                  <a:lnTo>
                    <a:pt x="5535990" y="1397565"/>
                  </a:lnTo>
                  <a:lnTo>
                    <a:pt x="5464094" y="1384247"/>
                  </a:lnTo>
                  <a:lnTo>
                    <a:pt x="5392198" y="1371031"/>
                  </a:lnTo>
                  <a:lnTo>
                    <a:pt x="5320302" y="1357924"/>
                  </a:lnTo>
                  <a:lnTo>
                    <a:pt x="5248406" y="1344932"/>
                  </a:lnTo>
                  <a:lnTo>
                    <a:pt x="5176510" y="1332061"/>
                  </a:lnTo>
                  <a:lnTo>
                    <a:pt x="5104614" y="1319316"/>
                  </a:lnTo>
                  <a:lnTo>
                    <a:pt x="5032718" y="1306706"/>
                  </a:lnTo>
                  <a:lnTo>
                    <a:pt x="4960822" y="1294237"/>
                  </a:lnTo>
                  <a:lnTo>
                    <a:pt x="4888926" y="1281917"/>
                  </a:lnTo>
                  <a:lnTo>
                    <a:pt x="4817030" y="1269754"/>
                  </a:lnTo>
                  <a:lnTo>
                    <a:pt x="4745134" y="1257756"/>
                  </a:lnTo>
                  <a:lnTo>
                    <a:pt x="4673238" y="1245931"/>
                  </a:lnTo>
                  <a:lnTo>
                    <a:pt x="4601342" y="1234290"/>
                  </a:lnTo>
                  <a:lnTo>
                    <a:pt x="4529446" y="1222840"/>
                  </a:lnTo>
                  <a:lnTo>
                    <a:pt x="4457550" y="1211592"/>
                  </a:lnTo>
                  <a:lnTo>
                    <a:pt x="4385654" y="1200555"/>
                  </a:lnTo>
                  <a:lnTo>
                    <a:pt x="4313758" y="1189739"/>
                  </a:lnTo>
                  <a:lnTo>
                    <a:pt x="4241862" y="1179155"/>
                  </a:lnTo>
                  <a:lnTo>
                    <a:pt x="4169966" y="1168813"/>
                  </a:lnTo>
                  <a:lnTo>
                    <a:pt x="4098070" y="1158722"/>
                  </a:lnTo>
                  <a:lnTo>
                    <a:pt x="4026174" y="1148893"/>
                  </a:lnTo>
                  <a:lnTo>
                    <a:pt x="3954278" y="1139336"/>
                  </a:lnTo>
                  <a:lnTo>
                    <a:pt x="3882382" y="1130061"/>
                  </a:lnTo>
                  <a:lnTo>
                    <a:pt x="3810486" y="1121076"/>
                  </a:lnTo>
                  <a:lnTo>
                    <a:pt x="3738590" y="1112391"/>
                  </a:lnTo>
                  <a:lnTo>
                    <a:pt x="3666694" y="1104014"/>
                  </a:lnTo>
                  <a:lnTo>
                    <a:pt x="3594798" y="1095952"/>
                  </a:lnTo>
                  <a:lnTo>
                    <a:pt x="3522902" y="1088212"/>
                  </a:lnTo>
                  <a:lnTo>
                    <a:pt x="3451007" y="1080800"/>
                  </a:lnTo>
                  <a:lnTo>
                    <a:pt x="3379111" y="1073719"/>
                  </a:lnTo>
                  <a:lnTo>
                    <a:pt x="3307215" y="1066974"/>
                  </a:lnTo>
                  <a:lnTo>
                    <a:pt x="3235319" y="1060567"/>
                  </a:lnTo>
                  <a:lnTo>
                    <a:pt x="3163423" y="1054498"/>
                  </a:lnTo>
                  <a:lnTo>
                    <a:pt x="3091527" y="1048767"/>
                  </a:lnTo>
                  <a:lnTo>
                    <a:pt x="3019631" y="1043374"/>
                  </a:lnTo>
                  <a:lnTo>
                    <a:pt x="2947735" y="1038314"/>
                  </a:lnTo>
                  <a:lnTo>
                    <a:pt x="2875839" y="1033585"/>
                  </a:lnTo>
                  <a:lnTo>
                    <a:pt x="2803943" y="1029181"/>
                  </a:lnTo>
                  <a:lnTo>
                    <a:pt x="2732047" y="1025096"/>
                  </a:lnTo>
                  <a:lnTo>
                    <a:pt x="2660151" y="1021324"/>
                  </a:lnTo>
                  <a:lnTo>
                    <a:pt x="2588255" y="1017856"/>
                  </a:lnTo>
                  <a:lnTo>
                    <a:pt x="2516359" y="1014685"/>
                  </a:lnTo>
                  <a:lnTo>
                    <a:pt x="2444463" y="1011801"/>
                  </a:lnTo>
                  <a:lnTo>
                    <a:pt x="2372567" y="1009194"/>
                  </a:lnTo>
                  <a:lnTo>
                    <a:pt x="2300671" y="1006856"/>
                  </a:lnTo>
                  <a:lnTo>
                    <a:pt x="2228775" y="1004775"/>
                  </a:lnTo>
                  <a:lnTo>
                    <a:pt x="2156879" y="1002942"/>
                  </a:lnTo>
                  <a:lnTo>
                    <a:pt x="2084983" y="1001346"/>
                  </a:lnTo>
                  <a:lnTo>
                    <a:pt x="2013087" y="999978"/>
                  </a:lnTo>
                  <a:lnTo>
                    <a:pt x="1941191" y="998827"/>
                  </a:lnTo>
                  <a:lnTo>
                    <a:pt x="1869295" y="997883"/>
                  </a:lnTo>
                  <a:lnTo>
                    <a:pt x="1797399" y="997137"/>
                  </a:lnTo>
                  <a:lnTo>
                    <a:pt x="1725503" y="996579"/>
                  </a:lnTo>
                  <a:lnTo>
                    <a:pt x="1653607" y="996201"/>
                  </a:lnTo>
                  <a:lnTo>
                    <a:pt x="1581711" y="995992"/>
                  </a:lnTo>
                  <a:lnTo>
                    <a:pt x="1509815" y="995945"/>
                  </a:lnTo>
                  <a:lnTo>
                    <a:pt x="1437919" y="996052"/>
                  </a:lnTo>
                  <a:lnTo>
                    <a:pt x="1366023" y="996304"/>
                  </a:lnTo>
                  <a:lnTo>
                    <a:pt x="1294127" y="996695"/>
                  </a:lnTo>
                  <a:lnTo>
                    <a:pt x="1222231" y="997218"/>
                  </a:lnTo>
                  <a:lnTo>
                    <a:pt x="1150335" y="997864"/>
                  </a:lnTo>
                  <a:lnTo>
                    <a:pt x="1078439" y="998629"/>
                  </a:lnTo>
                  <a:lnTo>
                    <a:pt x="1006543" y="999506"/>
                  </a:lnTo>
                  <a:lnTo>
                    <a:pt x="934647" y="1000490"/>
                  </a:lnTo>
                  <a:lnTo>
                    <a:pt x="862751" y="1001574"/>
                  </a:lnTo>
                  <a:lnTo>
                    <a:pt x="790855" y="1002754"/>
                  </a:lnTo>
                  <a:lnTo>
                    <a:pt x="718959" y="1004025"/>
                  </a:lnTo>
                  <a:lnTo>
                    <a:pt x="647063" y="1005382"/>
                  </a:lnTo>
                  <a:lnTo>
                    <a:pt x="575167" y="1006821"/>
                  </a:lnTo>
                  <a:lnTo>
                    <a:pt x="503271" y="1008338"/>
                  </a:lnTo>
                  <a:lnTo>
                    <a:pt x="431375" y="1009929"/>
                  </a:lnTo>
                  <a:lnTo>
                    <a:pt x="359479" y="1011590"/>
                  </a:lnTo>
                  <a:lnTo>
                    <a:pt x="287583" y="1013318"/>
                  </a:lnTo>
                  <a:lnTo>
                    <a:pt x="215687" y="1015110"/>
                  </a:lnTo>
                  <a:lnTo>
                    <a:pt x="143791" y="1016963"/>
                  </a:lnTo>
                  <a:lnTo>
                    <a:pt x="71895" y="1018873"/>
                  </a:lnTo>
                  <a:lnTo>
                    <a:pt x="0" y="1020838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306669"/>
              <a:ext cx="5679782" cy="573563"/>
            </a:xfrm>
            <a:custGeom>
              <a:avLst/>
              <a:pathLst>
                <a:path w="5679782" h="573563">
                  <a:moveTo>
                    <a:pt x="0" y="0"/>
                  </a:moveTo>
                  <a:lnTo>
                    <a:pt x="71895" y="14239"/>
                  </a:lnTo>
                  <a:lnTo>
                    <a:pt x="143791" y="28423"/>
                  </a:lnTo>
                  <a:lnTo>
                    <a:pt x="215687" y="42550"/>
                  </a:lnTo>
                  <a:lnTo>
                    <a:pt x="287583" y="56616"/>
                  </a:lnTo>
                  <a:lnTo>
                    <a:pt x="359479" y="70618"/>
                  </a:lnTo>
                  <a:lnTo>
                    <a:pt x="431375" y="84554"/>
                  </a:lnTo>
                  <a:lnTo>
                    <a:pt x="503271" y="98419"/>
                  </a:lnTo>
                  <a:lnTo>
                    <a:pt x="575167" y="112210"/>
                  </a:lnTo>
                  <a:lnTo>
                    <a:pt x="647063" y="125923"/>
                  </a:lnTo>
                  <a:lnTo>
                    <a:pt x="718959" y="139555"/>
                  </a:lnTo>
                  <a:lnTo>
                    <a:pt x="790855" y="153100"/>
                  </a:lnTo>
                  <a:lnTo>
                    <a:pt x="862751" y="166554"/>
                  </a:lnTo>
                  <a:lnTo>
                    <a:pt x="934647" y="179912"/>
                  </a:lnTo>
                  <a:lnTo>
                    <a:pt x="1006543" y="193170"/>
                  </a:lnTo>
                  <a:lnTo>
                    <a:pt x="1078439" y="206321"/>
                  </a:lnTo>
                  <a:lnTo>
                    <a:pt x="1150335" y="219360"/>
                  </a:lnTo>
                  <a:lnTo>
                    <a:pt x="1222231" y="232281"/>
                  </a:lnTo>
                  <a:lnTo>
                    <a:pt x="1294127" y="245077"/>
                  </a:lnTo>
                  <a:lnTo>
                    <a:pt x="1366023" y="257742"/>
                  </a:lnTo>
                  <a:lnTo>
                    <a:pt x="1437919" y="270269"/>
                  </a:lnTo>
                  <a:lnTo>
                    <a:pt x="1509815" y="282650"/>
                  </a:lnTo>
                  <a:lnTo>
                    <a:pt x="1581711" y="294877"/>
                  </a:lnTo>
                  <a:lnTo>
                    <a:pt x="1653607" y="306943"/>
                  </a:lnTo>
                  <a:lnTo>
                    <a:pt x="1725503" y="318838"/>
                  </a:lnTo>
                  <a:lnTo>
                    <a:pt x="1797399" y="330554"/>
                  </a:lnTo>
                  <a:lnTo>
                    <a:pt x="1869295" y="342082"/>
                  </a:lnTo>
                  <a:lnTo>
                    <a:pt x="1941191" y="353413"/>
                  </a:lnTo>
                  <a:lnTo>
                    <a:pt x="2013087" y="364536"/>
                  </a:lnTo>
                  <a:lnTo>
                    <a:pt x="2084983" y="375442"/>
                  </a:lnTo>
                  <a:lnTo>
                    <a:pt x="2156879" y="386120"/>
                  </a:lnTo>
                  <a:lnTo>
                    <a:pt x="2228775" y="396562"/>
                  </a:lnTo>
                  <a:lnTo>
                    <a:pt x="2300671" y="406755"/>
                  </a:lnTo>
                  <a:lnTo>
                    <a:pt x="2372567" y="416691"/>
                  </a:lnTo>
                  <a:lnTo>
                    <a:pt x="2444463" y="426358"/>
                  </a:lnTo>
                  <a:lnTo>
                    <a:pt x="2516359" y="435748"/>
                  </a:lnTo>
                  <a:lnTo>
                    <a:pt x="2588255" y="444851"/>
                  </a:lnTo>
                  <a:lnTo>
                    <a:pt x="2660151" y="453657"/>
                  </a:lnTo>
                  <a:lnTo>
                    <a:pt x="2732047" y="462159"/>
                  </a:lnTo>
                  <a:lnTo>
                    <a:pt x="2803943" y="470349"/>
                  </a:lnTo>
                  <a:lnTo>
                    <a:pt x="2875839" y="478219"/>
                  </a:lnTo>
                  <a:lnTo>
                    <a:pt x="2947735" y="485764"/>
                  </a:lnTo>
                  <a:lnTo>
                    <a:pt x="3019631" y="492979"/>
                  </a:lnTo>
                  <a:lnTo>
                    <a:pt x="3091527" y="499859"/>
                  </a:lnTo>
                  <a:lnTo>
                    <a:pt x="3163423" y="506403"/>
                  </a:lnTo>
                  <a:lnTo>
                    <a:pt x="3235319" y="512608"/>
                  </a:lnTo>
                  <a:lnTo>
                    <a:pt x="3307215" y="518475"/>
                  </a:lnTo>
                  <a:lnTo>
                    <a:pt x="3379111" y="524004"/>
                  </a:lnTo>
                  <a:lnTo>
                    <a:pt x="3451007" y="529197"/>
                  </a:lnTo>
                  <a:lnTo>
                    <a:pt x="3522902" y="534059"/>
                  </a:lnTo>
                  <a:lnTo>
                    <a:pt x="3594798" y="538593"/>
                  </a:lnTo>
                  <a:lnTo>
                    <a:pt x="3666694" y="542805"/>
                  </a:lnTo>
                  <a:lnTo>
                    <a:pt x="3738590" y="546702"/>
                  </a:lnTo>
                  <a:lnTo>
                    <a:pt x="3810486" y="550292"/>
                  </a:lnTo>
                  <a:lnTo>
                    <a:pt x="3882382" y="553581"/>
                  </a:lnTo>
                  <a:lnTo>
                    <a:pt x="3954278" y="556580"/>
                  </a:lnTo>
                  <a:lnTo>
                    <a:pt x="4026174" y="559297"/>
                  </a:lnTo>
                  <a:lnTo>
                    <a:pt x="4098070" y="561743"/>
                  </a:lnTo>
                  <a:lnTo>
                    <a:pt x="4169966" y="563926"/>
                  </a:lnTo>
                  <a:lnTo>
                    <a:pt x="4241862" y="565858"/>
                  </a:lnTo>
                  <a:lnTo>
                    <a:pt x="4313758" y="567547"/>
                  </a:lnTo>
                  <a:lnTo>
                    <a:pt x="4385654" y="569006"/>
                  </a:lnTo>
                  <a:lnTo>
                    <a:pt x="4457550" y="570243"/>
                  </a:lnTo>
                  <a:lnTo>
                    <a:pt x="4529446" y="571269"/>
                  </a:lnTo>
                  <a:lnTo>
                    <a:pt x="4601342" y="572094"/>
                  </a:lnTo>
                  <a:lnTo>
                    <a:pt x="4673238" y="572726"/>
                  </a:lnTo>
                  <a:lnTo>
                    <a:pt x="4745134" y="573176"/>
                  </a:lnTo>
                  <a:lnTo>
                    <a:pt x="4817030" y="573452"/>
                  </a:lnTo>
                  <a:lnTo>
                    <a:pt x="4888926" y="573563"/>
                  </a:lnTo>
                  <a:lnTo>
                    <a:pt x="4960822" y="573517"/>
                  </a:lnTo>
                  <a:lnTo>
                    <a:pt x="5032718" y="573322"/>
                  </a:lnTo>
                  <a:lnTo>
                    <a:pt x="5104614" y="572986"/>
                  </a:lnTo>
                  <a:lnTo>
                    <a:pt x="5176510" y="572516"/>
                  </a:lnTo>
                  <a:lnTo>
                    <a:pt x="5248406" y="571919"/>
                  </a:lnTo>
                  <a:lnTo>
                    <a:pt x="5320302" y="571201"/>
                  </a:lnTo>
                  <a:lnTo>
                    <a:pt x="5392198" y="570368"/>
                  </a:lnTo>
                  <a:lnTo>
                    <a:pt x="5464094" y="569427"/>
                  </a:lnTo>
                  <a:lnTo>
                    <a:pt x="5535990" y="568383"/>
                  </a:lnTo>
                  <a:lnTo>
                    <a:pt x="5607886" y="567241"/>
                  </a:lnTo>
                  <a:lnTo>
                    <a:pt x="5679782" y="566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302615"/>
              <a:ext cx="5679782" cy="428544"/>
            </a:xfrm>
            <a:custGeom>
              <a:avLst/>
              <a:pathLst>
                <a:path w="5679782" h="428544">
                  <a:moveTo>
                    <a:pt x="5679782" y="428544"/>
                  </a:moveTo>
                  <a:lnTo>
                    <a:pt x="5607886" y="415035"/>
                  </a:lnTo>
                  <a:lnTo>
                    <a:pt x="5535990" y="401619"/>
                  </a:lnTo>
                  <a:lnTo>
                    <a:pt x="5464094" y="388301"/>
                  </a:lnTo>
                  <a:lnTo>
                    <a:pt x="5392198" y="375086"/>
                  </a:lnTo>
                  <a:lnTo>
                    <a:pt x="5320302" y="361979"/>
                  </a:lnTo>
                  <a:lnTo>
                    <a:pt x="5248406" y="348987"/>
                  </a:lnTo>
                  <a:lnTo>
                    <a:pt x="5176510" y="336115"/>
                  </a:lnTo>
                  <a:lnTo>
                    <a:pt x="5104614" y="323371"/>
                  </a:lnTo>
                  <a:lnTo>
                    <a:pt x="5032718" y="310760"/>
                  </a:lnTo>
                  <a:lnTo>
                    <a:pt x="4960822" y="298291"/>
                  </a:lnTo>
                  <a:lnTo>
                    <a:pt x="4888926" y="285971"/>
                  </a:lnTo>
                  <a:lnTo>
                    <a:pt x="4817030" y="273808"/>
                  </a:lnTo>
                  <a:lnTo>
                    <a:pt x="4745134" y="261810"/>
                  </a:lnTo>
                  <a:lnTo>
                    <a:pt x="4673238" y="249986"/>
                  </a:lnTo>
                  <a:lnTo>
                    <a:pt x="4601342" y="238344"/>
                  </a:lnTo>
                  <a:lnTo>
                    <a:pt x="4529446" y="226895"/>
                  </a:lnTo>
                  <a:lnTo>
                    <a:pt x="4457550" y="215646"/>
                  </a:lnTo>
                  <a:lnTo>
                    <a:pt x="4385654" y="204609"/>
                  </a:lnTo>
                  <a:lnTo>
                    <a:pt x="4313758" y="193794"/>
                  </a:lnTo>
                  <a:lnTo>
                    <a:pt x="4241862" y="183210"/>
                  </a:lnTo>
                  <a:lnTo>
                    <a:pt x="4169966" y="172867"/>
                  </a:lnTo>
                  <a:lnTo>
                    <a:pt x="4098070" y="162776"/>
                  </a:lnTo>
                  <a:lnTo>
                    <a:pt x="4026174" y="152947"/>
                  </a:lnTo>
                  <a:lnTo>
                    <a:pt x="3954278" y="143390"/>
                  </a:lnTo>
                  <a:lnTo>
                    <a:pt x="3882382" y="134115"/>
                  </a:lnTo>
                  <a:lnTo>
                    <a:pt x="3810486" y="125130"/>
                  </a:lnTo>
                  <a:lnTo>
                    <a:pt x="3738590" y="116446"/>
                  </a:lnTo>
                  <a:lnTo>
                    <a:pt x="3666694" y="108069"/>
                  </a:lnTo>
                  <a:lnTo>
                    <a:pt x="3594798" y="100007"/>
                  </a:lnTo>
                  <a:lnTo>
                    <a:pt x="3522902" y="92267"/>
                  </a:lnTo>
                  <a:lnTo>
                    <a:pt x="3451007" y="84854"/>
                  </a:lnTo>
                  <a:lnTo>
                    <a:pt x="3379111" y="77774"/>
                  </a:lnTo>
                  <a:lnTo>
                    <a:pt x="3307215" y="71028"/>
                  </a:lnTo>
                  <a:lnTo>
                    <a:pt x="3235319" y="64621"/>
                  </a:lnTo>
                  <a:lnTo>
                    <a:pt x="3163423" y="58552"/>
                  </a:lnTo>
                  <a:lnTo>
                    <a:pt x="3091527" y="52822"/>
                  </a:lnTo>
                  <a:lnTo>
                    <a:pt x="3019631" y="47428"/>
                  </a:lnTo>
                  <a:lnTo>
                    <a:pt x="2947735" y="42368"/>
                  </a:lnTo>
                  <a:lnTo>
                    <a:pt x="2875839" y="37639"/>
                  </a:lnTo>
                  <a:lnTo>
                    <a:pt x="2803943" y="33235"/>
                  </a:lnTo>
                  <a:lnTo>
                    <a:pt x="2732047" y="29151"/>
                  </a:lnTo>
                  <a:lnTo>
                    <a:pt x="2660151" y="25379"/>
                  </a:lnTo>
                  <a:lnTo>
                    <a:pt x="2588255" y="21911"/>
                  </a:lnTo>
                  <a:lnTo>
                    <a:pt x="2516359" y="18739"/>
                  </a:lnTo>
                  <a:lnTo>
                    <a:pt x="2444463" y="15855"/>
                  </a:lnTo>
                  <a:lnTo>
                    <a:pt x="2372567" y="13249"/>
                  </a:lnTo>
                  <a:lnTo>
                    <a:pt x="2300671" y="10910"/>
                  </a:lnTo>
                  <a:lnTo>
                    <a:pt x="2228775" y="8829"/>
                  </a:lnTo>
                  <a:lnTo>
                    <a:pt x="2156879" y="6996"/>
                  </a:lnTo>
                  <a:lnTo>
                    <a:pt x="2084983" y="5401"/>
                  </a:lnTo>
                  <a:lnTo>
                    <a:pt x="2013087" y="4032"/>
                  </a:lnTo>
                  <a:lnTo>
                    <a:pt x="1941191" y="2881"/>
                  </a:lnTo>
                  <a:lnTo>
                    <a:pt x="1869295" y="1938"/>
                  </a:lnTo>
                  <a:lnTo>
                    <a:pt x="1797399" y="1192"/>
                  </a:lnTo>
                  <a:lnTo>
                    <a:pt x="1725503" y="634"/>
                  </a:lnTo>
                  <a:lnTo>
                    <a:pt x="1653607" y="255"/>
                  </a:lnTo>
                  <a:lnTo>
                    <a:pt x="1581711" y="46"/>
                  </a:lnTo>
                  <a:lnTo>
                    <a:pt x="1509815" y="0"/>
                  </a:lnTo>
                  <a:lnTo>
                    <a:pt x="1437919" y="106"/>
                  </a:lnTo>
                  <a:lnTo>
                    <a:pt x="1366023" y="359"/>
                  </a:lnTo>
                  <a:lnTo>
                    <a:pt x="1294127" y="750"/>
                  </a:lnTo>
                  <a:lnTo>
                    <a:pt x="1222231" y="1272"/>
                  </a:lnTo>
                  <a:lnTo>
                    <a:pt x="1150335" y="1919"/>
                  </a:lnTo>
                  <a:lnTo>
                    <a:pt x="1078439" y="2684"/>
                  </a:lnTo>
                  <a:lnTo>
                    <a:pt x="1006543" y="3561"/>
                  </a:lnTo>
                  <a:lnTo>
                    <a:pt x="934647" y="4544"/>
                  </a:lnTo>
                  <a:lnTo>
                    <a:pt x="862751" y="5628"/>
                  </a:lnTo>
                  <a:lnTo>
                    <a:pt x="790855" y="6808"/>
                  </a:lnTo>
                  <a:lnTo>
                    <a:pt x="718959" y="8079"/>
                  </a:lnTo>
                  <a:lnTo>
                    <a:pt x="647063" y="9436"/>
                  </a:lnTo>
                  <a:lnTo>
                    <a:pt x="575167" y="10875"/>
                  </a:lnTo>
                  <a:lnTo>
                    <a:pt x="503271" y="12392"/>
                  </a:lnTo>
                  <a:lnTo>
                    <a:pt x="431375" y="13983"/>
                  </a:lnTo>
                  <a:lnTo>
                    <a:pt x="359479" y="15645"/>
                  </a:lnTo>
                  <a:lnTo>
                    <a:pt x="287583" y="17373"/>
                  </a:lnTo>
                  <a:lnTo>
                    <a:pt x="215687" y="19165"/>
                  </a:lnTo>
                  <a:lnTo>
                    <a:pt x="143791" y="21017"/>
                  </a:lnTo>
                  <a:lnTo>
                    <a:pt x="71895" y="22927"/>
                  </a:lnTo>
                  <a:lnTo>
                    <a:pt x="0" y="24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817088"/>
              <a:ext cx="5679782" cy="484829"/>
            </a:xfrm>
            <a:custGeom>
              <a:avLst/>
              <a:pathLst>
                <a:path w="5679782" h="484829">
                  <a:moveTo>
                    <a:pt x="0" y="0"/>
                  </a:moveTo>
                  <a:lnTo>
                    <a:pt x="71895" y="6137"/>
                  </a:lnTo>
                  <a:lnTo>
                    <a:pt x="143791" y="12274"/>
                  </a:lnTo>
                  <a:lnTo>
                    <a:pt x="215687" y="18411"/>
                  </a:lnTo>
                  <a:lnTo>
                    <a:pt x="287583" y="24548"/>
                  </a:lnTo>
                  <a:lnTo>
                    <a:pt x="359479" y="30685"/>
                  </a:lnTo>
                  <a:lnTo>
                    <a:pt x="431375" y="36822"/>
                  </a:lnTo>
                  <a:lnTo>
                    <a:pt x="503271" y="42959"/>
                  </a:lnTo>
                  <a:lnTo>
                    <a:pt x="575167" y="49096"/>
                  </a:lnTo>
                  <a:lnTo>
                    <a:pt x="647063" y="55233"/>
                  </a:lnTo>
                  <a:lnTo>
                    <a:pt x="718959" y="61370"/>
                  </a:lnTo>
                  <a:lnTo>
                    <a:pt x="790855" y="67507"/>
                  </a:lnTo>
                  <a:lnTo>
                    <a:pt x="862751" y="73644"/>
                  </a:lnTo>
                  <a:lnTo>
                    <a:pt x="934647" y="79782"/>
                  </a:lnTo>
                  <a:lnTo>
                    <a:pt x="1006543" y="85919"/>
                  </a:lnTo>
                  <a:lnTo>
                    <a:pt x="1078439" y="92056"/>
                  </a:lnTo>
                  <a:lnTo>
                    <a:pt x="1150335" y="98193"/>
                  </a:lnTo>
                  <a:lnTo>
                    <a:pt x="1222231" y="104330"/>
                  </a:lnTo>
                  <a:lnTo>
                    <a:pt x="1294127" y="110467"/>
                  </a:lnTo>
                  <a:lnTo>
                    <a:pt x="1366023" y="116604"/>
                  </a:lnTo>
                  <a:lnTo>
                    <a:pt x="1437919" y="122741"/>
                  </a:lnTo>
                  <a:lnTo>
                    <a:pt x="1509815" y="128878"/>
                  </a:lnTo>
                  <a:lnTo>
                    <a:pt x="1581711" y="135015"/>
                  </a:lnTo>
                  <a:lnTo>
                    <a:pt x="1653607" y="141152"/>
                  </a:lnTo>
                  <a:lnTo>
                    <a:pt x="1725503" y="147289"/>
                  </a:lnTo>
                  <a:lnTo>
                    <a:pt x="1797399" y="153426"/>
                  </a:lnTo>
                  <a:lnTo>
                    <a:pt x="1869295" y="159564"/>
                  </a:lnTo>
                  <a:lnTo>
                    <a:pt x="1941191" y="165701"/>
                  </a:lnTo>
                  <a:lnTo>
                    <a:pt x="2013087" y="171838"/>
                  </a:lnTo>
                  <a:lnTo>
                    <a:pt x="2084983" y="177975"/>
                  </a:lnTo>
                  <a:lnTo>
                    <a:pt x="2156879" y="184112"/>
                  </a:lnTo>
                  <a:lnTo>
                    <a:pt x="2228775" y="190249"/>
                  </a:lnTo>
                  <a:lnTo>
                    <a:pt x="2300671" y="196386"/>
                  </a:lnTo>
                  <a:lnTo>
                    <a:pt x="2372567" y="202523"/>
                  </a:lnTo>
                  <a:lnTo>
                    <a:pt x="2444463" y="208660"/>
                  </a:lnTo>
                  <a:lnTo>
                    <a:pt x="2516359" y="214797"/>
                  </a:lnTo>
                  <a:lnTo>
                    <a:pt x="2588255" y="220934"/>
                  </a:lnTo>
                  <a:lnTo>
                    <a:pt x="2660151" y="227071"/>
                  </a:lnTo>
                  <a:lnTo>
                    <a:pt x="2732047" y="233208"/>
                  </a:lnTo>
                  <a:lnTo>
                    <a:pt x="2803943" y="239346"/>
                  </a:lnTo>
                  <a:lnTo>
                    <a:pt x="2875839" y="245483"/>
                  </a:lnTo>
                  <a:lnTo>
                    <a:pt x="2947735" y="251620"/>
                  </a:lnTo>
                  <a:lnTo>
                    <a:pt x="3019631" y="257757"/>
                  </a:lnTo>
                  <a:lnTo>
                    <a:pt x="3091527" y="263894"/>
                  </a:lnTo>
                  <a:lnTo>
                    <a:pt x="3163423" y="270031"/>
                  </a:lnTo>
                  <a:lnTo>
                    <a:pt x="3235319" y="276168"/>
                  </a:lnTo>
                  <a:lnTo>
                    <a:pt x="3307215" y="282305"/>
                  </a:lnTo>
                  <a:lnTo>
                    <a:pt x="3379111" y="288442"/>
                  </a:lnTo>
                  <a:lnTo>
                    <a:pt x="3451007" y="294579"/>
                  </a:lnTo>
                  <a:lnTo>
                    <a:pt x="3522902" y="300716"/>
                  </a:lnTo>
                  <a:lnTo>
                    <a:pt x="3594798" y="306853"/>
                  </a:lnTo>
                  <a:lnTo>
                    <a:pt x="3666694" y="312990"/>
                  </a:lnTo>
                  <a:lnTo>
                    <a:pt x="3738590" y="319128"/>
                  </a:lnTo>
                  <a:lnTo>
                    <a:pt x="3810486" y="325265"/>
                  </a:lnTo>
                  <a:lnTo>
                    <a:pt x="3882382" y="331402"/>
                  </a:lnTo>
                  <a:lnTo>
                    <a:pt x="3954278" y="337539"/>
                  </a:lnTo>
                  <a:lnTo>
                    <a:pt x="4026174" y="343676"/>
                  </a:lnTo>
                  <a:lnTo>
                    <a:pt x="4098070" y="349813"/>
                  </a:lnTo>
                  <a:lnTo>
                    <a:pt x="4169966" y="355950"/>
                  </a:lnTo>
                  <a:lnTo>
                    <a:pt x="4241862" y="362087"/>
                  </a:lnTo>
                  <a:lnTo>
                    <a:pt x="4313758" y="368224"/>
                  </a:lnTo>
                  <a:lnTo>
                    <a:pt x="4385654" y="374361"/>
                  </a:lnTo>
                  <a:lnTo>
                    <a:pt x="4457550" y="380498"/>
                  </a:lnTo>
                  <a:lnTo>
                    <a:pt x="4529446" y="386635"/>
                  </a:lnTo>
                  <a:lnTo>
                    <a:pt x="4601342" y="392772"/>
                  </a:lnTo>
                  <a:lnTo>
                    <a:pt x="4673238" y="398910"/>
                  </a:lnTo>
                  <a:lnTo>
                    <a:pt x="4745134" y="405047"/>
                  </a:lnTo>
                  <a:lnTo>
                    <a:pt x="4817030" y="411184"/>
                  </a:lnTo>
                  <a:lnTo>
                    <a:pt x="4888926" y="417321"/>
                  </a:lnTo>
                  <a:lnTo>
                    <a:pt x="4960822" y="423458"/>
                  </a:lnTo>
                  <a:lnTo>
                    <a:pt x="5032718" y="429595"/>
                  </a:lnTo>
                  <a:lnTo>
                    <a:pt x="5104614" y="435732"/>
                  </a:lnTo>
                  <a:lnTo>
                    <a:pt x="5176510" y="441869"/>
                  </a:lnTo>
                  <a:lnTo>
                    <a:pt x="5248406" y="448006"/>
                  </a:lnTo>
                  <a:lnTo>
                    <a:pt x="5320302" y="454143"/>
                  </a:lnTo>
                  <a:lnTo>
                    <a:pt x="5392198" y="460280"/>
                  </a:lnTo>
                  <a:lnTo>
                    <a:pt x="5464094" y="466417"/>
                  </a:lnTo>
                  <a:lnTo>
                    <a:pt x="5535990" y="472554"/>
                  </a:lnTo>
                  <a:lnTo>
                    <a:pt x="5607886" y="478692"/>
                  </a:lnTo>
                  <a:lnTo>
                    <a:pt x="5679782" y="484829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718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29933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8782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52217" y="36798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52217" y="29911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52217" y="32182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772774" y="33168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72774" y="26789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72774" y="28904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2738" y="24733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902738" y="23920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02738" y="22260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877943" y="344024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877943" y="263395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77943" y="322650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33704" y="35951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833704" y="350603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33704" y="39955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28905" y="49713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828905" y="50605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28905" y="536703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629586" y="504950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629586" y="52862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629586" y="468398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294826"/>
              <a:ext cx="5679782" cy="2392819"/>
            </a:xfrm>
            <a:custGeom>
              <a:avLst/>
              <a:pathLst>
                <a:path w="5679782" h="2392819">
                  <a:moveTo>
                    <a:pt x="0" y="0"/>
                  </a:moveTo>
                  <a:lnTo>
                    <a:pt x="71895" y="24827"/>
                  </a:lnTo>
                  <a:lnTo>
                    <a:pt x="143791" y="49576"/>
                  </a:lnTo>
                  <a:lnTo>
                    <a:pt x="215687" y="74241"/>
                  </a:lnTo>
                  <a:lnTo>
                    <a:pt x="287583" y="98819"/>
                  </a:lnTo>
                  <a:lnTo>
                    <a:pt x="359479" y="123306"/>
                  </a:lnTo>
                  <a:lnTo>
                    <a:pt x="431375" y="147696"/>
                  </a:lnTo>
                  <a:lnTo>
                    <a:pt x="503271" y="171985"/>
                  </a:lnTo>
                  <a:lnTo>
                    <a:pt x="575167" y="196167"/>
                  </a:lnTo>
                  <a:lnTo>
                    <a:pt x="647063" y="220237"/>
                  </a:lnTo>
                  <a:lnTo>
                    <a:pt x="718959" y="244189"/>
                  </a:lnTo>
                  <a:lnTo>
                    <a:pt x="790855" y="268017"/>
                  </a:lnTo>
                  <a:lnTo>
                    <a:pt x="862751" y="291714"/>
                  </a:lnTo>
                  <a:lnTo>
                    <a:pt x="934647" y="315273"/>
                  </a:lnTo>
                  <a:lnTo>
                    <a:pt x="1006543" y="338687"/>
                  </a:lnTo>
                  <a:lnTo>
                    <a:pt x="1078439" y="361948"/>
                  </a:lnTo>
                  <a:lnTo>
                    <a:pt x="1150335" y="385047"/>
                  </a:lnTo>
                  <a:lnTo>
                    <a:pt x="1222231" y="407976"/>
                  </a:lnTo>
                  <a:lnTo>
                    <a:pt x="1294127" y="430726"/>
                  </a:lnTo>
                  <a:lnTo>
                    <a:pt x="1366023" y="453286"/>
                  </a:lnTo>
                  <a:lnTo>
                    <a:pt x="1437919" y="475648"/>
                  </a:lnTo>
                  <a:lnTo>
                    <a:pt x="1509815" y="497799"/>
                  </a:lnTo>
                  <a:lnTo>
                    <a:pt x="1581711" y="519729"/>
                  </a:lnTo>
                  <a:lnTo>
                    <a:pt x="1653607" y="541427"/>
                  </a:lnTo>
                  <a:lnTo>
                    <a:pt x="1725503" y="562879"/>
                  </a:lnTo>
                  <a:lnTo>
                    <a:pt x="1797399" y="584073"/>
                  </a:lnTo>
                  <a:lnTo>
                    <a:pt x="1869295" y="604996"/>
                  </a:lnTo>
                  <a:lnTo>
                    <a:pt x="1941191" y="625635"/>
                  </a:lnTo>
                  <a:lnTo>
                    <a:pt x="2013087" y="645975"/>
                  </a:lnTo>
                  <a:lnTo>
                    <a:pt x="2084983" y="666003"/>
                  </a:lnTo>
                  <a:lnTo>
                    <a:pt x="2156879" y="685703"/>
                  </a:lnTo>
                  <a:lnTo>
                    <a:pt x="2228775" y="705060"/>
                  </a:lnTo>
                  <a:lnTo>
                    <a:pt x="2300671" y="724062"/>
                  </a:lnTo>
                  <a:lnTo>
                    <a:pt x="2372567" y="742692"/>
                  </a:lnTo>
                  <a:lnTo>
                    <a:pt x="2444463" y="760936"/>
                  </a:lnTo>
                  <a:lnTo>
                    <a:pt x="2516359" y="778780"/>
                  </a:lnTo>
                  <a:lnTo>
                    <a:pt x="2588255" y="796210"/>
                  </a:lnTo>
                  <a:lnTo>
                    <a:pt x="2660151" y="813214"/>
                  </a:lnTo>
                  <a:lnTo>
                    <a:pt x="2732047" y="829779"/>
                  </a:lnTo>
                  <a:lnTo>
                    <a:pt x="2803943" y="845895"/>
                  </a:lnTo>
                  <a:lnTo>
                    <a:pt x="2875839" y="861550"/>
                  </a:lnTo>
                  <a:lnTo>
                    <a:pt x="2947735" y="876738"/>
                  </a:lnTo>
                  <a:lnTo>
                    <a:pt x="3019631" y="891449"/>
                  </a:lnTo>
                  <a:lnTo>
                    <a:pt x="3091527" y="905680"/>
                  </a:lnTo>
                  <a:lnTo>
                    <a:pt x="3163423" y="919425"/>
                  </a:lnTo>
                  <a:lnTo>
                    <a:pt x="3235319" y="932683"/>
                  </a:lnTo>
                  <a:lnTo>
                    <a:pt x="3307215" y="945453"/>
                  </a:lnTo>
                  <a:lnTo>
                    <a:pt x="3379111" y="957737"/>
                  </a:lnTo>
                  <a:lnTo>
                    <a:pt x="3451007" y="969538"/>
                  </a:lnTo>
                  <a:lnTo>
                    <a:pt x="3522902" y="980861"/>
                  </a:lnTo>
                  <a:lnTo>
                    <a:pt x="3594798" y="991712"/>
                  </a:lnTo>
                  <a:lnTo>
                    <a:pt x="3666694" y="1002100"/>
                  </a:lnTo>
                  <a:lnTo>
                    <a:pt x="3738590" y="1012034"/>
                  </a:lnTo>
                  <a:lnTo>
                    <a:pt x="3810486" y="1021525"/>
                  </a:lnTo>
                  <a:lnTo>
                    <a:pt x="3882382" y="1030584"/>
                  </a:lnTo>
                  <a:lnTo>
                    <a:pt x="3954278" y="1039224"/>
                  </a:lnTo>
                  <a:lnTo>
                    <a:pt x="4026174" y="1047459"/>
                  </a:lnTo>
                  <a:lnTo>
                    <a:pt x="4098070" y="1055302"/>
                  </a:lnTo>
                  <a:lnTo>
                    <a:pt x="4169966" y="1062768"/>
                  </a:lnTo>
                  <a:lnTo>
                    <a:pt x="4241862" y="1069871"/>
                  </a:lnTo>
                  <a:lnTo>
                    <a:pt x="4313758" y="1076627"/>
                  </a:lnTo>
                  <a:lnTo>
                    <a:pt x="4385654" y="1083049"/>
                  </a:lnTo>
                  <a:lnTo>
                    <a:pt x="4457550" y="1089152"/>
                  </a:lnTo>
                  <a:lnTo>
                    <a:pt x="4529446" y="1094952"/>
                  </a:lnTo>
                  <a:lnTo>
                    <a:pt x="4601342" y="1100461"/>
                  </a:lnTo>
                  <a:lnTo>
                    <a:pt x="4673238" y="1105693"/>
                  </a:lnTo>
                  <a:lnTo>
                    <a:pt x="4745134" y="1110663"/>
                  </a:lnTo>
                  <a:lnTo>
                    <a:pt x="4817030" y="1115382"/>
                  </a:lnTo>
                  <a:lnTo>
                    <a:pt x="4888926" y="1119864"/>
                  </a:lnTo>
                  <a:lnTo>
                    <a:pt x="4960822" y="1124119"/>
                  </a:lnTo>
                  <a:lnTo>
                    <a:pt x="5032718" y="1128161"/>
                  </a:lnTo>
                  <a:lnTo>
                    <a:pt x="5104614" y="1131998"/>
                  </a:lnTo>
                  <a:lnTo>
                    <a:pt x="5176510" y="1135643"/>
                  </a:lnTo>
                  <a:lnTo>
                    <a:pt x="5248406" y="1139104"/>
                  </a:lnTo>
                  <a:lnTo>
                    <a:pt x="5320302" y="1142392"/>
                  </a:lnTo>
                  <a:lnTo>
                    <a:pt x="5392198" y="1145515"/>
                  </a:lnTo>
                  <a:lnTo>
                    <a:pt x="5464094" y="1148481"/>
                  </a:lnTo>
                  <a:lnTo>
                    <a:pt x="5535990" y="1151299"/>
                  </a:lnTo>
                  <a:lnTo>
                    <a:pt x="5607886" y="1153976"/>
                  </a:lnTo>
                  <a:lnTo>
                    <a:pt x="5679782" y="1156519"/>
                  </a:lnTo>
                  <a:lnTo>
                    <a:pt x="5679782" y="2392819"/>
                  </a:lnTo>
                  <a:lnTo>
                    <a:pt x="5607886" y="2369043"/>
                  </a:lnTo>
                  <a:lnTo>
                    <a:pt x="5535990" y="2345400"/>
                  </a:lnTo>
                  <a:lnTo>
                    <a:pt x="5464094" y="2321899"/>
                  </a:lnTo>
                  <a:lnTo>
                    <a:pt x="5392198" y="2298546"/>
                  </a:lnTo>
                  <a:lnTo>
                    <a:pt x="5320302" y="2275349"/>
                  </a:lnTo>
                  <a:lnTo>
                    <a:pt x="5248406" y="2252317"/>
                  </a:lnTo>
                  <a:lnTo>
                    <a:pt x="5176510" y="2229459"/>
                  </a:lnTo>
                  <a:lnTo>
                    <a:pt x="5104614" y="2206784"/>
                  </a:lnTo>
                  <a:lnTo>
                    <a:pt x="5032718" y="2184303"/>
                  </a:lnTo>
                  <a:lnTo>
                    <a:pt x="4960822" y="2162025"/>
                  </a:lnTo>
                  <a:lnTo>
                    <a:pt x="4888926" y="2139961"/>
                  </a:lnTo>
                  <a:lnTo>
                    <a:pt x="4817030" y="2118123"/>
                  </a:lnTo>
                  <a:lnTo>
                    <a:pt x="4745134" y="2096523"/>
                  </a:lnTo>
                  <a:lnTo>
                    <a:pt x="4673238" y="2075173"/>
                  </a:lnTo>
                  <a:lnTo>
                    <a:pt x="4601342" y="2054086"/>
                  </a:lnTo>
                  <a:lnTo>
                    <a:pt x="4529446" y="2033276"/>
                  </a:lnTo>
                  <a:lnTo>
                    <a:pt x="4457550" y="2012756"/>
                  </a:lnTo>
                  <a:lnTo>
                    <a:pt x="4385654" y="1992540"/>
                  </a:lnTo>
                  <a:lnTo>
                    <a:pt x="4313758" y="1972642"/>
                  </a:lnTo>
                  <a:lnTo>
                    <a:pt x="4241862" y="1953078"/>
                  </a:lnTo>
                  <a:lnTo>
                    <a:pt x="4169966" y="1933862"/>
                  </a:lnTo>
                  <a:lnTo>
                    <a:pt x="4098070" y="1915009"/>
                  </a:lnTo>
                  <a:lnTo>
                    <a:pt x="4026174" y="1896533"/>
                  </a:lnTo>
                  <a:lnTo>
                    <a:pt x="3954278" y="1878448"/>
                  </a:lnTo>
                  <a:lnTo>
                    <a:pt x="3882382" y="1860769"/>
                  </a:lnTo>
                  <a:lnTo>
                    <a:pt x="3810486" y="1843508"/>
                  </a:lnTo>
                  <a:lnTo>
                    <a:pt x="3738590" y="1826680"/>
                  </a:lnTo>
                  <a:lnTo>
                    <a:pt x="3666694" y="1810294"/>
                  </a:lnTo>
                  <a:lnTo>
                    <a:pt x="3594798" y="1794363"/>
                  </a:lnTo>
                  <a:lnTo>
                    <a:pt x="3522902" y="1778895"/>
                  </a:lnTo>
                  <a:lnTo>
                    <a:pt x="3451007" y="1763898"/>
                  </a:lnTo>
                  <a:lnTo>
                    <a:pt x="3379111" y="1749380"/>
                  </a:lnTo>
                  <a:lnTo>
                    <a:pt x="3307215" y="1735344"/>
                  </a:lnTo>
                  <a:lnTo>
                    <a:pt x="3235319" y="1721795"/>
                  </a:lnTo>
                  <a:lnTo>
                    <a:pt x="3163423" y="1708734"/>
                  </a:lnTo>
                  <a:lnTo>
                    <a:pt x="3091527" y="1696159"/>
                  </a:lnTo>
                  <a:lnTo>
                    <a:pt x="3019631" y="1684070"/>
                  </a:lnTo>
                  <a:lnTo>
                    <a:pt x="2947735" y="1672463"/>
                  </a:lnTo>
                  <a:lnTo>
                    <a:pt x="2875839" y="1661330"/>
                  </a:lnTo>
                  <a:lnTo>
                    <a:pt x="2803943" y="1650667"/>
                  </a:lnTo>
                  <a:lnTo>
                    <a:pt x="2732047" y="1640463"/>
                  </a:lnTo>
                  <a:lnTo>
                    <a:pt x="2660151" y="1630708"/>
                  </a:lnTo>
                  <a:lnTo>
                    <a:pt x="2588255" y="1621393"/>
                  </a:lnTo>
                  <a:lnTo>
                    <a:pt x="2516359" y="1612504"/>
                  </a:lnTo>
                  <a:lnTo>
                    <a:pt x="2444463" y="1604029"/>
                  </a:lnTo>
                  <a:lnTo>
                    <a:pt x="2372567" y="1595953"/>
                  </a:lnTo>
                  <a:lnTo>
                    <a:pt x="2300671" y="1588264"/>
                  </a:lnTo>
                  <a:lnTo>
                    <a:pt x="2228775" y="1580946"/>
                  </a:lnTo>
                  <a:lnTo>
                    <a:pt x="2156879" y="1573984"/>
                  </a:lnTo>
                  <a:lnTo>
                    <a:pt x="2084983" y="1567365"/>
                  </a:lnTo>
                  <a:lnTo>
                    <a:pt x="2013087" y="1561072"/>
                  </a:lnTo>
                  <a:lnTo>
                    <a:pt x="1941191" y="1555093"/>
                  </a:lnTo>
                  <a:lnTo>
                    <a:pt x="1869295" y="1549412"/>
                  </a:lnTo>
                  <a:lnTo>
                    <a:pt x="1797399" y="1544016"/>
                  </a:lnTo>
                  <a:lnTo>
                    <a:pt x="1725503" y="1538891"/>
                  </a:lnTo>
                  <a:lnTo>
                    <a:pt x="1653607" y="1534024"/>
                  </a:lnTo>
                  <a:lnTo>
                    <a:pt x="1581711" y="1529402"/>
                  </a:lnTo>
                  <a:lnTo>
                    <a:pt x="1509815" y="1525013"/>
                  </a:lnTo>
                  <a:lnTo>
                    <a:pt x="1437919" y="1520845"/>
                  </a:lnTo>
                  <a:lnTo>
                    <a:pt x="1366023" y="1516887"/>
                  </a:lnTo>
                  <a:lnTo>
                    <a:pt x="1294127" y="1513128"/>
                  </a:lnTo>
                  <a:lnTo>
                    <a:pt x="1222231" y="1509558"/>
                  </a:lnTo>
                  <a:lnTo>
                    <a:pt x="1150335" y="1506168"/>
                  </a:lnTo>
                  <a:lnTo>
                    <a:pt x="1078439" y="1502948"/>
                  </a:lnTo>
                  <a:lnTo>
                    <a:pt x="1006543" y="1499889"/>
                  </a:lnTo>
                  <a:lnTo>
                    <a:pt x="934647" y="1496983"/>
                  </a:lnTo>
                  <a:lnTo>
                    <a:pt x="862751" y="1494223"/>
                  </a:lnTo>
                  <a:lnTo>
                    <a:pt x="790855" y="1491600"/>
                  </a:lnTo>
                  <a:lnTo>
                    <a:pt x="718959" y="1489109"/>
                  </a:lnTo>
                  <a:lnTo>
                    <a:pt x="647063" y="1486741"/>
                  </a:lnTo>
                  <a:lnTo>
                    <a:pt x="575167" y="1484492"/>
                  </a:lnTo>
                  <a:lnTo>
                    <a:pt x="503271" y="1482355"/>
                  </a:lnTo>
                  <a:lnTo>
                    <a:pt x="431375" y="1480324"/>
                  </a:lnTo>
                  <a:lnTo>
                    <a:pt x="359479" y="1478395"/>
                  </a:lnTo>
                  <a:lnTo>
                    <a:pt x="287583" y="1476562"/>
                  </a:lnTo>
                  <a:lnTo>
                    <a:pt x="215687" y="1474821"/>
                  </a:lnTo>
                  <a:lnTo>
                    <a:pt x="143791" y="1473167"/>
                  </a:lnTo>
                  <a:lnTo>
                    <a:pt x="71895" y="1471596"/>
                  </a:lnTo>
                  <a:lnTo>
                    <a:pt x="0" y="147010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294826"/>
              <a:ext cx="5679782" cy="1156519"/>
            </a:xfrm>
            <a:custGeom>
              <a:avLst/>
              <a:pathLst>
                <a:path w="5679782" h="1156519">
                  <a:moveTo>
                    <a:pt x="0" y="0"/>
                  </a:moveTo>
                  <a:lnTo>
                    <a:pt x="71895" y="24827"/>
                  </a:lnTo>
                  <a:lnTo>
                    <a:pt x="143791" y="49576"/>
                  </a:lnTo>
                  <a:lnTo>
                    <a:pt x="215687" y="74241"/>
                  </a:lnTo>
                  <a:lnTo>
                    <a:pt x="287583" y="98819"/>
                  </a:lnTo>
                  <a:lnTo>
                    <a:pt x="359479" y="123306"/>
                  </a:lnTo>
                  <a:lnTo>
                    <a:pt x="431375" y="147696"/>
                  </a:lnTo>
                  <a:lnTo>
                    <a:pt x="503271" y="171985"/>
                  </a:lnTo>
                  <a:lnTo>
                    <a:pt x="575167" y="196167"/>
                  </a:lnTo>
                  <a:lnTo>
                    <a:pt x="647063" y="220237"/>
                  </a:lnTo>
                  <a:lnTo>
                    <a:pt x="718959" y="244189"/>
                  </a:lnTo>
                  <a:lnTo>
                    <a:pt x="790855" y="268017"/>
                  </a:lnTo>
                  <a:lnTo>
                    <a:pt x="862751" y="291714"/>
                  </a:lnTo>
                  <a:lnTo>
                    <a:pt x="934647" y="315273"/>
                  </a:lnTo>
                  <a:lnTo>
                    <a:pt x="1006543" y="338687"/>
                  </a:lnTo>
                  <a:lnTo>
                    <a:pt x="1078439" y="361948"/>
                  </a:lnTo>
                  <a:lnTo>
                    <a:pt x="1150335" y="385047"/>
                  </a:lnTo>
                  <a:lnTo>
                    <a:pt x="1222231" y="407976"/>
                  </a:lnTo>
                  <a:lnTo>
                    <a:pt x="1294127" y="430726"/>
                  </a:lnTo>
                  <a:lnTo>
                    <a:pt x="1366023" y="453286"/>
                  </a:lnTo>
                  <a:lnTo>
                    <a:pt x="1437919" y="475648"/>
                  </a:lnTo>
                  <a:lnTo>
                    <a:pt x="1509815" y="497799"/>
                  </a:lnTo>
                  <a:lnTo>
                    <a:pt x="1581711" y="519729"/>
                  </a:lnTo>
                  <a:lnTo>
                    <a:pt x="1653607" y="541427"/>
                  </a:lnTo>
                  <a:lnTo>
                    <a:pt x="1725503" y="562879"/>
                  </a:lnTo>
                  <a:lnTo>
                    <a:pt x="1797399" y="584073"/>
                  </a:lnTo>
                  <a:lnTo>
                    <a:pt x="1869295" y="604996"/>
                  </a:lnTo>
                  <a:lnTo>
                    <a:pt x="1941191" y="625635"/>
                  </a:lnTo>
                  <a:lnTo>
                    <a:pt x="2013087" y="645975"/>
                  </a:lnTo>
                  <a:lnTo>
                    <a:pt x="2084983" y="666003"/>
                  </a:lnTo>
                  <a:lnTo>
                    <a:pt x="2156879" y="685703"/>
                  </a:lnTo>
                  <a:lnTo>
                    <a:pt x="2228775" y="705060"/>
                  </a:lnTo>
                  <a:lnTo>
                    <a:pt x="2300671" y="724062"/>
                  </a:lnTo>
                  <a:lnTo>
                    <a:pt x="2372567" y="742692"/>
                  </a:lnTo>
                  <a:lnTo>
                    <a:pt x="2444463" y="760936"/>
                  </a:lnTo>
                  <a:lnTo>
                    <a:pt x="2516359" y="778780"/>
                  </a:lnTo>
                  <a:lnTo>
                    <a:pt x="2588255" y="796210"/>
                  </a:lnTo>
                  <a:lnTo>
                    <a:pt x="2660151" y="813214"/>
                  </a:lnTo>
                  <a:lnTo>
                    <a:pt x="2732047" y="829779"/>
                  </a:lnTo>
                  <a:lnTo>
                    <a:pt x="2803943" y="845895"/>
                  </a:lnTo>
                  <a:lnTo>
                    <a:pt x="2875839" y="861550"/>
                  </a:lnTo>
                  <a:lnTo>
                    <a:pt x="2947735" y="876738"/>
                  </a:lnTo>
                  <a:lnTo>
                    <a:pt x="3019631" y="891449"/>
                  </a:lnTo>
                  <a:lnTo>
                    <a:pt x="3091527" y="905680"/>
                  </a:lnTo>
                  <a:lnTo>
                    <a:pt x="3163423" y="919425"/>
                  </a:lnTo>
                  <a:lnTo>
                    <a:pt x="3235319" y="932683"/>
                  </a:lnTo>
                  <a:lnTo>
                    <a:pt x="3307215" y="945453"/>
                  </a:lnTo>
                  <a:lnTo>
                    <a:pt x="3379111" y="957737"/>
                  </a:lnTo>
                  <a:lnTo>
                    <a:pt x="3451007" y="969538"/>
                  </a:lnTo>
                  <a:lnTo>
                    <a:pt x="3522902" y="980861"/>
                  </a:lnTo>
                  <a:lnTo>
                    <a:pt x="3594798" y="991712"/>
                  </a:lnTo>
                  <a:lnTo>
                    <a:pt x="3666694" y="1002100"/>
                  </a:lnTo>
                  <a:lnTo>
                    <a:pt x="3738590" y="1012034"/>
                  </a:lnTo>
                  <a:lnTo>
                    <a:pt x="3810486" y="1021525"/>
                  </a:lnTo>
                  <a:lnTo>
                    <a:pt x="3882382" y="1030584"/>
                  </a:lnTo>
                  <a:lnTo>
                    <a:pt x="3954278" y="1039224"/>
                  </a:lnTo>
                  <a:lnTo>
                    <a:pt x="4026174" y="1047459"/>
                  </a:lnTo>
                  <a:lnTo>
                    <a:pt x="4098070" y="1055302"/>
                  </a:lnTo>
                  <a:lnTo>
                    <a:pt x="4169966" y="1062768"/>
                  </a:lnTo>
                  <a:lnTo>
                    <a:pt x="4241862" y="1069871"/>
                  </a:lnTo>
                  <a:lnTo>
                    <a:pt x="4313758" y="1076627"/>
                  </a:lnTo>
                  <a:lnTo>
                    <a:pt x="4385654" y="1083049"/>
                  </a:lnTo>
                  <a:lnTo>
                    <a:pt x="4457550" y="1089152"/>
                  </a:lnTo>
                  <a:lnTo>
                    <a:pt x="4529446" y="1094952"/>
                  </a:lnTo>
                  <a:lnTo>
                    <a:pt x="4601342" y="1100461"/>
                  </a:lnTo>
                  <a:lnTo>
                    <a:pt x="4673238" y="1105693"/>
                  </a:lnTo>
                  <a:lnTo>
                    <a:pt x="4745134" y="1110663"/>
                  </a:lnTo>
                  <a:lnTo>
                    <a:pt x="4817030" y="1115382"/>
                  </a:lnTo>
                  <a:lnTo>
                    <a:pt x="4888926" y="1119864"/>
                  </a:lnTo>
                  <a:lnTo>
                    <a:pt x="4960822" y="1124119"/>
                  </a:lnTo>
                  <a:lnTo>
                    <a:pt x="5032718" y="1128161"/>
                  </a:lnTo>
                  <a:lnTo>
                    <a:pt x="5104614" y="1131998"/>
                  </a:lnTo>
                  <a:lnTo>
                    <a:pt x="5176510" y="1135643"/>
                  </a:lnTo>
                  <a:lnTo>
                    <a:pt x="5248406" y="1139104"/>
                  </a:lnTo>
                  <a:lnTo>
                    <a:pt x="5320302" y="1142392"/>
                  </a:lnTo>
                  <a:lnTo>
                    <a:pt x="5392198" y="1145515"/>
                  </a:lnTo>
                  <a:lnTo>
                    <a:pt x="5464094" y="1148481"/>
                  </a:lnTo>
                  <a:lnTo>
                    <a:pt x="5535990" y="1151299"/>
                  </a:lnTo>
                  <a:lnTo>
                    <a:pt x="5607886" y="1153976"/>
                  </a:lnTo>
                  <a:lnTo>
                    <a:pt x="5679782" y="1156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764931"/>
              <a:ext cx="5679782" cy="922714"/>
            </a:xfrm>
            <a:custGeom>
              <a:avLst/>
              <a:pathLst>
                <a:path w="5679782" h="922714">
                  <a:moveTo>
                    <a:pt x="5679782" y="922714"/>
                  </a:moveTo>
                  <a:lnTo>
                    <a:pt x="5607886" y="898938"/>
                  </a:lnTo>
                  <a:lnTo>
                    <a:pt x="5535990" y="875295"/>
                  </a:lnTo>
                  <a:lnTo>
                    <a:pt x="5464094" y="851794"/>
                  </a:lnTo>
                  <a:lnTo>
                    <a:pt x="5392198" y="828441"/>
                  </a:lnTo>
                  <a:lnTo>
                    <a:pt x="5320302" y="805244"/>
                  </a:lnTo>
                  <a:lnTo>
                    <a:pt x="5248406" y="782212"/>
                  </a:lnTo>
                  <a:lnTo>
                    <a:pt x="5176510" y="759354"/>
                  </a:lnTo>
                  <a:lnTo>
                    <a:pt x="5104614" y="736679"/>
                  </a:lnTo>
                  <a:lnTo>
                    <a:pt x="5032718" y="714198"/>
                  </a:lnTo>
                  <a:lnTo>
                    <a:pt x="4960822" y="691920"/>
                  </a:lnTo>
                  <a:lnTo>
                    <a:pt x="4888926" y="669856"/>
                  </a:lnTo>
                  <a:lnTo>
                    <a:pt x="4817030" y="648018"/>
                  </a:lnTo>
                  <a:lnTo>
                    <a:pt x="4745134" y="626418"/>
                  </a:lnTo>
                  <a:lnTo>
                    <a:pt x="4673238" y="605068"/>
                  </a:lnTo>
                  <a:lnTo>
                    <a:pt x="4601342" y="583981"/>
                  </a:lnTo>
                  <a:lnTo>
                    <a:pt x="4529446" y="563171"/>
                  </a:lnTo>
                  <a:lnTo>
                    <a:pt x="4457550" y="542651"/>
                  </a:lnTo>
                  <a:lnTo>
                    <a:pt x="4385654" y="522435"/>
                  </a:lnTo>
                  <a:lnTo>
                    <a:pt x="4313758" y="502537"/>
                  </a:lnTo>
                  <a:lnTo>
                    <a:pt x="4241862" y="482973"/>
                  </a:lnTo>
                  <a:lnTo>
                    <a:pt x="4169966" y="463757"/>
                  </a:lnTo>
                  <a:lnTo>
                    <a:pt x="4098070" y="444904"/>
                  </a:lnTo>
                  <a:lnTo>
                    <a:pt x="4026174" y="426428"/>
                  </a:lnTo>
                  <a:lnTo>
                    <a:pt x="3954278" y="408343"/>
                  </a:lnTo>
                  <a:lnTo>
                    <a:pt x="3882382" y="390664"/>
                  </a:lnTo>
                  <a:lnTo>
                    <a:pt x="3810486" y="373403"/>
                  </a:lnTo>
                  <a:lnTo>
                    <a:pt x="3738590" y="356575"/>
                  </a:lnTo>
                  <a:lnTo>
                    <a:pt x="3666694" y="340189"/>
                  </a:lnTo>
                  <a:lnTo>
                    <a:pt x="3594798" y="324258"/>
                  </a:lnTo>
                  <a:lnTo>
                    <a:pt x="3522902" y="308790"/>
                  </a:lnTo>
                  <a:lnTo>
                    <a:pt x="3451007" y="293793"/>
                  </a:lnTo>
                  <a:lnTo>
                    <a:pt x="3379111" y="279275"/>
                  </a:lnTo>
                  <a:lnTo>
                    <a:pt x="3307215" y="265239"/>
                  </a:lnTo>
                  <a:lnTo>
                    <a:pt x="3235319" y="251690"/>
                  </a:lnTo>
                  <a:lnTo>
                    <a:pt x="3163423" y="238629"/>
                  </a:lnTo>
                  <a:lnTo>
                    <a:pt x="3091527" y="226054"/>
                  </a:lnTo>
                  <a:lnTo>
                    <a:pt x="3019631" y="213965"/>
                  </a:lnTo>
                  <a:lnTo>
                    <a:pt x="2947735" y="202358"/>
                  </a:lnTo>
                  <a:lnTo>
                    <a:pt x="2875839" y="191225"/>
                  </a:lnTo>
                  <a:lnTo>
                    <a:pt x="2803943" y="180562"/>
                  </a:lnTo>
                  <a:lnTo>
                    <a:pt x="2732047" y="170358"/>
                  </a:lnTo>
                  <a:lnTo>
                    <a:pt x="2660151" y="160603"/>
                  </a:lnTo>
                  <a:lnTo>
                    <a:pt x="2588255" y="151288"/>
                  </a:lnTo>
                  <a:lnTo>
                    <a:pt x="2516359" y="142399"/>
                  </a:lnTo>
                  <a:lnTo>
                    <a:pt x="2444463" y="133924"/>
                  </a:lnTo>
                  <a:lnTo>
                    <a:pt x="2372567" y="125848"/>
                  </a:lnTo>
                  <a:lnTo>
                    <a:pt x="2300671" y="118159"/>
                  </a:lnTo>
                  <a:lnTo>
                    <a:pt x="2228775" y="110841"/>
                  </a:lnTo>
                  <a:lnTo>
                    <a:pt x="2156879" y="103879"/>
                  </a:lnTo>
                  <a:lnTo>
                    <a:pt x="2084983" y="97260"/>
                  </a:lnTo>
                  <a:lnTo>
                    <a:pt x="2013087" y="90967"/>
                  </a:lnTo>
                  <a:lnTo>
                    <a:pt x="1941191" y="84988"/>
                  </a:lnTo>
                  <a:lnTo>
                    <a:pt x="1869295" y="79307"/>
                  </a:lnTo>
                  <a:lnTo>
                    <a:pt x="1797399" y="73911"/>
                  </a:lnTo>
                  <a:lnTo>
                    <a:pt x="1725503" y="68786"/>
                  </a:lnTo>
                  <a:lnTo>
                    <a:pt x="1653607" y="63919"/>
                  </a:lnTo>
                  <a:lnTo>
                    <a:pt x="1581711" y="59297"/>
                  </a:lnTo>
                  <a:lnTo>
                    <a:pt x="1509815" y="54908"/>
                  </a:lnTo>
                  <a:lnTo>
                    <a:pt x="1437919" y="50740"/>
                  </a:lnTo>
                  <a:lnTo>
                    <a:pt x="1366023" y="46782"/>
                  </a:lnTo>
                  <a:lnTo>
                    <a:pt x="1294127" y="43023"/>
                  </a:lnTo>
                  <a:lnTo>
                    <a:pt x="1222231" y="39453"/>
                  </a:lnTo>
                  <a:lnTo>
                    <a:pt x="1150335" y="36063"/>
                  </a:lnTo>
                  <a:lnTo>
                    <a:pt x="1078439" y="32843"/>
                  </a:lnTo>
                  <a:lnTo>
                    <a:pt x="1006543" y="29784"/>
                  </a:lnTo>
                  <a:lnTo>
                    <a:pt x="934647" y="26878"/>
                  </a:lnTo>
                  <a:lnTo>
                    <a:pt x="862751" y="24118"/>
                  </a:lnTo>
                  <a:lnTo>
                    <a:pt x="790855" y="21495"/>
                  </a:lnTo>
                  <a:lnTo>
                    <a:pt x="718959" y="19004"/>
                  </a:lnTo>
                  <a:lnTo>
                    <a:pt x="647063" y="16637"/>
                  </a:lnTo>
                  <a:lnTo>
                    <a:pt x="575167" y="14387"/>
                  </a:lnTo>
                  <a:lnTo>
                    <a:pt x="503271" y="12250"/>
                  </a:lnTo>
                  <a:lnTo>
                    <a:pt x="431375" y="10219"/>
                  </a:lnTo>
                  <a:lnTo>
                    <a:pt x="359479" y="8290"/>
                  </a:lnTo>
                  <a:lnTo>
                    <a:pt x="287583" y="6457"/>
                  </a:lnTo>
                  <a:lnTo>
                    <a:pt x="215687" y="4716"/>
                  </a:lnTo>
                  <a:lnTo>
                    <a:pt x="143791" y="3062"/>
                  </a:lnTo>
                  <a:lnTo>
                    <a:pt x="71895" y="14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029878"/>
              <a:ext cx="5679782" cy="1039617"/>
            </a:xfrm>
            <a:custGeom>
              <a:avLst/>
              <a:pathLst>
                <a:path w="5679782" h="1039617">
                  <a:moveTo>
                    <a:pt x="0" y="0"/>
                  </a:moveTo>
                  <a:lnTo>
                    <a:pt x="71895" y="13159"/>
                  </a:lnTo>
                  <a:lnTo>
                    <a:pt x="143791" y="26319"/>
                  </a:lnTo>
                  <a:lnTo>
                    <a:pt x="215687" y="39479"/>
                  </a:lnTo>
                  <a:lnTo>
                    <a:pt x="287583" y="52638"/>
                  </a:lnTo>
                  <a:lnTo>
                    <a:pt x="359479" y="65798"/>
                  </a:lnTo>
                  <a:lnTo>
                    <a:pt x="431375" y="78958"/>
                  </a:lnTo>
                  <a:lnTo>
                    <a:pt x="503271" y="92117"/>
                  </a:lnTo>
                  <a:lnTo>
                    <a:pt x="575167" y="105277"/>
                  </a:lnTo>
                  <a:lnTo>
                    <a:pt x="647063" y="118437"/>
                  </a:lnTo>
                  <a:lnTo>
                    <a:pt x="718959" y="131597"/>
                  </a:lnTo>
                  <a:lnTo>
                    <a:pt x="790855" y="144756"/>
                  </a:lnTo>
                  <a:lnTo>
                    <a:pt x="862751" y="157916"/>
                  </a:lnTo>
                  <a:lnTo>
                    <a:pt x="934647" y="171076"/>
                  </a:lnTo>
                  <a:lnTo>
                    <a:pt x="1006543" y="184235"/>
                  </a:lnTo>
                  <a:lnTo>
                    <a:pt x="1078439" y="197395"/>
                  </a:lnTo>
                  <a:lnTo>
                    <a:pt x="1150335" y="210555"/>
                  </a:lnTo>
                  <a:lnTo>
                    <a:pt x="1222231" y="223715"/>
                  </a:lnTo>
                  <a:lnTo>
                    <a:pt x="1294127" y="236874"/>
                  </a:lnTo>
                  <a:lnTo>
                    <a:pt x="1366023" y="250034"/>
                  </a:lnTo>
                  <a:lnTo>
                    <a:pt x="1437919" y="263194"/>
                  </a:lnTo>
                  <a:lnTo>
                    <a:pt x="1509815" y="276353"/>
                  </a:lnTo>
                  <a:lnTo>
                    <a:pt x="1581711" y="289513"/>
                  </a:lnTo>
                  <a:lnTo>
                    <a:pt x="1653607" y="302673"/>
                  </a:lnTo>
                  <a:lnTo>
                    <a:pt x="1725503" y="315833"/>
                  </a:lnTo>
                  <a:lnTo>
                    <a:pt x="1797399" y="328992"/>
                  </a:lnTo>
                  <a:lnTo>
                    <a:pt x="1869295" y="342152"/>
                  </a:lnTo>
                  <a:lnTo>
                    <a:pt x="1941191" y="355312"/>
                  </a:lnTo>
                  <a:lnTo>
                    <a:pt x="2013087" y="368471"/>
                  </a:lnTo>
                  <a:lnTo>
                    <a:pt x="2084983" y="381631"/>
                  </a:lnTo>
                  <a:lnTo>
                    <a:pt x="2156879" y="394791"/>
                  </a:lnTo>
                  <a:lnTo>
                    <a:pt x="2228775" y="407950"/>
                  </a:lnTo>
                  <a:lnTo>
                    <a:pt x="2300671" y="421110"/>
                  </a:lnTo>
                  <a:lnTo>
                    <a:pt x="2372567" y="434270"/>
                  </a:lnTo>
                  <a:lnTo>
                    <a:pt x="2444463" y="447430"/>
                  </a:lnTo>
                  <a:lnTo>
                    <a:pt x="2516359" y="460589"/>
                  </a:lnTo>
                  <a:lnTo>
                    <a:pt x="2588255" y="473749"/>
                  </a:lnTo>
                  <a:lnTo>
                    <a:pt x="2660151" y="486909"/>
                  </a:lnTo>
                  <a:lnTo>
                    <a:pt x="2732047" y="500068"/>
                  </a:lnTo>
                  <a:lnTo>
                    <a:pt x="2803943" y="513228"/>
                  </a:lnTo>
                  <a:lnTo>
                    <a:pt x="2875839" y="526388"/>
                  </a:lnTo>
                  <a:lnTo>
                    <a:pt x="2947735" y="539548"/>
                  </a:lnTo>
                  <a:lnTo>
                    <a:pt x="3019631" y="552707"/>
                  </a:lnTo>
                  <a:lnTo>
                    <a:pt x="3091527" y="565867"/>
                  </a:lnTo>
                  <a:lnTo>
                    <a:pt x="3163423" y="579027"/>
                  </a:lnTo>
                  <a:lnTo>
                    <a:pt x="3235319" y="592186"/>
                  </a:lnTo>
                  <a:lnTo>
                    <a:pt x="3307215" y="605346"/>
                  </a:lnTo>
                  <a:lnTo>
                    <a:pt x="3379111" y="618506"/>
                  </a:lnTo>
                  <a:lnTo>
                    <a:pt x="3451007" y="631666"/>
                  </a:lnTo>
                  <a:lnTo>
                    <a:pt x="3522902" y="644825"/>
                  </a:lnTo>
                  <a:lnTo>
                    <a:pt x="3594798" y="657985"/>
                  </a:lnTo>
                  <a:lnTo>
                    <a:pt x="3666694" y="671145"/>
                  </a:lnTo>
                  <a:lnTo>
                    <a:pt x="3738590" y="684304"/>
                  </a:lnTo>
                  <a:lnTo>
                    <a:pt x="3810486" y="697464"/>
                  </a:lnTo>
                  <a:lnTo>
                    <a:pt x="3882382" y="710624"/>
                  </a:lnTo>
                  <a:lnTo>
                    <a:pt x="3954278" y="723784"/>
                  </a:lnTo>
                  <a:lnTo>
                    <a:pt x="4026174" y="736943"/>
                  </a:lnTo>
                  <a:lnTo>
                    <a:pt x="4098070" y="750103"/>
                  </a:lnTo>
                  <a:lnTo>
                    <a:pt x="4169966" y="763263"/>
                  </a:lnTo>
                  <a:lnTo>
                    <a:pt x="4241862" y="776422"/>
                  </a:lnTo>
                  <a:lnTo>
                    <a:pt x="4313758" y="789582"/>
                  </a:lnTo>
                  <a:lnTo>
                    <a:pt x="4385654" y="802742"/>
                  </a:lnTo>
                  <a:lnTo>
                    <a:pt x="4457550" y="815901"/>
                  </a:lnTo>
                  <a:lnTo>
                    <a:pt x="4529446" y="829061"/>
                  </a:lnTo>
                  <a:lnTo>
                    <a:pt x="4601342" y="842221"/>
                  </a:lnTo>
                  <a:lnTo>
                    <a:pt x="4673238" y="855381"/>
                  </a:lnTo>
                  <a:lnTo>
                    <a:pt x="4745134" y="868540"/>
                  </a:lnTo>
                  <a:lnTo>
                    <a:pt x="4817030" y="881700"/>
                  </a:lnTo>
                  <a:lnTo>
                    <a:pt x="4888926" y="894860"/>
                  </a:lnTo>
                  <a:lnTo>
                    <a:pt x="4960822" y="908019"/>
                  </a:lnTo>
                  <a:lnTo>
                    <a:pt x="5032718" y="921179"/>
                  </a:lnTo>
                  <a:lnTo>
                    <a:pt x="5104614" y="934339"/>
                  </a:lnTo>
                  <a:lnTo>
                    <a:pt x="5176510" y="947499"/>
                  </a:lnTo>
                  <a:lnTo>
                    <a:pt x="5248406" y="960658"/>
                  </a:lnTo>
                  <a:lnTo>
                    <a:pt x="5320302" y="973818"/>
                  </a:lnTo>
                  <a:lnTo>
                    <a:pt x="5392198" y="986978"/>
                  </a:lnTo>
                  <a:lnTo>
                    <a:pt x="5464094" y="1000137"/>
                  </a:lnTo>
                  <a:lnTo>
                    <a:pt x="5535990" y="1013297"/>
                  </a:lnTo>
                  <a:lnTo>
                    <a:pt x="5607886" y="1026457"/>
                  </a:lnTo>
                  <a:lnTo>
                    <a:pt x="5679782" y="1039617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33675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30313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29863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52217" y="3422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52217" y="32921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52217" y="31607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772774" y="35744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772774" y="30578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772774" y="31556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902738" y="29491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02738" y="22887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902738" y="24494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877943" y="38651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877943" y="26662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877943" y="3534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33704" y="36393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33704" y="40570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33704" y="37385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828905" y="54905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828905" y="52583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828905" y="54101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29586" y="51737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629586" y="48989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629586" y="52862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431053"/>
              <a:ext cx="5679782" cy="2467338"/>
            </a:xfrm>
            <a:custGeom>
              <a:avLst/>
              <a:pathLst>
                <a:path w="5679782" h="2467338">
                  <a:moveTo>
                    <a:pt x="0" y="0"/>
                  </a:moveTo>
                  <a:lnTo>
                    <a:pt x="71895" y="25886"/>
                  </a:lnTo>
                  <a:lnTo>
                    <a:pt x="143791" y="51694"/>
                  </a:lnTo>
                  <a:lnTo>
                    <a:pt x="215687" y="77422"/>
                  </a:lnTo>
                  <a:lnTo>
                    <a:pt x="287583" y="103064"/>
                  </a:lnTo>
                  <a:lnTo>
                    <a:pt x="359479" y="128616"/>
                  </a:lnTo>
                  <a:lnTo>
                    <a:pt x="431375" y="154074"/>
                  </a:lnTo>
                  <a:lnTo>
                    <a:pt x="503271" y="179433"/>
                  </a:lnTo>
                  <a:lnTo>
                    <a:pt x="575167" y="204687"/>
                  </a:lnTo>
                  <a:lnTo>
                    <a:pt x="647063" y="229832"/>
                  </a:lnTo>
                  <a:lnTo>
                    <a:pt x="718959" y="254861"/>
                  </a:lnTo>
                  <a:lnTo>
                    <a:pt x="790855" y="279768"/>
                  </a:lnTo>
                  <a:lnTo>
                    <a:pt x="862751" y="304547"/>
                  </a:lnTo>
                  <a:lnTo>
                    <a:pt x="934647" y="329192"/>
                  </a:lnTo>
                  <a:lnTo>
                    <a:pt x="1006543" y="353694"/>
                  </a:lnTo>
                  <a:lnTo>
                    <a:pt x="1078439" y="378046"/>
                  </a:lnTo>
                  <a:lnTo>
                    <a:pt x="1150335" y="402240"/>
                  </a:lnTo>
                  <a:lnTo>
                    <a:pt x="1222231" y="426268"/>
                  </a:lnTo>
                  <a:lnTo>
                    <a:pt x="1294127" y="450120"/>
                  </a:lnTo>
                  <a:lnTo>
                    <a:pt x="1366023" y="473787"/>
                  </a:lnTo>
                  <a:lnTo>
                    <a:pt x="1437919" y="497259"/>
                  </a:lnTo>
                  <a:lnTo>
                    <a:pt x="1509815" y="520525"/>
                  </a:lnTo>
                  <a:lnTo>
                    <a:pt x="1581711" y="543575"/>
                  </a:lnTo>
                  <a:lnTo>
                    <a:pt x="1653607" y="566397"/>
                  </a:lnTo>
                  <a:lnTo>
                    <a:pt x="1725503" y="588979"/>
                  </a:lnTo>
                  <a:lnTo>
                    <a:pt x="1797399" y="611308"/>
                  </a:lnTo>
                  <a:lnTo>
                    <a:pt x="1869295" y="633372"/>
                  </a:lnTo>
                  <a:lnTo>
                    <a:pt x="1941191" y="655158"/>
                  </a:lnTo>
                  <a:lnTo>
                    <a:pt x="2013087" y="676651"/>
                  </a:lnTo>
                  <a:lnTo>
                    <a:pt x="2084983" y="697838"/>
                  </a:lnTo>
                  <a:lnTo>
                    <a:pt x="2156879" y="718705"/>
                  </a:lnTo>
                  <a:lnTo>
                    <a:pt x="2228775" y="739237"/>
                  </a:lnTo>
                  <a:lnTo>
                    <a:pt x="2300671" y="759420"/>
                  </a:lnTo>
                  <a:lnTo>
                    <a:pt x="2372567" y="779239"/>
                  </a:lnTo>
                  <a:lnTo>
                    <a:pt x="2444463" y="798680"/>
                  </a:lnTo>
                  <a:lnTo>
                    <a:pt x="2516359" y="817730"/>
                  </a:lnTo>
                  <a:lnTo>
                    <a:pt x="2588255" y="836375"/>
                  </a:lnTo>
                  <a:lnTo>
                    <a:pt x="2660151" y="854602"/>
                  </a:lnTo>
                  <a:lnTo>
                    <a:pt x="2732047" y="872401"/>
                  </a:lnTo>
                  <a:lnTo>
                    <a:pt x="2803943" y="889758"/>
                  </a:lnTo>
                  <a:lnTo>
                    <a:pt x="2875839" y="906666"/>
                  </a:lnTo>
                  <a:lnTo>
                    <a:pt x="2947735" y="923115"/>
                  </a:lnTo>
                  <a:lnTo>
                    <a:pt x="3019631" y="939099"/>
                  </a:lnTo>
                  <a:lnTo>
                    <a:pt x="3091527" y="954611"/>
                  </a:lnTo>
                  <a:lnTo>
                    <a:pt x="3163423" y="969649"/>
                  </a:lnTo>
                  <a:lnTo>
                    <a:pt x="3235319" y="984209"/>
                  </a:lnTo>
                  <a:lnTo>
                    <a:pt x="3307215" y="998292"/>
                  </a:lnTo>
                  <a:lnTo>
                    <a:pt x="3379111" y="1011899"/>
                  </a:lnTo>
                  <a:lnTo>
                    <a:pt x="3451007" y="1025034"/>
                  </a:lnTo>
                  <a:lnTo>
                    <a:pt x="3522902" y="1037700"/>
                  </a:lnTo>
                  <a:lnTo>
                    <a:pt x="3594798" y="1049905"/>
                  </a:lnTo>
                  <a:lnTo>
                    <a:pt x="3666694" y="1061656"/>
                  </a:lnTo>
                  <a:lnTo>
                    <a:pt x="3738590" y="1072963"/>
                  </a:lnTo>
                  <a:lnTo>
                    <a:pt x="3810486" y="1083835"/>
                  </a:lnTo>
                  <a:lnTo>
                    <a:pt x="3882382" y="1094286"/>
                  </a:lnTo>
                  <a:lnTo>
                    <a:pt x="3954278" y="1104326"/>
                  </a:lnTo>
                  <a:lnTo>
                    <a:pt x="4026174" y="1113969"/>
                  </a:lnTo>
                  <a:lnTo>
                    <a:pt x="4098070" y="1123229"/>
                  </a:lnTo>
                  <a:lnTo>
                    <a:pt x="4169966" y="1132120"/>
                  </a:lnTo>
                  <a:lnTo>
                    <a:pt x="4241862" y="1140656"/>
                  </a:lnTo>
                  <a:lnTo>
                    <a:pt x="4313758" y="1148851"/>
                  </a:lnTo>
                  <a:lnTo>
                    <a:pt x="4385654" y="1156720"/>
                  </a:lnTo>
                  <a:lnTo>
                    <a:pt x="4457550" y="1164277"/>
                  </a:lnTo>
                  <a:lnTo>
                    <a:pt x="4529446" y="1171536"/>
                  </a:lnTo>
                  <a:lnTo>
                    <a:pt x="4601342" y="1178511"/>
                  </a:lnTo>
                  <a:lnTo>
                    <a:pt x="4673238" y="1185216"/>
                  </a:lnTo>
                  <a:lnTo>
                    <a:pt x="4745134" y="1191663"/>
                  </a:lnTo>
                  <a:lnTo>
                    <a:pt x="4817030" y="1197865"/>
                  </a:lnTo>
                  <a:lnTo>
                    <a:pt x="4888926" y="1203834"/>
                  </a:lnTo>
                  <a:lnTo>
                    <a:pt x="4960822" y="1209582"/>
                  </a:lnTo>
                  <a:lnTo>
                    <a:pt x="5032718" y="1215121"/>
                  </a:lnTo>
                  <a:lnTo>
                    <a:pt x="5104614" y="1220460"/>
                  </a:lnTo>
                  <a:lnTo>
                    <a:pt x="5176510" y="1225610"/>
                  </a:lnTo>
                  <a:lnTo>
                    <a:pt x="5248406" y="1230580"/>
                  </a:lnTo>
                  <a:lnTo>
                    <a:pt x="5320302" y="1235381"/>
                  </a:lnTo>
                  <a:lnTo>
                    <a:pt x="5392198" y="1240020"/>
                  </a:lnTo>
                  <a:lnTo>
                    <a:pt x="5464094" y="1244506"/>
                  </a:lnTo>
                  <a:lnTo>
                    <a:pt x="5535990" y="1248847"/>
                  </a:lnTo>
                  <a:lnTo>
                    <a:pt x="5607886" y="1253050"/>
                  </a:lnTo>
                  <a:lnTo>
                    <a:pt x="5679782" y="1257122"/>
                  </a:lnTo>
                  <a:lnTo>
                    <a:pt x="5679782" y="2467338"/>
                  </a:lnTo>
                  <a:lnTo>
                    <a:pt x="5607886" y="2442481"/>
                  </a:lnTo>
                  <a:lnTo>
                    <a:pt x="5535990" y="2417756"/>
                  </a:lnTo>
                  <a:lnTo>
                    <a:pt x="5464094" y="2393168"/>
                  </a:lnTo>
                  <a:lnTo>
                    <a:pt x="5392198" y="2368725"/>
                  </a:lnTo>
                  <a:lnTo>
                    <a:pt x="5320302" y="2344435"/>
                  </a:lnTo>
                  <a:lnTo>
                    <a:pt x="5248406" y="2320307"/>
                  </a:lnTo>
                  <a:lnTo>
                    <a:pt x="5176510" y="2296349"/>
                  </a:lnTo>
                  <a:lnTo>
                    <a:pt x="5104614" y="2272570"/>
                  </a:lnTo>
                  <a:lnTo>
                    <a:pt x="5032718" y="2248981"/>
                  </a:lnTo>
                  <a:lnTo>
                    <a:pt x="4960822" y="2225590"/>
                  </a:lnTo>
                  <a:lnTo>
                    <a:pt x="4888926" y="2202410"/>
                  </a:lnTo>
                  <a:lnTo>
                    <a:pt x="4817030" y="2179450"/>
                  </a:lnTo>
                  <a:lnTo>
                    <a:pt x="4745134" y="2156723"/>
                  </a:lnTo>
                  <a:lnTo>
                    <a:pt x="4673238" y="2134242"/>
                  </a:lnTo>
                  <a:lnTo>
                    <a:pt x="4601342" y="2112017"/>
                  </a:lnTo>
                  <a:lnTo>
                    <a:pt x="4529446" y="2090064"/>
                  </a:lnTo>
                  <a:lnTo>
                    <a:pt x="4457550" y="2068394"/>
                  </a:lnTo>
                  <a:lnTo>
                    <a:pt x="4385654" y="2047022"/>
                  </a:lnTo>
                  <a:lnTo>
                    <a:pt x="4313758" y="2025963"/>
                  </a:lnTo>
                  <a:lnTo>
                    <a:pt x="4241862" y="2005229"/>
                  </a:lnTo>
                  <a:lnTo>
                    <a:pt x="4169966" y="1984836"/>
                  </a:lnTo>
                  <a:lnTo>
                    <a:pt x="4098070" y="1964798"/>
                  </a:lnTo>
                  <a:lnTo>
                    <a:pt x="4026174" y="1945129"/>
                  </a:lnTo>
                  <a:lnTo>
                    <a:pt x="3954278" y="1925844"/>
                  </a:lnTo>
                  <a:lnTo>
                    <a:pt x="3882382" y="1906955"/>
                  </a:lnTo>
                  <a:lnTo>
                    <a:pt x="3810486" y="1888477"/>
                  </a:lnTo>
                  <a:lnTo>
                    <a:pt x="3738590" y="1870421"/>
                  </a:lnTo>
                  <a:lnTo>
                    <a:pt x="3666694" y="1852799"/>
                  </a:lnTo>
                  <a:lnTo>
                    <a:pt x="3594798" y="1835621"/>
                  </a:lnTo>
                  <a:lnTo>
                    <a:pt x="3522902" y="1818897"/>
                  </a:lnTo>
                  <a:lnTo>
                    <a:pt x="3451007" y="1802635"/>
                  </a:lnTo>
                  <a:lnTo>
                    <a:pt x="3379111" y="1786840"/>
                  </a:lnTo>
                  <a:lnTo>
                    <a:pt x="3307215" y="1771519"/>
                  </a:lnTo>
                  <a:lnTo>
                    <a:pt x="3235319" y="1756673"/>
                  </a:lnTo>
                  <a:lnTo>
                    <a:pt x="3163423" y="1742305"/>
                  </a:lnTo>
                  <a:lnTo>
                    <a:pt x="3091527" y="1728414"/>
                  </a:lnTo>
                  <a:lnTo>
                    <a:pt x="3019631" y="1714997"/>
                  </a:lnTo>
                  <a:lnTo>
                    <a:pt x="2947735" y="1702052"/>
                  </a:lnTo>
                  <a:lnTo>
                    <a:pt x="2875839" y="1689572"/>
                  </a:lnTo>
                  <a:lnTo>
                    <a:pt x="2803943" y="1677551"/>
                  </a:lnTo>
                  <a:lnTo>
                    <a:pt x="2732047" y="1665980"/>
                  </a:lnTo>
                  <a:lnTo>
                    <a:pt x="2660151" y="1654850"/>
                  </a:lnTo>
                  <a:lnTo>
                    <a:pt x="2588255" y="1644148"/>
                  </a:lnTo>
                  <a:lnTo>
                    <a:pt x="2516359" y="1633865"/>
                  </a:lnTo>
                  <a:lnTo>
                    <a:pt x="2444463" y="1623986"/>
                  </a:lnTo>
                  <a:lnTo>
                    <a:pt x="2372567" y="1614498"/>
                  </a:lnTo>
                  <a:lnTo>
                    <a:pt x="2300671" y="1605389"/>
                  </a:lnTo>
                  <a:lnTo>
                    <a:pt x="2228775" y="1596643"/>
                  </a:lnTo>
                  <a:lnTo>
                    <a:pt x="2156879" y="1588246"/>
                  </a:lnTo>
                  <a:lnTo>
                    <a:pt x="2084983" y="1580184"/>
                  </a:lnTo>
                  <a:lnTo>
                    <a:pt x="2013087" y="1572442"/>
                  </a:lnTo>
                  <a:lnTo>
                    <a:pt x="1941191" y="1565006"/>
                  </a:lnTo>
                  <a:lnTo>
                    <a:pt x="1869295" y="1557863"/>
                  </a:lnTo>
                  <a:lnTo>
                    <a:pt x="1797399" y="1550999"/>
                  </a:lnTo>
                  <a:lnTo>
                    <a:pt x="1725503" y="1544399"/>
                  </a:lnTo>
                  <a:lnTo>
                    <a:pt x="1653607" y="1538052"/>
                  </a:lnTo>
                  <a:lnTo>
                    <a:pt x="1581711" y="1531946"/>
                  </a:lnTo>
                  <a:lnTo>
                    <a:pt x="1509815" y="1526067"/>
                  </a:lnTo>
                  <a:lnTo>
                    <a:pt x="1437919" y="1520404"/>
                  </a:lnTo>
                  <a:lnTo>
                    <a:pt x="1366023" y="1514947"/>
                  </a:lnTo>
                  <a:lnTo>
                    <a:pt x="1294127" y="1509686"/>
                  </a:lnTo>
                  <a:lnTo>
                    <a:pt x="1222231" y="1504609"/>
                  </a:lnTo>
                  <a:lnTo>
                    <a:pt x="1150335" y="1499708"/>
                  </a:lnTo>
                  <a:lnTo>
                    <a:pt x="1078439" y="1494973"/>
                  </a:lnTo>
                  <a:lnTo>
                    <a:pt x="1006543" y="1490397"/>
                  </a:lnTo>
                  <a:lnTo>
                    <a:pt x="934647" y="1485970"/>
                  </a:lnTo>
                  <a:lnTo>
                    <a:pt x="862751" y="1481686"/>
                  </a:lnTo>
                  <a:lnTo>
                    <a:pt x="790855" y="1477536"/>
                  </a:lnTo>
                  <a:lnTo>
                    <a:pt x="718959" y="1473515"/>
                  </a:lnTo>
                  <a:lnTo>
                    <a:pt x="647063" y="1469615"/>
                  </a:lnTo>
                  <a:lnTo>
                    <a:pt x="575167" y="1465831"/>
                  </a:lnTo>
                  <a:lnTo>
                    <a:pt x="503271" y="1462157"/>
                  </a:lnTo>
                  <a:lnTo>
                    <a:pt x="431375" y="1458587"/>
                  </a:lnTo>
                  <a:lnTo>
                    <a:pt x="359479" y="1455116"/>
                  </a:lnTo>
                  <a:lnTo>
                    <a:pt x="287583" y="1451739"/>
                  </a:lnTo>
                  <a:lnTo>
                    <a:pt x="215687" y="1448452"/>
                  </a:lnTo>
                  <a:lnTo>
                    <a:pt x="143791" y="1445251"/>
                  </a:lnTo>
                  <a:lnTo>
                    <a:pt x="71895" y="1442131"/>
                  </a:lnTo>
                  <a:lnTo>
                    <a:pt x="0" y="143908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431053"/>
              <a:ext cx="5679782" cy="1257122"/>
            </a:xfrm>
            <a:custGeom>
              <a:avLst/>
              <a:pathLst>
                <a:path w="5679782" h="1257122">
                  <a:moveTo>
                    <a:pt x="0" y="0"/>
                  </a:moveTo>
                  <a:lnTo>
                    <a:pt x="71895" y="25886"/>
                  </a:lnTo>
                  <a:lnTo>
                    <a:pt x="143791" y="51694"/>
                  </a:lnTo>
                  <a:lnTo>
                    <a:pt x="215687" y="77422"/>
                  </a:lnTo>
                  <a:lnTo>
                    <a:pt x="287583" y="103064"/>
                  </a:lnTo>
                  <a:lnTo>
                    <a:pt x="359479" y="128616"/>
                  </a:lnTo>
                  <a:lnTo>
                    <a:pt x="431375" y="154074"/>
                  </a:lnTo>
                  <a:lnTo>
                    <a:pt x="503271" y="179433"/>
                  </a:lnTo>
                  <a:lnTo>
                    <a:pt x="575167" y="204687"/>
                  </a:lnTo>
                  <a:lnTo>
                    <a:pt x="647063" y="229832"/>
                  </a:lnTo>
                  <a:lnTo>
                    <a:pt x="718959" y="254861"/>
                  </a:lnTo>
                  <a:lnTo>
                    <a:pt x="790855" y="279768"/>
                  </a:lnTo>
                  <a:lnTo>
                    <a:pt x="862751" y="304547"/>
                  </a:lnTo>
                  <a:lnTo>
                    <a:pt x="934647" y="329192"/>
                  </a:lnTo>
                  <a:lnTo>
                    <a:pt x="1006543" y="353694"/>
                  </a:lnTo>
                  <a:lnTo>
                    <a:pt x="1078439" y="378046"/>
                  </a:lnTo>
                  <a:lnTo>
                    <a:pt x="1150335" y="402240"/>
                  </a:lnTo>
                  <a:lnTo>
                    <a:pt x="1222231" y="426268"/>
                  </a:lnTo>
                  <a:lnTo>
                    <a:pt x="1294127" y="450120"/>
                  </a:lnTo>
                  <a:lnTo>
                    <a:pt x="1366023" y="473787"/>
                  </a:lnTo>
                  <a:lnTo>
                    <a:pt x="1437919" y="497259"/>
                  </a:lnTo>
                  <a:lnTo>
                    <a:pt x="1509815" y="520525"/>
                  </a:lnTo>
                  <a:lnTo>
                    <a:pt x="1581711" y="543575"/>
                  </a:lnTo>
                  <a:lnTo>
                    <a:pt x="1653607" y="566397"/>
                  </a:lnTo>
                  <a:lnTo>
                    <a:pt x="1725503" y="588979"/>
                  </a:lnTo>
                  <a:lnTo>
                    <a:pt x="1797399" y="611308"/>
                  </a:lnTo>
                  <a:lnTo>
                    <a:pt x="1869295" y="633372"/>
                  </a:lnTo>
                  <a:lnTo>
                    <a:pt x="1941191" y="655158"/>
                  </a:lnTo>
                  <a:lnTo>
                    <a:pt x="2013087" y="676651"/>
                  </a:lnTo>
                  <a:lnTo>
                    <a:pt x="2084983" y="697838"/>
                  </a:lnTo>
                  <a:lnTo>
                    <a:pt x="2156879" y="718705"/>
                  </a:lnTo>
                  <a:lnTo>
                    <a:pt x="2228775" y="739237"/>
                  </a:lnTo>
                  <a:lnTo>
                    <a:pt x="2300671" y="759420"/>
                  </a:lnTo>
                  <a:lnTo>
                    <a:pt x="2372567" y="779239"/>
                  </a:lnTo>
                  <a:lnTo>
                    <a:pt x="2444463" y="798680"/>
                  </a:lnTo>
                  <a:lnTo>
                    <a:pt x="2516359" y="817730"/>
                  </a:lnTo>
                  <a:lnTo>
                    <a:pt x="2588255" y="836375"/>
                  </a:lnTo>
                  <a:lnTo>
                    <a:pt x="2660151" y="854602"/>
                  </a:lnTo>
                  <a:lnTo>
                    <a:pt x="2732047" y="872401"/>
                  </a:lnTo>
                  <a:lnTo>
                    <a:pt x="2803943" y="889758"/>
                  </a:lnTo>
                  <a:lnTo>
                    <a:pt x="2875839" y="906666"/>
                  </a:lnTo>
                  <a:lnTo>
                    <a:pt x="2947735" y="923115"/>
                  </a:lnTo>
                  <a:lnTo>
                    <a:pt x="3019631" y="939099"/>
                  </a:lnTo>
                  <a:lnTo>
                    <a:pt x="3091527" y="954611"/>
                  </a:lnTo>
                  <a:lnTo>
                    <a:pt x="3163423" y="969649"/>
                  </a:lnTo>
                  <a:lnTo>
                    <a:pt x="3235319" y="984209"/>
                  </a:lnTo>
                  <a:lnTo>
                    <a:pt x="3307215" y="998292"/>
                  </a:lnTo>
                  <a:lnTo>
                    <a:pt x="3379111" y="1011899"/>
                  </a:lnTo>
                  <a:lnTo>
                    <a:pt x="3451007" y="1025034"/>
                  </a:lnTo>
                  <a:lnTo>
                    <a:pt x="3522902" y="1037700"/>
                  </a:lnTo>
                  <a:lnTo>
                    <a:pt x="3594798" y="1049905"/>
                  </a:lnTo>
                  <a:lnTo>
                    <a:pt x="3666694" y="1061656"/>
                  </a:lnTo>
                  <a:lnTo>
                    <a:pt x="3738590" y="1072963"/>
                  </a:lnTo>
                  <a:lnTo>
                    <a:pt x="3810486" y="1083835"/>
                  </a:lnTo>
                  <a:lnTo>
                    <a:pt x="3882382" y="1094286"/>
                  </a:lnTo>
                  <a:lnTo>
                    <a:pt x="3954278" y="1104326"/>
                  </a:lnTo>
                  <a:lnTo>
                    <a:pt x="4026174" y="1113969"/>
                  </a:lnTo>
                  <a:lnTo>
                    <a:pt x="4098070" y="1123229"/>
                  </a:lnTo>
                  <a:lnTo>
                    <a:pt x="4169966" y="1132120"/>
                  </a:lnTo>
                  <a:lnTo>
                    <a:pt x="4241862" y="1140656"/>
                  </a:lnTo>
                  <a:lnTo>
                    <a:pt x="4313758" y="1148851"/>
                  </a:lnTo>
                  <a:lnTo>
                    <a:pt x="4385654" y="1156720"/>
                  </a:lnTo>
                  <a:lnTo>
                    <a:pt x="4457550" y="1164277"/>
                  </a:lnTo>
                  <a:lnTo>
                    <a:pt x="4529446" y="1171536"/>
                  </a:lnTo>
                  <a:lnTo>
                    <a:pt x="4601342" y="1178511"/>
                  </a:lnTo>
                  <a:lnTo>
                    <a:pt x="4673238" y="1185216"/>
                  </a:lnTo>
                  <a:lnTo>
                    <a:pt x="4745134" y="1191663"/>
                  </a:lnTo>
                  <a:lnTo>
                    <a:pt x="4817030" y="1197865"/>
                  </a:lnTo>
                  <a:lnTo>
                    <a:pt x="4888926" y="1203834"/>
                  </a:lnTo>
                  <a:lnTo>
                    <a:pt x="4960822" y="1209582"/>
                  </a:lnTo>
                  <a:lnTo>
                    <a:pt x="5032718" y="1215121"/>
                  </a:lnTo>
                  <a:lnTo>
                    <a:pt x="5104614" y="1220460"/>
                  </a:lnTo>
                  <a:lnTo>
                    <a:pt x="5176510" y="1225610"/>
                  </a:lnTo>
                  <a:lnTo>
                    <a:pt x="5248406" y="1230580"/>
                  </a:lnTo>
                  <a:lnTo>
                    <a:pt x="5320302" y="1235381"/>
                  </a:lnTo>
                  <a:lnTo>
                    <a:pt x="5392198" y="1240020"/>
                  </a:lnTo>
                  <a:lnTo>
                    <a:pt x="5464094" y="1244506"/>
                  </a:lnTo>
                  <a:lnTo>
                    <a:pt x="5535990" y="1248847"/>
                  </a:lnTo>
                  <a:lnTo>
                    <a:pt x="5607886" y="1253050"/>
                  </a:lnTo>
                  <a:lnTo>
                    <a:pt x="5679782" y="1257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3870142"/>
              <a:ext cx="5679782" cy="1028249"/>
            </a:xfrm>
            <a:custGeom>
              <a:avLst/>
              <a:pathLst>
                <a:path w="5679782" h="1028249">
                  <a:moveTo>
                    <a:pt x="5679782" y="1028249"/>
                  </a:moveTo>
                  <a:lnTo>
                    <a:pt x="5607886" y="1003392"/>
                  </a:lnTo>
                  <a:lnTo>
                    <a:pt x="5535990" y="978667"/>
                  </a:lnTo>
                  <a:lnTo>
                    <a:pt x="5464094" y="954079"/>
                  </a:lnTo>
                  <a:lnTo>
                    <a:pt x="5392198" y="929636"/>
                  </a:lnTo>
                  <a:lnTo>
                    <a:pt x="5320302" y="905346"/>
                  </a:lnTo>
                  <a:lnTo>
                    <a:pt x="5248406" y="881218"/>
                  </a:lnTo>
                  <a:lnTo>
                    <a:pt x="5176510" y="857260"/>
                  </a:lnTo>
                  <a:lnTo>
                    <a:pt x="5104614" y="833481"/>
                  </a:lnTo>
                  <a:lnTo>
                    <a:pt x="5032718" y="809892"/>
                  </a:lnTo>
                  <a:lnTo>
                    <a:pt x="4960822" y="786501"/>
                  </a:lnTo>
                  <a:lnTo>
                    <a:pt x="4888926" y="763320"/>
                  </a:lnTo>
                  <a:lnTo>
                    <a:pt x="4817030" y="740361"/>
                  </a:lnTo>
                  <a:lnTo>
                    <a:pt x="4745134" y="717634"/>
                  </a:lnTo>
                  <a:lnTo>
                    <a:pt x="4673238" y="695153"/>
                  </a:lnTo>
                  <a:lnTo>
                    <a:pt x="4601342" y="672928"/>
                  </a:lnTo>
                  <a:lnTo>
                    <a:pt x="4529446" y="650975"/>
                  </a:lnTo>
                  <a:lnTo>
                    <a:pt x="4457550" y="629305"/>
                  </a:lnTo>
                  <a:lnTo>
                    <a:pt x="4385654" y="607933"/>
                  </a:lnTo>
                  <a:lnTo>
                    <a:pt x="4313758" y="586874"/>
                  </a:lnTo>
                  <a:lnTo>
                    <a:pt x="4241862" y="566140"/>
                  </a:lnTo>
                  <a:lnTo>
                    <a:pt x="4169966" y="545747"/>
                  </a:lnTo>
                  <a:lnTo>
                    <a:pt x="4098070" y="525709"/>
                  </a:lnTo>
                  <a:lnTo>
                    <a:pt x="4026174" y="506040"/>
                  </a:lnTo>
                  <a:lnTo>
                    <a:pt x="3954278" y="486755"/>
                  </a:lnTo>
                  <a:lnTo>
                    <a:pt x="3882382" y="467866"/>
                  </a:lnTo>
                  <a:lnTo>
                    <a:pt x="3810486" y="449388"/>
                  </a:lnTo>
                  <a:lnTo>
                    <a:pt x="3738590" y="431332"/>
                  </a:lnTo>
                  <a:lnTo>
                    <a:pt x="3666694" y="413710"/>
                  </a:lnTo>
                  <a:lnTo>
                    <a:pt x="3594798" y="396532"/>
                  </a:lnTo>
                  <a:lnTo>
                    <a:pt x="3522902" y="379808"/>
                  </a:lnTo>
                  <a:lnTo>
                    <a:pt x="3451007" y="363546"/>
                  </a:lnTo>
                  <a:lnTo>
                    <a:pt x="3379111" y="347751"/>
                  </a:lnTo>
                  <a:lnTo>
                    <a:pt x="3307215" y="332430"/>
                  </a:lnTo>
                  <a:lnTo>
                    <a:pt x="3235319" y="317584"/>
                  </a:lnTo>
                  <a:lnTo>
                    <a:pt x="3163423" y="303216"/>
                  </a:lnTo>
                  <a:lnTo>
                    <a:pt x="3091527" y="289325"/>
                  </a:lnTo>
                  <a:lnTo>
                    <a:pt x="3019631" y="275908"/>
                  </a:lnTo>
                  <a:lnTo>
                    <a:pt x="2947735" y="262963"/>
                  </a:lnTo>
                  <a:lnTo>
                    <a:pt x="2875839" y="250483"/>
                  </a:lnTo>
                  <a:lnTo>
                    <a:pt x="2803943" y="238462"/>
                  </a:lnTo>
                  <a:lnTo>
                    <a:pt x="2732047" y="226891"/>
                  </a:lnTo>
                  <a:lnTo>
                    <a:pt x="2660151" y="215761"/>
                  </a:lnTo>
                  <a:lnTo>
                    <a:pt x="2588255" y="205059"/>
                  </a:lnTo>
                  <a:lnTo>
                    <a:pt x="2516359" y="194776"/>
                  </a:lnTo>
                  <a:lnTo>
                    <a:pt x="2444463" y="184897"/>
                  </a:lnTo>
                  <a:lnTo>
                    <a:pt x="2372567" y="175409"/>
                  </a:lnTo>
                  <a:lnTo>
                    <a:pt x="2300671" y="166300"/>
                  </a:lnTo>
                  <a:lnTo>
                    <a:pt x="2228775" y="157554"/>
                  </a:lnTo>
                  <a:lnTo>
                    <a:pt x="2156879" y="149157"/>
                  </a:lnTo>
                  <a:lnTo>
                    <a:pt x="2084983" y="141095"/>
                  </a:lnTo>
                  <a:lnTo>
                    <a:pt x="2013087" y="133353"/>
                  </a:lnTo>
                  <a:lnTo>
                    <a:pt x="1941191" y="125917"/>
                  </a:lnTo>
                  <a:lnTo>
                    <a:pt x="1869295" y="118774"/>
                  </a:lnTo>
                  <a:lnTo>
                    <a:pt x="1797399" y="111910"/>
                  </a:lnTo>
                  <a:lnTo>
                    <a:pt x="1725503" y="105310"/>
                  </a:lnTo>
                  <a:lnTo>
                    <a:pt x="1653607" y="98963"/>
                  </a:lnTo>
                  <a:lnTo>
                    <a:pt x="1581711" y="92857"/>
                  </a:lnTo>
                  <a:lnTo>
                    <a:pt x="1509815" y="86978"/>
                  </a:lnTo>
                  <a:lnTo>
                    <a:pt x="1437919" y="81315"/>
                  </a:lnTo>
                  <a:lnTo>
                    <a:pt x="1366023" y="75858"/>
                  </a:lnTo>
                  <a:lnTo>
                    <a:pt x="1294127" y="70597"/>
                  </a:lnTo>
                  <a:lnTo>
                    <a:pt x="1222231" y="65520"/>
                  </a:lnTo>
                  <a:lnTo>
                    <a:pt x="1150335" y="60619"/>
                  </a:lnTo>
                  <a:lnTo>
                    <a:pt x="1078439" y="55884"/>
                  </a:lnTo>
                  <a:lnTo>
                    <a:pt x="1006543" y="51308"/>
                  </a:lnTo>
                  <a:lnTo>
                    <a:pt x="934647" y="46881"/>
                  </a:lnTo>
                  <a:lnTo>
                    <a:pt x="862751" y="42597"/>
                  </a:lnTo>
                  <a:lnTo>
                    <a:pt x="790855" y="38447"/>
                  </a:lnTo>
                  <a:lnTo>
                    <a:pt x="718959" y="34426"/>
                  </a:lnTo>
                  <a:lnTo>
                    <a:pt x="647063" y="30526"/>
                  </a:lnTo>
                  <a:lnTo>
                    <a:pt x="575167" y="26742"/>
                  </a:lnTo>
                  <a:lnTo>
                    <a:pt x="503271" y="23068"/>
                  </a:lnTo>
                  <a:lnTo>
                    <a:pt x="431375" y="19498"/>
                  </a:lnTo>
                  <a:lnTo>
                    <a:pt x="359479" y="16027"/>
                  </a:lnTo>
                  <a:lnTo>
                    <a:pt x="287583" y="12650"/>
                  </a:lnTo>
                  <a:lnTo>
                    <a:pt x="215687" y="9363"/>
                  </a:lnTo>
                  <a:lnTo>
                    <a:pt x="143791" y="6162"/>
                  </a:lnTo>
                  <a:lnTo>
                    <a:pt x="71895" y="30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3150598"/>
              <a:ext cx="5679782" cy="1142686"/>
            </a:xfrm>
            <a:custGeom>
              <a:avLst/>
              <a:pathLst>
                <a:path w="5679782" h="1142686">
                  <a:moveTo>
                    <a:pt x="0" y="0"/>
                  </a:moveTo>
                  <a:lnTo>
                    <a:pt x="71895" y="14464"/>
                  </a:lnTo>
                  <a:lnTo>
                    <a:pt x="143791" y="28928"/>
                  </a:lnTo>
                  <a:lnTo>
                    <a:pt x="215687" y="43393"/>
                  </a:lnTo>
                  <a:lnTo>
                    <a:pt x="287583" y="57857"/>
                  </a:lnTo>
                  <a:lnTo>
                    <a:pt x="359479" y="72321"/>
                  </a:lnTo>
                  <a:lnTo>
                    <a:pt x="431375" y="86786"/>
                  </a:lnTo>
                  <a:lnTo>
                    <a:pt x="503271" y="101250"/>
                  </a:lnTo>
                  <a:lnTo>
                    <a:pt x="575167" y="115715"/>
                  </a:lnTo>
                  <a:lnTo>
                    <a:pt x="647063" y="130179"/>
                  </a:lnTo>
                  <a:lnTo>
                    <a:pt x="718959" y="144643"/>
                  </a:lnTo>
                  <a:lnTo>
                    <a:pt x="790855" y="159108"/>
                  </a:lnTo>
                  <a:lnTo>
                    <a:pt x="862751" y="173572"/>
                  </a:lnTo>
                  <a:lnTo>
                    <a:pt x="934647" y="188036"/>
                  </a:lnTo>
                  <a:lnTo>
                    <a:pt x="1006543" y="202501"/>
                  </a:lnTo>
                  <a:lnTo>
                    <a:pt x="1078439" y="216965"/>
                  </a:lnTo>
                  <a:lnTo>
                    <a:pt x="1150335" y="231430"/>
                  </a:lnTo>
                  <a:lnTo>
                    <a:pt x="1222231" y="245894"/>
                  </a:lnTo>
                  <a:lnTo>
                    <a:pt x="1294127" y="260358"/>
                  </a:lnTo>
                  <a:lnTo>
                    <a:pt x="1366023" y="274823"/>
                  </a:lnTo>
                  <a:lnTo>
                    <a:pt x="1437919" y="289287"/>
                  </a:lnTo>
                  <a:lnTo>
                    <a:pt x="1509815" y="303751"/>
                  </a:lnTo>
                  <a:lnTo>
                    <a:pt x="1581711" y="318216"/>
                  </a:lnTo>
                  <a:lnTo>
                    <a:pt x="1653607" y="332680"/>
                  </a:lnTo>
                  <a:lnTo>
                    <a:pt x="1725503" y="347145"/>
                  </a:lnTo>
                  <a:lnTo>
                    <a:pt x="1797399" y="361609"/>
                  </a:lnTo>
                  <a:lnTo>
                    <a:pt x="1869295" y="376073"/>
                  </a:lnTo>
                  <a:lnTo>
                    <a:pt x="1941191" y="390538"/>
                  </a:lnTo>
                  <a:lnTo>
                    <a:pt x="2013087" y="405002"/>
                  </a:lnTo>
                  <a:lnTo>
                    <a:pt x="2084983" y="419467"/>
                  </a:lnTo>
                  <a:lnTo>
                    <a:pt x="2156879" y="433931"/>
                  </a:lnTo>
                  <a:lnTo>
                    <a:pt x="2228775" y="448395"/>
                  </a:lnTo>
                  <a:lnTo>
                    <a:pt x="2300671" y="462860"/>
                  </a:lnTo>
                  <a:lnTo>
                    <a:pt x="2372567" y="477324"/>
                  </a:lnTo>
                  <a:lnTo>
                    <a:pt x="2444463" y="491788"/>
                  </a:lnTo>
                  <a:lnTo>
                    <a:pt x="2516359" y="506253"/>
                  </a:lnTo>
                  <a:lnTo>
                    <a:pt x="2588255" y="520717"/>
                  </a:lnTo>
                  <a:lnTo>
                    <a:pt x="2660151" y="535182"/>
                  </a:lnTo>
                  <a:lnTo>
                    <a:pt x="2732047" y="549646"/>
                  </a:lnTo>
                  <a:lnTo>
                    <a:pt x="2803943" y="564110"/>
                  </a:lnTo>
                  <a:lnTo>
                    <a:pt x="2875839" y="578575"/>
                  </a:lnTo>
                  <a:lnTo>
                    <a:pt x="2947735" y="593039"/>
                  </a:lnTo>
                  <a:lnTo>
                    <a:pt x="3019631" y="607503"/>
                  </a:lnTo>
                  <a:lnTo>
                    <a:pt x="3091527" y="621968"/>
                  </a:lnTo>
                  <a:lnTo>
                    <a:pt x="3163423" y="636432"/>
                  </a:lnTo>
                  <a:lnTo>
                    <a:pt x="3235319" y="650897"/>
                  </a:lnTo>
                  <a:lnTo>
                    <a:pt x="3307215" y="665361"/>
                  </a:lnTo>
                  <a:lnTo>
                    <a:pt x="3379111" y="679825"/>
                  </a:lnTo>
                  <a:lnTo>
                    <a:pt x="3451007" y="694290"/>
                  </a:lnTo>
                  <a:lnTo>
                    <a:pt x="3522902" y="708754"/>
                  </a:lnTo>
                  <a:lnTo>
                    <a:pt x="3594798" y="723218"/>
                  </a:lnTo>
                  <a:lnTo>
                    <a:pt x="3666694" y="737683"/>
                  </a:lnTo>
                  <a:lnTo>
                    <a:pt x="3738590" y="752147"/>
                  </a:lnTo>
                  <a:lnTo>
                    <a:pt x="3810486" y="766612"/>
                  </a:lnTo>
                  <a:lnTo>
                    <a:pt x="3882382" y="781076"/>
                  </a:lnTo>
                  <a:lnTo>
                    <a:pt x="3954278" y="795540"/>
                  </a:lnTo>
                  <a:lnTo>
                    <a:pt x="4026174" y="810005"/>
                  </a:lnTo>
                  <a:lnTo>
                    <a:pt x="4098070" y="824469"/>
                  </a:lnTo>
                  <a:lnTo>
                    <a:pt x="4169966" y="838934"/>
                  </a:lnTo>
                  <a:lnTo>
                    <a:pt x="4241862" y="853398"/>
                  </a:lnTo>
                  <a:lnTo>
                    <a:pt x="4313758" y="867862"/>
                  </a:lnTo>
                  <a:lnTo>
                    <a:pt x="4385654" y="882327"/>
                  </a:lnTo>
                  <a:lnTo>
                    <a:pt x="4457550" y="896791"/>
                  </a:lnTo>
                  <a:lnTo>
                    <a:pt x="4529446" y="911255"/>
                  </a:lnTo>
                  <a:lnTo>
                    <a:pt x="4601342" y="925720"/>
                  </a:lnTo>
                  <a:lnTo>
                    <a:pt x="4673238" y="940184"/>
                  </a:lnTo>
                  <a:lnTo>
                    <a:pt x="4745134" y="954649"/>
                  </a:lnTo>
                  <a:lnTo>
                    <a:pt x="4817030" y="969113"/>
                  </a:lnTo>
                  <a:lnTo>
                    <a:pt x="4888926" y="983577"/>
                  </a:lnTo>
                  <a:lnTo>
                    <a:pt x="4960822" y="998042"/>
                  </a:lnTo>
                  <a:lnTo>
                    <a:pt x="5032718" y="1012506"/>
                  </a:lnTo>
                  <a:lnTo>
                    <a:pt x="5104614" y="1026970"/>
                  </a:lnTo>
                  <a:lnTo>
                    <a:pt x="5176510" y="1041435"/>
                  </a:lnTo>
                  <a:lnTo>
                    <a:pt x="5248406" y="1055899"/>
                  </a:lnTo>
                  <a:lnTo>
                    <a:pt x="5320302" y="1070364"/>
                  </a:lnTo>
                  <a:lnTo>
                    <a:pt x="5392198" y="1084828"/>
                  </a:lnTo>
                  <a:lnTo>
                    <a:pt x="5464094" y="1099292"/>
                  </a:lnTo>
                  <a:lnTo>
                    <a:pt x="5535990" y="1113757"/>
                  </a:lnTo>
                  <a:lnTo>
                    <a:pt x="5607886" y="1128221"/>
                  </a:lnTo>
                  <a:lnTo>
                    <a:pt x="5679782" y="1142686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6271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74744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8677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880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08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6671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787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9078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30281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484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2131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51551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81786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2020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218208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48442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7867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08911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59062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8545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Environmental Distance vs Survival at Lewisetta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4405236" y="23234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4405236" y="24580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4405236" y="2261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214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109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10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366854" y="22402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366854" y="2106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366854" y="21709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829636" y="22355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829636" y="24701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829636" y="2242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767095" y="2066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767095" y="20117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767095" y="2076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950948" y="2355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50948" y="2359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950948" y="2933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81749" y="35202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181749" y="34000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181749" y="27365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2609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28503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9826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63447"/>
              <a:ext cx="5679782" cy="944115"/>
            </a:xfrm>
            <a:custGeom>
              <a:avLst/>
              <a:pathLst>
                <a:path w="5679782" h="944115">
                  <a:moveTo>
                    <a:pt x="0" y="268191"/>
                  </a:moveTo>
                  <a:lnTo>
                    <a:pt x="71895" y="268917"/>
                  </a:lnTo>
                  <a:lnTo>
                    <a:pt x="143791" y="269615"/>
                  </a:lnTo>
                  <a:lnTo>
                    <a:pt x="215687" y="270285"/>
                  </a:lnTo>
                  <a:lnTo>
                    <a:pt x="287583" y="270925"/>
                  </a:lnTo>
                  <a:lnTo>
                    <a:pt x="359479" y="271534"/>
                  </a:lnTo>
                  <a:lnTo>
                    <a:pt x="431375" y="272109"/>
                  </a:lnTo>
                  <a:lnTo>
                    <a:pt x="503271" y="272650"/>
                  </a:lnTo>
                  <a:lnTo>
                    <a:pt x="575167" y="273154"/>
                  </a:lnTo>
                  <a:lnTo>
                    <a:pt x="647063" y="273620"/>
                  </a:lnTo>
                  <a:lnTo>
                    <a:pt x="718959" y="274046"/>
                  </a:lnTo>
                  <a:lnTo>
                    <a:pt x="790855" y="274428"/>
                  </a:lnTo>
                  <a:lnTo>
                    <a:pt x="862751" y="274767"/>
                  </a:lnTo>
                  <a:lnTo>
                    <a:pt x="934647" y="275057"/>
                  </a:lnTo>
                  <a:lnTo>
                    <a:pt x="1006543" y="275298"/>
                  </a:lnTo>
                  <a:lnTo>
                    <a:pt x="1078439" y="275487"/>
                  </a:lnTo>
                  <a:lnTo>
                    <a:pt x="1150335" y="275620"/>
                  </a:lnTo>
                  <a:lnTo>
                    <a:pt x="1222231" y="275694"/>
                  </a:lnTo>
                  <a:lnTo>
                    <a:pt x="1294127" y="275707"/>
                  </a:lnTo>
                  <a:lnTo>
                    <a:pt x="1366023" y="275655"/>
                  </a:lnTo>
                  <a:lnTo>
                    <a:pt x="1437919" y="275534"/>
                  </a:lnTo>
                  <a:lnTo>
                    <a:pt x="1509815" y="275340"/>
                  </a:lnTo>
                  <a:lnTo>
                    <a:pt x="1581711" y="275069"/>
                  </a:lnTo>
                  <a:lnTo>
                    <a:pt x="1653607" y="274717"/>
                  </a:lnTo>
                  <a:lnTo>
                    <a:pt x="1725503" y="274279"/>
                  </a:lnTo>
                  <a:lnTo>
                    <a:pt x="1797399" y="273750"/>
                  </a:lnTo>
                  <a:lnTo>
                    <a:pt x="1869295" y="273126"/>
                  </a:lnTo>
                  <a:lnTo>
                    <a:pt x="1941191" y="272400"/>
                  </a:lnTo>
                  <a:lnTo>
                    <a:pt x="2013087" y="271568"/>
                  </a:lnTo>
                  <a:lnTo>
                    <a:pt x="2084983" y="270624"/>
                  </a:lnTo>
                  <a:lnTo>
                    <a:pt x="2156879" y="269561"/>
                  </a:lnTo>
                  <a:lnTo>
                    <a:pt x="2228775" y="268373"/>
                  </a:lnTo>
                  <a:lnTo>
                    <a:pt x="2300671" y="267054"/>
                  </a:lnTo>
                  <a:lnTo>
                    <a:pt x="2372567" y="265597"/>
                  </a:lnTo>
                  <a:lnTo>
                    <a:pt x="2444463" y="263995"/>
                  </a:lnTo>
                  <a:lnTo>
                    <a:pt x="2516359" y="262242"/>
                  </a:lnTo>
                  <a:lnTo>
                    <a:pt x="2588255" y="260330"/>
                  </a:lnTo>
                  <a:lnTo>
                    <a:pt x="2660151" y="258252"/>
                  </a:lnTo>
                  <a:lnTo>
                    <a:pt x="2732047" y="256001"/>
                  </a:lnTo>
                  <a:lnTo>
                    <a:pt x="2803943" y="253572"/>
                  </a:lnTo>
                  <a:lnTo>
                    <a:pt x="2875839" y="250956"/>
                  </a:lnTo>
                  <a:lnTo>
                    <a:pt x="2947735" y="248148"/>
                  </a:lnTo>
                  <a:lnTo>
                    <a:pt x="3019631" y="245143"/>
                  </a:lnTo>
                  <a:lnTo>
                    <a:pt x="3091527" y="241933"/>
                  </a:lnTo>
                  <a:lnTo>
                    <a:pt x="3163423" y="238516"/>
                  </a:lnTo>
                  <a:lnTo>
                    <a:pt x="3235319" y="234886"/>
                  </a:lnTo>
                  <a:lnTo>
                    <a:pt x="3307215" y="231039"/>
                  </a:lnTo>
                  <a:lnTo>
                    <a:pt x="3379111" y="226975"/>
                  </a:lnTo>
                  <a:lnTo>
                    <a:pt x="3451007" y="222689"/>
                  </a:lnTo>
                  <a:lnTo>
                    <a:pt x="3522902" y="218181"/>
                  </a:lnTo>
                  <a:lnTo>
                    <a:pt x="3594798" y="213452"/>
                  </a:lnTo>
                  <a:lnTo>
                    <a:pt x="3666694" y="208502"/>
                  </a:lnTo>
                  <a:lnTo>
                    <a:pt x="3738590" y="203332"/>
                  </a:lnTo>
                  <a:lnTo>
                    <a:pt x="3810486" y="197945"/>
                  </a:lnTo>
                  <a:lnTo>
                    <a:pt x="3882382" y="192344"/>
                  </a:lnTo>
                  <a:lnTo>
                    <a:pt x="3954278" y="186534"/>
                  </a:lnTo>
                  <a:lnTo>
                    <a:pt x="4026174" y="180518"/>
                  </a:lnTo>
                  <a:lnTo>
                    <a:pt x="4098070" y="174302"/>
                  </a:lnTo>
                  <a:lnTo>
                    <a:pt x="4169966" y="167892"/>
                  </a:lnTo>
                  <a:lnTo>
                    <a:pt x="4241862" y="161295"/>
                  </a:lnTo>
                  <a:lnTo>
                    <a:pt x="4313758" y="154515"/>
                  </a:lnTo>
                  <a:lnTo>
                    <a:pt x="4385654" y="147561"/>
                  </a:lnTo>
                  <a:lnTo>
                    <a:pt x="4457550" y="140439"/>
                  </a:lnTo>
                  <a:lnTo>
                    <a:pt x="4529446" y="133155"/>
                  </a:lnTo>
                  <a:lnTo>
                    <a:pt x="4601342" y="125718"/>
                  </a:lnTo>
                  <a:lnTo>
                    <a:pt x="4673238" y="118134"/>
                  </a:lnTo>
                  <a:lnTo>
                    <a:pt x="4745134" y="110409"/>
                  </a:lnTo>
                  <a:lnTo>
                    <a:pt x="4817030" y="102551"/>
                  </a:lnTo>
                  <a:lnTo>
                    <a:pt x="4888926" y="94566"/>
                  </a:lnTo>
                  <a:lnTo>
                    <a:pt x="4960822" y="86460"/>
                  </a:lnTo>
                  <a:lnTo>
                    <a:pt x="5032718" y="78240"/>
                  </a:lnTo>
                  <a:lnTo>
                    <a:pt x="5104614" y="69911"/>
                  </a:lnTo>
                  <a:lnTo>
                    <a:pt x="5176510" y="61479"/>
                  </a:lnTo>
                  <a:lnTo>
                    <a:pt x="5248406" y="52950"/>
                  </a:lnTo>
                  <a:lnTo>
                    <a:pt x="5320302" y="44328"/>
                  </a:lnTo>
                  <a:lnTo>
                    <a:pt x="5392198" y="35619"/>
                  </a:lnTo>
                  <a:lnTo>
                    <a:pt x="5464094" y="26828"/>
                  </a:lnTo>
                  <a:lnTo>
                    <a:pt x="5535990" y="17958"/>
                  </a:lnTo>
                  <a:lnTo>
                    <a:pt x="5607886" y="9014"/>
                  </a:lnTo>
                  <a:lnTo>
                    <a:pt x="5679782" y="0"/>
                  </a:lnTo>
                  <a:lnTo>
                    <a:pt x="5679782" y="494247"/>
                  </a:lnTo>
                  <a:lnTo>
                    <a:pt x="5607886" y="494322"/>
                  </a:lnTo>
                  <a:lnTo>
                    <a:pt x="5535990" y="494467"/>
                  </a:lnTo>
                  <a:lnTo>
                    <a:pt x="5464094" y="494687"/>
                  </a:lnTo>
                  <a:lnTo>
                    <a:pt x="5392198" y="494985"/>
                  </a:lnTo>
                  <a:lnTo>
                    <a:pt x="5320302" y="495365"/>
                  </a:lnTo>
                  <a:lnTo>
                    <a:pt x="5248406" y="495833"/>
                  </a:lnTo>
                  <a:lnTo>
                    <a:pt x="5176510" y="496393"/>
                  </a:lnTo>
                  <a:lnTo>
                    <a:pt x="5104614" y="497051"/>
                  </a:lnTo>
                  <a:lnTo>
                    <a:pt x="5032718" y="497811"/>
                  </a:lnTo>
                  <a:lnTo>
                    <a:pt x="4960822" y="498680"/>
                  </a:lnTo>
                  <a:lnTo>
                    <a:pt x="4888926" y="499664"/>
                  </a:lnTo>
                  <a:lnTo>
                    <a:pt x="4817030" y="500768"/>
                  </a:lnTo>
                  <a:lnTo>
                    <a:pt x="4745134" y="501999"/>
                  </a:lnTo>
                  <a:lnTo>
                    <a:pt x="4673238" y="503364"/>
                  </a:lnTo>
                  <a:lnTo>
                    <a:pt x="4601342" y="504869"/>
                  </a:lnTo>
                  <a:lnTo>
                    <a:pt x="4529446" y="506521"/>
                  </a:lnTo>
                  <a:lnTo>
                    <a:pt x="4457550" y="508327"/>
                  </a:lnTo>
                  <a:lnTo>
                    <a:pt x="4385654" y="510294"/>
                  </a:lnTo>
                  <a:lnTo>
                    <a:pt x="4313758" y="512429"/>
                  </a:lnTo>
                  <a:lnTo>
                    <a:pt x="4241862" y="514739"/>
                  </a:lnTo>
                  <a:lnTo>
                    <a:pt x="4169966" y="517231"/>
                  </a:lnTo>
                  <a:lnTo>
                    <a:pt x="4098070" y="519910"/>
                  </a:lnTo>
                  <a:lnTo>
                    <a:pt x="4026174" y="522784"/>
                  </a:lnTo>
                  <a:lnTo>
                    <a:pt x="3954278" y="525858"/>
                  </a:lnTo>
                  <a:lnTo>
                    <a:pt x="3882382" y="529137"/>
                  </a:lnTo>
                  <a:lnTo>
                    <a:pt x="3810486" y="532625"/>
                  </a:lnTo>
                  <a:lnTo>
                    <a:pt x="3738590" y="536328"/>
                  </a:lnTo>
                  <a:lnTo>
                    <a:pt x="3666694" y="540247"/>
                  </a:lnTo>
                  <a:lnTo>
                    <a:pt x="3594798" y="544386"/>
                  </a:lnTo>
                  <a:lnTo>
                    <a:pt x="3522902" y="548746"/>
                  </a:lnTo>
                  <a:lnTo>
                    <a:pt x="3451007" y="553328"/>
                  </a:lnTo>
                  <a:lnTo>
                    <a:pt x="3379111" y="558132"/>
                  </a:lnTo>
                  <a:lnTo>
                    <a:pt x="3307215" y="563156"/>
                  </a:lnTo>
                  <a:lnTo>
                    <a:pt x="3235319" y="568399"/>
                  </a:lnTo>
                  <a:lnTo>
                    <a:pt x="3163423" y="573859"/>
                  </a:lnTo>
                  <a:lnTo>
                    <a:pt x="3091527" y="579530"/>
                  </a:lnTo>
                  <a:lnTo>
                    <a:pt x="3019631" y="585411"/>
                  </a:lnTo>
                  <a:lnTo>
                    <a:pt x="2947735" y="591494"/>
                  </a:lnTo>
                  <a:lnTo>
                    <a:pt x="2875839" y="597776"/>
                  </a:lnTo>
                  <a:lnTo>
                    <a:pt x="2803943" y="604250"/>
                  </a:lnTo>
                  <a:lnTo>
                    <a:pt x="2732047" y="610909"/>
                  </a:lnTo>
                  <a:lnTo>
                    <a:pt x="2660151" y="617748"/>
                  </a:lnTo>
                  <a:lnTo>
                    <a:pt x="2588255" y="624760"/>
                  </a:lnTo>
                  <a:lnTo>
                    <a:pt x="2516359" y="631937"/>
                  </a:lnTo>
                  <a:lnTo>
                    <a:pt x="2444463" y="639273"/>
                  </a:lnTo>
                  <a:lnTo>
                    <a:pt x="2372567" y="646760"/>
                  </a:lnTo>
                  <a:lnTo>
                    <a:pt x="2300671" y="654393"/>
                  </a:lnTo>
                  <a:lnTo>
                    <a:pt x="2228775" y="662163"/>
                  </a:lnTo>
                  <a:lnTo>
                    <a:pt x="2156879" y="670064"/>
                  </a:lnTo>
                  <a:lnTo>
                    <a:pt x="2084983" y="678091"/>
                  </a:lnTo>
                  <a:lnTo>
                    <a:pt x="2013087" y="686236"/>
                  </a:lnTo>
                  <a:lnTo>
                    <a:pt x="1941191" y="694493"/>
                  </a:lnTo>
                  <a:lnTo>
                    <a:pt x="1869295" y="702857"/>
                  </a:lnTo>
                  <a:lnTo>
                    <a:pt x="1797399" y="711322"/>
                  </a:lnTo>
                  <a:lnTo>
                    <a:pt x="1725503" y="719883"/>
                  </a:lnTo>
                  <a:lnTo>
                    <a:pt x="1653607" y="728535"/>
                  </a:lnTo>
                  <a:lnTo>
                    <a:pt x="1581711" y="737272"/>
                  </a:lnTo>
                  <a:lnTo>
                    <a:pt x="1509815" y="746090"/>
                  </a:lnTo>
                  <a:lnTo>
                    <a:pt x="1437919" y="754986"/>
                  </a:lnTo>
                  <a:lnTo>
                    <a:pt x="1366023" y="763954"/>
                  </a:lnTo>
                  <a:lnTo>
                    <a:pt x="1294127" y="772991"/>
                  </a:lnTo>
                  <a:lnTo>
                    <a:pt x="1222231" y="782093"/>
                  </a:lnTo>
                  <a:lnTo>
                    <a:pt x="1150335" y="791257"/>
                  </a:lnTo>
                  <a:lnTo>
                    <a:pt x="1078439" y="800479"/>
                  </a:lnTo>
                  <a:lnTo>
                    <a:pt x="1006543" y="809757"/>
                  </a:lnTo>
                  <a:lnTo>
                    <a:pt x="934647" y="819087"/>
                  </a:lnTo>
                  <a:lnTo>
                    <a:pt x="862751" y="828468"/>
                  </a:lnTo>
                  <a:lnTo>
                    <a:pt x="790855" y="837895"/>
                  </a:lnTo>
                  <a:lnTo>
                    <a:pt x="718959" y="847367"/>
                  </a:lnTo>
                  <a:lnTo>
                    <a:pt x="647063" y="856882"/>
                  </a:lnTo>
                  <a:lnTo>
                    <a:pt x="575167" y="866437"/>
                  </a:lnTo>
                  <a:lnTo>
                    <a:pt x="503271" y="876031"/>
                  </a:lnTo>
                  <a:lnTo>
                    <a:pt x="431375" y="885661"/>
                  </a:lnTo>
                  <a:lnTo>
                    <a:pt x="359479" y="895326"/>
                  </a:lnTo>
                  <a:lnTo>
                    <a:pt x="287583" y="905024"/>
                  </a:lnTo>
                  <a:lnTo>
                    <a:pt x="215687" y="914753"/>
                  </a:lnTo>
                  <a:lnTo>
                    <a:pt x="143791" y="924513"/>
                  </a:lnTo>
                  <a:lnTo>
                    <a:pt x="71895" y="934300"/>
                  </a:lnTo>
                  <a:lnTo>
                    <a:pt x="0" y="94411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63447"/>
              <a:ext cx="5679782" cy="275707"/>
            </a:xfrm>
            <a:custGeom>
              <a:avLst/>
              <a:pathLst>
                <a:path w="5679782" h="275707">
                  <a:moveTo>
                    <a:pt x="0" y="268191"/>
                  </a:moveTo>
                  <a:lnTo>
                    <a:pt x="71895" y="268917"/>
                  </a:lnTo>
                  <a:lnTo>
                    <a:pt x="143791" y="269615"/>
                  </a:lnTo>
                  <a:lnTo>
                    <a:pt x="215687" y="270285"/>
                  </a:lnTo>
                  <a:lnTo>
                    <a:pt x="287583" y="270925"/>
                  </a:lnTo>
                  <a:lnTo>
                    <a:pt x="359479" y="271534"/>
                  </a:lnTo>
                  <a:lnTo>
                    <a:pt x="431375" y="272109"/>
                  </a:lnTo>
                  <a:lnTo>
                    <a:pt x="503271" y="272650"/>
                  </a:lnTo>
                  <a:lnTo>
                    <a:pt x="575167" y="273154"/>
                  </a:lnTo>
                  <a:lnTo>
                    <a:pt x="647063" y="273620"/>
                  </a:lnTo>
                  <a:lnTo>
                    <a:pt x="718959" y="274046"/>
                  </a:lnTo>
                  <a:lnTo>
                    <a:pt x="790855" y="274428"/>
                  </a:lnTo>
                  <a:lnTo>
                    <a:pt x="862751" y="274767"/>
                  </a:lnTo>
                  <a:lnTo>
                    <a:pt x="934647" y="275057"/>
                  </a:lnTo>
                  <a:lnTo>
                    <a:pt x="1006543" y="275298"/>
                  </a:lnTo>
                  <a:lnTo>
                    <a:pt x="1078439" y="275487"/>
                  </a:lnTo>
                  <a:lnTo>
                    <a:pt x="1150335" y="275620"/>
                  </a:lnTo>
                  <a:lnTo>
                    <a:pt x="1222231" y="275694"/>
                  </a:lnTo>
                  <a:lnTo>
                    <a:pt x="1294127" y="275707"/>
                  </a:lnTo>
                  <a:lnTo>
                    <a:pt x="1366023" y="275655"/>
                  </a:lnTo>
                  <a:lnTo>
                    <a:pt x="1437919" y="275534"/>
                  </a:lnTo>
                  <a:lnTo>
                    <a:pt x="1509815" y="275340"/>
                  </a:lnTo>
                  <a:lnTo>
                    <a:pt x="1581711" y="275069"/>
                  </a:lnTo>
                  <a:lnTo>
                    <a:pt x="1653607" y="274717"/>
                  </a:lnTo>
                  <a:lnTo>
                    <a:pt x="1725503" y="274279"/>
                  </a:lnTo>
                  <a:lnTo>
                    <a:pt x="1797399" y="273750"/>
                  </a:lnTo>
                  <a:lnTo>
                    <a:pt x="1869295" y="273126"/>
                  </a:lnTo>
                  <a:lnTo>
                    <a:pt x="1941191" y="272400"/>
                  </a:lnTo>
                  <a:lnTo>
                    <a:pt x="2013087" y="271568"/>
                  </a:lnTo>
                  <a:lnTo>
                    <a:pt x="2084983" y="270624"/>
                  </a:lnTo>
                  <a:lnTo>
                    <a:pt x="2156879" y="269561"/>
                  </a:lnTo>
                  <a:lnTo>
                    <a:pt x="2228775" y="268373"/>
                  </a:lnTo>
                  <a:lnTo>
                    <a:pt x="2300671" y="267054"/>
                  </a:lnTo>
                  <a:lnTo>
                    <a:pt x="2372567" y="265597"/>
                  </a:lnTo>
                  <a:lnTo>
                    <a:pt x="2444463" y="263995"/>
                  </a:lnTo>
                  <a:lnTo>
                    <a:pt x="2516359" y="262242"/>
                  </a:lnTo>
                  <a:lnTo>
                    <a:pt x="2588255" y="260330"/>
                  </a:lnTo>
                  <a:lnTo>
                    <a:pt x="2660151" y="258252"/>
                  </a:lnTo>
                  <a:lnTo>
                    <a:pt x="2732047" y="256001"/>
                  </a:lnTo>
                  <a:lnTo>
                    <a:pt x="2803943" y="253572"/>
                  </a:lnTo>
                  <a:lnTo>
                    <a:pt x="2875839" y="250956"/>
                  </a:lnTo>
                  <a:lnTo>
                    <a:pt x="2947735" y="248148"/>
                  </a:lnTo>
                  <a:lnTo>
                    <a:pt x="3019631" y="245143"/>
                  </a:lnTo>
                  <a:lnTo>
                    <a:pt x="3091527" y="241933"/>
                  </a:lnTo>
                  <a:lnTo>
                    <a:pt x="3163423" y="238516"/>
                  </a:lnTo>
                  <a:lnTo>
                    <a:pt x="3235319" y="234886"/>
                  </a:lnTo>
                  <a:lnTo>
                    <a:pt x="3307215" y="231039"/>
                  </a:lnTo>
                  <a:lnTo>
                    <a:pt x="3379111" y="226975"/>
                  </a:lnTo>
                  <a:lnTo>
                    <a:pt x="3451007" y="222689"/>
                  </a:lnTo>
                  <a:lnTo>
                    <a:pt x="3522902" y="218181"/>
                  </a:lnTo>
                  <a:lnTo>
                    <a:pt x="3594798" y="213452"/>
                  </a:lnTo>
                  <a:lnTo>
                    <a:pt x="3666694" y="208502"/>
                  </a:lnTo>
                  <a:lnTo>
                    <a:pt x="3738590" y="203332"/>
                  </a:lnTo>
                  <a:lnTo>
                    <a:pt x="3810486" y="197945"/>
                  </a:lnTo>
                  <a:lnTo>
                    <a:pt x="3882382" y="192344"/>
                  </a:lnTo>
                  <a:lnTo>
                    <a:pt x="3954278" y="186534"/>
                  </a:lnTo>
                  <a:lnTo>
                    <a:pt x="4026174" y="180518"/>
                  </a:lnTo>
                  <a:lnTo>
                    <a:pt x="4098070" y="174302"/>
                  </a:lnTo>
                  <a:lnTo>
                    <a:pt x="4169966" y="167892"/>
                  </a:lnTo>
                  <a:lnTo>
                    <a:pt x="4241862" y="161295"/>
                  </a:lnTo>
                  <a:lnTo>
                    <a:pt x="4313758" y="154515"/>
                  </a:lnTo>
                  <a:lnTo>
                    <a:pt x="4385654" y="147561"/>
                  </a:lnTo>
                  <a:lnTo>
                    <a:pt x="4457550" y="140439"/>
                  </a:lnTo>
                  <a:lnTo>
                    <a:pt x="4529446" y="133155"/>
                  </a:lnTo>
                  <a:lnTo>
                    <a:pt x="4601342" y="125718"/>
                  </a:lnTo>
                  <a:lnTo>
                    <a:pt x="4673238" y="118134"/>
                  </a:lnTo>
                  <a:lnTo>
                    <a:pt x="4745134" y="110409"/>
                  </a:lnTo>
                  <a:lnTo>
                    <a:pt x="4817030" y="102551"/>
                  </a:lnTo>
                  <a:lnTo>
                    <a:pt x="4888926" y="94566"/>
                  </a:lnTo>
                  <a:lnTo>
                    <a:pt x="4960822" y="86460"/>
                  </a:lnTo>
                  <a:lnTo>
                    <a:pt x="5032718" y="78240"/>
                  </a:lnTo>
                  <a:lnTo>
                    <a:pt x="5104614" y="69911"/>
                  </a:lnTo>
                  <a:lnTo>
                    <a:pt x="5176510" y="61479"/>
                  </a:lnTo>
                  <a:lnTo>
                    <a:pt x="5248406" y="52950"/>
                  </a:lnTo>
                  <a:lnTo>
                    <a:pt x="5320302" y="44328"/>
                  </a:lnTo>
                  <a:lnTo>
                    <a:pt x="5392198" y="35619"/>
                  </a:lnTo>
                  <a:lnTo>
                    <a:pt x="5464094" y="26828"/>
                  </a:lnTo>
                  <a:lnTo>
                    <a:pt x="5535990" y="17958"/>
                  </a:lnTo>
                  <a:lnTo>
                    <a:pt x="5607886" y="9014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657694"/>
              <a:ext cx="5679782" cy="449868"/>
            </a:xfrm>
            <a:custGeom>
              <a:avLst/>
              <a:pathLst>
                <a:path w="5679782" h="449868">
                  <a:moveTo>
                    <a:pt x="5679782" y="0"/>
                  </a:moveTo>
                  <a:lnTo>
                    <a:pt x="5607886" y="75"/>
                  </a:lnTo>
                  <a:lnTo>
                    <a:pt x="5535990" y="220"/>
                  </a:lnTo>
                  <a:lnTo>
                    <a:pt x="5464094" y="439"/>
                  </a:lnTo>
                  <a:lnTo>
                    <a:pt x="5392198" y="737"/>
                  </a:lnTo>
                  <a:lnTo>
                    <a:pt x="5320302" y="1118"/>
                  </a:lnTo>
                  <a:lnTo>
                    <a:pt x="5248406" y="1585"/>
                  </a:lnTo>
                  <a:lnTo>
                    <a:pt x="5176510" y="2146"/>
                  </a:lnTo>
                  <a:lnTo>
                    <a:pt x="5104614" y="2803"/>
                  </a:lnTo>
                  <a:lnTo>
                    <a:pt x="5032718" y="3564"/>
                  </a:lnTo>
                  <a:lnTo>
                    <a:pt x="4960822" y="4433"/>
                  </a:lnTo>
                  <a:lnTo>
                    <a:pt x="4888926" y="5416"/>
                  </a:lnTo>
                  <a:lnTo>
                    <a:pt x="4817030" y="6521"/>
                  </a:lnTo>
                  <a:lnTo>
                    <a:pt x="4745134" y="7752"/>
                  </a:lnTo>
                  <a:lnTo>
                    <a:pt x="4673238" y="9117"/>
                  </a:lnTo>
                  <a:lnTo>
                    <a:pt x="4601342" y="10621"/>
                  </a:lnTo>
                  <a:lnTo>
                    <a:pt x="4529446" y="12274"/>
                  </a:lnTo>
                  <a:lnTo>
                    <a:pt x="4457550" y="14080"/>
                  </a:lnTo>
                  <a:lnTo>
                    <a:pt x="4385654" y="16047"/>
                  </a:lnTo>
                  <a:lnTo>
                    <a:pt x="4313758" y="18182"/>
                  </a:lnTo>
                  <a:lnTo>
                    <a:pt x="4241862" y="20492"/>
                  </a:lnTo>
                  <a:lnTo>
                    <a:pt x="4169966" y="22983"/>
                  </a:lnTo>
                  <a:lnTo>
                    <a:pt x="4098070" y="25663"/>
                  </a:lnTo>
                  <a:lnTo>
                    <a:pt x="4026174" y="28537"/>
                  </a:lnTo>
                  <a:lnTo>
                    <a:pt x="3954278" y="31610"/>
                  </a:lnTo>
                  <a:lnTo>
                    <a:pt x="3882382" y="34889"/>
                  </a:lnTo>
                  <a:lnTo>
                    <a:pt x="3810486" y="38378"/>
                  </a:lnTo>
                  <a:lnTo>
                    <a:pt x="3738590" y="42080"/>
                  </a:lnTo>
                  <a:lnTo>
                    <a:pt x="3666694" y="45999"/>
                  </a:lnTo>
                  <a:lnTo>
                    <a:pt x="3594798" y="50138"/>
                  </a:lnTo>
                  <a:lnTo>
                    <a:pt x="3522902" y="54499"/>
                  </a:lnTo>
                  <a:lnTo>
                    <a:pt x="3451007" y="59081"/>
                  </a:lnTo>
                  <a:lnTo>
                    <a:pt x="3379111" y="63884"/>
                  </a:lnTo>
                  <a:lnTo>
                    <a:pt x="3307215" y="68909"/>
                  </a:lnTo>
                  <a:lnTo>
                    <a:pt x="3235319" y="74152"/>
                  </a:lnTo>
                  <a:lnTo>
                    <a:pt x="3163423" y="79611"/>
                  </a:lnTo>
                  <a:lnTo>
                    <a:pt x="3091527" y="85283"/>
                  </a:lnTo>
                  <a:lnTo>
                    <a:pt x="3019631" y="91163"/>
                  </a:lnTo>
                  <a:lnTo>
                    <a:pt x="2947735" y="97247"/>
                  </a:lnTo>
                  <a:lnTo>
                    <a:pt x="2875839" y="103528"/>
                  </a:lnTo>
                  <a:lnTo>
                    <a:pt x="2803943" y="110002"/>
                  </a:lnTo>
                  <a:lnTo>
                    <a:pt x="2732047" y="116662"/>
                  </a:lnTo>
                  <a:lnTo>
                    <a:pt x="2660151" y="123501"/>
                  </a:lnTo>
                  <a:lnTo>
                    <a:pt x="2588255" y="130512"/>
                  </a:lnTo>
                  <a:lnTo>
                    <a:pt x="2516359" y="137689"/>
                  </a:lnTo>
                  <a:lnTo>
                    <a:pt x="2444463" y="145025"/>
                  </a:lnTo>
                  <a:lnTo>
                    <a:pt x="2372567" y="152513"/>
                  </a:lnTo>
                  <a:lnTo>
                    <a:pt x="2300671" y="160145"/>
                  </a:lnTo>
                  <a:lnTo>
                    <a:pt x="2228775" y="167915"/>
                  </a:lnTo>
                  <a:lnTo>
                    <a:pt x="2156879" y="175817"/>
                  </a:lnTo>
                  <a:lnTo>
                    <a:pt x="2084983" y="183843"/>
                  </a:lnTo>
                  <a:lnTo>
                    <a:pt x="2013087" y="191988"/>
                  </a:lnTo>
                  <a:lnTo>
                    <a:pt x="1941191" y="200246"/>
                  </a:lnTo>
                  <a:lnTo>
                    <a:pt x="1869295" y="208610"/>
                  </a:lnTo>
                  <a:lnTo>
                    <a:pt x="1797399" y="217075"/>
                  </a:lnTo>
                  <a:lnTo>
                    <a:pt x="1725503" y="225636"/>
                  </a:lnTo>
                  <a:lnTo>
                    <a:pt x="1653607" y="234287"/>
                  </a:lnTo>
                  <a:lnTo>
                    <a:pt x="1581711" y="243024"/>
                  </a:lnTo>
                  <a:lnTo>
                    <a:pt x="1509815" y="251843"/>
                  </a:lnTo>
                  <a:lnTo>
                    <a:pt x="1437919" y="260738"/>
                  </a:lnTo>
                  <a:lnTo>
                    <a:pt x="1366023" y="269706"/>
                  </a:lnTo>
                  <a:lnTo>
                    <a:pt x="1294127" y="278743"/>
                  </a:lnTo>
                  <a:lnTo>
                    <a:pt x="1222231" y="287845"/>
                  </a:lnTo>
                  <a:lnTo>
                    <a:pt x="1150335" y="297009"/>
                  </a:lnTo>
                  <a:lnTo>
                    <a:pt x="1078439" y="306232"/>
                  </a:lnTo>
                  <a:lnTo>
                    <a:pt x="1006543" y="315510"/>
                  </a:lnTo>
                  <a:lnTo>
                    <a:pt x="934647" y="324840"/>
                  </a:lnTo>
                  <a:lnTo>
                    <a:pt x="862751" y="334220"/>
                  </a:lnTo>
                  <a:lnTo>
                    <a:pt x="790855" y="343648"/>
                  </a:lnTo>
                  <a:lnTo>
                    <a:pt x="718959" y="353120"/>
                  </a:lnTo>
                  <a:lnTo>
                    <a:pt x="647063" y="362635"/>
                  </a:lnTo>
                  <a:lnTo>
                    <a:pt x="575167" y="372190"/>
                  </a:lnTo>
                  <a:lnTo>
                    <a:pt x="503271" y="381783"/>
                  </a:lnTo>
                  <a:lnTo>
                    <a:pt x="431375" y="391414"/>
                  </a:lnTo>
                  <a:lnTo>
                    <a:pt x="359479" y="401078"/>
                  </a:lnTo>
                  <a:lnTo>
                    <a:pt x="287583" y="410776"/>
                  </a:lnTo>
                  <a:lnTo>
                    <a:pt x="215687" y="420506"/>
                  </a:lnTo>
                  <a:lnTo>
                    <a:pt x="143791" y="430265"/>
                  </a:lnTo>
                  <a:lnTo>
                    <a:pt x="71895" y="440053"/>
                  </a:lnTo>
                  <a:lnTo>
                    <a:pt x="0" y="449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10570"/>
              <a:ext cx="5679782" cy="359030"/>
            </a:xfrm>
            <a:custGeom>
              <a:avLst/>
              <a:pathLst>
                <a:path w="5679782" h="359030">
                  <a:moveTo>
                    <a:pt x="0" y="359030"/>
                  </a:moveTo>
                  <a:lnTo>
                    <a:pt x="71895" y="354485"/>
                  </a:lnTo>
                  <a:lnTo>
                    <a:pt x="143791" y="349940"/>
                  </a:lnTo>
                  <a:lnTo>
                    <a:pt x="215687" y="345395"/>
                  </a:lnTo>
                  <a:lnTo>
                    <a:pt x="287583" y="340851"/>
                  </a:lnTo>
                  <a:lnTo>
                    <a:pt x="359479" y="336306"/>
                  </a:lnTo>
                  <a:lnTo>
                    <a:pt x="431375" y="331761"/>
                  </a:lnTo>
                  <a:lnTo>
                    <a:pt x="503271" y="327217"/>
                  </a:lnTo>
                  <a:lnTo>
                    <a:pt x="575167" y="322672"/>
                  </a:lnTo>
                  <a:lnTo>
                    <a:pt x="647063" y="318127"/>
                  </a:lnTo>
                  <a:lnTo>
                    <a:pt x="718959" y="313583"/>
                  </a:lnTo>
                  <a:lnTo>
                    <a:pt x="790855" y="309038"/>
                  </a:lnTo>
                  <a:lnTo>
                    <a:pt x="862751" y="304493"/>
                  </a:lnTo>
                  <a:lnTo>
                    <a:pt x="934647" y="299949"/>
                  </a:lnTo>
                  <a:lnTo>
                    <a:pt x="1006543" y="295404"/>
                  </a:lnTo>
                  <a:lnTo>
                    <a:pt x="1078439" y="290859"/>
                  </a:lnTo>
                  <a:lnTo>
                    <a:pt x="1150335" y="286315"/>
                  </a:lnTo>
                  <a:lnTo>
                    <a:pt x="1222231" y="281770"/>
                  </a:lnTo>
                  <a:lnTo>
                    <a:pt x="1294127" y="277225"/>
                  </a:lnTo>
                  <a:lnTo>
                    <a:pt x="1366023" y="272681"/>
                  </a:lnTo>
                  <a:lnTo>
                    <a:pt x="1437919" y="268136"/>
                  </a:lnTo>
                  <a:lnTo>
                    <a:pt x="1509815" y="263591"/>
                  </a:lnTo>
                  <a:lnTo>
                    <a:pt x="1581711" y="259046"/>
                  </a:lnTo>
                  <a:lnTo>
                    <a:pt x="1653607" y="254502"/>
                  </a:lnTo>
                  <a:lnTo>
                    <a:pt x="1725503" y="249957"/>
                  </a:lnTo>
                  <a:lnTo>
                    <a:pt x="1797399" y="245412"/>
                  </a:lnTo>
                  <a:lnTo>
                    <a:pt x="1869295" y="240868"/>
                  </a:lnTo>
                  <a:lnTo>
                    <a:pt x="1941191" y="236323"/>
                  </a:lnTo>
                  <a:lnTo>
                    <a:pt x="2013087" y="231778"/>
                  </a:lnTo>
                  <a:lnTo>
                    <a:pt x="2084983" y="227234"/>
                  </a:lnTo>
                  <a:lnTo>
                    <a:pt x="2156879" y="222689"/>
                  </a:lnTo>
                  <a:lnTo>
                    <a:pt x="2228775" y="218144"/>
                  </a:lnTo>
                  <a:lnTo>
                    <a:pt x="2300671" y="213600"/>
                  </a:lnTo>
                  <a:lnTo>
                    <a:pt x="2372567" y="209055"/>
                  </a:lnTo>
                  <a:lnTo>
                    <a:pt x="2444463" y="204510"/>
                  </a:lnTo>
                  <a:lnTo>
                    <a:pt x="2516359" y="199966"/>
                  </a:lnTo>
                  <a:lnTo>
                    <a:pt x="2588255" y="195421"/>
                  </a:lnTo>
                  <a:lnTo>
                    <a:pt x="2660151" y="190876"/>
                  </a:lnTo>
                  <a:lnTo>
                    <a:pt x="2732047" y="186332"/>
                  </a:lnTo>
                  <a:lnTo>
                    <a:pt x="2803943" y="181787"/>
                  </a:lnTo>
                  <a:lnTo>
                    <a:pt x="2875839" y="177242"/>
                  </a:lnTo>
                  <a:lnTo>
                    <a:pt x="2947735" y="172697"/>
                  </a:lnTo>
                  <a:lnTo>
                    <a:pt x="3019631" y="168153"/>
                  </a:lnTo>
                  <a:lnTo>
                    <a:pt x="3091527" y="163608"/>
                  </a:lnTo>
                  <a:lnTo>
                    <a:pt x="3163423" y="159063"/>
                  </a:lnTo>
                  <a:lnTo>
                    <a:pt x="3235319" y="154519"/>
                  </a:lnTo>
                  <a:lnTo>
                    <a:pt x="3307215" y="149974"/>
                  </a:lnTo>
                  <a:lnTo>
                    <a:pt x="3379111" y="145429"/>
                  </a:lnTo>
                  <a:lnTo>
                    <a:pt x="3451007" y="140885"/>
                  </a:lnTo>
                  <a:lnTo>
                    <a:pt x="3522902" y="136340"/>
                  </a:lnTo>
                  <a:lnTo>
                    <a:pt x="3594798" y="131795"/>
                  </a:lnTo>
                  <a:lnTo>
                    <a:pt x="3666694" y="127251"/>
                  </a:lnTo>
                  <a:lnTo>
                    <a:pt x="3738590" y="122706"/>
                  </a:lnTo>
                  <a:lnTo>
                    <a:pt x="3810486" y="118161"/>
                  </a:lnTo>
                  <a:lnTo>
                    <a:pt x="3882382" y="113617"/>
                  </a:lnTo>
                  <a:lnTo>
                    <a:pt x="3954278" y="109072"/>
                  </a:lnTo>
                  <a:lnTo>
                    <a:pt x="4026174" y="104527"/>
                  </a:lnTo>
                  <a:lnTo>
                    <a:pt x="4098070" y="99983"/>
                  </a:lnTo>
                  <a:lnTo>
                    <a:pt x="4169966" y="95438"/>
                  </a:lnTo>
                  <a:lnTo>
                    <a:pt x="4241862" y="90893"/>
                  </a:lnTo>
                  <a:lnTo>
                    <a:pt x="4313758" y="86348"/>
                  </a:lnTo>
                  <a:lnTo>
                    <a:pt x="4385654" y="81804"/>
                  </a:lnTo>
                  <a:lnTo>
                    <a:pt x="4457550" y="77259"/>
                  </a:lnTo>
                  <a:lnTo>
                    <a:pt x="4529446" y="72714"/>
                  </a:lnTo>
                  <a:lnTo>
                    <a:pt x="4601342" y="68170"/>
                  </a:lnTo>
                  <a:lnTo>
                    <a:pt x="4673238" y="63625"/>
                  </a:lnTo>
                  <a:lnTo>
                    <a:pt x="4745134" y="59080"/>
                  </a:lnTo>
                  <a:lnTo>
                    <a:pt x="4817030" y="54536"/>
                  </a:lnTo>
                  <a:lnTo>
                    <a:pt x="4888926" y="49991"/>
                  </a:lnTo>
                  <a:lnTo>
                    <a:pt x="4960822" y="45446"/>
                  </a:lnTo>
                  <a:lnTo>
                    <a:pt x="5032718" y="40902"/>
                  </a:lnTo>
                  <a:lnTo>
                    <a:pt x="5104614" y="36357"/>
                  </a:lnTo>
                  <a:lnTo>
                    <a:pt x="5176510" y="31812"/>
                  </a:lnTo>
                  <a:lnTo>
                    <a:pt x="5248406" y="27268"/>
                  </a:lnTo>
                  <a:lnTo>
                    <a:pt x="5320302" y="22723"/>
                  </a:lnTo>
                  <a:lnTo>
                    <a:pt x="5392198" y="18178"/>
                  </a:lnTo>
                  <a:lnTo>
                    <a:pt x="5464094" y="13634"/>
                  </a:lnTo>
                  <a:lnTo>
                    <a:pt x="5535990" y="9089"/>
                  </a:lnTo>
                  <a:lnTo>
                    <a:pt x="5607886" y="4544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05236" y="2886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405236" y="328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05236" y="28264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72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093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009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366854" y="28028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366854" y="2844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366854" y="28869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829636" y="31249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829636" y="29752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829636" y="3058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767095" y="26493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767095" y="2487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767095" y="2677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950948" y="3010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50948" y="33780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50948" y="29987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81749" y="44313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181749" y="38788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81749" y="35055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34869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590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624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810571"/>
              <a:ext cx="5679782" cy="1003371"/>
            </a:xfrm>
            <a:custGeom>
              <a:avLst/>
              <a:pathLst>
                <a:path w="5679782" h="1003371">
                  <a:moveTo>
                    <a:pt x="0" y="264752"/>
                  </a:moveTo>
                  <a:lnTo>
                    <a:pt x="71895" y="265904"/>
                  </a:lnTo>
                  <a:lnTo>
                    <a:pt x="143791" y="267025"/>
                  </a:lnTo>
                  <a:lnTo>
                    <a:pt x="215687" y="268116"/>
                  </a:lnTo>
                  <a:lnTo>
                    <a:pt x="287583" y="269174"/>
                  </a:lnTo>
                  <a:lnTo>
                    <a:pt x="359479" y="270197"/>
                  </a:lnTo>
                  <a:lnTo>
                    <a:pt x="431375" y="271184"/>
                  </a:lnTo>
                  <a:lnTo>
                    <a:pt x="503271" y="272134"/>
                  </a:lnTo>
                  <a:lnTo>
                    <a:pt x="575167" y="273043"/>
                  </a:lnTo>
                  <a:lnTo>
                    <a:pt x="647063" y="273911"/>
                  </a:lnTo>
                  <a:lnTo>
                    <a:pt x="718959" y="274734"/>
                  </a:lnTo>
                  <a:lnTo>
                    <a:pt x="790855" y="275511"/>
                  </a:lnTo>
                  <a:lnTo>
                    <a:pt x="862751" y="276239"/>
                  </a:lnTo>
                  <a:lnTo>
                    <a:pt x="934647" y="276915"/>
                  </a:lnTo>
                  <a:lnTo>
                    <a:pt x="1006543" y="277537"/>
                  </a:lnTo>
                  <a:lnTo>
                    <a:pt x="1078439" y="278101"/>
                  </a:lnTo>
                  <a:lnTo>
                    <a:pt x="1150335" y="278605"/>
                  </a:lnTo>
                  <a:lnTo>
                    <a:pt x="1222231" y="279045"/>
                  </a:lnTo>
                  <a:lnTo>
                    <a:pt x="1294127" y="279417"/>
                  </a:lnTo>
                  <a:lnTo>
                    <a:pt x="1366023" y="279718"/>
                  </a:lnTo>
                  <a:lnTo>
                    <a:pt x="1437919" y="279944"/>
                  </a:lnTo>
                  <a:lnTo>
                    <a:pt x="1509815" y="280090"/>
                  </a:lnTo>
                  <a:lnTo>
                    <a:pt x="1581711" y="280153"/>
                  </a:lnTo>
                  <a:lnTo>
                    <a:pt x="1653607" y="280126"/>
                  </a:lnTo>
                  <a:lnTo>
                    <a:pt x="1725503" y="280006"/>
                  </a:lnTo>
                  <a:lnTo>
                    <a:pt x="1797399" y="279787"/>
                  </a:lnTo>
                  <a:lnTo>
                    <a:pt x="1869295" y="279463"/>
                  </a:lnTo>
                  <a:lnTo>
                    <a:pt x="1941191" y="279029"/>
                  </a:lnTo>
                  <a:lnTo>
                    <a:pt x="2013087" y="278478"/>
                  </a:lnTo>
                  <a:lnTo>
                    <a:pt x="2084983" y="277805"/>
                  </a:lnTo>
                  <a:lnTo>
                    <a:pt x="2156879" y="277002"/>
                  </a:lnTo>
                  <a:lnTo>
                    <a:pt x="2228775" y="276062"/>
                  </a:lnTo>
                  <a:lnTo>
                    <a:pt x="2300671" y="274979"/>
                  </a:lnTo>
                  <a:lnTo>
                    <a:pt x="2372567" y="273745"/>
                  </a:lnTo>
                  <a:lnTo>
                    <a:pt x="2444463" y="272353"/>
                  </a:lnTo>
                  <a:lnTo>
                    <a:pt x="2516359" y="270796"/>
                  </a:lnTo>
                  <a:lnTo>
                    <a:pt x="2588255" y="269064"/>
                  </a:lnTo>
                  <a:lnTo>
                    <a:pt x="2660151" y="267152"/>
                  </a:lnTo>
                  <a:lnTo>
                    <a:pt x="2732047" y="265052"/>
                  </a:lnTo>
                  <a:lnTo>
                    <a:pt x="2803943" y="262755"/>
                  </a:lnTo>
                  <a:lnTo>
                    <a:pt x="2875839" y="260255"/>
                  </a:lnTo>
                  <a:lnTo>
                    <a:pt x="2947735" y="257545"/>
                  </a:lnTo>
                  <a:lnTo>
                    <a:pt x="3019631" y="254619"/>
                  </a:lnTo>
                  <a:lnTo>
                    <a:pt x="3091527" y="251471"/>
                  </a:lnTo>
                  <a:lnTo>
                    <a:pt x="3163423" y="248095"/>
                  </a:lnTo>
                  <a:lnTo>
                    <a:pt x="3235319" y="244486"/>
                  </a:lnTo>
                  <a:lnTo>
                    <a:pt x="3307215" y="240642"/>
                  </a:lnTo>
                  <a:lnTo>
                    <a:pt x="3379111" y="236558"/>
                  </a:lnTo>
                  <a:lnTo>
                    <a:pt x="3451007" y="232233"/>
                  </a:lnTo>
                  <a:lnTo>
                    <a:pt x="3522902" y="227666"/>
                  </a:lnTo>
                  <a:lnTo>
                    <a:pt x="3594798" y="222857"/>
                  </a:lnTo>
                  <a:lnTo>
                    <a:pt x="3666694" y="217806"/>
                  </a:lnTo>
                  <a:lnTo>
                    <a:pt x="3738590" y="212515"/>
                  </a:lnTo>
                  <a:lnTo>
                    <a:pt x="3810486" y="206986"/>
                  </a:lnTo>
                  <a:lnTo>
                    <a:pt x="3882382" y="201225"/>
                  </a:lnTo>
                  <a:lnTo>
                    <a:pt x="3954278" y="195233"/>
                  </a:lnTo>
                  <a:lnTo>
                    <a:pt x="4026174" y="189018"/>
                  </a:lnTo>
                  <a:lnTo>
                    <a:pt x="4098070" y="182584"/>
                  </a:lnTo>
                  <a:lnTo>
                    <a:pt x="4169966" y="175938"/>
                  </a:lnTo>
                  <a:lnTo>
                    <a:pt x="4241862" y="169087"/>
                  </a:lnTo>
                  <a:lnTo>
                    <a:pt x="4313758" y="162037"/>
                  </a:lnTo>
                  <a:lnTo>
                    <a:pt x="4385654" y="154796"/>
                  </a:lnTo>
                  <a:lnTo>
                    <a:pt x="4457550" y="147372"/>
                  </a:lnTo>
                  <a:lnTo>
                    <a:pt x="4529446" y="139771"/>
                  </a:lnTo>
                  <a:lnTo>
                    <a:pt x="4601342" y="132003"/>
                  </a:lnTo>
                  <a:lnTo>
                    <a:pt x="4673238" y="124073"/>
                  </a:lnTo>
                  <a:lnTo>
                    <a:pt x="4745134" y="115990"/>
                  </a:lnTo>
                  <a:lnTo>
                    <a:pt x="4817030" y="107762"/>
                  </a:lnTo>
                  <a:lnTo>
                    <a:pt x="4888926" y="99394"/>
                  </a:lnTo>
                  <a:lnTo>
                    <a:pt x="4960822" y="90895"/>
                  </a:lnTo>
                  <a:lnTo>
                    <a:pt x="5032718" y="82271"/>
                  </a:lnTo>
                  <a:lnTo>
                    <a:pt x="5104614" y="73528"/>
                  </a:lnTo>
                  <a:lnTo>
                    <a:pt x="5176510" y="64673"/>
                  </a:lnTo>
                  <a:lnTo>
                    <a:pt x="5248406" y="55711"/>
                  </a:lnTo>
                  <a:lnTo>
                    <a:pt x="5320302" y="46648"/>
                  </a:lnTo>
                  <a:lnTo>
                    <a:pt x="5392198" y="37490"/>
                  </a:lnTo>
                  <a:lnTo>
                    <a:pt x="5464094" y="28241"/>
                  </a:lnTo>
                  <a:lnTo>
                    <a:pt x="5535990" y="18907"/>
                  </a:lnTo>
                  <a:lnTo>
                    <a:pt x="5607886" y="9491"/>
                  </a:lnTo>
                  <a:lnTo>
                    <a:pt x="5679782" y="0"/>
                  </a:lnTo>
                  <a:lnTo>
                    <a:pt x="5679782" y="540090"/>
                  </a:lnTo>
                  <a:lnTo>
                    <a:pt x="5607886" y="539814"/>
                  </a:lnTo>
                  <a:lnTo>
                    <a:pt x="5535990" y="539614"/>
                  </a:lnTo>
                  <a:lnTo>
                    <a:pt x="5464094" y="539496"/>
                  </a:lnTo>
                  <a:lnTo>
                    <a:pt x="5392198" y="539463"/>
                  </a:lnTo>
                  <a:lnTo>
                    <a:pt x="5320302" y="539520"/>
                  </a:lnTo>
                  <a:lnTo>
                    <a:pt x="5248406" y="539673"/>
                  </a:lnTo>
                  <a:lnTo>
                    <a:pt x="5176510" y="539926"/>
                  </a:lnTo>
                  <a:lnTo>
                    <a:pt x="5104614" y="540287"/>
                  </a:lnTo>
                  <a:lnTo>
                    <a:pt x="5032718" y="540759"/>
                  </a:lnTo>
                  <a:lnTo>
                    <a:pt x="4960822" y="541351"/>
                  </a:lnTo>
                  <a:lnTo>
                    <a:pt x="4888926" y="542067"/>
                  </a:lnTo>
                  <a:lnTo>
                    <a:pt x="4817030" y="542915"/>
                  </a:lnTo>
                  <a:lnTo>
                    <a:pt x="4745134" y="543902"/>
                  </a:lnTo>
                  <a:lnTo>
                    <a:pt x="4673238" y="545035"/>
                  </a:lnTo>
                  <a:lnTo>
                    <a:pt x="4601342" y="546321"/>
                  </a:lnTo>
                  <a:lnTo>
                    <a:pt x="4529446" y="547768"/>
                  </a:lnTo>
                  <a:lnTo>
                    <a:pt x="4457550" y="549383"/>
                  </a:lnTo>
                  <a:lnTo>
                    <a:pt x="4385654" y="551174"/>
                  </a:lnTo>
                  <a:lnTo>
                    <a:pt x="4313758" y="553149"/>
                  </a:lnTo>
                  <a:lnTo>
                    <a:pt x="4241862" y="555315"/>
                  </a:lnTo>
                  <a:lnTo>
                    <a:pt x="4169966" y="557679"/>
                  </a:lnTo>
                  <a:lnTo>
                    <a:pt x="4098070" y="560249"/>
                  </a:lnTo>
                  <a:lnTo>
                    <a:pt x="4026174" y="563031"/>
                  </a:lnTo>
                  <a:lnTo>
                    <a:pt x="3954278" y="566031"/>
                  </a:lnTo>
                  <a:lnTo>
                    <a:pt x="3882382" y="569255"/>
                  </a:lnTo>
                  <a:lnTo>
                    <a:pt x="3810486" y="572709"/>
                  </a:lnTo>
                  <a:lnTo>
                    <a:pt x="3738590" y="576397"/>
                  </a:lnTo>
                  <a:lnTo>
                    <a:pt x="3666694" y="580321"/>
                  </a:lnTo>
                  <a:lnTo>
                    <a:pt x="3594798" y="584486"/>
                  </a:lnTo>
                  <a:lnTo>
                    <a:pt x="3522902" y="588892"/>
                  </a:lnTo>
                  <a:lnTo>
                    <a:pt x="3451007" y="593540"/>
                  </a:lnTo>
                  <a:lnTo>
                    <a:pt x="3379111" y="598431"/>
                  </a:lnTo>
                  <a:lnTo>
                    <a:pt x="3307215" y="603563"/>
                  </a:lnTo>
                  <a:lnTo>
                    <a:pt x="3235319" y="608934"/>
                  </a:lnTo>
                  <a:lnTo>
                    <a:pt x="3163423" y="614542"/>
                  </a:lnTo>
                  <a:lnTo>
                    <a:pt x="3091527" y="620381"/>
                  </a:lnTo>
                  <a:lnTo>
                    <a:pt x="3019631" y="626448"/>
                  </a:lnTo>
                  <a:lnTo>
                    <a:pt x="2947735" y="632738"/>
                  </a:lnTo>
                  <a:lnTo>
                    <a:pt x="2875839" y="639244"/>
                  </a:lnTo>
                  <a:lnTo>
                    <a:pt x="2803943" y="645959"/>
                  </a:lnTo>
                  <a:lnTo>
                    <a:pt x="2732047" y="652878"/>
                  </a:lnTo>
                  <a:lnTo>
                    <a:pt x="2660151" y="659993"/>
                  </a:lnTo>
                  <a:lnTo>
                    <a:pt x="2588255" y="667297"/>
                  </a:lnTo>
                  <a:lnTo>
                    <a:pt x="2516359" y="674781"/>
                  </a:lnTo>
                  <a:lnTo>
                    <a:pt x="2444463" y="682439"/>
                  </a:lnTo>
                  <a:lnTo>
                    <a:pt x="2372567" y="690263"/>
                  </a:lnTo>
                  <a:lnTo>
                    <a:pt x="2300671" y="698244"/>
                  </a:lnTo>
                  <a:lnTo>
                    <a:pt x="2228775" y="706377"/>
                  </a:lnTo>
                  <a:lnTo>
                    <a:pt x="2156879" y="714653"/>
                  </a:lnTo>
                  <a:lnTo>
                    <a:pt x="2084983" y="723066"/>
                  </a:lnTo>
                  <a:lnTo>
                    <a:pt x="2013087" y="731608"/>
                  </a:lnTo>
                  <a:lnTo>
                    <a:pt x="1941191" y="740272"/>
                  </a:lnTo>
                  <a:lnTo>
                    <a:pt x="1869295" y="749054"/>
                  </a:lnTo>
                  <a:lnTo>
                    <a:pt x="1797399" y="757946"/>
                  </a:lnTo>
                  <a:lnTo>
                    <a:pt x="1725503" y="766942"/>
                  </a:lnTo>
                  <a:lnTo>
                    <a:pt x="1653607" y="776038"/>
                  </a:lnTo>
                  <a:lnTo>
                    <a:pt x="1581711" y="785227"/>
                  </a:lnTo>
                  <a:lnTo>
                    <a:pt x="1509815" y="794505"/>
                  </a:lnTo>
                  <a:lnTo>
                    <a:pt x="1437919" y="803867"/>
                  </a:lnTo>
                  <a:lnTo>
                    <a:pt x="1366023" y="813308"/>
                  </a:lnTo>
                  <a:lnTo>
                    <a:pt x="1294127" y="822825"/>
                  </a:lnTo>
                  <a:lnTo>
                    <a:pt x="1222231" y="832413"/>
                  </a:lnTo>
                  <a:lnTo>
                    <a:pt x="1150335" y="842069"/>
                  </a:lnTo>
                  <a:lnTo>
                    <a:pt x="1078439" y="851788"/>
                  </a:lnTo>
                  <a:lnTo>
                    <a:pt x="1006543" y="861568"/>
                  </a:lnTo>
                  <a:lnTo>
                    <a:pt x="934647" y="871405"/>
                  </a:lnTo>
                  <a:lnTo>
                    <a:pt x="862751" y="881297"/>
                  </a:lnTo>
                  <a:lnTo>
                    <a:pt x="790855" y="891241"/>
                  </a:lnTo>
                  <a:lnTo>
                    <a:pt x="718959" y="901233"/>
                  </a:lnTo>
                  <a:lnTo>
                    <a:pt x="647063" y="911272"/>
                  </a:lnTo>
                  <a:lnTo>
                    <a:pt x="575167" y="921355"/>
                  </a:lnTo>
                  <a:lnTo>
                    <a:pt x="503271" y="931480"/>
                  </a:lnTo>
                  <a:lnTo>
                    <a:pt x="431375" y="941645"/>
                  </a:lnTo>
                  <a:lnTo>
                    <a:pt x="359479" y="951848"/>
                  </a:lnTo>
                  <a:lnTo>
                    <a:pt x="287583" y="962087"/>
                  </a:lnTo>
                  <a:lnTo>
                    <a:pt x="215687" y="972360"/>
                  </a:lnTo>
                  <a:lnTo>
                    <a:pt x="143791" y="982667"/>
                  </a:lnTo>
                  <a:lnTo>
                    <a:pt x="71895" y="993004"/>
                  </a:lnTo>
                  <a:lnTo>
                    <a:pt x="0" y="1003371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810571"/>
              <a:ext cx="5679782" cy="280153"/>
            </a:xfrm>
            <a:custGeom>
              <a:avLst/>
              <a:pathLst>
                <a:path w="5679782" h="280153">
                  <a:moveTo>
                    <a:pt x="0" y="264752"/>
                  </a:moveTo>
                  <a:lnTo>
                    <a:pt x="71895" y="265904"/>
                  </a:lnTo>
                  <a:lnTo>
                    <a:pt x="143791" y="267025"/>
                  </a:lnTo>
                  <a:lnTo>
                    <a:pt x="215687" y="268116"/>
                  </a:lnTo>
                  <a:lnTo>
                    <a:pt x="287583" y="269174"/>
                  </a:lnTo>
                  <a:lnTo>
                    <a:pt x="359479" y="270197"/>
                  </a:lnTo>
                  <a:lnTo>
                    <a:pt x="431375" y="271184"/>
                  </a:lnTo>
                  <a:lnTo>
                    <a:pt x="503271" y="272134"/>
                  </a:lnTo>
                  <a:lnTo>
                    <a:pt x="575167" y="273043"/>
                  </a:lnTo>
                  <a:lnTo>
                    <a:pt x="647063" y="273911"/>
                  </a:lnTo>
                  <a:lnTo>
                    <a:pt x="718959" y="274734"/>
                  </a:lnTo>
                  <a:lnTo>
                    <a:pt x="790855" y="275511"/>
                  </a:lnTo>
                  <a:lnTo>
                    <a:pt x="862751" y="276239"/>
                  </a:lnTo>
                  <a:lnTo>
                    <a:pt x="934647" y="276915"/>
                  </a:lnTo>
                  <a:lnTo>
                    <a:pt x="1006543" y="277537"/>
                  </a:lnTo>
                  <a:lnTo>
                    <a:pt x="1078439" y="278101"/>
                  </a:lnTo>
                  <a:lnTo>
                    <a:pt x="1150335" y="278605"/>
                  </a:lnTo>
                  <a:lnTo>
                    <a:pt x="1222231" y="279045"/>
                  </a:lnTo>
                  <a:lnTo>
                    <a:pt x="1294127" y="279417"/>
                  </a:lnTo>
                  <a:lnTo>
                    <a:pt x="1366023" y="279718"/>
                  </a:lnTo>
                  <a:lnTo>
                    <a:pt x="1437919" y="279944"/>
                  </a:lnTo>
                  <a:lnTo>
                    <a:pt x="1509815" y="280090"/>
                  </a:lnTo>
                  <a:lnTo>
                    <a:pt x="1581711" y="280153"/>
                  </a:lnTo>
                  <a:lnTo>
                    <a:pt x="1653607" y="280126"/>
                  </a:lnTo>
                  <a:lnTo>
                    <a:pt x="1725503" y="280006"/>
                  </a:lnTo>
                  <a:lnTo>
                    <a:pt x="1797399" y="279787"/>
                  </a:lnTo>
                  <a:lnTo>
                    <a:pt x="1869295" y="279463"/>
                  </a:lnTo>
                  <a:lnTo>
                    <a:pt x="1941191" y="279029"/>
                  </a:lnTo>
                  <a:lnTo>
                    <a:pt x="2013087" y="278478"/>
                  </a:lnTo>
                  <a:lnTo>
                    <a:pt x="2084983" y="277805"/>
                  </a:lnTo>
                  <a:lnTo>
                    <a:pt x="2156879" y="277002"/>
                  </a:lnTo>
                  <a:lnTo>
                    <a:pt x="2228775" y="276062"/>
                  </a:lnTo>
                  <a:lnTo>
                    <a:pt x="2300671" y="274979"/>
                  </a:lnTo>
                  <a:lnTo>
                    <a:pt x="2372567" y="273745"/>
                  </a:lnTo>
                  <a:lnTo>
                    <a:pt x="2444463" y="272353"/>
                  </a:lnTo>
                  <a:lnTo>
                    <a:pt x="2516359" y="270796"/>
                  </a:lnTo>
                  <a:lnTo>
                    <a:pt x="2588255" y="269064"/>
                  </a:lnTo>
                  <a:lnTo>
                    <a:pt x="2660151" y="267152"/>
                  </a:lnTo>
                  <a:lnTo>
                    <a:pt x="2732047" y="265052"/>
                  </a:lnTo>
                  <a:lnTo>
                    <a:pt x="2803943" y="262755"/>
                  </a:lnTo>
                  <a:lnTo>
                    <a:pt x="2875839" y="260255"/>
                  </a:lnTo>
                  <a:lnTo>
                    <a:pt x="2947735" y="257545"/>
                  </a:lnTo>
                  <a:lnTo>
                    <a:pt x="3019631" y="254619"/>
                  </a:lnTo>
                  <a:lnTo>
                    <a:pt x="3091527" y="251471"/>
                  </a:lnTo>
                  <a:lnTo>
                    <a:pt x="3163423" y="248095"/>
                  </a:lnTo>
                  <a:lnTo>
                    <a:pt x="3235319" y="244486"/>
                  </a:lnTo>
                  <a:lnTo>
                    <a:pt x="3307215" y="240642"/>
                  </a:lnTo>
                  <a:lnTo>
                    <a:pt x="3379111" y="236558"/>
                  </a:lnTo>
                  <a:lnTo>
                    <a:pt x="3451007" y="232233"/>
                  </a:lnTo>
                  <a:lnTo>
                    <a:pt x="3522902" y="227666"/>
                  </a:lnTo>
                  <a:lnTo>
                    <a:pt x="3594798" y="222857"/>
                  </a:lnTo>
                  <a:lnTo>
                    <a:pt x="3666694" y="217806"/>
                  </a:lnTo>
                  <a:lnTo>
                    <a:pt x="3738590" y="212515"/>
                  </a:lnTo>
                  <a:lnTo>
                    <a:pt x="3810486" y="206986"/>
                  </a:lnTo>
                  <a:lnTo>
                    <a:pt x="3882382" y="201225"/>
                  </a:lnTo>
                  <a:lnTo>
                    <a:pt x="3954278" y="195233"/>
                  </a:lnTo>
                  <a:lnTo>
                    <a:pt x="4026174" y="189018"/>
                  </a:lnTo>
                  <a:lnTo>
                    <a:pt x="4098070" y="182584"/>
                  </a:lnTo>
                  <a:lnTo>
                    <a:pt x="4169966" y="175938"/>
                  </a:lnTo>
                  <a:lnTo>
                    <a:pt x="4241862" y="169087"/>
                  </a:lnTo>
                  <a:lnTo>
                    <a:pt x="4313758" y="162037"/>
                  </a:lnTo>
                  <a:lnTo>
                    <a:pt x="4385654" y="154796"/>
                  </a:lnTo>
                  <a:lnTo>
                    <a:pt x="4457550" y="147372"/>
                  </a:lnTo>
                  <a:lnTo>
                    <a:pt x="4529446" y="139771"/>
                  </a:lnTo>
                  <a:lnTo>
                    <a:pt x="4601342" y="132003"/>
                  </a:lnTo>
                  <a:lnTo>
                    <a:pt x="4673238" y="124073"/>
                  </a:lnTo>
                  <a:lnTo>
                    <a:pt x="4745134" y="115990"/>
                  </a:lnTo>
                  <a:lnTo>
                    <a:pt x="4817030" y="107762"/>
                  </a:lnTo>
                  <a:lnTo>
                    <a:pt x="4888926" y="99394"/>
                  </a:lnTo>
                  <a:lnTo>
                    <a:pt x="4960822" y="90895"/>
                  </a:lnTo>
                  <a:lnTo>
                    <a:pt x="5032718" y="82271"/>
                  </a:lnTo>
                  <a:lnTo>
                    <a:pt x="5104614" y="73528"/>
                  </a:lnTo>
                  <a:lnTo>
                    <a:pt x="5176510" y="64673"/>
                  </a:lnTo>
                  <a:lnTo>
                    <a:pt x="5248406" y="55711"/>
                  </a:lnTo>
                  <a:lnTo>
                    <a:pt x="5320302" y="46648"/>
                  </a:lnTo>
                  <a:lnTo>
                    <a:pt x="5392198" y="37490"/>
                  </a:lnTo>
                  <a:lnTo>
                    <a:pt x="5464094" y="28241"/>
                  </a:lnTo>
                  <a:lnTo>
                    <a:pt x="5535990" y="18907"/>
                  </a:lnTo>
                  <a:lnTo>
                    <a:pt x="5607886" y="9491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350034"/>
              <a:ext cx="5679782" cy="463908"/>
            </a:xfrm>
            <a:custGeom>
              <a:avLst/>
              <a:pathLst>
                <a:path w="5679782" h="463908">
                  <a:moveTo>
                    <a:pt x="5679782" y="627"/>
                  </a:moveTo>
                  <a:lnTo>
                    <a:pt x="5607886" y="351"/>
                  </a:lnTo>
                  <a:lnTo>
                    <a:pt x="5535990" y="151"/>
                  </a:lnTo>
                  <a:lnTo>
                    <a:pt x="5464094" y="33"/>
                  </a:lnTo>
                  <a:lnTo>
                    <a:pt x="5392198" y="0"/>
                  </a:lnTo>
                  <a:lnTo>
                    <a:pt x="5320302" y="57"/>
                  </a:lnTo>
                  <a:lnTo>
                    <a:pt x="5248406" y="210"/>
                  </a:lnTo>
                  <a:lnTo>
                    <a:pt x="5176510" y="463"/>
                  </a:lnTo>
                  <a:lnTo>
                    <a:pt x="5104614" y="824"/>
                  </a:lnTo>
                  <a:lnTo>
                    <a:pt x="5032718" y="1296"/>
                  </a:lnTo>
                  <a:lnTo>
                    <a:pt x="4960822" y="1888"/>
                  </a:lnTo>
                  <a:lnTo>
                    <a:pt x="4888926" y="2604"/>
                  </a:lnTo>
                  <a:lnTo>
                    <a:pt x="4817030" y="3452"/>
                  </a:lnTo>
                  <a:lnTo>
                    <a:pt x="4745134" y="4439"/>
                  </a:lnTo>
                  <a:lnTo>
                    <a:pt x="4673238" y="5572"/>
                  </a:lnTo>
                  <a:lnTo>
                    <a:pt x="4601342" y="6858"/>
                  </a:lnTo>
                  <a:lnTo>
                    <a:pt x="4529446" y="8305"/>
                  </a:lnTo>
                  <a:lnTo>
                    <a:pt x="4457550" y="9920"/>
                  </a:lnTo>
                  <a:lnTo>
                    <a:pt x="4385654" y="11711"/>
                  </a:lnTo>
                  <a:lnTo>
                    <a:pt x="4313758" y="13686"/>
                  </a:lnTo>
                  <a:lnTo>
                    <a:pt x="4241862" y="15852"/>
                  </a:lnTo>
                  <a:lnTo>
                    <a:pt x="4169966" y="18216"/>
                  </a:lnTo>
                  <a:lnTo>
                    <a:pt x="4098070" y="20786"/>
                  </a:lnTo>
                  <a:lnTo>
                    <a:pt x="4026174" y="23568"/>
                  </a:lnTo>
                  <a:lnTo>
                    <a:pt x="3954278" y="26568"/>
                  </a:lnTo>
                  <a:lnTo>
                    <a:pt x="3882382" y="29792"/>
                  </a:lnTo>
                  <a:lnTo>
                    <a:pt x="3810486" y="33246"/>
                  </a:lnTo>
                  <a:lnTo>
                    <a:pt x="3738590" y="36934"/>
                  </a:lnTo>
                  <a:lnTo>
                    <a:pt x="3666694" y="40858"/>
                  </a:lnTo>
                  <a:lnTo>
                    <a:pt x="3594798" y="45023"/>
                  </a:lnTo>
                  <a:lnTo>
                    <a:pt x="3522902" y="49429"/>
                  </a:lnTo>
                  <a:lnTo>
                    <a:pt x="3451007" y="54077"/>
                  </a:lnTo>
                  <a:lnTo>
                    <a:pt x="3379111" y="58968"/>
                  </a:lnTo>
                  <a:lnTo>
                    <a:pt x="3307215" y="64100"/>
                  </a:lnTo>
                  <a:lnTo>
                    <a:pt x="3235319" y="69471"/>
                  </a:lnTo>
                  <a:lnTo>
                    <a:pt x="3163423" y="75079"/>
                  </a:lnTo>
                  <a:lnTo>
                    <a:pt x="3091527" y="80918"/>
                  </a:lnTo>
                  <a:lnTo>
                    <a:pt x="3019631" y="86985"/>
                  </a:lnTo>
                  <a:lnTo>
                    <a:pt x="2947735" y="93275"/>
                  </a:lnTo>
                  <a:lnTo>
                    <a:pt x="2875839" y="99780"/>
                  </a:lnTo>
                  <a:lnTo>
                    <a:pt x="2803943" y="106496"/>
                  </a:lnTo>
                  <a:lnTo>
                    <a:pt x="2732047" y="113415"/>
                  </a:lnTo>
                  <a:lnTo>
                    <a:pt x="2660151" y="120530"/>
                  </a:lnTo>
                  <a:lnTo>
                    <a:pt x="2588255" y="127834"/>
                  </a:lnTo>
                  <a:lnTo>
                    <a:pt x="2516359" y="135318"/>
                  </a:lnTo>
                  <a:lnTo>
                    <a:pt x="2444463" y="142976"/>
                  </a:lnTo>
                  <a:lnTo>
                    <a:pt x="2372567" y="150800"/>
                  </a:lnTo>
                  <a:lnTo>
                    <a:pt x="2300671" y="158781"/>
                  </a:lnTo>
                  <a:lnTo>
                    <a:pt x="2228775" y="166914"/>
                  </a:lnTo>
                  <a:lnTo>
                    <a:pt x="2156879" y="175190"/>
                  </a:lnTo>
                  <a:lnTo>
                    <a:pt x="2084983" y="183603"/>
                  </a:lnTo>
                  <a:lnTo>
                    <a:pt x="2013087" y="192145"/>
                  </a:lnTo>
                  <a:lnTo>
                    <a:pt x="1941191" y="200809"/>
                  </a:lnTo>
                  <a:lnTo>
                    <a:pt x="1869295" y="209591"/>
                  </a:lnTo>
                  <a:lnTo>
                    <a:pt x="1797399" y="218483"/>
                  </a:lnTo>
                  <a:lnTo>
                    <a:pt x="1725503" y="227479"/>
                  </a:lnTo>
                  <a:lnTo>
                    <a:pt x="1653607" y="236575"/>
                  </a:lnTo>
                  <a:lnTo>
                    <a:pt x="1581711" y="245764"/>
                  </a:lnTo>
                  <a:lnTo>
                    <a:pt x="1509815" y="255042"/>
                  </a:lnTo>
                  <a:lnTo>
                    <a:pt x="1437919" y="264404"/>
                  </a:lnTo>
                  <a:lnTo>
                    <a:pt x="1366023" y="273845"/>
                  </a:lnTo>
                  <a:lnTo>
                    <a:pt x="1294127" y="283362"/>
                  </a:lnTo>
                  <a:lnTo>
                    <a:pt x="1222231" y="292950"/>
                  </a:lnTo>
                  <a:lnTo>
                    <a:pt x="1150335" y="302606"/>
                  </a:lnTo>
                  <a:lnTo>
                    <a:pt x="1078439" y="312325"/>
                  </a:lnTo>
                  <a:lnTo>
                    <a:pt x="1006543" y="322105"/>
                  </a:lnTo>
                  <a:lnTo>
                    <a:pt x="934647" y="331942"/>
                  </a:lnTo>
                  <a:lnTo>
                    <a:pt x="862751" y="341834"/>
                  </a:lnTo>
                  <a:lnTo>
                    <a:pt x="790855" y="351778"/>
                  </a:lnTo>
                  <a:lnTo>
                    <a:pt x="718959" y="361770"/>
                  </a:lnTo>
                  <a:lnTo>
                    <a:pt x="647063" y="371809"/>
                  </a:lnTo>
                  <a:lnTo>
                    <a:pt x="575167" y="381892"/>
                  </a:lnTo>
                  <a:lnTo>
                    <a:pt x="503271" y="392017"/>
                  </a:lnTo>
                  <a:lnTo>
                    <a:pt x="431375" y="402182"/>
                  </a:lnTo>
                  <a:lnTo>
                    <a:pt x="359479" y="412385"/>
                  </a:lnTo>
                  <a:lnTo>
                    <a:pt x="287583" y="422624"/>
                  </a:lnTo>
                  <a:lnTo>
                    <a:pt x="215687" y="432897"/>
                  </a:lnTo>
                  <a:lnTo>
                    <a:pt x="143791" y="443204"/>
                  </a:lnTo>
                  <a:lnTo>
                    <a:pt x="71895" y="453541"/>
                  </a:lnTo>
                  <a:lnTo>
                    <a:pt x="0" y="463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080616"/>
              <a:ext cx="5679782" cy="364016"/>
            </a:xfrm>
            <a:custGeom>
              <a:avLst/>
              <a:pathLst>
                <a:path w="5679782" h="364016">
                  <a:moveTo>
                    <a:pt x="0" y="364016"/>
                  </a:moveTo>
                  <a:lnTo>
                    <a:pt x="71895" y="359408"/>
                  </a:lnTo>
                  <a:lnTo>
                    <a:pt x="143791" y="354801"/>
                  </a:lnTo>
                  <a:lnTo>
                    <a:pt x="215687" y="350193"/>
                  </a:lnTo>
                  <a:lnTo>
                    <a:pt x="287583" y="345585"/>
                  </a:lnTo>
                  <a:lnTo>
                    <a:pt x="359479" y="340977"/>
                  </a:lnTo>
                  <a:lnTo>
                    <a:pt x="431375" y="336369"/>
                  </a:lnTo>
                  <a:lnTo>
                    <a:pt x="503271" y="331762"/>
                  </a:lnTo>
                  <a:lnTo>
                    <a:pt x="575167" y="327154"/>
                  </a:lnTo>
                  <a:lnTo>
                    <a:pt x="647063" y="322546"/>
                  </a:lnTo>
                  <a:lnTo>
                    <a:pt x="718959" y="317938"/>
                  </a:lnTo>
                  <a:lnTo>
                    <a:pt x="790855" y="313330"/>
                  </a:lnTo>
                  <a:lnTo>
                    <a:pt x="862751" y="308723"/>
                  </a:lnTo>
                  <a:lnTo>
                    <a:pt x="934647" y="304115"/>
                  </a:lnTo>
                  <a:lnTo>
                    <a:pt x="1006543" y="299507"/>
                  </a:lnTo>
                  <a:lnTo>
                    <a:pt x="1078439" y="294899"/>
                  </a:lnTo>
                  <a:lnTo>
                    <a:pt x="1150335" y="290291"/>
                  </a:lnTo>
                  <a:lnTo>
                    <a:pt x="1222231" y="285684"/>
                  </a:lnTo>
                  <a:lnTo>
                    <a:pt x="1294127" y="281076"/>
                  </a:lnTo>
                  <a:lnTo>
                    <a:pt x="1366023" y="276468"/>
                  </a:lnTo>
                  <a:lnTo>
                    <a:pt x="1437919" y="271860"/>
                  </a:lnTo>
                  <a:lnTo>
                    <a:pt x="1509815" y="267252"/>
                  </a:lnTo>
                  <a:lnTo>
                    <a:pt x="1581711" y="262645"/>
                  </a:lnTo>
                  <a:lnTo>
                    <a:pt x="1653607" y="258037"/>
                  </a:lnTo>
                  <a:lnTo>
                    <a:pt x="1725503" y="253429"/>
                  </a:lnTo>
                  <a:lnTo>
                    <a:pt x="1797399" y="248821"/>
                  </a:lnTo>
                  <a:lnTo>
                    <a:pt x="1869295" y="244213"/>
                  </a:lnTo>
                  <a:lnTo>
                    <a:pt x="1941191" y="239605"/>
                  </a:lnTo>
                  <a:lnTo>
                    <a:pt x="2013087" y="234998"/>
                  </a:lnTo>
                  <a:lnTo>
                    <a:pt x="2084983" y="230390"/>
                  </a:lnTo>
                  <a:lnTo>
                    <a:pt x="2156879" y="225782"/>
                  </a:lnTo>
                  <a:lnTo>
                    <a:pt x="2228775" y="221174"/>
                  </a:lnTo>
                  <a:lnTo>
                    <a:pt x="2300671" y="216566"/>
                  </a:lnTo>
                  <a:lnTo>
                    <a:pt x="2372567" y="211959"/>
                  </a:lnTo>
                  <a:lnTo>
                    <a:pt x="2444463" y="207351"/>
                  </a:lnTo>
                  <a:lnTo>
                    <a:pt x="2516359" y="202743"/>
                  </a:lnTo>
                  <a:lnTo>
                    <a:pt x="2588255" y="198135"/>
                  </a:lnTo>
                  <a:lnTo>
                    <a:pt x="2660151" y="193527"/>
                  </a:lnTo>
                  <a:lnTo>
                    <a:pt x="2732047" y="188920"/>
                  </a:lnTo>
                  <a:lnTo>
                    <a:pt x="2803943" y="184312"/>
                  </a:lnTo>
                  <a:lnTo>
                    <a:pt x="2875839" y="179704"/>
                  </a:lnTo>
                  <a:lnTo>
                    <a:pt x="2947735" y="175096"/>
                  </a:lnTo>
                  <a:lnTo>
                    <a:pt x="3019631" y="170488"/>
                  </a:lnTo>
                  <a:lnTo>
                    <a:pt x="3091527" y="165881"/>
                  </a:lnTo>
                  <a:lnTo>
                    <a:pt x="3163423" y="161273"/>
                  </a:lnTo>
                  <a:lnTo>
                    <a:pt x="3235319" y="156665"/>
                  </a:lnTo>
                  <a:lnTo>
                    <a:pt x="3307215" y="152057"/>
                  </a:lnTo>
                  <a:lnTo>
                    <a:pt x="3379111" y="147449"/>
                  </a:lnTo>
                  <a:lnTo>
                    <a:pt x="3451007" y="142842"/>
                  </a:lnTo>
                  <a:lnTo>
                    <a:pt x="3522902" y="138234"/>
                  </a:lnTo>
                  <a:lnTo>
                    <a:pt x="3594798" y="133626"/>
                  </a:lnTo>
                  <a:lnTo>
                    <a:pt x="3666694" y="129018"/>
                  </a:lnTo>
                  <a:lnTo>
                    <a:pt x="3738590" y="124410"/>
                  </a:lnTo>
                  <a:lnTo>
                    <a:pt x="3810486" y="119802"/>
                  </a:lnTo>
                  <a:lnTo>
                    <a:pt x="3882382" y="115195"/>
                  </a:lnTo>
                  <a:lnTo>
                    <a:pt x="3954278" y="110587"/>
                  </a:lnTo>
                  <a:lnTo>
                    <a:pt x="4026174" y="105979"/>
                  </a:lnTo>
                  <a:lnTo>
                    <a:pt x="4098070" y="101371"/>
                  </a:lnTo>
                  <a:lnTo>
                    <a:pt x="4169966" y="96763"/>
                  </a:lnTo>
                  <a:lnTo>
                    <a:pt x="4241862" y="92156"/>
                  </a:lnTo>
                  <a:lnTo>
                    <a:pt x="4313758" y="87548"/>
                  </a:lnTo>
                  <a:lnTo>
                    <a:pt x="4385654" y="82940"/>
                  </a:lnTo>
                  <a:lnTo>
                    <a:pt x="4457550" y="78332"/>
                  </a:lnTo>
                  <a:lnTo>
                    <a:pt x="4529446" y="73724"/>
                  </a:lnTo>
                  <a:lnTo>
                    <a:pt x="4601342" y="69117"/>
                  </a:lnTo>
                  <a:lnTo>
                    <a:pt x="4673238" y="64509"/>
                  </a:lnTo>
                  <a:lnTo>
                    <a:pt x="4745134" y="59901"/>
                  </a:lnTo>
                  <a:lnTo>
                    <a:pt x="4817030" y="55293"/>
                  </a:lnTo>
                  <a:lnTo>
                    <a:pt x="4888926" y="50685"/>
                  </a:lnTo>
                  <a:lnTo>
                    <a:pt x="4960822" y="46078"/>
                  </a:lnTo>
                  <a:lnTo>
                    <a:pt x="5032718" y="41470"/>
                  </a:lnTo>
                  <a:lnTo>
                    <a:pt x="5104614" y="36862"/>
                  </a:lnTo>
                  <a:lnTo>
                    <a:pt x="5176510" y="32254"/>
                  </a:lnTo>
                  <a:lnTo>
                    <a:pt x="5248406" y="27646"/>
                  </a:lnTo>
                  <a:lnTo>
                    <a:pt x="5320302" y="23039"/>
                  </a:lnTo>
                  <a:lnTo>
                    <a:pt x="5392198" y="18431"/>
                  </a:lnTo>
                  <a:lnTo>
                    <a:pt x="5464094" y="13823"/>
                  </a:lnTo>
                  <a:lnTo>
                    <a:pt x="5535990" y="9215"/>
                  </a:lnTo>
                  <a:lnTo>
                    <a:pt x="5607886" y="4607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05236" y="4504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405236" y="4299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405236" y="4298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7985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049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511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366854" y="4207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366854" y="3649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366854" y="39357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829636" y="45958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29636" y="4139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29636" y="44766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767095" y="3335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767095" y="36051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767095" y="36471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950948" y="360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950948" y="38462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50948" y="3967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81749" y="5286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1749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181749" y="5324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54142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324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54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601186"/>
              <a:ext cx="5679782" cy="1325036"/>
            </a:xfrm>
            <a:custGeom>
              <a:avLst/>
              <a:pathLst>
                <a:path w="5679782" h="1325036">
                  <a:moveTo>
                    <a:pt x="0" y="0"/>
                  </a:moveTo>
                  <a:lnTo>
                    <a:pt x="71895" y="12891"/>
                  </a:lnTo>
                  <a:lnTo>
                    <a:pt x="143791" y="25732"/>
                  </a:lnTo>
                  <a:lnTo>
                    <a:pt x="215687" y="38522"/>
                  </a:lnTo>
                  <a:lnTo>
                    <a:pt x="287583" y="51257"/>
                  </a:lnTo>
                  <a:lnTo>
                    <a:pt x="359479" y="63935"/>
                  </a:lnTo>
                  <a:lnTo>
                    <a:pt x="431375" y="76553"/>
                  </a:lnTo>
                  <a:lnTo>
                    <a:pt x="503271" y="89108"/>
                  </a:lnTo>
                  <a:lnTo>
                    <a:pt x="575167" y="101597"/>
                  </a:lnTo>
                  <a:lnTo>
                    <a:pt x="647063" y="114015"/>
                  </a:lnTo>
                  <a:lnTo>
                    <a:pt x="718959" y="126361"/>
                  </a:lnTo>
                  <a:lnTo>
                    <a:pt x="790855" y="138629"/>
                  </a:lnTo>
                  <a:lnTo>
                    <a:pt x="862751" y="150815"/>
                  </a:lnTo>
                  <a:lnTo>
                    <a:pt x="934647" y="162916"/>
                  </a:lnTo>
                  <a:lnTo>
                    <a:pt x="1006543" y="174926"/>
                  </a:lnTo>
                  <a:lnTo>
                    <a:pt x="1078439" y="186841"/>
                  </a:lnTo>
                  <a:lnTo>
                    <a:pt x="1150335" y="198655"/>
                  </a:lnTo>
                  <a:lnTo>
                    <a:pt x="1222231" y="210363"/>
                  </a:lnTo>
                  <a:lnTo>
                    <a:pt x="1294127" y="221958"/>
                  </a:lnTo>
                  <a:lnTo>
                    <a:pt x="1366023" y="233435"/>
                  </a:lnTo>
                  <a:lnTo>
                    <a:pt x="1437919" y="244787"/>
                  </a:lnTo>
                  <a:lnTo>
                    <a:pt x="1509815" y="256006"/>
                  </a:lnTo>
                  <a:lnTo>
                    <a:pt x="1581711" y="267086"/>
                  </a:lnTo>
                  <a:lnTo>
                    <a:pt x="1653607" y="278018"/>
                  </a:lnTo>
                  <a:lnTo>
                    <a:pt x="1725503" y="288794"/>
                  </a:lnTo>
                  <a:lnTo>
                    <a:pt x="1797399" y="299406"/>
                  </a:lnTo>
                  <a:lnTo>
                    <a:pt x="1869295" y="309843"/>
                  </a:lnTo>
                  <a:lnTo>
                    <a:pt x="1941191" y="320097"/>
                  </a:lnTo>
                  <a:lnTo>
                    <a:pt x="2013087" y="330157"/>
                  </a:lnTo>
                  <a:lnTo>
                    <a:pt x="2084983" y="340013"/>
                  </a:lnTo>
                  <a:lnTo>
                    <a:pt x="2156879" y="349653"/>
                  </a:lnTo>
                  <a:lnTo>
                    <a:pt x="2228775" y="359067"/>
                  </a:lnTo>
                  <a:lnTo>
                    <a:pt x="2300671" y="368242"/>
                  </a:lnTo>
                  <a:lnTo>
                    <a:pt x="2372567" y="377166"/>
                  </a:lnTo>
                  <a:lnTo>
                    <a:pt x="2444463" y="385827"/>
                  </a:lnTo>
                  <a:lnTo>
                    <a:pt x="2516359" y="394212"/>
                  </a:lnTo>
                  <a:lnTo>
                    <a:pt x="2588255" y="402309"/>
                  </a:lnTo>
                  <a:lnTo>
                    <a:pt x="2660151" y="410105"/>
                  </a:lnTo>
                  <a:lnTo>
                    <a:pt x="2732047" y="417587"/>
                  </a:lnTo>
                  <a:lnTo>
                    <a:pt x="2803943" y="424743"/>
                  </a:lnTo>
                  <a:lnTo>
                    <a:pt x="2875839" y="431562"/>
                  </a:lnTo>
                  <a:lnTo>
                    <a:pt x="2947735" y="438031"/>
                  </a:lnTo>
                  <a:lnTo>
                    <a:pt x="3019631" y="444140"/>
                  </a:lnTo>
                  <a:lnTo>
                    <a:pt x="3091527" y="449880"/>
                  </a:lnTo>
                  <a:lnTo>
                    <a:pt x="3163423" y="455241"/>
                  </a:lnTo>
                  <a:lnTo>
                    <a:pt x="3235319" y="460216"/>
                  </a:lnTo>
                  <a:lnTo>
                    <a:pt x="3307215" y="464798"/>
                  </a:lnTo>
                  <a:lnTo>
                    <a:pt x="3379111" y="468982"/>
                  </a:lnTo>
                  <a:lnTo>
                    <a:pt x="3451007" y="472766"/>
                  </a:lnTo>
                  <a:lnTo>
                    <a:pt x="3522902" y="476146"/>
                  </a:lnTo>
                  <a:lnTo>
                    <a:pt x="3594798" y="479123"/>
                  </a:lnTo>
                  <a:lnTo>
                    <a:pt x="3666694" y="481698"/>
                  </a:lnTo>
                  <a:lnTo>
                    <a:pt x="3738590" y="483875"/>
                  </a:lnTo>
                  <a:lnTo>
                    <a:pt x="3810486" y="485656"/>
                  </a:lnTo>
                  <a:lnTo>
                    <a:pt x="3882382" y="487050"/>
                  </a:lnTo>
                  <a:lnTo>
                    <a:pt x="3954278" y="488061"/>
                  </a:lnTo>
                  <a:lnTo>
                    <a:pt x="4026174" y="488701"/>
                  </a:lnTo>
                  <a:lnTo>
                    <a:pt x="4098070" y="488976"/>
                  </a:lnTo>
                  <a:lnTo>
                    <a:pt x="4169966" y="488899"/>
                  </a:lnTo>
                  <a:lnTo>
                    <a:pt x="4241862" y="488480"/>
                  </a:lnTo>
                  <a:lnTo>
                    <a:pt x="4313758" y="487731"/>
                  </a:lnTo>
                  <a:lnTo>
                    <a:pt x="4385654" y="486665"/>
                  </a:lnTo>
                  <a:lnTo>
                    <a:pt x="4457550" y="485293"/>
                  </a:lnTo>
                  <a:lnTo>
                    <a:pt x="4529446" y="483628"/>
                  </a:lnTo>
                  <a:lnTo>
                    <a:pt x="4601342" y="481684"/>
                  </a:lnTo>
                  <a:lnTo>
                    <a:pt x="4673238" y="479472"/>
                  </a:lnTo>
                  <a:lnTo>
                    <a:pt x="4745134" y="477005"/>
                  </a:lnTo>
                  <a:lnTo>
                    <a:pt x="4817030" y="474295"/>
                  </a:lnTo>
                  <a:lnTo>
                    <a:pt x="4888926" y="471355"/>
                  </a:lnTo>
                  <a:lnTo>
                    <a:pt x="4960822" y="468196"/>
                  </a:lnTo>
                  <a:lnTo>
                    <a:pt x="5032718" y="464828"/>
                  </a:lnTo>
                  <a:lnTo>
                    <a:pt x="5104614" y="461263"/>
                  </a:lnTo>
                  <a:lnTo>
                    <a:pt x="5176510" y="457512"/>
                  </a:lnTo>
                  <a:lnTo>
                    <a:pt x="5248406" y="453583"/>
                  </a:lnTo>
                  <a:lnTo>
                    <a:pt x="5320302" y="449486"/>
                  </a:lnTo>
                  <a:lnTo>
                    <a:pt x="5392198" y="445230"/>
                  </a:lnTo>
                  <a:lnTo>
                    <a:pt x="5464094" y="440824"/>
                  </a:lnTo>
                  <a:lnTo>
                    <a:pt x="5535990" y="436276"/>
                  </a:lnTo>
                  <a:lnTo>
                    <a:pt x="5607886" y="431593"/>
                  </a:lnTo>
                  <a:lnTo>
                    <a:pt x="5679782" y="426783"/>
                  </a:lnTo>
                  <a:lnTo>
                    <a:pt x="5679782" y="1325036"/>
                  </a:lnTo>
                  <a:lnTo>
                    <a:pt x="5607886" y="1313600"/>
                  </a:lnTo>
                  <a:lnTo>
                    <a:pt x="5535990" y="1302292"/>
                  </a:lnTo>
                  <a:lnTo>
                    <a:pt x="5464094" y="1291119"/>
                  </a:lnTo>
                  <a:lnTo>
                    <a:pt x="5392198" y="1280088"/>
                  </a:lnTo>
                  <a:lnTo>
                    <a:pt x="5320302" y="1269207"/>
                  </a:lnTo>
                  <a:lnTo>
                    <a:pt x="5248406" y="1258485"/>
                  </a:lnTo>
                  <a:lnTo>
                    <a:pt x="5176510" y="1247931"/>
                  </a:lnTo>
                  <a:lnTo>
                    <a:pt x="5104614" y="1237554"/>
                  </a:lnTo>
                  <a:lnTo>
                    <a:pt x="5032718" y="1227364"/>
                  </a:lnTo>
                  <a:lnTo>
                    <a:pt x="4960822" y="1217372"/>
                  </a:lnTo>
                  <a:lnTo>
                    <a:pt x="4888926" y="1207587"/>
                  </a:lnTo>
                  <a:lnTo>
                    <a:pt x="4817030" y="1198022"/>
                  </a:lnTo>
                  <a:lnTo>
                    <a:pt x="4745134" y="1188687"/>
                  </a:lnTo>
                  <a:lnTo>
                    <a:pt x="4673238" y="1179595"/>
                  </a:lnTo>
                  <a:lnTo>
                    <a:pt x="4601342" y="1170758"/>
                  </a:lnTo>
                  <a:lnTo>
                    <a:pt x="4529446" y="1162189"/>
                  </a:lnTo>
                  <a:lnTo>
                    <a:pt x="4457550" y="1153899"/>
                  </a:lnTo>
                  <a:lnTo>
                    <a:pt x="4385654" y="1145902"/>
                  </a:lnTo>
                  <a:lnTo>
                    <a:pt x="4313758" y="1138210"/>
                  </a:lnTo>
                  <a:lnTo>
                    <a:pt x="4241862" y="1130836"/>
                  </a:lnTo>
                  <a:lnTo>
                    <a:pt x="4169966" y="1123792"/>
                  </a:lnTo>
                  <a:lnTo>
                    <a:pt x="4098070" y="1117090"/>
                  </a:lnTo>
                  <a:lnTo>
                    <a:pt x="4026174" y="1110740"/>
                  </a:lnTo>
                  <a:lnTo>
                    <a:pt x="3954278" y="1104754"/>
                  </a:lnTo>
                  <a:lnTo>
                    <a:pt x="3882382" y="1099141"/>
                  </a:lnTo>
                  <a:lnTo>
                    <a:pt x="3810486" y="1093909"/>
                  </a:lnTo>
                  <a:lnTo>
                    <a:pt x="3738590" y="1089066"/>
                  </a:lnTo>
                  <a:lnTo>
                    <a:pt x="3666694" y="1084617"/>
                  </a:lnTo>
                  <a:lnTo>
                    <a:pt x="3594798" y="1080567"/>
                  </a:lnTo>
                  <a:lnTo>
                    <a:pt x="3522902" y="1076919"/>
                  </a:lnTo>
                  <a:lnTo>
                    <a:pt x="3451007" y="1073674"/>
                  </a:lnTo>
                  <a:lnTo>
                    <a:pt x="3379111" y="1070832"/>
                  </a:lnTo>
                  <a:lnTo>
                    <a:pt x="3307215" y="1068392"/>
                  </a:lnTo>
                  <a:lnTo>
                    <a:pt x="3235319" y="1066349"/>
                  </a:lnTo>
                  <a:lnTo>
                    <a:pt x="3163423" y="1064698"/>
                  </a:lnTo>
                  <a:lnTo>
                    <a:pt x="3091527" y="1063434"/>
                  </a:lnTo>
                  <a:lnTo>
                    <a:pt x="3019631" y="1062549"/>
                  </a:lnTo>
                  <a:lnTo>
                    <a:pt x="2947735" y="1062033"/>
                  </a:lnTo>
                  <a:lnTo>
                    <a:pt x="2875839" y="1061877"/>
                  </a:lnTo>
                  <a:lnTo>
                    <a:pt x="2803943" y="1062070"/>
                  </a:lnTo>
                  <a:lnTo>
                    <a:pt x="2732047" y="1062602"/>
                  </a:lnTo>
                  <a:lnTo>
                    <a:pt x="2660151" y="1063459"/>
                  </a:lnTo>
                  <a:lnTo>
                    <a:pt x="2588255" y="1064629"/>
                  </a:lnTo>
                  <a:lnTo>
                    <a:pt x="2516359" y="1066101"/>
                  </a:lnTo>
                  <a:lnTo>
                    <a:pt x="2444463" y="1067861"/>
                  </a:lnTo>
                  <a:lnTo>
                    <a:pt x="2372567" y="1069897"/>
                  </a:lnTo>
                  <a:lnTo>
                    <a:pt x="2300671" y="1072196"/>
                  </a:lnTo>
                  <a:lnTo>
                    <a:pt x="2228775" y="1074746"/>
                  </a:lnTo>
                  <a:lnTo>
                    <a:pt x="2156879" y="1077534"/>
                  </a:lnTo>
                  <a:lnTo>
                    <a:pt x="2084983" y="1080549"/>
                  </a:lnTo>
                  <a:lnTo>
                    <a:pt x="2013087" y="1083780"/>
                  </a:lnTo>
                  <a:lnTo>
                    <a:pt x="1941191" y="1087215"/>
                  </a:lnTo>
                  <a:lnTo>
                    <a:pt x="1869295" y="1090844"/>
                  </a:lnTo>
                  <a:lnTo>
                    <a:pt x="1797399" y="1094656"/>
                  </a:lnTo>
                  <a:lnTo>
                    <a:pt x="1725503" y="1098643"/>
                  </a:lnTo>
                  <a:lnTo>
                    <a:pt x="1653607" y="1102794"/>
                  </a:lnTo>
                  <a:lnTo>
                    <a:pt x="1581711" y="1107101"/>
                  </a:lnTo>
                  <a:lnTo>
                    <a:pt x="1509815" y="1111555"/>
                  </a:lnTo>
                  <a:lnTo>
                    <a:pt x="1437919" y="1116150"/>
                  </a:lnTo>
                  <a:lnTo>
                    <a:pt x="1366023" y="1120876"/>
                  </a:lnTo>
                  <a:lnTo>
                    <a:pt x="1294127" y="1125728"/>
                  </a:lnTo>
                  <a:lnTo>
                    <a:pt x="1222231" y="1130699"/>
                  </a:lnTo>
                  <a:lnTo>
                    <a:pt x="1150335" y="1135781"/>
                  </a:lnTo>
                  <a:lnTo>
                    <a:pt x="1078439" y="1140970"/>
                  </a:lnTo>
                  <a:lnTo>
                    <a:pt x="1006543" y="1146259"/>
                  </a:lnTo>
                  <a:lnTo>
                    <a:pt x="934647" y="1151645"/>
                  </a:lnTo>
                  <a:lnTo>
                    <a:pt x="862751" y="1157120"/>
                  </a:lnTo>
                  <a:lnTo>
                    <a:pt x="790855" y="1162681"/>
                  </a:lnTo>
                  <a:lnTo>
                    <a:pt x="718959" y="1168324"/>
                  </a:lnTo>
                  <a:lnTo>
                    <a:pt x="647063" y="1174045"/>
                  </a:lnTo>
                  <a:lnTo>
                    <a:pt x="575167" y="1179838"/>
                  </a:lnTo>
                  <a:lnTo>
                    <a:pt x="503271" y="1185702"/>
                  </a:lnTo>
                  <a:lnTo>
                    <a:pt x="431375" y="1191632"/>
                  </a:lnTo>
                  <a:lnTo>
                    <a:pt x="359479" y="1197624"/>
                  </a:lnTo>
                  <a:lnTo>
                    <a:pt x="287583" y="1203677"/>
                  </a:lnTo>
                  <a:lnTo>
                    <a:pt x="215687" y="1209788"/>
                  </a:lnTo>
                  <a:lnTo>
                    <a:pt x="143791" y="1215952"/>
                  </a:lnTo>
                  <a:lnTo>
                    <a:pt x="71895" y="1222169"/>
                  </a:lnTo>
                  <a:lnTo>
                    <a:pt x="0" y="122843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601186"/>
              <a:ext cx="5679782" cy="488976"/>
            </a:xfrm>
            <a:custGeom>
              <a:avLst/>
              <a:pathLst>
                <a:path w="5679782" h="488976">
                  <a:moveTo>
                    <a:pt x="0" y="0"/>
                  </a:moveTo>
                  <a:lnTo>
                    <a:pt x="71895" y="12891"/>
                  </a:lnTo>
                  <a:lnTo>
                    <a:pt x="143791" y="25732"/>
                  </a:lnTo>
                  <a:lnTo>
                    <a:pt x="215687" y="38522"/>
                  </a:lnTo>
                  <a:lnTo>
                    <a:pt x="287583" y="51257"/>
                  </a:lnTo>
                  <a:lnTo>
                    <a:pt x="359479" y="63935"/>
                  </a:lnTo>
                  <a:lnTo>
                    <a:pt x="431375" y="76553"/>
                  </a:lnTo>
                  <a:lnTo>
                    <a:pt x="503271" y="89108"/>
                  </a:lnTo>
                  <a:lnTo>
                    <a:pt x="575167" y="101597"/>
                  </a:lnTo>
                  <a:lnTo>
                    <a:pt x="647063" y="114015"/>
                  </a:lnTo>
                  <a:lnTo>
                    <a:pt x="718959" y="126361"/>
                  </a:lnTo>
                  <a:lnTo>
                    <a:pt x="790855" y="138629"/>
                  </a:lnTo>
                  <a:lnTo>
                    <a:pt x="862751" y="150815"/>
                  </a:lnTo>
                  <a:lnTo>
                    <a:pt x="934647" y="162916"/>
                  </a:lnTo>
                  <a:lnTo>
                    <a:pt x="1006543" y="174926"/>
                  </a:lnTo>
                  <a:lnTo>
                    <a:pt x="1078439" y="186841"/>
                  </a:lnTo>
                  <a:lnTo>
                    <a:pt x="1150335" y="198655"/>
                  </a:lnTo>
                  <a:lnTo>
                    <a:pt x="1222231" y="210363"/>
                  </a:lnTo>
                  <a:lnTo>
                    <a:pt x="1294127" y="221958"/>
                  </a:lnTo>
                  <a:lnTo>
                    <a:pt x="1366023" y="233435"/>
                  </a:lnTo>
                  <a:lnTo>
                    <a:pt x="1437919" y="244787"/>
                  </a:lnTo>
                  <a:lnTo>
                    <a:pt x="1509815" y="256006"/>
                  </a:lnTo>
                  <a:lnTo>
                    <a:pt x="1581711" y="267086"/>
                  </a:lnTo>
                  <a:lnTo>
                    <a:pt x="1653607" y="278018"/>
                  </a:lnTo>
                  <a:lnTo>
                    <a:pt x="1725503" y="288794"/>
                  </a:lnTo>
                  <a:lnTo>
                    <a:pt x="1797399" y="299406"/>
                  </a:lnTo>
                  <a:lnTo>
                    <a:pt x="1869295" y="309843"/>
                  </a:lnTo>
                  <a:lnTo>
                    <a:pt x="1941191" y="320097"/>
                  </a:lnTo>
                  <a:lnTo>
                    <a:pt x="2013087" y="330157"/>
                  </a:lnTo>
                  <a:lnTo>
                    <a:pt x="2084983" y="340013"/>
                  </a:lnTo>
                  <a:lnTo>
                    <a:pt x="2156879" y="349653"/>
                  </a:lnTo>
                  <a:lnTo>
                    <a:pt x="2228775" y="359067"/>
                  </a:lnTo>
                  <a:lnTo>
                    <a:pt x="2300671" y="368242"/>
                  </a:lnTo>
                  <a:lnTo>
                    <a:pt x="2372567" y="377166"/>
                  </a:lnTo>
                  <a:lnTo>
                    <a:pt x="2444463" y="385827"/>
                  </a:lnTo>
                  <a:lnTo>
                    <a:pt x="2516359" y="394212"/>
                  </a:lnTo>
                  <a:lnTo>
                    <a:pt x="2588255" y="402309"/>
                  </a:lnTo>
                  <a:lnTo>
                    <a:pt x="2660151" y="410105"/>
                  </a:lnTo>
                  <a:lnTo>
                    <a:pt x="2732047" y="417587"/>
                  </a:lnTo>
                  <a:lnTo>
                    <a:pt x="2803943" y="424743"/>
                  </a:lnTo>
                  <a:lnTo>
                    <a:pt x="2875839" y="431562"/>
                  </a:lnTo>
                  <a:lnTo>
                    <a:pt x="2947735" y="438031"/>
                  </a:lnTo>
                  <a:lnTo>
                    <a:pt x="3019631" y="444140"/>
                  </a:lnTo>
                  <a:lnTo>
                    <a:pt x="3091527" y="449880"/>
                  </a:lnTo>
                  <a:lnTo>
                    <a:pt x="3163423" y="455241"/>
                  </a:lnTo>
                  <a:lnTo>
                    <a:pt x="3235319" y="460216"/>
                  </a:lnTo>
                  <a:lnTo>
                    <a:pt x="3307215" y="464798"/>
                  </a:lnTo>
                  <a:lnTo>
                    <a:pt x="3379111" y="468982"/>
                  </a:lnTo>
                  <a:lnTo>
                    <a:pt x="3451007" y="472766"/>
                  </a:lnTo>
                  <a:lnTo>
                    <a:pt x="3522902" y="476146"/>
                  </a:lnTo>
                  <a:lnTo>
                    <a:pt x="3594798" y="479123"/>
                  </a:lnTo>
                  <a:lnTo>
                    <a:pt x="3666694" y="481698"/>
                  </a:lnTo>
                  <a:lnTo>
                    <a:pt x="3738590" y="483875"/>
                  </a:lnTo>
                  <a:lnTo>
                    <a:pt x="3810486" y="485656"/>
                  </a:lnTo>
                  <a:lnTo>
                    <a:pt x="3882382" y="487050"/>
                  </a:lnTo>
                  <a:lnTo>
                    <a:pt x="3954278" y="488061"/>
                  </a:lnTo>
                  <a:lnTo>
                    <a:pt x="4026174" y="488701"/>
                  </a:lnTo>
                  <a:lnTo>
                    <a:pt x="4098070" y="488976"/>
                  </a:lnTo>
                  <a:lnTo>
                    <a:pt x="4169966" y="488899"/>
                  </a:lnTo>
                  <a:lnTo>
                    <a:pt x="4241862" y="488480"/>
                  </a:lnTo>
                  <a:lnTo>
                    <a:pt x="4313758" y="487731"/>
                  </a:lnTo>
                  <a:lnTo>
                    <a:pt x="4385654" y="486665"/>
                  </a:lnTo>
                  <a:lnTo>
                    <a:pt x="4457550" y="485293"/>
                  </a:lnTo>
                  <a:lnTo>
                    <a:pt x="4529446" y="483628"/>
                  </a:lnTo>
                  <a:lnTo>
                    <a:pt x="4601342" y="481684"/>
                  </a:lnTo>
                  <a:lnTo>
                    <a:pt x="4673238" y="479472"/>
                  </a:lnTo>
                  <a:lnTo>
                    <a:pt x="4745134" y="477005"/>
                  </a:lnTo>
                  <a:lnTo>
                    <a:pt x="4817030" y="474295"/>
                  </a:lnTo>
                  <a:lnTo>
                    <a:pt x="4888926" y="471355"/>
                  </a:lnTo>
                  <a:lnTo>
                    <a:pt x="4960822" y="468196"/>
                  </a:lnTo>
                  <a:lnTo>
                    <a:pt x="5032718" y="464828"/>
                  </a:lnTo>
                  <a:lnTo>
                    <a:pt x="5104614" y="461263"/>
                  </a:lnTo>
                  <a:lnTo>
                    <a:pt x="5176510" y="457512"/>
                  </a:lnTo>
                  <a:lnTo>
                    <a:pt x="5248406" y="453583"/>
                  </a:lnTo>
                  <a:lnTo>
                    <a:pt x="5320302" y="449486"/>
                  </a:lnTo>
                  <a:lnTo>
                    <a:pt x="5392198" y="445230"/>
                  </a:lnTo>
                  <a:lnTo>
                    <a:pt x="5464094" y="440824"/>
                  </a:lnTo>
                  <a:lnTo>
                    <a:pt x="5535990" y="436276"/>
                  </a:lnTo>
                  <a:lnTo>
                    <a:pt x="5607886" y="431593"/>
                  </a:lnTo>
                  <a:lnTo>
                    <a:pt x="5679782" y="42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663063"/>
              <a:ext cx="5679782" cy="263158"/>
            </a:xfrm>
            <a:custGeom>
              <a:avLst/>
              <a:pathLst>
                <a:path w="5679782" h="263158">
                  <a:moveTo>
                    <a:pt x="5679782" y="263158"/>
                  </a:moveTo>
                  <a:lnTo>
                    <a:pt x="5607886" y="251723"/>
                  </a:lnTo>
                  <a:lnTo>
                    <a:pt x="5535990" y="240415"/>
                  </a:lnTo>
                  <a:lnTo>
                    <a:pt x="5464094" y="229241"/>
                  </a:lnTo>
                  <a:lnTo>
                    <a:pt x="5392198" y="218210"/>
                  </a:lnTo>
                  <a:lnTo>
                    <a:pt x="5320302" y="207329"/>
                  </a:lnTo>
                  <a:lnTo>
                    <a:pt x="5248406" y="196608"/>
                  </a:lnTo>
                  <a:lnTo>
                    <a:pt x="5176510" y="186053"/>
                  </a:lnTo>
                  <a:lnTo>
                    <a:pt x="5104614" y="175677"/>
                  </a:lnTo>
                  <a:lnTo>
                    <a:pt x="5032718" y="165487"/>
                  </a:lnTo>
                  <a:lnTo>
                    <a:pt x="4960822" y="155494"/>
                  </a:lnTo>
                  <a:lnTo>
                    <a:pt x="4888926" y="145709"/>
                  </a:lnTo>
                  <a:lnTo>
                    <a:pt x="4817030" y="136144"/>
                  </a:lnTo>
                  <a:lnTo>
                    <a:pt x="4745134" y="126810"/>
                  </a:lnTo>
                  <a:lnTo>
                    <a:pt x="4673238" y="117718"/>
                  </a:lnTo>
                  <a:lnTo>
                    <a:pt x="4601342" y="108881"/>
                  </a:lnTo>
                  <a:lnTo>
                    <a:pt x="4529446" y="100311"/>
                  </a:lnTo>
                  <a:lnTo>
                    <a:pt x="4457550" y="92021"/>
                  </a:lnTo>
                  <a:lnTo>
                    <a:pt x="4385654" y="84024"/>
                  </a:lnTo>
                  <a:lnTo>
                    <a:pt x="4313758" y="76332"/>
                  </a:lnTo>
                  <a:lnTo>
                    <a:pt x="4241862" y="68958"/>
                  </a:lnTo>
                  <a:lnTo>
                    <a:pt x="4169966" y="61914"/>
                  </a:lnTo>
                  <a:lnTo>
                    <a:pt x="4098070" y="55212"/>
                  </a:lnTo>
                  <a:lnTo>
                    <a:pt x="4026174" y="48863"/>
                  </a:lnTo>
                  <a:lnTo>
                    <a:pt x="3954278" y="42877"/>
                  </a:lnTo>
                  <a:lnTo>
                    <a:pt x="3882382" y="37263"/>
                  </a:lnTo>
                  <a:lnTo>
                    <a:pt x="3810486" y="32031"/>
                  </a:lnTo>
                  <a:lnTo>
                    <a:pt x="3738590" y="27188"/>
                  </a:lnTo>
                  <a:lnTo>
                    <a:pt x="3666694" y="22739"/>
                  </a:lnTo>
                  <a:lnTo>
                    <a:pt x="3594798" y="18689"/>
                  </a:lnTo>
                  <a:lnTo>
                    <a:pt x="3522902" y="15041"/>
                  </a:lnTo>
                  <a:lnTo>
                    <a:pt x="3451007" y="11797"/>
                  </a:lnTo>
                  <a:lnTo>
                    <a:pt x="3379111" y="8955"/>
                  </a:lnTo>
                  <a:lnTo>
                    <a:pt x="3307215" y="6514"/>
                  </a:lnTo>
                  <a:lnTo>
                    <a:pt x="3235319" y="4471"/>
                  </a:lnTo>
                  <a:lnTo>
                    <a:pt x="3163423" y="2821"/>
                  </a:lnTo>
                  <a:lnTo>
                    <a:pt x="3091527" y="1557"/>
                  </a:lnTo>
                  <a:lnTo>
                    <a:pt x="3019631" y="671"/>
                  </a:lnTo>
                  <a:lnTo>
                    <a:pt x="2947735" y="155"/>
                  </a:lnTo>
                  <a:lnTo>
                    <a:pt x="2875839" y="0"/>
                  </a:lnTo>
                  <a:lnTo>
                    <a:pt x="2803943" y="193"/>
                  </a:lnTo>
                  <a:lnTo>
                    <a:pt x="2732047" y="724"/>
                  </a:lnTo>
                  <a:lnTo>
                    <a:pt x="2660151" y="1581"/>
                  </a:lnTo>
                  <a:lnTo>
                    <a:pt x="2588255" y="2752"/>
                  </a:lnTo>
                  <a:lnTo>
                    <a:pt x="2516359" y="4224"/>
                  </a:lnTo>
                  <a:lnTo>
                    <a:pt x="2444463" y="5984"/>
                  </a:lnTo>
                  <a:lnTo>
                    <a:pt x="2372567" y="8020"/>
                  </a:lnTo>
                  <a:lnTo>
                    <a:pt x="2300671" y="10319"/>
                  </a:lnTo>
                  <a:lnTo>
                    <a:pt x="2228775" y="12868"/>
                  </a:lnTo>
                  <a:lnTo>
                    <a:pt x="2156879" y="15657"/>
                  </a:lnTo>
                  <a:lnTo>
                    <a:pt x="2084983" y="18672"/>
                  </a:lnTo>
                  <a:lnTo>
                    <a:pt x="2013087" y="21902"/>
                  </a:lnTo>
                  <a:lnTo>
                    <a:pt x="1941191" y="25337"/>
                  </a:lnTo>
                  <a:lnTo>
                    <a:pt x="1869295" y="28966"/>
                  </a:lnTo>
                  <a:lnTo>
                    <a:pt x="1797399" y="32779"/>
                  </a:lnTo>
                  <a:lnTo>
                    <a:pt x="1725503" y="36765"/>
                  </a:lnTo>
                  <a:lnTo>
                    <a:pt x="1653607" y="40916"/>
                  </a:lnTo>
                  <a:lnTo>
                    <a:pt x="1581711" y="45223"/>
                  </a:lnTo>
                  <a:lnTo>
                    <a:pt x="1509815" y="49678"/>
                  </a:lnTo>
                  <a:lnTo>
                    <a:pt x="1437919" y="54272"/>
                  </a:lnTo>
                  <a:lnTo>
                    <a:pt x="1366023" y="58999"/>
                  </a:lnTo>
                  <a:lnTo>
                    <a:pt x="1294127" y="63851"/>
                  </a:lnTo>
                  <a:lnTo>
                    <a:pt x="1222231" y="68821"/>
                  </a:lnTo>
                  <a:lnTo>
                    <a:pt x="1150335" y="73904"/>
                  </a:lnTo>
                  <a:lnTo>
                    <a:pt x="1078439" y="79092"/>
                  </a:lnTo>
                  <a:lnTo>
                    <a:pt x="1006543" y="84382"/>
                  </a:lnTo>
                  <a:lnTo>
                    <a:pt x="934647" y="89767"/>
                  </a:lnTo>
                  <a:lnTo>
                    <a:pt x="862751" y="95243"/>
                  </a:lnTo>
                  <a:lnTo>
                    <a:pt x="790855" y="100804"/>
                  </a:lnTo>
                  <a:lnTo>
                    <a:pt x="718959" y="106447"/>
                  </a:lnTo>
                  <a:lnTo>
                    <a:pt x="647063" y="112167"/>
                  </a:lnTo>
                  <a:lnTo>
                    <a:pt x="575167" y="117961"/>
                  </a:lnTo>
                  <a:lnTo>
                    <a:pt x="503271" y="123824"/>
                  </a:lnTo>
                  <a:lnTo>
                    <a:pt x="431375" y="129754"/>
                  </a:lnTo>
                  <a:lnTo>
                    <a:pt x="359479" y="135747"/>
                  </a:lnTo>
                  <a:lnTo>
                    <a:pt x="287583" y="141800"/>
                  </a:lnTo>
                  <a:lnTo>
                    <a:pt x="215687" y="147910"/>
                  </a:lnTo>
                  <a:lnTo>
                    <a:pt x="143791" y="154075"/>
                  </a:lnTo>
                  <a:lnTo>
                    <a:pt x="71895" y="160291"/>
                  </a:lnTo>
                  <a:lnTo>
                    <a:pt x="0" y="166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4215403"/>
              <a:ext cx="5679782" cy="261692"/>
            </a:xfrm>
            <a:custGeom>
              <a:avLst/>
              <a:pathLst>
                <a:path w="5679782" h="261692">
                  <a:moveTo>
                    <a:pt x="0" y="0"/>
                  </a:moveTo>
                  <a:lnTo>
                    <a:pt x="71895" y="3312"/>
                  </a:lnTo>
                  <a:lnTo>
                    <a:pt x="143791" y="6625"/>
                  </a:lnTo>
                  <a:lnTo>
                    <a:pt x="215687" y="9937"/>
                  </a:lnTo>
                  <a:lnTo>
                    <a:pt x="287583" y="13250"/>
                  </a:lnTo>
                  <a:lnTo>
                    <a:pt x="359479" y="16562"/>
                  </a:lnTo>
                  <a:lnTo>
                    <a:pt x="431375" y="19875"/>
                  </a:lnTo>
                  <a:lnTo>
                    <a:pt x="503271" y="23187"/>
                  </a:lnTo>
                  <a:lnTo>
                    <a:pt x="575167" y="26500"/>
                  </a:lnTo>
                  <a:lnTo>
                    <a:pt x="647063" y="29813"/>
                  </a:lnTo>
                  <a:lnTo>
                    <a:pt x="718959" y="33125"/>
                  </a:lnTo>
                  <a:lnTo>
                    <a:pt x="790855" y="36438"/>
                  </a:lnTo>
                  <a:lnTo>
                    <a:pt x="862751" y="39750"/>
                  </a:lnTo>
                  <a:lnTo>
                    <a:pt x="934647" y="43063"/>
                  </a:lnTo>
                  <a:lnTo>
                    <a:pt x="1006543" y="46375"/>
                  </a:lnTo>
                  <a:lnTo>
                    <a:pt x="1078439" y="49688"/>
                  </a:lnTo>
                  <a:lnTo>
                    <a:pt x="1150335" y="53000"/>
                  </a:lnTo>
                  <a:lnTo>
                    <a:pt x="1222231" y="56313"/>
                  </a:lnTo>
                  <a:lnTo>
                    <a:pt x="1294127" y="59626"/>
                  </a:lnTo>
                  <a:lnTo>
                    <a:pt x="1366023" y="62938"/>
                  </a:lnTo>
                  <a:lnTo>
                    <a:pt x="1437919" y="66251"/>
                  </a:lnTo>
                  <a:lnTo>
                    <a:pt x="1509815" y="69563"/>
                  </a:lnTo>
                  <a:lnTo>
                    <a:pt x="1581711" y="72876"/>
                  </a:lnTo>
                  <a:lnTo>
                    <a:pt x="1653607" y="76188"/>
                  </a:lnTo>
                  <a:lnTo>
                    <a:pt x="1725503" y="79501"/>
                  </a:lnTo>
                  <a:lnTo>
                    <a:pt x="1797399" y="82814"/>
                  </a:lnTo>
                  <a:lnTo>
                    <a:pt x="1869295" y="86126"/>
                  </a:lnTo>
                  <a:lnTo>
                    <a:pt x="1941191" y="89439"/>
                  </a:lnTo>
                  <a:lnTo>
                    <a:pt x="2013087" y="92751"/>
                  </a:lnTo>
                  <a:lnTo>
                    <a:pt x="2084983" y="96064"/>
                  </a:lnTo>
                  <a:lnTo>
                    <a:pt x="2156879" y="99376"/>
                  </a:lnTo>
                  <a:lnTo>
                    <a:pt x="2228775" y="102689"/>
                  </a:lnTo>
                  <a:lnTo>
                    <a:pt x="2300671" y="106001"/>
                  </a:lnTo>
                  <a:lnTo>
                    <a:pt x="2372567" y="109314"/>
                  </a:lnTo>
                  <a:lnTo>
                    <a:pt x="2444463" y="112627"/>
                  </a:lnTo>
                  <a:lnTo>
                    <a:pt x="2516359" y="115939"/>
                  </a:lnTo>
                  <a:lnTo>
                    <a:pt x="2588255" y="119252"/>
                  </a:lnTo>
                  <a:lnTo>
                    <a:pt x="2660151" y="122564"/>
                  </a:lnTo>
                  <a:lnTo>
                    <a:pt x="2732047" y="125877"/>
                  </a:lnTo>
                  <a:lnTo>
                    <a:pt x="2803943" y="129189"/>
                  </a:lnTo>
                  <a:lnTo>
                    <a:pt x="2875839" y="132502"/>
                  </a:lnTo>
                  <a:lnTo>
                    <a:pt x="2947735" y="135814"/>
                  </a:lnTo>
                  <a:lnTo>
                    <a:pt x="3019631" y="139127"/>
                  </a:lnTo>
                  <a:lnTo>
                    <a:pt x="3091527" y="142440"/>
                  </a:lnTo>
                  <a:lnTo>
                    <a:pt x="3163423" y="145752"/>
                  </a:lnTo>
                  <a:lnTo>
                    <a:pt x="3235319" y="149065"/>
                  </a:lnTo>
                  <a:lnTo>
                    <a:pt x="3307215" y="152377"/>
                  </a:lnTo>
                  <a:lnTo>
                    <a:pt x="3379111" y="155690"/>
                  </a:lnTo>
                  <a:lnTo>
                    <a:pt x="3451007" y="159002"/>
                  </a:lnTo>
                  <a:lnTo>
                    <a:pt x="3522902" y="162315"/>
                  </a:lnTo>
                  <a:lnTo>
                    <a:pt x="3594798" y="165628"/>
                  </a:lnTo>
                  <a:lnTo>
                    <a:pt x="3666694" y="168940"/>
                  </a:lnTo>
                  <a:lnTo>
                    <a:pt x="3738590" y="172253"/>
                  </a:lnTo>
                  <a:lnTo>
                    <a:pt x="3810486" y="175565"/>
                  </a:lnTo>
                  <a:lnTo>
                    <a:pt x="3882382" y="178878"/>
                  </a:lnTo>
                  <a:lnTo>
                    <a:pt x="3954278" y="182190"/>
                  </a:lnTo>
                  <a:lnTo>
                    <a:pt x="4026174" y="185503"/>
                  </a:lnTo>
                  <a:lnTo>
                    <a:pt x="4098070" y="188815"/>
                  </a:lnTo>
                  <a:lnTo>
                    <a:pt x="4169966" y="192128"/>
                  </a:lnTo>
                  <a:lnTo>
                    <a:pt x="4241862" y="195441"/>
                  </a:lnTo>
                  <a:lnTo>
                    <a:pt x="4313758" y="198753"/>
                  </a:lnTo>
                  <a:lnTo>
                    <a:pt x="4385654" y="202066"/>
                  </a:lnTo>
                  <a:lnTo>
                    <a:pt x="4457550" y="205378"/>
                  </a:lnTo>
                  <a:lnTo>
                    <a:pt x="4529446" y="208691"/>
                  </a:lnTo>
                  <a:lnTo>
                    <a:pt x="4601342" y="212003"/>
                  </a:lnTo>
                  <a:lnTo>
                    <a:pt x="4673238" y="215316"/>
                  </a:lnTo>
                  <a:lnTo>
                    <a:pt x="4745134" y="218628"/>
                  </a:lnTo>
                  <a:lnTo>
                    <a:pt x="4817030" y="221941"/>
                  </a:lnTo>
                  <a:lnTo>
                    <a:pt x="4888926" y="225254"/>
                  </a:lnTo>
                  <a:lnTo>
                    <a:pt x="4960822" y="228566"/>
                  </a:lnTo>
                  <a:lnTo>
                    <a:pt x="5032718" y="231879"/>
                  </a:lnTo>
                  <a:lnTo>
                    <a:pt x="5104614" y="235191"/>
                  </a:lnTo>
                  <a:lnTo>
                    <a:pt x="5176510" y="238504"/>
                  </a:lnTo>
                  <a:lnTo>
                    <a:pt x="5248406" y="241816"/>
                  </a:lnTo>
                  <a:lnTo>
                    <a:pt x="5320302" y="245129"/>
                  </a:lnTo>
                  <a:lnTo>
                    <a:pt x="5392198" y="248442"/>
                  </a:lnTo>
                  <a:lnTo>
                    <a:pt x="5464094" y="251754"/>
                  </a:lnTo>
                  <a:lnTo>
                    <a:pt x="5535990" y="255067"/>
                  </a:lnTo>
                  <a:lnTo>
                    <a:pt x="5607886" y="258379"/>
                  </a:lnTo>
                  <a:lnTo>
                    <a:pt x="5679782" y="26169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05236" y="4486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05236" y="4610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405236" y="46936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550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44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557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366854" y="4243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366854" y="38484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366854" y="41901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9636" y="4875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829636" y="44987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829636" y="48390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767095" y="37334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767095" y="40999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767095" y="3941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950948" y="38025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950948" y="40514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0948" y="40457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81749" y="54037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181749" y="53690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7943" y="54772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3654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866848"/>
              <a:ext cx="5679782" cy="1106932"/>
            </a:xfrm>
            <a:custGeom>
              <a:avLst/>
              <a:pathLst>
                <a:path w="5679782" h="1106932">
                  <a:moveTo>
                    <a:pt x="0" y="0"/>
                  </a:moveTo>
                  <a:lnTo>
                    <a:pt x="71895" y="10723"/>
                  </a:lnTo>
                  <a:lnTo>
                    <a:pt x="143791" y="21405"/>
                  </a:lnTo>
                  <a:lnTo>
                    <a:pt x="215687" y="32042"/>
                  </a:lnTo>
                  <a:lnTo>
                    <a:pt x="287583" y="42631"/>
                  </a:lnTo>
                  <a:lnTo>
                    <a:pt x="359479" y="53172"/>
                  </a:lnTo>
                  <a:lnTo>
                    <a:pt x="431375" y="63661"/>
                  </a:lnTo>
                  <a:lnTo>
                    <a:pt x="503271" y="74096"/>
                  </a:lnTo>
                  <a:lnTo>
                    <a:pt x="575167" y="84474"/>
                  </a:lnTo>
                  <a:lnTo>
                    <a:pt x="647063" y="94792"/>
                  </a:lnTo>
                  <a:lnTo>
                    <a:pt x="718959" y="105046"/>
                  </a:lnTo>
                  <a:lnTo>
                    <a:pt x="790855" y="115234"/>
                  </a:lnTo>
                  <a:lnTo>
                    <a:pt x="862751" y="125352"/>
                  </a:lnTo>
                  <a:lnTo>
                    <a:pt x="934647" y="135396"/>
                  </a:lnTo>
                  <a:lnTo>
                    <a:pt x="1006543" y="145362"/>
                  </a:lnTo>
                  <a:lnTo>
                    <a:pt x="1078439" y="155246"/>
                  </a:lnTo>
                  <a:lnTo>
                    <a:pt x="1150335" y="165044"/>
                  </a:lnTo>
                  <a:lnTo>
                    <a:pt x="1222231" y="174749"/>
                  </a:lnTo>
                  <a:lnTo>
                    <a:pt x="1294127" y="184359"/>
                  </a:lnTo>
                  <a:lnTo>
                    <a:pt x="1366023" y="193866"/>
                  </a:lnTo>
                  <a:lnTo>
                    <a:pt x="1437919" y="203265"/>
                  </a:lnTo>
                  <a:lnTo>
                    <a:pt x="1509815" y="212551"/>
                  </a:lnTo>
                  <a:lnTo>
                    <a:pt x="1581711" y="221717"/>
                  </a:lnTo>
                  <a:lnTo>
                    <a:pt x="1653607" y="230756"/>
                  </a:lnTo>
                  <a:lnTo>
                    <a:pt x="1725503" y="239660"/>
                  </a:lnTo>
                  <a:lnTo>
                    <a:pt x="1797399" y="248423"/>
                  </a:lnTo>
                  <a:lnTo>
                    <a:pt x="1869295" y="257037"/>
                  </a:lnTo>
                  <a:lnTo>
                    <a:pt x="1941191" y="265493"/>
                  </a:lnTo>
                  <a:lnTo>
                    <a:pt x="2013087" y="273783"/>
                  </a:lnTo>
                  <a:lnTo>
                    <a:pt x="2084983" y="281897"/>
                  </a:lnTo>
                  <a:lnTo>
                    <a:pt x="2156879" y="289827"/>
                  </a:lnTo>
                  <a:lnTo>
                    <a:pt x="2228775" y="297562"/>
                  </a:lnTo>
                  <a:lnTo>
                    <a:pt x="2300671" y="305093"/>
                  </a:lnTo>
                  <a:lnTo>
                    <a:pt x="2372567" y="312409"/>
                  </a:lnTo>
                  <a:lnTo>
                    <a:pt x="2444463" y="319501"/>
                  </a:lnTo>
                  <a:lnTo>
                    <a:pt x="2516359" y="326357"/>
                  </a:lnTo>
                  <a:lnTo>
                    <a:pt x="2588255" y="332967"/>
                  </a:lnTo>
                  <a:lnTo>
                    <a:pt x="2660151" y="339321"/>
                  </a:lnTo>
                  <a:lnTo>
                    <a:pt x="2732047" y="345408"/>
                  </a:lnTo>
                  <a:lnTo>
                    <a:pt x="2803943" y="351217"/>
                  </a:lnTo>
                  <a:lnTo>
                    <a:pt x="2875839" y="356740"/>
                  </a:lnTo>
                  <a:lnTo>
                    <a:pt x="2947735" y="361967"/>
                  </a:lnTo>
                  <a:lnTo>
                    <a:pt x="3019631" y="366890"/>
                  </a:lnTo>
                  <a:lnTo>
                    <a:pt x="3091527" y="371500"/>
                  </a:lnTo>
                  <a:lnTo>
                    <a:pt x="3163423" y="375791"/>
                  </a:lnTo>
                  <a:lnTo>
                    <a:pt x="3235319" y="379756"/>
                  </a:lnTo>
                  <a:lnTo>
                    <a:pt x="3307215" y="383391"/>
                  </a:lnTo>
                  <a:lnTo>
                    <a:pt x="3379111" y="386693"/>
                  </a:lnTo>
                  <a:lnTo>
                    <a:pt x="3451007" y="389658"/>
                  </a:lnTo>
                  <a:lnTo>
                    <a:pt x="3522902" y="392287"/>
                  </a:lnTo>
                  <a:lnTo>
                    <a:pt x="3594798" y="394578"/>
                  </a:lnTo>
                  <a:lnTo>
                    <a:pt x="3666694" y="396535"/>
                  </a:lnTo>
                  <a:lnTo>
                    <a:pt x="3738590" y="398159"/>
                  </a:lnTo>
                  <a:lnTo>
                    <a:pt x="3810486" y="399456"/>
                  </a:lnTo>
                  <a:lnTo>
                    <a:pt x="3882382" y="400431"/>
                  </a:lnTo>
                  <a:lnTo>
                    <a:pt x="3954278" y="401089"/>
                  </a:lnTo>
                  <a:lnTo>
                    <a:pt x="4026174" y="401439"/>
                  </a:lnTo>
                  <a:lnTo>
                    <a:pt x="4098070" y="401488"/>
                  </a:lnTo>
                  <a:lnTo>
                    <a:pt x="4169966" y="401246"/>
                  </a:lnTo>
                  <a:lnTo>
                    <a:pt x="4241862" y="400722"/>
                  </a:lnTo>
                  <a:lnTo>
                    <a:pt x="4313758" y="399927"/>
                  </a:lnTo>
                  <a:lnTo>
                    <a:pt x="4385654" y="398869"/>
                  </a:lnTo>
                  <a:lnTo>
                    <a:pt x="4457550" y="397561"/>
                  </a:lnTo>
                  <a:lnTo>
                    <a:pt x="4529446" y="396011"/>
                  </a:lnTo>
                  <a:lnTo>
                    <a:pt x="4601342" y="394232"/>
                  </a:lnTo>
                  <a:lnTo>
                    <a:pt x="4673238" y="392233"/>
                  </a:lnTo>
                  <a:lnTo>
                    <a:pt x="4745134" y="390025"/>
                  </a:lnTo>
                  <a:lnTo>
                    <a:pt x="4817030" y="387617"/>
                  </a:lnTo>
                  <a:lnTo>
                    <a:pt x="4888926" y="385020"/>
                  </a:lnTo>
                  <a:lnTo>
                    <a:pt x="4960822" y="382243"/>
                  </a:lnTo>
                  <a:lnTo>
                    <a:pt x="5032718" y="379295"/>
                  </a:lnTo>
                  <a:lnTo>
                    <a:pt x="5104614" y="376186"/>
                  </a:lnTo>
                  <a:lnTo>
                    <a:pt x="5176510" y="372923"/>
                  </a:lnTo>
                  <a:lnTo>
                    <a:pt x="5248406" y="369514"/>
                  </a:lnTo>
                  <a:lnTo>
                    <a:pt x="5320302" y="365968"/>
                  </a:lnTo>
                  <a:lnTo>
                    <a:pt x="5392198" y="362291"/>
                  </a:lnTo>
                  <a:lnTo>
                    <a:pt x="5464094" y="358491"/>
                  </a:lnTo>
                  <a:lnTo>
                    <a:pt x="5535990" y="354574"/>
                  </a:lnTo>
                  <a:lnTo>
                    <a:pt x="5607886" y="350547"/>
                  </a:lnTo>
                  <a:lnTo>
                    <a:pt x="5679782" y="346414"/>
                  </a:lnTo>
                  <a:lnTo>
                    <a:pt x="5679782" y="1106932"/>
                  </a:lnTo>
                  <a:lnTo>
                    <a:pt x="5607886" y="1097373"/>
                  </a:lnTo>
                  <a:lnTo>
                    <a:pt x="5535990" y="1087918"/>
                  </a:lnTo>
                  <a:lnTo>
                    <a:pt x="5464094" y="1078574"/>
                  </a:lnTo>
                  <a:lnTo>
                    <a:pt x="5392198" y="1069347"/>
                  </a:lnTo>
                  <a:lnTo>
                    <a:pt x="5320302" y="1060243"/>
                  </a:lnTo>
                  <a:lnTo>
                    <a:pt x="5248406" y="1051270"/>
                  </a:lnTo>
                  <a:lnTo>
                    <a:pt x="5176510" y="1042435"/>
                  </a:lnTo>
                  <a:lnTo>
                    <a:pt x="5104614" y="1033744"/>
                  </a:lnTo>
                  <a:lnTo>
                    <a:pt x="5032718" y="1025208"/>
                  </a:lnTo>
                  <a:lnTo>
                    <a:pt x="4960822" y="1016833"/>
                  </a:lnTo>
                  <a:lnTo>
                    <a:pt x="4888926" y="1008629"/>
                  </a:lnTo>
                  <a:lnTo>
                    <a:pt x="4817030" y="1000605"/>
                  </a:lnTo>
                  <a:lnTo>
                    <a:pt x="4745134" y="992770"/>
                  </a:lnTo>
                  <a:lnTo>
                    <a:pt x="4673238" y="985135"/>
                  </a:lnTo>
                  <a:lnTo>
                    <a:pt x="4601342" y="977709"/>
                  </a:lnTo>
                  <a:lnTo>
                    <a:pt x="4529446" y="970502"/>
                  </a:lnTo>
                  <a:lnTo>
                    <a:pt x="4457550" y="963526"/>
                  </a:lnTo>
                  <a:lnTo>
                    <a:pt x="4385654" y="956790"/>
                  </a:lnTo>
                  <a:lnTo>
                    <a:pt x="4313758" y="950306"/>
                  </a:lnTo>
                  <a:lnTo>
                    <a:pt x="4241862" y="944083"/>
                  </a:lnTo>
                  <a:lnTo>
                    <a:pt x="4169966" y="938132"/>
                  </a:lnTo>
                  <a:lnTo>
                    <a:pt x="4098070" y="932463"/>
                  </a:lnTo>
                  <a:lnTo>
                    <a:pt x="4026174" y="927085"/>
                  </a:lnTo>
                  <a:lnTo>
                    <a:pt x="3954278" y="922008"/>
                  </a:lnTo>
                  <a:lnTo>
                    <a:pt x="3882382" y="917239"/>
                  </a:lnTo>
                  <a:lnTo>
                    <a:pt x="3810486" y="912787"/>
                  </a:lnTo>
                  <a:lnTo>
                    <a:pt x="3738590" y="908656"/>
                  </a:lnTo>
                  <a:lnTo>
                    <a:pt x="3666694" y="904854"/>
                  </a:lnTo>
                  <a:lnTo>
                    <a:pt x="3594798" y="901384"/>
                  </a:lnTo>
                  <a:lnTo>
                    <a:pt x="3522902" y="898248"/>
                  </a:lnTo>
                  <a:lnTo>
                    <a:pt x="3451007" y="895450"/>
                  </a:lnTo>
                  <a:lnTo>
                    <a:pt x="3379111" y="892988"/>
                  </a:lnTo>
                  <a:lnTo>
                    <a:pt x="3307215" y="890862"/>
                  </a:lnTo>
                  <a:lnTo>
                    <a:pt x="3235319" y="889071"/>
                  </a:lnTo>
                  <a:lnTo>
                    <a:pt x="3163423" y="887609"/>
                  </a:lnTo>
                  <a:lnTo>
                    <a:pt x="3091527" y="886472"/>
                  </a:lnTo>
                  <a:lnTo>
                    <a:pt x="3019631" y="885655"/>
                  </a:lnTo>
                  <a:lnTo>
                    <a:pt x="2947735" y="885151"/>
                  </a:lnTo>
                  <a:lnTo>
                    <a:pt x="2875839" y="884951"/>
                  </a:lnTo>
                  <a:lnTo>
                    <a:pt x="2803943" y="885047"/>
                  </a:lnTo>
                  <a:lnTo>
                    <a:pt x="2732047" y="885429"/>
                  </a:lnTo>
                  <a:lnTo>
                    <a:pt x="2660151" y="886089"/>
                  </a:lnTo>
                  <a:lnTo>
                    <a:pt x="2588255" y="887016"/>
                  </a:lnTo>
                  <a:lnTo>
                    <a:pt x="2516359" y="888199"/>
                  </a:lnTo>
                  <a:lnTo>
                    <a:pt x="2444463" y="889628"/>
                  </a:lnTo>
                  <a:lnTo>
                    <a:pt x="2372567" y="891292"/>
                  </a:lnTo>
                  <a:lnTo>
                    <a:pt x="2300671" y="893182"/>
                  </a:lnTo>
                  <a:lnTo>
                    <a:pt x="2228775" y="895286"/>
                  </a:lnTo>
                  <a:lnTo>
                    <a:pt x="2156879" y="897594"/>
                  </a:lnTo>
                  <a:lnTo>
                    <a:pt x="2084983" y="900096"/>
                  </a:lnTo>
                  <a:lnTo>
                    <a:pt x="2013087" y="902784"/>
                  </a:lnTo>
                  <a:lnTo>
                    <a:pt x="1941191" y="905646"/>
                  </a:lnTo>
                  <a:lnTo>
                    <a:pt x="1869295" y="908675"/>
                  </a:lnTo>
                  <a:lnTo>
                    <a:pt x="1797399" y="911862"/>
                  </a:lnTo>
                  <a:lnTo>
                    <a:pt x="1725503" y="915198"/>
                  </a:lnTo>
                  <a:lnTo>
                    <a:pt x="1653607" y="918676"/>
                  </a:lnTo>
                  <a:lnTo>
                    <a:pt x="1581711" y="922287"/>
                  </a:lnTo>
                  <a:lnTo>
                    <a:pt x="1509815" y="926026"/>
                  </a:lnTo>
                  <a:lnTo>
                    <a:pt x="1437919" y="929885"/>
                  </a:lnTo>
                  <a:lnTo>
                    <a:pt x="1366023" y="933857"/>
                  </a:lnTo>
                  <a:lnTo>
                    <a:pt x="1294127" y="937937"/>
                  </a:lnTo>
                  <a:lnTo>
                    <a:pt x="1222231" y="942119"/>
                  </a:lnTo>
                  <a:lnTo>
                    <a:pt x="1150335" y="946398"/>
                  </a:lnTo>
                  <a:lnTo>
                    <a:pt x="1078439" y="950768"/>
                  </a:lnTo>
                  <a:lnTo>
                    <a:pt x="1006543" y="955225"/>
                  </a:lnTo>
                  <a:lnTo>
                    <a:pt x="934647" y="959764"/>
                  </a:lnTo>
                  <a:lnTo>
                    <a:pt x="862751" y="964381"/>
                  </a:lnTo>
                  <a:lnTo>
                    <a:pt x="790855" y="969072"/>
                  </a:lnTo>
                  <a:lnTo>
                    <a:pt x="718959" y="973833"/>
                  </a:lnTo>
                  <a:lnTo>
                    <a:pt x="647063" y="978660"/>
                  </a:lnTo>
                  <a:lnTo>
                    <a:pt x="575167" y="983551"/>
                  </a:lnTo>
                  <a:lnTo>
                    <a:pt x="503271" y="988502"/>
                  </a:lnTo>
                  <a:lnTo>
                    <a:pt x="431375" y="993510"/>
                  </a:lnTo>
                  <a:lnTo>
                    <a:pt x="359479" y="998572"/>
                  </a:lnTo>
                  <a:lnTo>
                    <a:pt x="287583" y="1003685"/>
                  </a:lnTo>
                  <a:lnTo>
                    <a:pt x="215687" y="1008848"/>
                  </a:lnTo>
                  <a:lnTo>
                    <a:pt x="143791" y="1014058"/>
                  </a:lnTo>
                  <a:lnTo>
                    <a:pt x="71895" y="1019312"/>
                  </a:lnTo>
                  <a:lnTo>
                    <a:pt x="0" y="102460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866848"/>
              <a:ext cx="5679782" cy="401488"/>
            </a:xfrm>
            <a:custGeom>
              <a:avLst/>
              <a:pathLst>
                <a:path w="5679782" h="401488">
                  <a:moveTo>
                    <a:pt x="0" y="0"/>
                  </a:moveTo>
                  <a:lnTo>
                    <a:pt x="71895" y="10723"/>
                  </a:lnTo>
                  <a:lnTo>
                    <a:pt x="143791" y="21405"/>
                  </a:lnTo>
                  <a:lnTo>
                    <a:pt x="215687" y="32042"/>
                  </a:lnTo>
                  <a:lnTo>
                    <a:pt x="287583" y="42631"/>
                  </a:lnTo>
                  <a:lnTo>
                    <a:pt x="359479" y="53172"/>
                  </a:lnTo>
                  <a:lnTo>
                    <a:pt x="431375" y="63661"/>
                  </a:lnTo>
                  <a:lnTo>
                    <a:pt x="503271" y="74096"/>
                  </a:lnTo>
                  <a:lnTo>
                    <a:pt x="575167" y="84474"/>
                  </a:lnTo>
                  <a:lnTo>
                    <a:pt x="647063" y="94792"/>
                  </a:lnTo>
                  <a:lnTo>
                    <a:pt x="718959" y="105046"/>
                  </a:lnTo>
                  <a:lnTo>
                    <a:pt x="790855" y="115234"/>
                  </a:lnTo>
                  <a:lnTo>
                    <a:pt x="862751" y="125352"/>
                  </a:lnTo>
                  <a:lnTo>
                    <a:pt x="934647" y="135396"/>
                  </a:lnTo>
                  <a:lnTo>
                    <a:pt x="1006543" y="145362"/>
                  </a:lnTo>
                  <a:lnTo>
                    <a:pt x="1078439" y="155246"/>
                  </a:lnTo>
                  <a:lnTo>
                    <a:pt x="1150335" y="165044"/>
                  </a:lnTo>
                  <a:lnTo>
                    <a:pt x="1222231" y="174749"/>
                  </a:lnTo>
                  <a:lnTo>
                    <a:pt x="1294127" y="184359"/>
                  </a:lnTo>
                  <a:lnTo>
                    <a:pt x="1366023" y="193866"/>
                  </a:lnTo>
                  <a:lnTo>
                    <a:pt x="1437919" y="203265"/>
                  </a:lnTo>
                  <a:lnTo>
                    <a:pt x="1509815" y="212551"/>
                  </a:lnTo>
                  <a:lnTo>
                    <a:pt x="1581711" y="221717"/>
                  </a:lnTo>
                  <a:lnTo>
                    <a:pt x="1653607" y="230756"/>
                  </a:lnTo>
                  <a:lnTo>
                    <a:pt x="1725503" y="239660"/>
                  </a:lnTo>
                  <a:lnTo>
                    <a:pt x="1797399" y="248423"/>
                  </a:lnTo>
                  <a:lnTo>
                    <a:pt x="1869295" y="257037"/>
                  </a:lnTo>
                  <a:lnTo>
                    <a:pt x="1941191" y="265493"/>
                  </a:lnTo>
                  <a:lnTo>
                    <a:pt x="2013087" y="273783"/>
                  </a:lnTo>
                  <a:lnTo>
                    <a:pt x="2084983" y="281897"/>
                  </a:lnTo>
                  <a:lnTo>
                    <a:pt x="2156879" y="289827"/>
                  </a:lnTo>
                  <a:lnTo>
                    <a:pt x="2228775" y="297562"/>
                  </a:lnTo>
                  <a:lnTo>
                    <a:pt x="2300671" y="305093"/>
                  </a:lnTo>
                  <a:lnTo>
                    <a:pt x="2372567" y="312409"/>
                  </a:lnTo>
                  <a:lnTo>
                    <a:pt x="2444463" y="319501"/>
                  </a:lnTo>
                  <a:lnTo>
                    <a:pt x="2516359" y="326357"/>
                  </a:lnTo>
                  <a:lnTo>
                    <a:pt x="2588255" y="332967"/>
                  </a:lnTo>
                  <a:lnTo>
                    <a:pt x="2660151" y="339321"/>
                  </a:lnTo>
                  <a:lnTo>
                    <a:pt x="2732047" y="345408"/>
                  </a:lnTo>
                  <a:lnTo>
                    <a:pt x="2803943" y="351217"/>
                  </a:lnTo>
                  <a:lnTo>
                    <a:pt x="2875839" y="356740"/>
                  </a:lnTo>
                  <a:lnTo>
                    <a:pt x="2947735" y="361967"/>
                  </a:lnTo>
                  <a:lnTo>
                    <a:pt x="3019631" y="366890"/>
                  </a:lnTo>
                  <a:lnTo>
                    <a:pt x="3091527" y="371500"/>
                  </a:lnTo>
                  <a:lnTo>
                    <a:pt x="3163423" y="375791"/>
                  </a:lnTo>
                  <a:lnTo>
                    <a:pt x="3235319" y="379756"/>
                  </a:lnTo>
                  <a:lnTo>
                    <a:pt x="3307215" y="383391"/>
                  </a:lnTo>
                  <a:lnTo>
                    <a:pt x="3379111" y="386693"/>
                  </a:lnTo>
                  <a:lnTo>
                    <a:pt x="3451007" y="389658"/>
                  </a:lnTo>
                  <a:lnTo>
                    <a:pt x="3522902" y="392287"/>
                  </a:lnTo>
                  <a:lnTo>
                    <a:pt x="3594798" y="394578"/>
                  </a:lnTo>
                  <a:lnTo>
                    <a:pt x="3666694" y="396535"/>
                  </a:lnTo>
                  <a:lnTo>
                    <a:pt x="3738590" y="398159"/>
                  </a:lnTo>
                  <a:lnTo>
                    <a:pt x="3810486" y="399456"/>
                  </a:lnTo>
                  <a:lnTo>
                    <a:pt x="3882382" y="400431"/>
                  </a:lnTo>
                  <a:lnTo>
                    <a:pt x="3954278" y="401089"/>
                  </a:lnTo>
                  <a:lnTo>
                    <a:pt x="4026174" y="401439"/>
                  </a:lnTo>
                  <a:lnTo>
                    <a:pt x="4098070" y="401488"/>
                  </a:lnTo>
                  <a:lnTo>
                    <a:pt x="4169966" y="401246"/>
                  </a:lnTo>
                  <a:lnTo>
                    <a:pt x="4241862" y="400722"/>
                  </a:lnTo>
                  <a:lnTo>
                    <a:pt x="4313758" y="399927"/>
                  </a:lnTo>
                  <a:lnTo>
                    <a:pt x="4385654" y="398869"/>
                  </a:lnTo>
                  <a:lnTo>
                    <a:pt x="4457550" y="397561"/>
                  </a:lnTo>
                  <a:lnTo>
                    <a:pt x="4529446" y="396011"/>
                  </a:lnTo>
                  <a:lnTo>
                    <a:pt x="4601342" y="394232"/>
                  </a:lnTo>
                  <a:lnTo>
                    <a:pt x="4673238" y="392233"/>
                  </a:lnTo>
                  <a:lnTo>
                    <a:pt x="4745134" y="390025"/>
                  </a:lnTo>
                  <a:lnTo>
                    <a:pt x="4817030" y="387617"/>
                  </a:lnTo>
                  <a:lnTo>
                    <a:pt x="4888926" y="385020"/>
                  </a:lnTo>
                  <a:lnTo>
                    <a:pt x="4960822" y="382243"/>
                  </a:lnTo>
                  <a:lnTo>
                    <a:pt x="5032718" y="379295"/>
                  </a:lnTo>
                  <a:lnTo>
                    <a:pt x="5104614" y="376186"/>
                  </a:lnTo>
                  <a:lnTo>
                    <a:pt x="5176510" y="372923"/>
                  </a:lnTo>
                  <a:lnTo>
                    <a:pt x="5248406" y="369514"/>
                  </a:lnTo>
                  <a:lnTo>
                    <a:pt x="5320302" y="365968"/>
                  </a:lnTo>
                  <a:lnTo>
                    <a:pt x="5392198" y="362291"/>
                  </a:lnTo>
                  <a:lnTo>
                    <a:pt x="5464094" y="358491"/>
                  </a:lnTo>
                  <a:lnTo>
                    <a:pt x="5535990" y="354574"/>
                  </a:lnTo>
                  <a:lnTo>
                    <a:pt x="5607886" y="350547"/>
                  </a:lnTo>
                  <a:lnTo>
                    <a:pt x="5679782" y="346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751799"/>
              <a:ext cx="5679782" cy="221981"/>
            </a:xfrm>
            <a:custGeom>
              <a:avLst/>
              <a:pathLst>
                <a:path w="5679782" h="221981">
                  <a:moveTo>
                    <a:pt x="5679782" y="221981"/>
                  </a:moveTo>
                  <a:lnTo>
                    <a:pt x="5607886" y="212422"/>
                  </a:lnTo>
                  <a:lnTo>
                    <a:pt x="5535990" y="202967"/>
                  </a:lnTo>
                  <a:lnTo>
                    <a:pt x="5464094" y="193623"/>
                  </a:lnTo>
                  <a:lnTo>
                    <a:pt x="5392198" y="184396"/>
                  </a:lnTo>
                  <a:lnTo>
                    <a:pt x="5320302" y="175292"/>
                  </a:lnTo>
                  <a:lnTo>
                    <a:pt x="5248406" y="166319"/>
                  </a:lnTo>
                  <a:lnTo>
                    <a:pt x="5176510" y="157483"/>
                  </a:lnTo>
                  <a:lnTo>
                    <a:pt x="5104614" y="148793"/>
                  </a:lnTo>
                  <a:lnTo>
                    <a:pt x="5032718" y="140256"/>
                  </a:lnTo>
                  <a:lnTo>
                    <a:pt x="4960822" y="131882"/>
                  </a:lnTo>
                  <a:lnTo>
                    <a:pt x="4888926" y="123678"/>
                  </a:lnTo>
                  <a:lnTo>
                    <a:pt x="4817030" y="115654"/>
                  </a:lnTo>
                  <a:lnTo>
                    <a:pt x="4745134" y="107819"/>
                  </a:lnTo>
                  <a:lnTo>
                    <a:pt x="4673238" y="100184"/>
                  </a:lnTo>
                  <a:lnTo>
                    <a:pt x="4601342" y="92757"/>
                  </a:lnTo>
                  <a:lnTo>
                    <a:pt x="4529446" y="85551"/>
                  </a:lnTo>
                  <a:lnTo>
                    <a:pt x="4457550" y="78575"/>
                  </a:lnTo>
                  <a:lnTo>
                    <a:pt x="4385654" y="71839"/>
                  </a:lnTo>
                  <a:lnTo>
                    <a:pt x="4313758" y="65355"/>
                  </a:lnTo>
                  <a:lnTo>
                    <a:pt x="4241862" y="59132"/>
                  </a:lnTo>
                  <a:lnTo>
                    <a:pt x="4169966" y="53181"/>
                  </a:lnTo>
                  <a:lnTo>
                    <a:pt x="4098070" y="47512"/>
                  </a:lnTo>
                  <a:lnTo>
                    <a:pt x="4026174" y="42134"/>
                  </a:lnTo>
                  <a:lnTo>
                    <a:pt x="3954278" y="37057"/>
                  </a:lnTo>
                  <a:lnTo>
                    <a:pt x="3882382" y="32288"/>
                  </a:lnTo>
                  <a:lnTo>
                    <a:pt x="3810486" y="27835"/>
                  </a:lnTo>
                  <a:lnTo>
                    <a:pt x="3738590" y="23705"/>
                  </a:lnTo>
                  <a:lnTo>
                    <a:pt x="3666694" y="19903"/>
                  </a:lnTo>
                  <a:lnTo>
                    <a:pt x="3594798" y="16432"/>
                  </a:lnTo>
                  <a:lnTo>
                    <a:pt x="3522902" y="13297"/>
                  </a:lnTo>
                  <a:lnTo>
                    <a:pt x="3451007" y="10498"/>
                  </a:lnTo>
                  <a:lnTo>
                    <a:pt x="3379111" y="8037"/>
                  </a:lnTo>
                  <a:lnTo>
                    <a:pt x="3307215" y="5911"/>
                  </a:lnTo>
                  <a:lnTo>
                    <a:pt x="3235319" y="4119"/>
                  </a:lnTo>
                  <a:lnTo>
                    <a:pt x="3163423" y="2658"/>
                  </a:lnTo>
                  <a:lnTo>
                    <a:pt x="3091527" y="1521"/>
                  </a:lnTo>
                  <a:lnTo>
                    <a:pt x="3019631" y="704"/>
                  </a:lnTo>
                  <a:lnTo>
                    <a:pt x="2947735" y="200"/>
                  </a:lnTo>
                  <a:lnTo>
                    <a:pt x="2875839" y="0"/>
                  </a:lnTo>
                  <a:lnTo>
                    <a:pt x="2803943" y="95"/>
                  </a:lnTo>
                  <a:lnTo>
                    <a:pt x="2732047" y="478"/>
                  </a:lnTo>
                  <a:lnTo>
                    <a:pt x="2660151" y="1138"/>
                  </a:lnTo>
                  <a:lnTo>
                    <a:pt x="2588255" y="2064"/>
                  </a:lnTo>
                  <a:lnTo>
                    <a:pt x="2516359" y="3247"/>
                  </a:lnTo>
                  <a:lnTo>
                    <a:pt x="2444463" y="4677"/>
                  </a:lnTo>
                  <a:lnTo>
                    <a:pt x="2372567" y="6341"/>
                  </a:lnTo>
                  <a:lnTo>
                    <a:pt x="2300671" y="8230"/>
                  </a:lnTo>
                  <a:lnTo>
                    <a:pt x="2228775" y="10334"/>
                  </a:lnTo>
                  <a:lnTo>
                    <a:pt x="2156879" y="12643"/>
                  </a:lnTo>
                  <a:lnTo>
                    <a:pt x="2084983" y="15145"/>
                  </a:lnTo>
                  <a:lnTo>
                    <a:pt x="2013087" y="17832"/>
                  </a:lnTo>
                  <a:lnTo>
                    <a:pt x="1941191" y="20695"/>
                  </a:lnTo>
                  <a:lnTo>
                    <a:pt x="1869295" y="23724"/>
                  </a:lnTo>
                  <a:lnTo>
                    <a:pt x="1797399" y="26911"/>
                  </a:lnTo>
                  <a:lnTo>
                    <a:pt x="1725503" y="30247"/>
                  </a:lnTo>
                  <a:lnTo>
                    <a:pt x="1653607" y="33724"/>
                  </a:lnTo>
                  <a:lnTo>
                    <a:pt x="1581711" y="37336"/>
                  </a:lnTo>
                  <a:lnTo>
                    <a:pt x="1509815" y="41075"/>
                  </a:lnTo>
                  <a:lnTo>
                    <a:pt x="1437919" y="44933"/>
                  </a:lnTo>
                  <a:lnTo>
                    <a:pt x="1366023" y="48906"/>
                  </a:lnTo>
                  <a:lnTo>
                    <a:pt x="1294127" y="52986"/>
                  </a:lnTo>
                  <a:lnTo>
                    <a:pt x="1222231" y="57168"/>
                  </a:lnTo>
                  <a:lnTo>
                    <a:pt x="1150335" y="61447"/>
                  </a:lnTo>
                  <a:lnTo>
                    <a:pt x="1078439" y="65817"/>
                  </a:lnTo>
                  <a:lnTo>
                    <a:pt x="1006543" y="70274"/>
                  </a:lnTo>
                  <a:lnTo>
                    <a:pt x="934647" y="74813"/>
                  </a:lnTo>
                  <a:lnTo>
                    <a:pt x="862751" y="79430"/>
                  </a:lnTo>
                  <a:lnTo>
                    <a:pt x="790855" y="84121"/>
                  </a:lnTo>
                  <a:lnTo>
                    <a:pt x="718959" y="88882"/>
                  </a:lnTo>
                  <a:lnTo>
                    <a:pt x="647063" y="93709"/>
                  </a:lnTo>
                  <a:lnTo>
                    <a:pt x="575167" y="98600"/>
                  </a:lnTo>
                  <a:lnTo>
                    <a:pt x="503271" y="103551"/>
                  </a:lnTo>
                  <a:lnTo>
                    <a:pt x="431375" y="108558"/>
                  </a:lnTo>
                  <a:lnTo>
                    <a:pt x="359479" y="113620"/>
                  </a:lnTo>
                  <a:lnTo>
                    <a:pt x="287583" y="118734"/>
                  </a:lnTo>
                  <a:lnTo>
                    <a:pt x="215687" y="123897"/>
                  </a:lnTo>
                  <a:lnTo>
                    <a:pt x="143791" y="129107"/>
                  </a:lnTo>
                  <a:lnTo>
                    <a:pt x="71895" y="134361"/>
                  </a:lnTo>
                  <a:lnTo>
                    <a:pt x="0" y="13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379152"/>
              <a:ext cx="5679782" cy="214368"/>
            </a:xfrm>
            <a:custGeom>
              <a:avLst/>
              <a:pathLst>
                <a:path w="5679782" h="214368">
                  <a:moveTo>
                    <a:pt x="0" y="0"/>
                  </a:moveTo>
                  <a:lnTo>
                    <a:pt x="71895" y="2713"/>
                  </a:lnTo>
                  <a:lnTo>
                    <a:pt x="143791" y="5427"/>
                  </a:lnTo>
                  <a:lnTo>
                    <a:pt x="215687" y="8140"/>
                  </a:lnTo>
                  <a:lnTo>
                    <a:pt x="287583" y="10854"/>
                  </a:lnTo>
                  <a:lnTo>
                    <a:pt x="359479" y="13567"/>
                  </a:lnTo>
                  <a:lnTo>
                    <a:pt x="431375" y="16281"/>
                  </a:lnTo>
                  <a:lnTo>
                    <a:pt x="503271" y="18994"/>
                  </a:lnTo>
                  <a:lnTo>
                    <a:pt x="575167" y="21708"/>
                  </a:lnTo>
                  <a:lnTo>
                    <a:pt x="647063" y="24421"/>
                  </a:lnTo>
                  <a:lnTo>
                    <a:pt x="718959" y="27135"/>
                  </a:lnTo>
                  <a:lnTo>
                    <a:pt x="790855" y="29848"/>
                  </a:lnTo>
                  <a:lnTo>
                    <a:pt x="862751" y="32562"/>
                  </a:lnTo>
                  <a:lnTo>
                    <a:pt x="934647" y="35275"/>
                  </a:lnTo>
                  <a:lnTo>
                    <a:pt x="1006543" y="37989"/>
                  </a:lnTo>
                  <a:lnTo>
                    <a:pt x="1078439" y="40702"/>
                  </a:lnTo>
                  <a:lnTo>
                    <a:pt x="1150335" y="43416"/>
                  </a:lnTo>
                  <a:lnTo>
                    <a:pt x="1222231" y="46130"/>
                  </a:lnTo>
                  <a:lnTo>
                    <a:pt x="1294127" y="48843"/>
                  </a:lnTo>
                  <a:lnTo>
                    <a:pt x="1366023" y="51557"/>
                  </a:lnTo>
                  <a:lnTo>
                    <a:pt x="1437919" y="54270"/>
                  </a:lnTo>
                  <a:lnTo>
                    <a:pt x="1509815" y="56984"/>
                  </a:lnTo>
                  <a:lnTo>
                    <a:pt x="1581711" y="59697"/>
                  </a:lnTo>
                  <a:lnTo>
                    <a:pt x="1653607" y="62411"/>
                  </a:lnTo>
                  <a:lnTo>
                    <a:pt x="1725503" y="65124"/>
                  </a:lnTo>
                  <a:lnTo>
                    <a:pt x="1797399" y="67838"/>
                  </a:lnTo>
                  <a:lnTo>
                    <a:pt x="1869295" y="70551"/>
                  </a:lnTo>
                  <a:lnTo>
                    <a:pt x="1941191" y="73265"/>
                  </a:lnTo>
                  <a:lnTo>
                    <a:pt x="2013087" y="75978"/>
                  </a:lnTo>
                  <a:lnTo>
                    <a:pt x="2084983" y="78692"/>
                  </a:lnTo>
                  <a:lnTo>
                    <a:pt x="2156879" y="81405"/>
                  </a:lnTo>
                  <a:lnTo>
                    <a:pt x="2228775" y="84119"/>
                  </a:lnTo>
                  <a:lnTo>
                    <a:pt x="2300671" y="86833"/>
                  </a:lnTo>
                  <a:lnTo>
                    <a:pt x="2372567" y="89546"/>
                  </a:lnTo>
                  <a:lnTo>
                    <a:pt x="2444463" y="92260"/>
                  </a:lnTo>
                  <a:lnTo>
                    <a:pt x="2516359" y="94973"/>
                  </a:lnTo>
                  <a:lnTo>
                    <a:pt x="2588255" y="97687"/>
                  </a:lnTo>
                  <a:lnTo>
                    <a:pt x="2660151" y="100400"/>
                  </a:lnTo>
                  <a:lnTo>
                    <a:pt x="2732047" y="103114"/>
                  </a:lnTo>
                  <a:lnTo>
                    <a:pt x="2803943" y="105827"/>
                  </a:lnTo>
                  <a:lnTo>
                    <a:pt x="2875839" y="108541"/>
                  </a:lnTo>
                  <a:lnTo>
                    <a:pt x="2947735" y="111254"/>
                  </a:lnTo>
                  <a:lnTo>
                    <a:pt x="3019631" y="113968"/>
                  </a:lnTo>
                  <a:lnTo>
                    <a:pt x="3091527" y="116681"/>
                  </a:lnTo>
                  <a:lnTo>
                    <a:pt x="3163423" y="119395"/>
                  </a:lnTo>
                  <a:lnTo>
                    <a:pt x="3235319" y="122108"/>
                  </a:lnTo>
                  <a:lnTo>
                    <a:pt x="3307215" y="124822"/>
                  </a:lnTo>
                  <a:lnTo>
                    <a:pt x="3379111" y="127535"/>
                  </a:lnTo>
                  <a:lnTo>
                    <a:pt x="3451007" y="130249"/>
                  </a:lnTo>
                  <a:lnTo>
                    <a:pt x="3522902" y="132963"/>
                  </a:lnTo>
                  <a:lnTo>
                    <a:pt x="3594798" y="135676"/>
                  </a:lnTo>
                  <a:lnTo>
                    <a:pt x="3666694" y="138390"/>
                  </a:lnTo>
                  <a:lnTo>
                    <a:pt x="3738590" y="141103"/>
                  </a:lnTo>
                  <a:lnTo>
                    <a:pt x="3810486" y="143817"/>
                  </a:lnTo>
                  <a:lnTo>
                    <a:pt x="3882382" y="146530"/>
                  </a:lnTo>
                  <a:lnTo>
                    <a:pt x="3954278" y="149244"/>
                  </a:lnTo>
                  <a:lnTo>
                    <a:pt x="4026174" y="151957"/>
                  </a:lnTo>
                  <a:lnTo>
                    <a:pt x="4098070" y="154671"/>
                  </a:lnTo>
                  <a:lnTo>
                    <a:pt x="4169966" y="157384"/>
                  </a:lnTo>
                  <a:lnTo>
                    <a:pt x="4241862" y="160098"/>
                  </a:lnTo>
                  <a:lnTo>
                    <a:pt x="4313758" y="162811"/>
                  </a:lnTo>
                  <a:lnTo>
                    <a:pt x="4385654" y="165525"/>
                  </a:lnTo>
                  <a:lnTo>
                    <a:pt x="4457550" y="168238"/>
                  </a:lnTo>
                  <a:lnTo>
                    <a:pt x="4529446" y="170952"/>
                  </a:lnTo>
                  <a:lnTo>
                    <a:pt x="4601342" y="173666"/>
                  </a:lnTo>
                  <a:lnTo>
                    <a:pt x="4673238" y="176379"/>
                  </a:lnTo>
                  <a:lnTo>
                    <a:pt x="4745134" y="179093"/>
                  </a:lnTo>
                  <a:lnTo>
                    <a:pt x="4817030" y="181806"/>
                  </a:lnTo>
                  <a:lnTo>
                    <a:pt x="4888926" y="184520"/>
                  </a:lnTo>
                  <a:lnTo>
                    <a:pt x="4960822" y="187233"/>
                  </a:lnTo>
                  <a:lnTo>
                    <a:pt x="5032718" y="189947"/>
                  </a:lnTo>
                  <a:lnTo>
                    <a:pt x="5104614" y="192660"/>
                  </a:lnTo>
                  <a:lnTo>
                    <a:pt x="5176510" y="195374"/>
                  </a:lnTo>
                  <a:lnTo>
                    <a:pt x="5248406" y="198087"/>
                  </a:lnTo>
                  <a:lnTo>
                    <a:pt x="5320302" y="200801"/>
                  </a:lnTo>
                  <a:lnTo>
                    <a:pt x="5392198" y="203514"/>
                  </a:lnTo>
                  <a:lnTo>
                    <a:pt x="5464094" y="206228"/>
                  </a:lnTo>
                  <a:lnTo>
                    <a:pt x="5535990" y="208941"/>
                  </a:lnTo>
                  <a:lnTo>
                    <a:pt x="5607886" y="211655"/>
                  </a:lnTo>
                  <a:lnTo>
                    <a:pt x="5679782" y="21436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74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3505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426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501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5770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751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7826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8902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19977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38809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36753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34696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13570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33644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53158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359062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69789"/>
              <a:ext cx="39193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Environmental Distance vs Survival at York River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6888"/>
              <a:ext cx="6278758" cy="37862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457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273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928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668686" y="50153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668686" y="525671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668686" y="491497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21922" y="48919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21922" y="4789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21922" y="49403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61237" y="48897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61237" y="49009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61237" y="4849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5787080" y="48846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787080" y="49319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787080" y="497195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367823" y="51709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367823" y="52468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367823" y="517239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89047" y="54923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89047" y="5324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89047" y="543362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671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57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328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780155"/>
              <a:ext cx="5707962" cy="564009"/>
            </a:xfrm>
            <a:custGeom>
              <a:avLst/>
              <a:pathLst>
                <a:path w="5707962" h="564009">
                  <a:moveTo>
                    <a:pt x="0" y="0"/>
                  </a:moveTo>
                  <a:lnTo>
                    <a:pt x="72252" y="5900"/>
                  </a:lnTo>
                  <a:lnTo>
                    <a:pt x="144505" y="11781"/>
                  </a:lnTo>
                  <a:lnTo>
                    <a:pt x="216758" y="17641"/>
                  </a:lnTo>
                  <a:lnTo>
                    <a:pt x="289010" y="23478"/>
                  </a:lnTo>
                  <a:lnTo>
                    <a:pt x="361263" y="29291"/>
                  </a:lnTo>
                  <a:lnTo>
                    <a:pt x="433516" y="35080"/>
                  </a:lnTo>
                  <a:lnTo>
                    <a:pt x="505768" y="40841"/>
                  </a:lnTo>
                  <a:lnTo>
                    <a:pt x="578021" y="46575"/>
                  </a:lnTo>
                  <a:lnTo>
                    <a:pt x="650274" y="52279"/>
                  </a:lnTo>
                  <a:lnTo>
                    <a:pt x="722526" y="57952"/>
                  </a:lnTo>
                  <a:lnTo>
                    <a:pt x="794779" y="63591"/>
                  </a:lnTo>
                  <a:lnTo>
                    <a:pt x="867032" y="69195"/>
                  </a:lnTo>
                  <a:lnTo>
                    <a:pt x="939284" y="74761"/>
                  </a:lnTo>
                  <a:lnTo>
                    <a:pt x="1011537" y="80288"/>
                  </a:lnTo>
                  <a:lnTo>
                    <a:pt x="1083790" y="85772"/>
                  </a:lnTo>
                  <a:lnTo>
                    <a:pt x="1156043" y="91211"/>
                  </a:lnTo>
                  <a:lnTo>
                    <a:pt x="1228295" y="96603"/>
                  </a:lnTo>
                  <a:lnTo>
                    <a:pt x="1300548" y="101943"/>
                  </a:lnTo>
                  <a:lnTo>
                    <a:pt x="1372801" y="107230"/>
                  </a:lnTo>
                  <a:lnTo>
                    <a:pt x="1445053" y="112458"/>
                  </a:lnTo>
                  <a:lnTo>
                    <a:pt x="1517306" y="117626"/>
                  </a:lnTo>
                  <a:lnTo>
                    <a:pt x="1589559" y="122728"/>
                  </a:lnTo>
                  <a:lnTo>
                    <a:pt x="1661811" y="127762"/>
                  </a:lnTo>
                  <a:lnTo>
                    <a:pt x="1734064" y="132721"/>
                  </a:lnTo>
                  <a:lnTo>
                    <a:pt x="1806317" y="137602"/>
                  </a:lnTo>
                  <a:lnTo>
                    <a:pt x="1878569" y="142400"/>
                  </a:lnTo>
                  <a:lnTo>
                    <a:pt x="1950822" y="147109"/>
                  </a:lnTo>
                  <a:lnTo>
                    <a:pt x="2023075" y="151725"/>
                  </a:lnTo>
                  <a:lnTo>
                    <a:pt x="2095328" y="156241"/>
                  </a:lnTo>
                  <a:lnTo>
                    <a:pt x="2167580" y="160653"/>
                  </a:lnTo>
                  <a:lnTo>
                    <a:pt x="2239833" y="164953"/>
                  </a:lnTo>
                  <a:lnTo>
                    <a:pt x="2312086" y="169137"/>
                  </a:lnTo>
                  <a:lnTo>
                    <a:pt x="2384338" y="173197"/>
                  </a:lnTo>
                  <a:lnTo>
                    <a:pt x="2456591" y="177129"/>
                  </a:lnTo>
                  <a:lnTo>
                    <a:pt x="2528844" y="180926"/>
                  </a:lnTo>
                  <a:lnTo>
                    <a:pt x="2601096" y="184582"/>
                  </a:lnTo>
                  <a:lnTo>
                    <a:pt x="2673349" y="188091"/>
                  </a:lnTo>
                  <a:lnTo>
                    <a:pt x="2745602" y="191450"/>
                  </a:lnTo>
                  <a:lnTo>
                    <a:pt x="2817854" y="194652"/>
                  </a:lnTo>
                  <a:lnTo>
                    <a:pt x="2890107" y="197694"/>
                  </a:lnTo>
                  <a:lnTo>
                    <a:pt x="2962360" y="200573"/>
                  </a:lnTo>
                  <a:lnTo>
                    <a:pt x="3034612" y="203284"/>
                  </a:lnTo>
                  <a:lnTo>
                    <a:pt x="3106865" y="205827"/>
                  </a:lnTo>
                  <a:lnTo>
                    <a:pt x="3179118" y="208200"/>
                  </a:lnTo>
                  <a:lnTo>
                    <a:pt x="3251371" y="210402"/>
                  </a:lnTo>
                  <a:lnTo>
                    <a:pt x="3323623" y="212435"/>
                  </a:lnTo>
                  <a:lnTo>
                    <a:pt x="3395876" y="214299"/>
                  </a:lnTo>
                  <a:lnTo>
                    <a:pt x="3468129" y="215997"/>
                  </a:lnTo>
                  <a:lnTo>
                    <a:pt x="3540381" y="217531"/>
                  </a:lnTo>
                  <a:lnTo>
                    <a:pt x="3612634" y="218906"/>
                  </a:lnTo>
                  <a:lnTo>
                    <a:pt x="3684887" y="220125"/>
                  </a:lnTo>
                  <a:lnTo>
                    <a:pt x="3757139" y="221194"/>
                  </a:lnTo>
                  <a:lnTo>
                    <a:pt x="3829392" y="222117"/>
                  </a:lnTo>
                  <a:lnTo>
                    <a:pt x="3901645" y="222900"/>
                  </a:lnTo>
                  <a:lnTo>
                    <a:pt x="3973897" y="223549"/>
                  </a:lnTo>
                  <a:lnTo>
                    <a:pt x="4046150" y="224070"/>
                  </a:lnTo>
                  <a:lnTo>
                    <a:pt x="4118403" y="224469"/>
                  </a:lnTo>
                  <a:lnTo>
                    <a:pt x="4190656" y="224752"/>
                  </a:lnTo>
                  <a:lnTo>
                    <a:pt x="4262908" y="224925"/>
                  </a:lnTo>
                  <a:lnTo>
                    <a:pt x="4335161" y="224993"/>
                  </a:lnTo>
                  <a:lnTo>
                    <a:pt x="4407414" y="224963"/>
                  </a:lnTo>
                  <a:lnTo>
                    <a:pt x="4479666" y="224841"/>
                  </a:lnTo>
                  <a:lnTo>
                    <a:pt x="4551919" y="224630"/>
                  </a:lnTo>
                  <a:lnTo>
                    <a:pt x="4624172" y="224337"/>
                  </a:lnTo>
                  <a:lnTo>
                    <a:pt x="4696424" y="223966"/>
                  </a:lnTo>
                  <a:lnTo>
                    <a:pt x="4768677" y="223522"/>
                  </a:lnTo>
                  <a:lnTo>
                    <a:pt x="4840930" y="223010"/>
                  </a:lnTo>
                  <a:lnTo>
                    <a:pt x="4913182" y="222433"/>
                  </a:lnTo>
                  <a:lnTo>
                    <a:pt x="4985435" y="221795"/>
                  </a:lnTo>
                  <a:lnTo>
                    <a:pt x="5057688" y="221100"/>
                  </a:lnTo>
                  <a:lnTo>
                    <a:pt x="5129941" y="220351"/>
                  </a:lnTo>
                  <a:lnTo>
                    <a:pt x="5202193" y="219552"/>
                  </a:lnTo>
                  <a:lnTo>
                    <a:pt x="5274446" y="218706"/>
                  </a:lnTo>
                  <a:lnTo>
                    <a:pt x="5346699" y="217815"/>
                  </a:lnTo>
                  <a:lnTo>
                    <a:pt x="5418951" y="216882"/>
                  </a:lnTo>
                  <a:lnTo>
                    <a:pt x="5491204" y="215909"/>
                  </a:lnTo>
                  <a:lnTo>
                    <a:pt x="5563457" y="214899"/>
                  </a:lnTo>
                  <a:lnTo>
                    <a:pt x="5635709" y="213854"/>
                  </a:lnTo>
                  <a:lnTo>
                    <a:pt x="5707962" y="212777"/>
                  </a:lnTo>
                  <a:lnTo>
                    <a:pt x="5707962" y="564009"/>
                  </a:lnTo>
                  <a:lnTo>
                    <a:pt x="5635709" y="558331"/>
                  </a:lnTo>
                  <a:lnTo>
                    <a:pt x="5563457" y="552687"/>
                  </a:lnTo>
                  <a:lnTo>
                    <a:pt x="5491204" y="547078"/>
                  </a:lnTo>
                  <a:lnTo>
                    <a:pt x="5418951" y="541507"/>
                  </a:lnTo>
                  <a:lnTo>
                    <a:pt x="5346699" y="535974"/>
                  </a:lnTo>
                  <a:lnTo>
                    <a:pt x="5274446" y="530484"/>
                  </a:lnTo>
                  <a:lnTo>
                    <a:pt x="5202193" y="525038"/>
                  </a:lnTo>
                  <a:lnTo>
                    <a:pt x="5129941" y="519640"/>
                  </a:lnTo>
                  <a:lnTo>
                    <a:pt x="5057688" y="514292"/>
                  </a:lnTo>
                  <a:lnTo>
                    <a:pt x="4985435" y="508998"/>
                  </a:lnTo>
                  <a:lnTo>
                    <a:pt x="4913182" y="503761"/>
                  </a:lnTo>
                  <a:lnTo>
                    <a:pt x="4840930" y="498584"/>
                  </a:lnTo>
                  <a:lnTo>
                    <a:pt x="4768677" y="493473"/>
                  </a:lnTo>
                  <a:lnTo>
                    <a:pt x="4696424" y="488429"/>
                  </a:lnTo>
                  <a:lnTo>
                    <a:pt x="4624172" y="483459"/>
                  </a:lnTo>
                  <a:lnTo>
                    <a:pt x="4551919" y="478567"/>
                  </a:lnTo>
                  <a:lnTo>
                    <a:pt x="4479666" y="473757"/>
                  </a:lnTo>
                  <a:lnTo>
                    <a:pt x="4407414" y="469035"/>
                  </a:lnTo>
                  <a:lnTo>
                    <a:pt x="4335161" y="464406"/>
                  </a:lnTo>
                  <a:lnTo>
                    <a:pt x="4262908" y="459875"/>
                  </a:lnTo>
                  <a:lnTo>
                    <a:pt x="4190656" y="455449"/>
                  </a:lnTo>
                  <a:lnTo>
                    <a:pt x="4118403" y="451132"/>
                  </a:lnTo>
                  <a:lnTo>
                    <a:pt x="4046150" y="446932"/>
                  </a:lnTo>
                  <a:lnTo>
                    <a:pt x="3973897" y="442854"/>
                  </a:lnTo>
                  <a:lnTo>
                    <a:pt x="3901645" y="438904"/>
                  </a:lnTo>
                  <a:lnTo>
                    <a:pt x="3829392" y="435088"/>
                  </a:lnTo>
                  <a:lnTo>
                    <a:pt x="3757139" y="431412"/>
                  </a:lnTo>
                  <a:lnTo>
                    <a:pt x="3684887" y="427881"/>
                  </a:lnTo>
                  <a:lnTo>
                    <a:pt x="3612634" y="424501"/>
                  </a:lnTo>
                  <a:lnTo>
                    <a:pt x="3540381" y="421276"/>
                  </a:lnTo>
                  <a:lnTo>
                    <a:pt x="3468129" y="418211"/>
                  </a:lnTo>
                  <a:lnTo>
                    <a:pt x="3395876" y="415310"/>
                  </a:lnTo>
                  <a:lnTo>
                    <a:pt x="3323623" y="412575"/>
                  </a:lnTo>
                  <a:lnTo>
                    <a:pt x="3251371" y="410008"/>
                  </a:lnTo>
                  <a:lnTo>
                    <a:pt x="3179118" y="407611"/>
                  </a:lnTo>
                  <a:lnTo>
                    <a:pt x="3106865" y="405385"/>
                  </a:lnTo>
                  <a:lnTo>
                    <a:pt x="3034612" y="403329"/>
                  </a:lnTo>
                  <a:lnTo>
                    <a:pt x="2962360" y="401441"/>
                  </a:lnTo>
                  <a:lnTo>
                    <a:pt x="2890107" y="399720"/>
                  </a:lnTo>
                  <a:lnTo>
                    <a:pt x="2817854" y="398163"/>
                  </a:lnTo>
                  <a:lnTo>
                    <a:pt x="2745602" y="396766"/>
                  </a:lnTo>
                  <a:lnTo>
                    <a:pt x="2673349" y="395525"/>
                  </a:lnTo>
                  <a:lnTo>
                    <a:pt x="2601096" y="394436"/>
                  </a:lnTo>
                  <a:lnTo>
                    <a:pt x="2528844" y="393492"/>
                  </a:lnTo>
                  <a:lnTo>
                    <a:pt x="2456591" y="392690"/>
                  </a:lnTo>
                  <a:lnTo>
                    <a:pt x="2384338" y="392022"/>
                  </a:lnTo>
                  <a:lnTo>
                    <a:pt x="2312086" y="391484"/>
                  </a:lnTo>
                  <a:lnTo>
                    <a:pt x="2239833" y="391068"/>
                  </a:lnTo>
                  <a:lnTo>
                    <a:pt x="2167580" y="390769"/>
                  </a:lnTo>
                  <a:lnTo>
                    <a:pt x="2095328" y="390581"/>
                  </a:lnTo>
                  <a:lnTo>
                    <a:pt x="2023075" y="390498"/>
                  </a:lnTo>
                  <a:lnTo>
                    <a:pt x="1950822" y="390515"/>
                  </a:lnTo>
                  <a:lnTo>
                    <a:pt x="1878569" y="390625"/>
                  </a:lnTo>
                  <a:lnTo>
                    <a:pt x="1806317" y="390823"/>
                  </a:lnTo>
                  <a:lnTo>
                    <a:pt x="1734064" y="391105"/>
                  </a:lnTo>
                  <a:lnTo>
                    <a:pt x="1661811" y="391465"/>
                  </a:lnTo>
                  <a:lnTo>
                    <a:pt x="1589559" y="391899"/>
                  </a:lnTo>
                  <a:lnTo>
                    <a:pt x="1517306" y="392402"/>
                  </a:lnTo>
                  <a:lnTo>
                    <a:pt x="1445053" y="392971"/>
                  </a:lnTo>
                  <a:lnTo>
                    <a:pt x="1372801" y="393600"/>
                  </a:lnTo>
                  <a:lnTo>
                    <a:pt x="1300548" y="394287"/>
                  </a:lnTo>
                  <a:lnTo>
                    <a:pt x="1228295" y="395029"/>
                  </a:lnTo>
                  <a:lnTo>
                    <a:pt x="1156043" y="395821"/>
                  </a:lnTo>
                  <a:lnTo>
                    <a:pt x="1083790" y="396661"/>
                  </a:lnTo>
                  <a:lnTo>
                    <a:pt x="1011537" y="397546"/>
                  </a:lnTo>
                  <a:lnTo>
                    <a:pt x="939284" y="398473"/>
                  </a:lnTo>
                  <a:lnTo>
                    <a:pt x="867032" y="399440"/>
                  </a:lnTo>
                  <a:lnTo>
                    <a:pt x="794779" y="400445"/>
                  </a:lnTo>
                  <a:lnTo>
                    <a:pt x="722526" y="401485"/>
                  </a:lnTo>
                  <a:lnTo>
                    <a:pt x="650274" y="402558"/>
                  </a:lnTo>
                  <a:lnTo>
                    <a:pt x="578021" y="403663"/>
                  </a:lnTo>
                  <a:lnTo>
                    <a:pt x="505768" y="404797"/>
                  </a:lnTo>
                  <a:lnTo>
                    <a:pt x="433516" y="405960"/>
                  </a:lnTo>
                  <a:lnTo>
                    <a:pt x="361263" y="407149"/>
                  </a:lnTo>
                  <a:lnTo>
                    <a:pt x="289010" y="408363"/>
                  </a:lnTo>
                  <a:lnTo>
                    <a:pt x="216758" y="409601"/>
                  </a:lnTo>
                  <a:lnTo>
                    <a:pt x="144505" y="410861"/>
                  </a:lnTo>
                  <a:lnTo>
                    <a:pt x="72252" y="412143"/>
                  </a:lnTo>
                  <a:lnTo>
                    <a:pt x="0" y="413444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780155"/>
              <a:ext cx="5707962" cy="224993"/>
            </a:xfrm>
            <a:custGeom>
              <a:avLst/>
              <a:pathLst>
                <a:path w="5707962" h="224993">
                  <a:moveTo>
                    <a:pt x="0" y="0"/>
                  </a:moveTo>
                  <a:lnTo>
                    <a:pt x="72252" y="5900"/>
                  </a:lnTo>
                  <a:lnTo>
                    <a:pt x="144505" y="11781"/>
                  </a:lnTo>
                  <a:lnTo>
                    <a:pt x="216758" y="17641"/>
                  </a:lnTo>
                  <a:lnTo>
                    <a:pt x="289010" y="23478"/>
                  </a:lnTo>
                  <a:lnTo>
                    <a:pt x="361263" y="29291"/>
                  </a:lnTo>
                  <a:lnTo>
                    <a:pt x="433516" y="35080"/>
                  </a:lnTo>
                  <a:lnTo>
                    <a:pt x="505768" y="40841"/>
                  </a:lnTo>
                  <a:lnTo>
                    <a:pt x="578021" y="46575"/>
                  </a:lnTo>
                  <a:lnTo>
                    <a:pt x="650274" y="52279"/>
                  </a:lnTo>
                  <a:lnTo>
                    <a:pt x="722526" y="57952"/>
                  </a:lnTo>
                  <a:lnTo>
                    <a:pt x="794779" y="63591"/>
                  </a:lnTo>
                  <a:lnTo>
                    <a:pt x="867032" y="69195"/>
                  </a:lnTo>
                  <a:lnTo>
                    <a:pt x="939284" y="74761"/>
                  </a:lnTo>
                  <a:lnTo>
                    <a:pt x="1011537" y="80288"/>
                  </a:lnTo>
                  <a:lnTo>
                    <a:pt x="1083790" y="85772"/>
                  </a:lnTo>
                  <a:lnTo>
                    <a:pt x="1156043" y="91211"/>
                  </a:lnTo>
                  <a:lnTo>
                    <a:pt x="1228295" y="96603"/>
                  </a:lnTo>
                  <a:lnTo>
                    <a:pt x="1300548" y="101943"/>
                  </a:lnTo>
                  <a:lnTo>
                    <a:pt x="1372801" y="107230"/>
                  </a:lnTo>
                  <a:lnTo>
                    <a:pt x="1445053" y="112458"/>
                  </a:lnTo>
                  <a:lnTo>
                    <a:pt x="1517306" y="117626"/>
                  </a:lnTo>
                  <a:lnTo>
                    <a:pt x="1589559" y="122728"/>
                  </a:lnTo>
                  <a:lnTo>
                    <a:pt x="1661811" y="127762"/>
                  </a:lnTo>
                  <a:lnTo>
                    <a:pt x="1734064" y="132721"/>
                  </a:lnTo>
                  <a:lnTo>
                    <a:pt x="1806317" y="137602"/>
                  </a:lnTo>
                  <a:lnTo>
                    <a:pt x="1878569" y="142400"/>
                  </a:lnTo>
                  <a:lnTo>
                    <a:pt x="1950822" y="147109"/>
                  </a:lnTo>
                  <a:lnTo>
                    <a:pt x="2023075" y="151725"/>
                  </a:lnTo>
                  <a:lnTo>
                    <a:pt x="2095328" y="156241"/>
                  </a:lnTo>
                  <a:lnTo>
                    <a:pt x="2167580" y="160653"/>
                  </a:lnTo>
                  <a:lnTo>
                    <a:pt x="2239833" y="164953"/>
                  </a:lnTo>
                  <a:lnTo>
                    <a:pt x="2312086" y="169137"/>
                  </a:lnTo>
                  <a:lnTo>
                    <a:pt x="2384338" y="173197"/>
                  </a:lnTo>
                  <a:lnTo>
                    <a:pt x="2456591" y="177129"/>
                  </a:lnTo>
                  <a:lnTo>
                    <a:pt x="2528844" y="180926"/>
                  </a:lnTo>
                  <a:lnTo>
                    <a:pt x="2601096" y="184582"/>
                  </a:lnTo>
                  <a:lnTo>
                    <a:pt x="2673349" y="188091"/>
                  </a:lnTo>
                  <a:lnTo>
                    <a:pt x="2745602" y="191450"/>
                  </a:lnTo>
                  <a:lnTo>
                    <a:pt x="2817854" y="194652"/>
                  </a:lnTo>
                  <a:lnTo>
                    <a:pt x="2890107" y="197694"/>
                  </a:lnTo>
                  <a:lnTo>
                    <a:pt x="2962360" y="200573"/>
                  </a:lnTo>
                  <a:lnTo>
                    <a:pt x="3034612" y="203284"/>
                  </a:lnTo>
                  <a:lnTo>
                    <a:pt x="3106865" y="205827"/>
                  </a:lnTo>
                  <a:lnTo>
                    <a:pt x="3179118" y="208200"/>
                  </a:lnTo>
                  <a:lnTo>
                    <a:pt x="3251371" y="210402"/>
                  </a:lnTo>
                  <a:lnTo>
                    <a:pt x="3323623" y="212435"/>
                  </a:lnTo>
                  <a:lnTo>
                    <a:pt x="3395876" y="214299"/>
                  </a:lnTo>
                  <a:lnTo>
                    <a:pt x="3468129" y="215997"/>
                  </a:lnTo>
                  <a:lnTo>
                    <a:pt x="3540381" y="217531"/>
                  </a:lnTo>
                  <a:lnTo>
                    <a:pt x="3612634" y="218906"/>
                  </a:lnTo>
                  <a:lnTo>
                    <a:pt x="3684887" y="220125"/>
                  </a:lnTo>
                  <a:lnTo>
                    <a:pt x="3757139" y="221194"/>
                  </a:lnTo>
                  <a:lnTo>
                    <a:pt x="3829392" y="222117"/>
                  </a:lnTo>
                  <a:lnTo>
                    <a:pt x="3901645" y="222900"/>
                  </a:lnTo>
                  <a:lnTo>
                    <a:pt x="3973897" y="223549"/>
                  </a:lnTo>
                  <a:lnTo>
                    <a:pt x="4046150" y="224070"/>
                  </a:lnTo>
                  <a:lnTo>
                    <a:pt x="4118403" y="224469"/>
                  </a:lnTo>
                  <a:lnTo>
                    <a:pt x="4190656" y="224752"/>
                  </a:lnTo>
                  <a:lnTo>
                    <a:pt x="4262908" y="224925"/>
                  </a:lnTo>
                  <a:lnTo>
                    <a:pt x="4335161" y="224993"/>
                  </a:lnTo>
                  <a:lnTo>
                    <a:pt x="4407414" y="224963"/>
                  </a:lnTo>
                  <a:lnTo>
                    <a:pt x="4479666" y="224841"/>
                  </a:lnTo>
                  <a:lnTo>
                    <a:pt x="4551919" y="224630"/>
                  </a:lnTo>
                  <a:lnTo>
                    <a:pt x="4624172" y="224337"/>
                  </a:lnTo>
                  <a:lnTo>
                    <a:pt x="4696424" y="223966"/>
                  </a:lnTo>
                  <a:lnTo>
                    <a:pt x="4768677" y="223522"/>
                  </a:lnTo>
                  <a:lnTo>
                    <a:pt x="4840930" y="223010"/>
                  </a:lnTo>
                  <a:lnTo>
                    <a:pt x="4913182" y="222433"/>
                  </a:lnTo>
                  <a:lnTo>
                    <a:pt x="4985435" y="221795"/>
                  </a:lnTo>
                  <a:lnTo>
                    <a:pt x="5057688" y="221100"/>
                  </a:lnTo>
                  <a:lnTo>
                    <a:pt x="5129941" y="220351"/>
                  </a:lnTo>
                  <a:lnTo>
                    <a:pt x="5202193" y="219552"/>
                  </a:lnTo>
                  <a:lnTo>
                    <a:pt x="5274446" y="218706"/>
                  </a:lnTo>
                  <a:lnTo>
                    <a:pt x="5346699" y="217815"/>
                  </a:lnTo>
                  <a:lnTo>
                    <a:pt x="5418951" y="216882"/>
                  </a:lnTo>
                  <a:lnTo>
                    <a:pt x="5491204" y="215909"/>
                  </a:lnTo>
                  <a:lnTo>
                    <a:pt x="5563457" y="214899"/>
                  </a:lnTo>
                  <a:lnTo>
                    <a:pt x="5635709" y="213854"/>
                  </a:lnTo>
                  <a:lnTo>
                    <a:pt x="5707962" y="212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170654"/>
              <a:ext cx="5707962" cy="173510"/>
            </a:xfrm>
            <a:custGeom>
              <a:avLst/>
              <a:pathLst>
                <a:path w="5707962" h="173510">
                  <a:moveTo>
                    <a:pt x="5707962" y="173510"/>
                  </a:moveTo>
                  <a:lnTo>
                    <a:pt x="5635709" y="167833"/>
                  </a:lnTo>
                  <a:lnTo>
                    <a:pt x="5563457" y="162189"/>
                  </a:lnTo>
                  <a:lnTo>
                    <a:pt x="5491204" y="156580"/>
                  </a:lnTo>
                  <a:lnTo>
                    <a:pt x="5418951" y="151008"/>
                  </a:lnTo>
                  <a:lnTo>
                    <a:pt x="5346699" y="145476"/>
                  </a:lnTo>
                  <a:lnTo>
                    <a:pt x="5274446" y="139985"/>
                  </a:lnTo>
                  <a:lnTo>
                    <a:pt x="5202193" y="134540"/>
                  </a:lnTo>
                  <a:lnTo>
                    <a:pt x="5129941" y="129141"/>
                  </a:lnTo>
                  <a:lnTo>
                    <a:pt x="5057688" y="123793"/>
                  </a:lnTo>
                  <a:lnTo>
                    <a:pt x="4985435" y="118499"/>
                  </a:lnTo>
                  <a:lnTo>
                    <a:pt x="4913182" y="113262"/>
                  </a:lnTo>
                  <a:lnTo>
                    <a:pt x="4840930" y="108086"/>
                  </a:lnTo>
                  <a:lnTo>
                    <a:pt x="4768677" y="102974"/>
                  </a:lnTo>
                  <a:lnTo>
                    <a:pt x="4696424" y="97931"/>
                  </a:lnTo>
                  <a:lnTo>
                    <a:pt x="4624172" y="92961"/>
                  </a:lnTo>
                  <a:lnTo>
                    <a:pt x="4551919" y="88068"/>
                  </a:lnTo>
                  <a:lnTo>
                    <a:pt x="4479666" y="83259"/>
                  </a:lnTo>
                  <a:lnTo>
                    <a:pt x="4407414" y="78536"/>
                  </a:lnTo>
                  <a:lnTo>
                    <a:pt x="4335161" y="73907"/>
                  </a:lnTo>
                  <a:lnTo>
                    <a:pt x="4262908" y="69377"/>
                  </a:lnTo>
                  <a:lnTo>
                    <a:pt x="4190656" y="64950"/>
                  </a:lnTo>
                  <a:lnTo>
                    <a:pt x="4118403" y="60634"/>
                  </a:lnTo>
                  <a:lnTo>
                    <a:pt x="4046150" y="56433"/>
                  </a:lnTo>
                  <a:lnTo>
                    <a:pt x="3973897" y="52355"/>
                  </a:lnTo>
                  <a:lnTo>
                    <a:pt x="3901645" y="48405"/>
                  </a:lnTo>
                  <a:lnTo>
                    <a:pt x="3829392" y="44589"/>
                  </a:lnTo>
                  <a:lnTo>
                    <a:pt x="3757139" y="40913"/>
                  </a:lnTo>
                  <a:lnTo>
                    <a:pt x="3684887" y="37382"/>
                  </a:lnTo>
                  <a:lnTo>
                    <a:pt x="3612634" y="34002"/>
                  </a:lnTo>
                  <a:lnTo>
                    <a:pt x="3540381" y="30777"/>
                  </a:lnTo>
                  <a:lnTo>
                    <a:pt x="3468129" y="27713"/>
                  </a:lnTo>
                  <a:lnTo>
                    <a:pt x="3395876" y="24811"/>
                  </a:lnTo>
                  <a:lnTo>
                    <a:pt x="3323623" y="22076"/>
                  </a:lnTo>
                  <a:lnTo>
                    <a:pt x="3251371" y="19509"/>
                  </a:lnTo>
                  <a:lnTo>
                    <a:pt x="3179118" y="17113"/>
                  </a:lnTo>
                  <a:lnTo>
                    <a:pt x="3106865" y="14886"/>
                  </a:lnTo>
                  <a:lnTo>
                    <a:pt x="3034612" y="12830"/>
                  </a:lnTo>
                  <a:lnTo>
                    <a:pt x="2962360" y="10942"/>
                  </a:lnTo>
                  <a:lnTo>
                    <a:pt x="2890107" y="9221"/>
                  </a:lnTo>
                  <a:lnTo>
                    <a:pt x="2817854" y="7664"/>
                  </a:lnTo>
                  <a:lnTo>
                    <a:pt x="2745602" y="6267"/>
                  </a:lnTo>
                  <a:lnTo>
                    <a:pt x="2673349" y="5026"/>
                  </a:lnTo>
                  <a:lnTo>
                    <a:pt x="2601096" y="3937"/>
                  </a:lnTo>
                  <a:lnTo>
                    <a:pt x="2528844" y="2994"/>
                  </a:lnTo>
                  <a:lnTo>
                    <a:pt x="2456591" y="2191"/>
                  </a:lnTo>
                  <a:lnTo>
                    <a:pt x="2384338" y="1523"/>
                  </a:lnTo>
                  <a:lnTo>
                    <a:pt x="2312086" y="985"/>
                  </a:lnTo>
                  <a:lnTo>
                    <a:pt x="2239833" y="569"/>
                  </a:lnTo>
                  <a:lnTo>
                    <a:pt x="2167580" y="270"/>
                  </a:lnTo>
                  <a:lnTo>
                    <a:pt x="2095328" y="82"/>
                  </a:lnTo>
                  <a:lnTo>
                    <a:pt x="2023075" y="0"/>
                  </a:lnTo>
                  <a:lnTo>
                    <a:pt x="1950822" y="16"/>
                  </a:lnTo>
                  <a:lnTo>
                    <a:pt x="1878569" y="126"/>
                  </a:lnTo>
                  <a:lnTo>
                    <a:pt x="1806317" y="325"/>
                  </a:lnTo>
                  <a:lnTo>
                    <a:pt x="1734064" y="606"/>
                  </a:lnTo>
                  <a:lnTo>
                    <a:pt x="1661811" y="966"/>
                  </a:lnTo>
                  <a:lnTo>
                    <a:pt x="1589559" y="1400"/>
                  </a:lnTo>
                  <a:lnTo>
                    <a:pt x="1517306" y="1904"/>
                  </a:lnTo>
                  <a:lnTo>
                    <a:pt x="1445053" y="2472"/>
                  </a:lnTo>
                  <a:lnTo>
                    <a:pt x="1372801" y="3101"/>
                  </a:lnTo>
                  <a:lnTo>
                    <a:pt x="1300548" y="3789"/>
                  </a:lnTo>
                  <a:lnTo>
                    <a:pt x="1228295" y="4530"/>
                  </a:lnTo>
                  <a:lnTo>
                    <a:pt x="1156043" y="5322"/>
                  </a:lnTo>
                  <a:lnTo>
                    <a:pt x="1083790" y="6162"/>
                  </a:lnTo>
                  <a:lnTo>
                    <a:pt x="1011537" y="7047"/>
                  </a:lnTo>
                  <a:lnTo>
                    <a:pt x="939284" y="7974"/>
                  </a:lnTo>
                  <a:lnTo>
                    <a:pt x="867032" y="8941"/>
                  </a:lnTo>
                  <a:lnTo>
                    <a:pt x="794779" y="9946"/>
                  </a:lnTo>
                  <a:lnTo>
                    <a:pt x="722526" y="10986"/>
                  </a:lnTo>
                  <a:lnTo>
                    <a:pt x="650274" y="12059"/>
                  </a:lnTo>
                  <a:lnTo>
                    <a:pt x="578021" y="13164"/>
                  </a:lnTo>
                  <a:lnTo>
                    <a:pt x="505768" y="14299"/>
                  </a:lnTo>
                  <a:lnTo>
                    <a:pt x="433516" y="15461"/>
                  </a:lnTo>
                  <a:lnTo>
                    <a:pt x="361263" y="16650"/>
                  </a:lnTo>
                  <a:lnTo>
                    <a:pt x="289010" y="17864"/>
                  </a:lnTo>
                  <a:lnTo>
                    <a:pt x="216758" y="19102"/>
                  </a:lnTo>
                  <a:lnTo>
                    <a:pt x="144505" y="20362"/>
                  </a:lnTo>
                  <a:lnTo>
                    <a:pt x="72252" y="21644"/>
                  </a:lnTo>
                  <a:lnTo>
                    <a:pt x="0" y="22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86877"/>
              <a:ext cx="5707962" cy="181670"/>
            </a:xfrm>
            <a:custGeom>
              <a:avLst/>
              <a:pathLst>
                <a:path w="5707962" h="181670">
                  <a:moveTo>
                    <a:pt x="0" y="0"/>
                  </a:moveTo>
                  <a:lnTo>
                    <a:pt x="72252" y="2299"/>
                  </a:lnTo>
                  <a:lnTo>
                    <a:pt x="144505" y="4599"/>
                  </a:lnTo>
                  <a:lnTo>
                    <a:pt x="216758" y="6898"/>
                  </a:lnTo>
                  <a:lnTo>
                    <a:pt x="289010" y="9198"/>
                  </a:lnTo>
                  <a:lnTo>
                    <a:pt x="361263" y="11498"/>
                  </a:lnTo>
                  <a:lnTo>
                    <a:pt x="433516" y="13797"/>
                  </a:lnTo>
                  <a:lnTo>
                    <a:pt x="505768" y="16097"/>
                  </a:lnTo>
                  <a:lnTo>
                    <a:pt x="578021" y="18397"/>
                  </a:lnTo>
                  <a:lnTo>
                    <a:pt x="650274" y="20696"/>
                  </a:lnTo>
                  <a:lnTo>
                    <a:pt x="722526" y="22996"/>
                  </a:lnTo>
                  <a:lnTo>
                    <a:pt x="794779" y="25295"/>
                  </a:lnTo>
                  <a:lnTo>
                    <a:pt x="867032" y="27595"/>
                  </a:lnTo>
                  <a:lnTo>
                    <a:pt x="939284" y="29895"/>
                  </a:lnTo>
                  <a:lnTo>
                    <a:pt x="1011537" y="32194"/>
                  </a:lnTo>
                  <a:lnTo>
                    <a:pt x="1083790" y="34494"/>
                  </a:lnTo>
                  <a:lnTo>
                    <a:pt x="1156043" y="36794"/>
                  </a:lnTo>
                  <a:lnTo>
                    <a:pt x="1228295" y="39093"/>
                  </a:lnTo>
                  <a:lnTo>
                    <a:pt x="1300548" y="41393"/>
                  </a:lnTo>
                  <a:lnTo>
                    <a:pt x="1372801" y="43692"/>
                  </a:lnTo>
                  <a:lnTo>
                    <a:pt x="1445053" y="45992"/>
                  </a:lnTo>
                  <a:lnTo>
                    <a:pt x="1517306" y="48292"/>
                  </a:lnTo>
                  <a:lnTo>
                    <a:pt x="1589559" y="50591"/>
                  </a:lnTo>
                  <a:lnTo>
                    <a:pt x="1661811" y="52891"/>
                  </a:lnTo>
                  <a:lnTo>
                    <a:pt x="1734064" y="55191"/>
                  </a:lnTo>
                  <a:lnTo>
                    <a:pt x="1806317" y="57490"/>
                  </a:lnTo>
                  <a:lnTo>
                    <a:pt x="1878569" y="59790"/>
                  </a:lnTo>
                  <a:lnTo>
                    <a:pt x="1950822" y="62089"/>
                  </a:lnTo>
                  <a:lnTo>
                    <a:pt x="2023075" y="64389"/>
                  </a:lnTo>
                  <a:lnTo>
                    <a:pt x="2095328" y="66689"/>
                  </a:lnTo>
                  <a:lnTo>
                    <a:pt x="2167580" y="68988"/>
                  </a:lnTo>
                  <a:lnTo>
                    <a:pt x="2239833" y="71288"/>
                  </a:lnTo>
                  <a:lnTo>
                    <a:pt x="2312086" y="73588"/>
                  </a:lnTo>
                  <a:lnTo>
                    <a:pt x="2384338" y="75887"/>
                  </a:lnTo>
                  <a:lnTo>
                    <a:pt x="2456591" y="78187"/>
                  </a:lnTo>
                  <a:lnTo>
                    <a:pt x="2528844" y="80486"/>
                  </a:lnTo>
                  <a:lnTo>
                    <a:pt x="2601096" y="82786"/>
                  </a:lnTo>
                  <a:lnTo>
                    <a:pt x="2673349" y="85086"/>
                  </a:lnTo>
                  <a:lnTo>
                    <a:pt x="2745602" y="87385"/>
                  </a:lnTo>
                  <a:lnTo>
                    <a:pt x="2817854" y="89685"/>
                  </a:lnTo>
                  <a:lnTo>
                    <a:pt x="2890107" y="91985"/>
                  </a:lnTo>
                  <a:lnTo>
                    <a:pt x="2962360" y="94284"/>
                  </a:lnTo>
                  <a:lnTo>
                    <a:pt x="3034612" y="96584"/>
                  </a:lnTo>
                  <a:lnTo>
                    <a:pt x="3106865" y="98884"/>
                  </a:lnTo>
                  <a:lnTo>
                    <a:pt x="3179118" y="101183"/>
                  </a:lnTo>
                  <a:lnTo>
                    <a:pt x="3251371" y="103483"/>
                  </a:lnTo>
                  <a:lnTo>
                    <a:pt x="3323623" y="105782"/>
                  </a:lnTo>
                  <a:lnTo>
                    <a:pt x="3395876" y="108082"/>
                  </a:lnTo>
                  <a:lnTo>
                    <a:pt x="3468129" y="110382"/>
                  </a:lnTo>
                  <a:lnTo>
                    <a:pt x="3540381" y="112681"/>
                  </a:lnTo>
                  <a:lnTo>
                    <a:pt x="3612634" y="114981"/>
                  </a:lnTo>
                  <a:lnTo>
                    <a:pt x="3684887" y="117281"/>
                  </a:lnTo>
                  <a:lnTo>
                    <a:pt x="3757139" y="119580"/>
                  </a:lnTo>
                  <a:lnTo>
                    <a:pt x="3829392" y="121880"/>
                  </a:lnTo>
                  <a:lnTo>
                    <a:pt x="3901645" y="124179"/>
                  </a:lnTo>
                  <a:lnTo>
                    <a:pt x="3973897" y="126479"/>
                  </a:lnTo>
                  <a:lnTo>
                    <a:pt x="4046150" y="128779"/>
                  </a:lnTo>
                  <a:lnTo>
                    <a:pt x="4118403" y="131078"/>
                  </a:lnTo>
                  <a:lnTo>
                    <a:pt x="4190656" y="133378"/>
                  </a:lnTo>
                  <a:lnTo>
                    <a:pt x="4262908" y="135678"/>
                  </a:lnTo>
                  <a:lnTo>
                    <a:pt x="4335161" y="137977"/>
                  </a:lnTo>
                  <a:lnTo>
                    <a:pt x="4407414" y="140277"/>
                  </a:lnTo>
                  <a:lnTo>
                    <a:pt x="4479666" y="142576"/>
                  </a:lnTo>
                  <a:lnTo>
                    <a:pt x="4551919" y="144876"/>
                  </a:lnTo>
                  <a:lnTo>
                    <a:pt x="4624172" y="147176"/>
                  </a:lnTo>
                  <a:lnTo>
                    <a:pt x="4696424" y="149475"/>
                  </a:lnTo>
                  <a:lnTo>
                    <a:pt x="4768677" y="151775"/>
                  </a:lnTo>
                  <a:lnTo>
                    <a:pt x="4840930" y="154075"/>
                  </a:lnTo>
                  <a:lnTo>
                    <a:pt x="4913182" y="156374"/>
                  </a:lnTo>
                  <a:lnTo>
                    <a:pt x="4985435" y="158674"/>
                  </a:lnTo>
                  <a:lnTo>
                    <a:pt x="5057688" y="160973"/>
                  </a:lnTo>
                  <a:lnTo>
                    <a:pt x="5129941" y="163273"/>
                  </a:lnTo>
                  <a:lnTo>
                    <a:pt x="5202193" y="165573"/>
                  </a:lnTo>
                  <a:lnTo>
                    <a:pt x="5274446" y="167872"/>
                  </a:lnTo>
                  <a:lnTo>
                    <a:pt x="5346699" y="170172"/>
                  </a:lnTo>
                  <a:lnTo>
                    <a:pt x="5418951" y="172472"/>
                  </a:lnTo>
                  <a:lnTo>
                    <a:pt x="5491204" y="174771"/>
                  </a:lnTo>
                  <a:lnTo>
                    <a:pt x="5563457" y="177071"/>
                  </a:lnTo>
                  <a:lnTo>
                    <a:pt x="5635709" y="179370"/>
                  </a:lnTo>
                  <a:lnTo>
                    <a:pt x="5707962" y="18167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99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331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657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68686" y="47198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668686" y="46096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68686" y="46469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21922" y="45372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21922" y="447713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21922" y="45987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061237" y="46446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061237" y="46849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061237" y="4668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787080" y="48266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87080" y="46400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787080" y="47572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67823" y="49907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367823" y="44485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67823" y="48153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489047" y="51020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9047" y="51504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489047" y="50468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9160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218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9250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481915"/>
              <a:ext cx="5707962" cy="606672"/>
            </a:xfrm>
            <a:custGeom>
              <a:avLst/>
              <a:pathLst>
                <a:path w="5707962" h="606672">
                  <a:moveTo>
                    <a:pt x="0" y="0"/>
                  </a:moveTo>
                  <a:lnTo>
                    <a:pt x="72252" y="6543"/>
                  </a:lnTo>
                  <a:lnTo>
                    <a:pt x="144505" y="13069"/>
                  </a:lnTo>
                  <a:lnTo>
                    <a:pt x="216758" y="19575"/>
                  </a:lnTo>
                  <a:lnTo>
                    <a:pt x="289010" y="26060"/>
                  </a:lnTo>
                  <a:lnTo>
                    <a:pt x="361263" y="32523"/>
                  </a:lnTo>
                  <a:lnTo>
                    <a:pt x="433516" y="38964"/>
                  </a:lnTo>
                  <a:lnTo>
                    <a:pt x="505768" y="45380"/>
                  </a:lnTo>
                  <a:lnTo>
                    <a:pt x="578021" y="51771"/>
                  </a:lnTo>
                  <a:lnTo>
                    <a:pt x="650274" y="58134"/>
                  </a:lnTo>
                  <a:lnTo>
                    <a:pt x="722526" y="64469"/>
                  </a:lnTo>
                  <a:lnTo>
                    <a:pt x="794779" y="70773"/>
                  </a:lnTo>
                  <a:lnTo>
                    <a:pt x="867032" y="77044"/>
                  </a:lnTo>
                  <a:lnTo>
                    <a:pt x="939284" y="83281"/>
                  </a:lnTo>
                  <a:lnTo>
                    <a:pt x="1011537" y="89482"/>
                  </a:lnTo>
                  <a:lnTo>
                    <a:pt x="1083790" y="95643"/>
                  </a:lnTo>
                  <a:lnTo>
                    <a:pt x="1156043" y="101764"/>
                  </a:lnTo>
                  <a:lnTo>
                    <a:pt x="1228295" y="107840"/>
                  </a:lnTo>
                  <a:lnTo>
                    <a:pt x="1300548" y="113870"/>
                  </a:lnTo>
                  <a:lnTo>
                    <a:pt x="1372801" y="119851"/>
                  </a:lnTo>
                  <a:lnTo>
                    <a:pt x="1445053" y="125778"/>
                  </a:lnTo>
                  <a:lnTo>
                    <a:pt x="1517306" y="131650"/>
                  </a:lnTo>
                  <a:lnTo>
                    <a:pt x="1589559" y="137461"/>
                  </a:lnTo>
                  <a:lnTo>
                    <a:pt x="1661811" y="143209"/>
                  </a:lnTo>
                  <a:lnTo>
                    <a:pt x="1734064" y="148890"/>
                  </a:lnTo>
                  <a:lnTo>
                    <a:pt x="1806317" y="154499"/>
                  </a:lnTo>
                  <a:lnTo>
                    <a:pt x="1878569" y="160031"/>
                  </a:lnTo>
                  <a:lnTo>
                    <a:pt x="1950822" y="165482"/>
                  </a:lnTo>
                  <a:lnTo>
                    <a:pt x="2023075" y="170847"/>
                  </a:lnTo>
                  <a:lnTo>
                    <a:pt x="2095328" y="176122"/>
                  </a:lnTo>
                  <a:lnTo>
                    <a:pt x="2167580" y="181300"/>
                  </a:lnTo>
                  <a:lnTo>
                    <a:pt x="2239833" y="186376"/>
                  </a:lnTo>
                  <a:lnTo>
                    <a:pt x="2312086" y="191345"/>
                  </a:lnTo>
                  <a:lnTo>
                    <a:pt x="2384338" y="196201"/>
                  </a:lnTo>
                  <a:lnTo>
                    <a:pt x="2456591" y="200939"/>
                  </a:lnTo>
                  <a:lnTo>
                    <a:pt x="2528844" y="205554"/>
                  </a:lnTo>
                  <a:lnTo>
                    <a:pt x="2601096" y="210039"/>
                  </a:lnTo>
                  <a:lnTo>
                    <a:pt x="2673349" y="214391"/>
                  </a:lnTo>
                  <a:lnTo>
                    <a:pt x="2745602" y="218603"/>
                  </a:lnTo>
                  <a:lnTo>
                    <a:pt x="2817854" y="222672"/>
                  </a:lnTo>
                  <a:lnTo>
                    <a:pt x="2890107" y="226595"/>
                  </a:lnTo>
                  <a:lnTo>
                    <a:pt x="2962360" y="230367"/>
                  </a:lnTo>
                  <a:lnTo>
                    <a:pt x="3034612" y="233986"/>
                  </a:lnTo>
                  <a:lnTo>
                    <a:pt x="3106865" y="237451"/>
                  </a:lnTo>
                  <a:lnTo>
                    <a:pt x="3179118" y="240760"/>
                  </a:lnTo>
                  <a:lnTo>
                    <a:pt x="3251371" y="243912"/>
                  </a:lnTo>
                  <a:lnTo>
                    <a:pt x="3323623" y="246909"/>
                  </a:lnTo>
                  <a:lnTo>
                    <a:pt x="3395876" y="249751"/>
                  </a:lnTo>
                  <a:lnTo>
                    <a:pt x="3468129" y="252441"/>
                  </a:lnTo>
                  <a:lnTo>
                    <a:pt x="3540381" y="254981"/>
                  </a:lnTo>
                  <a:lnTo>
                    <a:pt x="3612634" y="257375"/>
                  </a:lnTo>
                  <a:lnTo>
                    <a:pt x="3684887" y="259626"/>
                  </a:lnTo>
                  <a:lnTo>
                    <a:pt x="3757139" y="261738"/>
                  </a:lnTo>
                  <a:lnTo>
                    <a:pt x="3829392" y="263718"/>
                  </a:lnTo>
                  <a:lnTo>
                    <a:pt x="3901645" y="265569"/>
                  </a:lnTo>
                  <a:lnTo>
                    <a:pt x="3973897" y="267297"/>
                  </a:lnTo>
                  <a:lnTo>
                    <a:pt x="4046150" y="268908"/>
                  </a:lnTo>
                  <a:lnTo>
                    <a:pt x="4118403" y="270407"/>
                  </a:lnTo>
                  <a:lnTo>
                    <a:pt x="4190656" y="271799"/>
                  </a:lnTo>
                  <a:lnTo>
                    <a:pt x="4262908" y="273091"/>
                  </a:lnTo>
                  <a:lnTo>
                    <a:pt x="4335161" y="274286"/>
                  </a:lnTo>
                  <a:lnTo>
                    <a:pt x="4407414" y="275392"/>
                  </a:lnTo>
                  <a:lnTo>
                    <a:pt x="4479666" y="276412"/>
                  </a:lnTo>
                  <a:lnTo>
                    <a:pt x="4551919" y="277352"/>
                  </a:lnTo>
                  <a:lnTo>
                    <a:pt x="4624172" y="278217"/>
                  </a:lnTo>
                  <a:lnTo>
                    <a:pt x="4696424" y="279010"/>
                  </a:lnTo>
                  <a:lnTo>
                    <a:pt x="4768677" y="279736"/>
                  </a:lnTo>
                  <a:lnTo>
                    <a:pt x="4840930" y="280399"/>
                  </a:lnTo>
                  <a:lnTo>
                    <a:pt x="4913182" y="281002"/>
                  </a:lnTo>
                  <a:lnTo>
                    <a:pt x="4985435" y="281550"/>
                  </a:lnTo>
                  <a:lnTo>
                    <a:pt x="5057688" y="282046"/>
                  </a:lnTo>
                  <a:lnTo>
                    <a:pt x="5129941" y="282493"/>
                  </a:lnTo>
                  <a:lnTo>
                    <a:pt x="5202193" y="282893"/>
                  </a:lnTo>
                  <a:lnTo>
                    <a:pt x="5274446" y="283250"/>
                  </a:lnTo>
                  <a:lnTo>
                    <a:pt x="5346699" y="283566"/>
                  </a:lnTo>
                  <a:lnTo>
                    <a:pt x="5418951" y="283843"/>
                  </a:lnTo>
                  <a:lnTo>
                    <a:pt x="5491204" y="284085"/>
                  </a:lnTo>
                  <a:lnTo>
                    <a:pt x="5563457" y="284292"/>
                  </a:lnTo>
                  <a:lnTo>
                    <a:pt x="5635709" y="284467"/>
                  </a:lnTo>
                  <a:lnTo>
                    <a:pt x="5707962" y="284611"/>
                  </a:lnTo>
                  <a:lnTo>
                    <a:pt x="5707962" y="606672"/>
                  </a:lnTo>
                  <a:lnTo>
                    <a:pt x="5635709" y="600334"/>
                  </a:lnTo>
                  <a:lnTo>
                    <a:pt x="5563457" y="594025"/>
                  </a:lnTo>
                  <a:lnTo>
                    <a:pt x="5491204" y="587749"/>
                  </a:lnTo>
                  <a:lnTo>
                    <a:pt x="5418951" y="581507"/>
                  </a:lnTo>
                  <a:lnTo>
                    <a:pt x="5346699" y="575301"/>
                  </a:lnTo>
                  <a:lnTo>
                    <a:pt x="5274446" y="569134"/>
                  </a:lnTo>
                  <a:lnTo>
                    <a:pt x="5202193" y="563008"/>
                  </a:lnTo>
                  <a:lnTo>
                    <a:pt x="5129941" y="556925"/>
                  </a:lnTo>
                  <a:lnTo>
                    <a:pt x="5057688" y="550888"/>
                  </a:lnTo>
                  <a:lnTo>
                    <a:pt x="4985435" y="544901"/>
                  </a:lnTo>
                  <a:lnTo>
                    <a:pt x="4913182" y="538965"/>
                  </a:lnTo>
                  <a:lnTo>
                    <a:pt x="4840930" y="533086"/>
                  </a:lnTo>
                  <a:lnTo>
                    <a:pt x="4768677" y="527266"/>
                  </a:lnTo>
                  <a:lnTo>
                    <a:pt x="4696424" y="521508"/>
                  </a:lnTo>
                  <a:lnTo>
                    <a:pt x="4624172" y="515818"/>
                  </a:lnTo>
                  <a:lnTo>
                    <a:pt x="4551919" y="510199"/>
                  </a:lnTo>
                  <a:lnTo>
                    <a:pt x="4479666" y="504656"/>
                  </a:lnTo>
                  <a:lnTo>
                    <a:pt x="4407414" y="499193"/>
                  </a:lnTo>
                  <a:lnTo>
                    <a:pt x="4335161" y="493815"/>
                  </a:lnTo>
                  <a:lnTo>
                    <a:pt x="4262908" y="488528"/>
                  </a:lnTo>
                  <a:lnTo>
                    <a:pt x="4190656" y="483336"/>
                  </a:lnTo>
                  <a:lnTo>
                    <a:pt x="4118403" y="478245"/>
                  </a:lnTo>
                  <a:lnTo>
                    <a:pt x="4046150" y="473261"/>
                  </a:lnTo>
                  <a:lnTo>
                    <a:pt x="3973897" y="468388"/>
                  </a:lnTo>
                  <a:lnTo>
                    <a:pt x="3901645" y="463633"/>
                  </a:lnTo>
                  <a:lnTo>
                    <a:pt x="3829392" y="459001"/>
                  </a:lnTo>
                  <a:lnTo>
                    <a:pt x="3757139" y="454497"/>
                  </a:lnTo>
                  <a:lnTo>
                    <a:pt x="3684887" y="450127"/>
                  </a:lnTo>
                  <a:lnTo>
                    <a:pt x="3612634" y="445894"/>
                  </a:lnTo>
                  <a:lnTo>
                    <a:pt x="3540381" y="441805"/>
                  </a:lnTo>
                  <a:lnTo>
                    <a:pt x="3468129" y="437861"/>
                  </a:lnTo>
                  <a:lnTo>
                    <a:pt x="3395876" y="434068"/>
                  </a:lnTo>
                  <a:lnTo>
                    <a:pt x="3323623" y="430427"/>
                  </a:lnTo>
                  <a:lnTo>
                    <a:pt x="3251371" y="426940"/>
                  </a:lnTo>
                  <a:lnTo>
                    <a:pt x="3179118" y="423610"/>
                  </a:lnTo>
                  <a:lnTo>
                    <a:pt x="3106865" y="420435"/>
                  </a:lnTo>
                  <a:lnTo>
                    <a:pt x="3034612" y="417417"/>
                  </a:lnTo>
                  <a:lnTo>
                    <a:pt x="2962360" y="414553"/>
                  </a:lnTo>
                  <a:lnTo>
                    <a:pt x="2890107" y="411842"/>
                  </a:lnTo>
                  <a:lnTo>
                    <a:pt x="2817854" y="409281"/>
                  </a:lnTo>
                  <a:lnTo>
                    <a:pt x="2745602" y="406867"/>
                  </a:lnTo>
                  <a:lnTo>
                    <a:pt x="2673349" y="404596"/>
                  </a:lnTo>
                  <a:lnTo>
                    <a:pt x="2601096" y="402464"/>
                  </a:lnTo>
                  <a:lnTo>
                    <a:pt x="2528844" y="400466"/>
                  </a:lnTo>
                  <a:lnTo>
                    <a:pt x="2456591" y="398597"/>
                  </a:lnTo>
                  <a:lnTo>
                    <a:pt x="2384338" y="396852"/>
                  </a:lnTo>
                  <a:lnTo>
                    <a:pt x="2312086" y="395225"/>
                  </a:lnTo>
                  <a:lnTo>
                    <a:pt x="2239833" y="393711"/>
                  </a:lnTo>
                  <a:lnTo>
                    <a:pt x="2167580" y="392304"/>
                  </a:lnTo>
                  <a:lnTo>
                    <a:pt x="2095328" y="390999"/>
                  </a:lnTo>
                  <a:lnTo>
                    <a:pt x="2023075" y="389790"/>
                  </a:lnTo>
                  <a:lnTo>
                    <a:pt x="1950822" y="388672"/>
                  </a:lnTo>
                  <a:lnTo>
                    <a:pt x="1878569" y="387640"/>
                  </a:lnTo>
                  <a:lnTo>
                    <a:pt x="1806317" y="386689"/>
                  </a:lnTo>
                  <a:lnTo>
                    <a:pt x="1734064" y="385814"/>
                  </a:lnTo>
                  <a:lnTo>
                    <a:pt x="1661811" y="385012"/>
                  </a:lnTo>
                  <a:lnTo>
                    <a:pt x="1589559" y="384277"/>
                  </a:lnTo>
                  <a:lnTo>
                    <a:pt x="1517306" y="383605"/>
                  </a:lnTo>
                  <a:lnTo>
                    <a:pt x="1445053" y="382993"/>
                  </a:lnTo>
                  <a:lnTo>
                    <a:pt x="1372801" y="382437"/>
                  </a:lnTo>
                  <a:lnTo>
                    <a:pt x="1300548" y="381934"/>
                  </a:lnTo>
                  <a:lnTo>
                    <a:pt x="1228295" y="381481"/>
                  </a:lnTo>
                  <a:lnTo>
                    <a:pt x="1156043" y="381074"/>
                  </a:lnTo>
                  <a:lnTo>
                    <a:pt x="1083790" y="380712"/>
                  </a:lnTo>
                  <a:lnTo>
                    <a:pt x="1011537" y="380390"/>
                  </a:lnTo>
                  <a:lnTo>
                    <a:pt x="939284" y="380107"/>
                  </a:lnTo>
                  <a:lnTo>
                    <a:pt x="867032" y="379861"/>
                  </a:lnTo>
                  <a:lnTo>
                    <a:pt x="794779" y="379649"/>
                  </a:lnTo>
                  <a:lnTo>
                    <a:pt x="722526" y="379470"/>
                  </a:lnTo>
                  <a:lnTo>
                    <a:pt x="650274" y="379321"/>
                  </a:lnTo>
                  <a:lnTo>
                    <a:pt x="578021" y="379201"/>
                  </a:lnTo>
                  <a:lnTo>
                    <a:pt x="505768" y="379109"/>
                  </a:lnTo>
                  <a:lnTo>
                    <a:pt x="433516" y="379042"/>
                  </a:lnTo>
                  <a:lnTo>
                    <a:pt x="361263" y="378999"/>
                  </a:lnTo>
                  <a:lnTo>
                    <a:pt x="289010" y="378979"/>
                  </a:lnTo>
                  <a:lnTo>
                    <a:pt x="216758" y="378981"/>
                  </a:lnTo>
                  <a:lnTo>
                    <a:pt x="144505" y="379004"/>
                  </a:lnTo>
                  <a:lnTo>
                    <a:pt x="72252" y="379046"/>
                  </a:lnTo>
                  <a:lnTo>
                    <a:pt x="0" y="379107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481915"/>
              <a:ext cx="5707962" cy="284611"/>
            </a:xfrm>
            <a:custGeom>
              <a:avLst/>
              <a:pathLst>
                <a:path w="5707962" h="284611">
                  <a:moveTo>
                    <a:pt x="0" y="0"/>
                  </a:moveTo>
                  <a:lnTo>
                    <a:pt x="72252" y="6543"/>
                  </a:lnTo>
                  <a:lnTo>
                    <a:pt x="144505" y="13069"/>
                  </a:lnTo>
                  <a:lnTo>
                    <a:pt x="216758" y="19575"/>
                  </a:lnTo>
                  <a:lnTo>
                    <a:pt x="289010" y="26060"/>
                  </a:lnTo>
                  <a:lnTo>
                    <a:pt x="361263" y="32523"/>
                  </a:lnTo>
                  <a:lnTo>
                    <a:pt x="433516" y="38964"/>
                  </a:lnTo>
                  <a:lnTo>
                    <a:pt x="505768" y="45380"/>
                  </a:lnTo>
                  <a:lnTo>
                    <a:pt x="578021" y="51771"/>
                  </a:lnTo>
                  <a:lnTo>
                    <a:pt x="650274" y="58134"/>
                  </a:lnTo>
                  <a:lnTo>
                    <a:pt x="722526" y="64469"/>
                  </a:lnTo>
                  <a:lnTo>
                    <a:pt x="794779" y="70773"/>
                  </a:lnTo>
                  <a:lnTo>
                    <a:pt x="867032" y="77044"/>
                  </a:lnTo>
                  <a:lnTo>
                    <a:pt x="939284" y="83281"/>
                  </a:lnTo>
                  <a:lnTo>
                    <a:pt x="1011537" y="89482"/>
                  </a:lnTo>
                  <a:lnTo>
                    <a:pt x="1083790" y="95643"/>
                  </a:lnTo>
                  <a:lnTo>
                    <a:pt x="1156043" y="101764"/>
                  </a:lnTo>
                  <a:lnTo>
                    <a:pt x="1228295" y="107840"/>
                  </a:lnTo>
                  <a:lnTo>
                    <a:pt x="1300548" y="113870"/>
                  </a:lnTo>
                  <a:lnTo>
                    <a:pt x="1372801" y="119851"/>
                  </a:lnTo>
                  <a:lnTo>
                    <a:pt x="1445053" y="125778"/>
                  </a:lnTo>
                  <a:lnTo>
                    <a:pt x="1517306" y="131650"/>
                  </a:lnTo>
                  <a:lnTo>
                    <a:pt x="1589559" y="137461"/>
                  </a:lnTo>
                  <a:lnTo>
                    <a:pt x="1661811" y="143209"/>
                  </a:lnTo>
                  <a:lnTo>
                    <a:pt x="1734064" y="148890"/>
                  </a:lnTo>
                  <a:lnTo>
                    <a:pt x="1806317" y="154499"/>
                  </a:lnTo>
                  <a:lnTo>
                    <a:pt x="1878569" y="160031"/>
                  </a:lnTo>
                  <a:lnTo>
                    <a:pt x="1950822" y="165482"/>
                  </a:lnTo>
                  <a:lnTo>
                    <a:pt x="2023075" y="170847"/>
                  </a:lnTo>
                  <a:lnTo>
                    <a:pt x="2095328" y="176122"/>
                  </a:lnTo>
                  <a:lnTo>
                    <a:pt x="2167580" y="181300"/>
                  </a:lnTo>
                  <a:lnTo>
                    <a:pt x="2239833" y="186376"/>
                  </a:lnTo>
                  <a:lnTo>
                    <a:pt x="2312086" y="191345"/>
                  </a:lnTo>
                  <a:lnTo>
                    <a:pt x="2384338" y="196201"/>
                  </a:lnTo>
                  <a:lnTo>
                    <a:pt x="2456591" y="200939"/>
                  </a:lnTo>
                  <a:lnTo>
                    <a:pt x="2528844" y="205554"/>
                  </a:lnTo>
                  <a:lnTo>
                    <a:pt x="2601096" y="210039"/>
                  </a:lnTo>
                  <a:lnTo>
                    <a:pt x="2673349" y="214391"/>
                  </a:lnTo>
                  <a:lnTo>
                    <a:pt x="2745602" y="218603"/>
                  </a:lnTo>
                  <a:lnTo>
                    <a:pt x="2817854" y="222672"/>
                  </a:lnTo>
                  <a:lnTo>
                    <a:pt x="2890107" y="226595"/>
                  </a:lnTo>
                  <a:lnTo>
                    <a:pt x="2962360" y="230367"/>
                  </a:lnTo>
                  <a:lnTo>
                    <a:pt x="3034612" y="233986"/>
                  </a:lnTo>
                  <a:lnTo>
                    <a:pt x="3106865" y="237451"/>
                  </a:lnTo>
                  <a:lnTo>
                    <a:pt x="3179118" y="240760"/>
                  </a:lnTo>
                  <a:lnTo>
                    <a:pt x="3251371" y="243912"/>
                  </a:lnTo>
                  <a:lnTo>
                    <a:pt x="3323623" y="246909"/>
                  </a:lnTo>
                  <a:lnTo>
                    <a:pt x="3395876" y="249751"/>
                  </a:lnTo>
                  <a:lnTo>
                    <a:pt x="3468129" y="252441"/>
                  </a:lnTo>
                  <a:lnTo>
                    <a:pt x="3540381" y="254981"/>
                  </a:lnTo>
                  <a:lnTo>
                    <a:pt x="3612634" y="257375"/>
                  </a:lnTo>
                  <a:lnTo>
                    <a:pt x="3684887" y="259626"/>
                  </a:lnTo>
                  <a:lnTo>
                    <a:pt x="3757139" y="261738"/>
                  </a:lnTo>
                  <a:lnTo>
                    <a:pt x="3829392" y="263718"/>
                  </a:lnTo>
                  <a:lnTo>
                    <a:pt x="3901645" y="265569"/>
                  </a:lnTo>
                  <a:lnTo>
                    <a:pt x="3973897" y="267297"/>
                  </a:lnTo>
                  <a:lnTo>
                    <a:pt x="4046150" y="268908"/>
                  </a:lnTo>
                  <a:lnTo>
                    <a:pt x="4118403" y="270407"/>
                  </a:lnTo>
                  <a:lnTo>
                    <a:pt x="4190656" y="271799"/>
                  </a:lnTo>
                  <a:lnTo>
                    <a:pt x="4262908" y="273091"/>
                  </a:lnTo>
                  <a:lnTo>
                    <a:pt x="4335161" y="274286"/>
                  </a:lnTo>
                  <a:lnTo>
                    <a:pt x="4407414" y="275392"/>
                  </a:lnTo>
                  <a:lnTo>
                    <a:pt x="4479666" y="276412"/>
                  </a:lnTo>
                  <a:lnTo>
                    <a:pt x="4551919" y="277352"/>
                  </a:lnTo>
                  <a:lnTo>
                    <a:pt x="4624172" y="278217"/>
                  </a:lnTo>
                  <a:lnTo>
                    <a:pt x="4696424" y="279010"/>
                  </a:lnTo>
                  <a:lnTo>
                    <a:pt x="4768677" y="279736"/>
                  </a:lnTo>
                  <a:lnTo>
                    <a:pt x="4840930" y="280399"/>
                  </a:lnTo>
                  <a:lnTo>
                    <a:pt x="4913182" y="281002"/>
                  </a:lnTo>
                  <a:lnTo>
                    <a:pt x="4985435" y="281550"/>
                  </a:lnTo>
                  <a:lnTo>
                    <a:pt x="5057688" y="282046"/>
                  </a:lnTo>
                  <a:lnTo>
                    <a:pt x="5129941" y="282493"/>
                  </a:lnTo>
                  <a:lnTo>
                    <a:pt x="5202193" y="282893"/>
                  </a:lnTo>
                  <a:lnTo>
                    <a:pt x="5274446" y="283250"/>
                  </a:lnTo>
                  <a:lnTo>
                    <a:pt x="5346699" y="283566"/>
                  </a:lnTo>
                  <a:lnTo>
                    <a:pt x="5418951" y="283843"/>
                  </a:lnTo>
                  <a:lnTo>
                    <a:pt x="5491204" y="284085"/>
                  </a:lnTo>
                  <a:lnTo>
                    <a:pt x="5563457" y="284292"/>
                  </a:lnTo>
                  <a:lnTo>
                    <a:pt x="5635709" y="284467"/>
                  </a:lnTo>
                  <a:lnTo>
                    <a:pt x="5707962" y="28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860895"/>
              <a:ext cx="5707962" cy="227693"/>
            </a:xfrm>
            <a:custGeom>
              <a:avLst/>
              <a:pathLst>
                <a:path w="5707962" h="227693">
                  <a:moveTo>
                    <a:pt x="5707962" y="227693"/>
                  </a:moveTo>
                  <a:lnTo>
                    <a:pt x="5635709" y="221354"/>
                  </a:lnTo>
                  <a:lnTo>
                    <a:pt x="5563457" y="215046"/>
                  </a:lnTo>
                  <a:lnTo>
                    <a:pt x="5491204" y="208769"/>
                  </a:lnTo>
                  <a:lnTo>
                    <a:pt x="5418951" y="202527"/>
                  </a:lnTo>
                  <a:lnTo>
                    <a:pt x="5346699" y="196322"/>
                  </a:lnTo>
                  <a:lnTo>
                    <a:pt x="5274446" y="190154"/>
                  </a:lnTo>
                  <a:lnTo>
                    <a:pt x="5202193" y="184028"/>
                  </a:lnTo>
                  <a:lnTo>
                    <a:pt x="5129941" y="177945"/>
                  </a:lnTo>
                  <a:lnTo>
                    <a:pt x="5057688" y="171908"/>
                  </a:lnTo>
                  <a:lnTo>
                    <a:pt x="4985435" y="165921"/>
                  </a:lnTo>
                  <a:lnTo>
                    <a:pt x="4913182" y="159986"/>
                  </a:lnTo>
                  <a:lnTo>
                    <a:pt x="4840930" y="154106"/>
                  </a:lnTo>
                  <a:lnTo>
                    <a:pt x="4768677" y="148286"/>
                  </a:lnTo>
                  <a:lnTo>
                    <a:pt x="4696424" y="142529"/>
                  </a:lnTo>
                  <a:lnTo>
                    <a:pt x="4624172" y="136838"/>
                  </a:lnTo>
                  <a:lnTo>
                    <a:pt x="4551919" y="131219"/>
                  </a:lnTo>
                  <a:lnTo>
                    <a:pt x="4479666" y="125676"/>
                  </a:lnTo>
                  <a:lnTo>
                    <a:pt x="4407414" y="120213"/>
                  </a:lnTo>
                  <a:lnTo>
                    <a:pt x="4335161" y="114835"/>
                  </a:lnTo>
                  <a:lnTo>
                    <a:pt x="4262908" y="109548"/>
                  </a:lnTo>
                  <a:lnTo>
                    <a:pt x="4190656" y="104356"/>
                  </a:lnTo>
                  <a:lnTo>
                    <a:pt x="4118403" y="99265"/>
                  </a:lnTo>
                  <a:lnTo>
                    <a:pt x="4046150" y="94281"/>
                  </a:lnTo>
                  <a:lnTo>
                    <a:pt x="3973897" y="89408"/>
                  </a:lnTo>
                  <a:lnTo>
                    <a:pt x="3901645" y="84653"/>
                  </a:lnTo>
                  <a:lnTo>
                    <a:pt x="3829392" y="80021"/>
                  </a:lnTo>
                  <a:lnTo>
                    <a:pt x="3757139" y="75517"/>
                  </a:lnTo>
                  <a:lnTo>
                    <a:pt x="3684887" y="71147"/>
                  </a:lnTo>
                  <a:lnTo>
                    <a:pt x="3612634" y="66915"/>
                  </a:lnTo>
                  <a:lnTo>
                    <a:pt x="3540381" y="62825"/>
                  </a:lnTo>
                  <a:lnTo>
                    <a:pt x="3468129" y="58882"/>
                  </a:lnTo>
                  <a:lnTo>
                    <a:pt x="3395876" y="55088"/>
                  </a:lnTo>
                  <a:lnTo>
                    <a:pt x="3323623" y="51447"/>
                  </a:lnTo>
                  <a:lnTo>
                    <a:pt x="3251371" y="47961"/>
                  </a:lnTo>
                  <a:lnTo>
                    <a:pt x="3179118" y="44630"/>
                  </a:lnTo>
                  <a:lnTo>
                    <a:pt x="3106865" y="41455"/>
                  </a:lnTo>
                  <a:lnTo>
                    <a:pt x="3034612" y="38437"/>
                  </a:lnTo>
                  <a:lnTo>
                    <a:pt x="2962360" y="35573"/>
                  </a:lnTo>
                  <a:lnTo>
                    <a:pt x="2890107" y="32862"/>
                  </a:lnTo>
                  <a:lnTo>
                    <a:pt x="2817854" y="30301"/>
                  </a:lnTo>
                  <a:lnTo>
                    <a:pt x="2745602" y="27887"/>
                  </a:lnTo>
                  <a:lnTo>
                    <a:pt x="2673349" y="25616"/>
                  </a:lnTo>
                  <a:lnTo>
                    <a:pt x="2601096" y="23484"/>
                  </a:lnTo>
                  <a:lnTo>
                    <a:pt x="2528844" y="21487"/>
                  </a:lnTo>
                  <a:lnTo>
                    <a:pt x="2456591" y="19618"/>
                  </a:lnTo>
                  <a:lnTo>
                    <a:pt x="2384338" y="17873"/>
                  </a:lnTo>
                  <a:lnTo>
                    <a:pt x="2312086" y="16246"/>
                  </a:lnTo>
                  <a:lnTo>
                    <a:pt x="2239833" y="14731"/>
                  </a:lnTo>
                  <a:lnTo>
                    <a:pt x="2167580" y="13324"/>
                  </a:lnTo>
                  <a:lnTo>
                    <a:pt x="2095328" y="12019"/>
                  </a:lnTo>
                  <a:lnTo>
                    <a:pt x="2023075" y="10810"/>
                  </a:lnTo>
                  <a:lnTo>
                    <a:pt x="1950822" y="9692"/>
                  </a:lnTo>
                  <a:lnTo>
                    <a:pt x="1878569" y="8660"/>
                  </a:lnTo>
                  <a:lnTo>
                    <a:pt x="1806317" y="7709"/>
                  </a:lnTo>
                  <a:lnTo>
                    <a:pt x="1734064" y="6835"/>
                  </a:lnTo>
                  <a:lnTo>
                    <a:pt x="1661811" y="6032"/>
                  </a:lnTo>
                  <a:lnTo>
                    <a:pt x="1589559" y="5297"/>
                  </a:lnTo>
                  <a:lnTo>
                    <a:pt x="1517306" y="4625"/>
                  </a:lnTo>
                  <a:lnTo>
                    <a:pt x="1445053" y="4013"/>
                  </a:lnTo>
                  <a:lnTo>
                    <a:pt x="1372801" y="3458"/>
                  </a:lnTo>
                  <a:lnTo>
                    <a:pt x="1300548" y="2955"/>
                  </a:lnTo>
                  <a:lnTo>
                    <a:pt x="1228295" y="2501"/>
                  </a:lnTo>
                  <a:lnTo>
                    <a:pt x="1156043" y="2095"/>
                  </a:lnTo>
                  <a:lnTo>
                    <a:pt x="1083790" y="1732"/>
                  </a:lnTo>
                  <a:lnTo>
                    <a:pt x="1011537" y="1410"/>
                  </a:lnTo>
                  <a:lnTo>
                    <a:pt x="939284" y="1128"/>
                  </a:lnTo>
                  <a:lnTo>
                    <a:pt x="867032" y="881"/>
                  </a:lnTo>
                  <a:lnTo>
                    <a:pt x="794779" y="670"/>
                  </a:lnTo>
                  <a:lnTo>
                    <a:pt x="722526" y="490"/>
                  </a:lnTo>
                  <a:lnTo>
                    <a:pt x="650274" y="342"/>
                  </a:lnTo>
                  <a:lnTo>
                    <a:pt x="578021" y="222"/>
                  </a:lnTo>
                  <a:lnTo>
                    <a:pt x="505768" y="129"/>
                  </a:lnTo>
                  <a:lnTo>
                    <a:pt x="433516" y="62"/>
                  </a:lnTo>
                  <a:lnTo>
                    <a:pt x="361263" y="19"/>
                  </a:lnTo>
                  <a:lnTo>
                    <a:pt x="289010" y="0"/>
                  </a:lnTo>
                  <a:lnTo>
                    <a:pt x="216758" y="2"/>
                  </a:lnTo>
                  <a:lnTo>
                    <a:pt x="144505" y="24"/>
                  </a:lnTo>
                  <a:lnTo>
                    <a:pt x="72252" y="66"/>
                  </a:lnTo>
                  <a:lnTo>
                    <a:pt x="0" y="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71468"/>
              <a:ext cx="5707962" cy="256088"/>
            </a:xfrm>
            <a:custGeom>
              <a:avLst/>
              <a:pathLst>
                <a:path w="5707962" h="256088">
                  <a:moveTo>
                    <a:pt x="0" y="0"/>
                  </a:moveTo>
                  <a:lnTo>
                    <a:pt x="72252" y="3241"/>
                  </a:lnTo>
                  <a:lnTo>
                    <a:pt x="144505" y="6483"/>
                  </a:lnTo>
                  <a:lnTo>
                    <a:pt x="216758" y="9724"/>
                  </a:lnTo>
                  <a:lnTo>
                    <a:pt x="289010" y="12966"/>
                  </a:lnTo>
                  <a:lnTo>
                    <a:pt x="361263" y="16208"/>
                  </a:lnTo>
                  <a:lnTo>
                    <a:pt x="433516" y="19449"/>
                  </a:lnTo>
                  <a:lnTo>
                    <a:pt x="505768" y="22691"/>
                  </a:lnTo>
                  <a:lnTo>
                    <a:pt x="578021" y="25933"/>
                  </a:lnTo>
                  <a:lnTo>
                    <a:pt x="650274" y="29174"/>
                  </a:lnTo>
                  <a:lnTo>
                    <a:pt x="722526" y="32416"/>
                  </a:lnTo>
                  <a:lnTo>
                    <a:pt x="794779" y="35657"/>
                  </a:lnTo>
                  <a:lnTo>
                    <a:pt x="867032" y="38899"/>
                  </a:lnTo>
                  <a:lnTo>
                    <a:pt x="939284" y="42141"/>
                  </a:lnTo>
                  <a:lnTo>
                    <a:pt x="1011537" y="45382"/>
                  </a:lnTo>
                  <a:lnTo>
                    <a:pt x="1083790" y="48624"/>
                  </a:lnTo>
                  <a:lnTo>
                    <a:pt x="1156043" y="51866"/>
                  </a:lnTo>
                  <a:lnTo>
                    <a:pt x="1228295" y="55107"/>
                  </a:lnTo>
                  <a:lnTo>
                    <a:pt x="1300548" y="58349"/>
                  </a:lnTo>
                  <a:lnTo>
                    <a:pt x="1372801" y="61590"/>
                  </a:lnTo>
                  <a:lnTo>
                    <a:pt x="1445053" y="64832"/>
                  </a:lnTo>
                  <a:lnTo>
                    <a:pt x="1517306" y="68074"/>
                  </a:lnTo>
                  <a:lnTo>
                    <a:pt x="1589559" y="71315"/>
                  </a:lnTo>
                  <a:lnTo>
                    <a:pt x="1661811" y="74557"/>
                  </a:lnTo>
                  <a:lnTo>
                    <a:pt x="1734064" y="77799"/>
                  </a:lnTo>
                  <a:lnTo>
                    <a:pt x="1806317" y="81040"/>
                  </a:lnTo>
                  <a:lnTo>
                    <a:pt x="1878569" y="84282"/>
                  </a:lnTo>
                  <a:lnTo>
                    <a:pt x="1950822" y="87523"/>
                  </a:lnTo>
                  <a:lnTo>
                    <a:pt x="2023075" y="90765"/>
                  </a:lnTo>
                  <a:lnTo>
                    <a:pt x="2095328" y="94007"/>
                  </a:lnTo>
                  <a:lnTo>
                    <a:pt x="2167580" y="97248"/>
                  </a:lnTo>
                  <a:lnTo>
                    <a:pt x="2239833" y="100490"/>
                  </a:lnTo>
                  <a:lnTo>
                    <a:pt x="2312086" y="103732"/>
                  </a:lnTo>
                  <a:lnTo>
                    <a:pt x="2384338" y="106973"/>
                  </a:lnTo>
                  <a:lnTo>
                    <a:pt x="2456591" y="110215"/>
                  </a:lnTo>
                  <a:lnTo>
                    <a:pt x="2528844" y="113457"/>
                  </a:lnTo>
                  <a:lnTo>
                    <a:pt x="2601096" y="116698"/>
                  </a:lnTo>
                  <a:lnTo>
                    <a:pt x="2673349" y="119940"/>
                  </a:lnTo>
                  <a:lnTo>
                    <a:pt x="2745602" y="123181"/>
                  </a:lnTo>
                  <a:lnTo>
                    <a:pt x="2817854" y="126423"/>
                  </a:lnTo>
                  <a:lnTo>
                    <a:pt x="2890107" y="129665"/>
                  </a:lnTo>
                  <a:lnTo>
                    <a:pt x="2962360" y="132906"/>
                  </a:lnTo>
                  <a:lnTo>
                    <a:pt x="3034612" y="136148"/>
                  </a:lnTo>
                  <a:lnTo>
                    <a:pt x="3106865" y="139390"/>
                  </a:lnTo>
                  <a:lnTo>
                    <a:pt x="3179118" y="142631"/>
                  </a:lnTo>
                  <a:lnTo>
                    <a:pt x="3251371" y="145873"/>
                  </a:lnTo>
                  <a:lnTo>
                    <a:pt x="3323623" y="149114"/>
                  </a:lnTo>
                  <a:lnTo>
                    <a:pt x="3395876" y="152356"/>
                  </a:lnTo>
                  <a:lnTo>
                    <a:pt x="3468129" y="155598"/>
                  </a:lnTo>
                  <a:lnTo>
                    <a:pt x="3540381" y="158839"/>
                  </a:lnTo>
                  <a:lnTo>
                    <a:pt x="3612634" y="162081"/>
                  </a:lnTo>
                  <a:lnTo>
                    <a:pt x="3684887" y="165323"/>
                  </a:lnTo>
                  <a:lnTo>
                    <a:pt x="3757139" y="168564"/>
                  </a:lnTo>
                  <a:lnTo>
                    <a:pt x="3829392" y="171806"/>
                  </a:lnTo>
                  <a:lnTo>
                    <a:pt x="3901645" y="175047"/>
                  </a:lnTo>
                  <a:lnTo>
                    <a:pt x="3973897" y="178289"/>
                  </a:lnTo>
                  <a:lnTo>
                    <a:pt x="4046150" y="181531"/>
                  </a:lnTo>
                  <a:lnTo>
                    <a:pt x="4118403" y="184772"/>
                  </a:lnTo>
                  <a:lnTo>
                    <a:pt x="4190656" y="188014"/>
                  </a:lnTo>
                  <a:lnTo>
                    <a:pt x="4262908" y="191256"/>
                  </a:lnTo>
                  <a:lnTo>
                    <a:pt x="4335161" y="194497"/>
                  </a:lnTo>
                  <a:lnTo>
                    <a:pt x="4407414" y="197739"/>
                  </a:lnTo>
                  <a:lnTo>
                    <a:pt x="4479666" y="200981"/>
                  </a:lnTo>
                  <a:lnTo>
                    <a:pt x="4551919" y="204222"/>
                  </a:lnTo>
                  <a:lnTo>
                    <a:pt x="4624172" y="207464"/>
                  </a:lnTo>
                  <a:lnTo>
                    <a:pt x="4696424" y="210705"/>
                  </a:lnTo>
                  <a:lnTo>
                    <a:pt x="4768677" y="213947"/>
                  </a:lnTo>
                  <a:lnTo>
                    <a:pt x="4840930" y="217189"/>
                  </a:lnTo>
                  <a:lnTo>
                    <a:pt x="4913182" y="220430"/>
                  </a:lnTo>
                  <a:lnTo>
                    <a:pt x="4985435" y="223672"/>
                  </a:lnTo>
                  <a:lnTo>
                    <a:pt x="5057688" y="226914"/>
                  </a:lnTo>
                  <a:lnTo>
                    <a:pt x="5129941" y="230155"/>
                  </a:lnTo>
                  <a:lnTo>
                    <a:pt x="5202193" y="233397"/>
                  </a:lnTo>
                  <a:lnTo>
                    <a:pt x="5274446" y="236638"/>
                  </a:lnTo>
                  <a:lnTo>
                    <a:pt x="5346699" y="239880"/>
                  </a:lnTo>
                  <a:lnTo>
                    <a:pt x="5418951" y="243122"/>
                  </a:lnTo>
                  <a:lnTo>
                    <a:pt x="5491204" y="246363"/>
                  </a:lnTo>
                  <a:lnTo>
                    <a:pt x="5563457" y="249605"/>
                  </a:lnTo>
                  <a:lnTo>
                    <a:pt x="5635709" y="252847"/>
                  </a:lnTo>
                  <a:lnTo>
                    <a:pt x="5707962" y="256088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30231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632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747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668686" y="36161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668686" y="31200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68686" y="36097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21922" y="37093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21922" y="35561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21922" y="34440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061237" y="25723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061237" y="34315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061237" y="32534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787080" y="36753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87080" y="43772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87080" y="37700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367823" y="36063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367823" y="38274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367823" y="39921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489047" y="49456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489047" y="45099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89047" y="52376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721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550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44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805558"/>
              <a:ext cx="5707962" cy="1905788"/>
            </a:xfrm>
            <a:custGeom>
              <a:avLst/>
              <a:pathLst>
                <a:path w="5707962" h="1905788">
                  <a:moveTo>
                    <a:pt x="0" y="0"/>
                  </a:moveTo>
                  <a:lnTo>
                    <a:pt x="72252" y="20870"/>
                  </a:lnTo>
                  <a:lnTo>
                    <a:pt x="144505" y="41688"/>
                  </a:lnTo>
                  <a:lnTo>
                    <a:pt x="216758" y="62449"/>
                  </a:lnTo>
                  <a:lnTo>
                    <a:pt x="289010" y="83152"/>
                  </a:lnTo>
                  <a:lnTo>
                    <a:pt x="361263" y="103792"/>
                  </a:lnTo>
                  <a:lnTo>
                    <a:pt x="433516" y="124367"/>
                  </a:lnTo>
                  <a:lnTo>
                    <a:pt x="505768" y="144872"/>
                  </a:lnTo>
                  <a:lnTo>
                    <a:pt x="578021" y="165303"/>
                  </a:lnTo>
                  <a:lnTo>
                    <a:pt x="650274" y="185656"/>
                  </a:lnTo>
                  <a:lnTo>
                    <a:pt x="722526" y="205927"/>
                  </a:lnTo>
                  <a:lnTo>
                    <a:pt x="794779" y="226110"/>
                  </a:lnTo>
                  <a:lnTo>
                    <a:pt x="867032" y="246200"/>
                  </a:lnTo>
                  <a:lnTo>
                    <a:pt x="939284" y="266192"/>
                  </a:lnTo>
                  <a:lnTo>
                    <a:pt x="1011537" y="286079"/>
                  </a:lnTo>
                  <a:lnTo>
                    <a:pt x="1083790" y="305854"/>
                  </a:lnTo>
                  <a:lnTo>
                    <a:pt x="1156043" y="325512"/>
                  </a:lnTo>
                  <a:lnTo>
                    <a:pt x="1228295" y="345044"/>
                  </a:lnTo>
                  <a:lnTo>
                    <a:pt x="1300548" y="364442"/>
                  </a:lnTo>
                  <a:lnTo>
                    <a:pt x="1372801" y="383698"/>
                  </a:lnTo>
                  <a:lnTo>
                    <a:pt x="1445053" y="402802"/>
                  </a:lnTo>
                  <a:lnTo>
                    <a:pt x="1517306" y="421746"/>
                  </a:lnTo>
                  <a:lnTo>
                    <a:pt x="1589559" y="440519"/>
                  </a:lnTo>
                  <a:lnTo>
                    <a:pt x="1661811" y="459110"/>
                  </a:lnTo>
                  <a:lnTo>
                    <a:pt x="1734064" y="477507"/>
                  </a:lnTo>
                  <a:lnTo>
                    <a:pt x="1806317" y="495698"/>
                  </a:lnTo>
                  <a:lnTo>
                    <a:pt x="1878569" y="513670"/>
                  </a:lnTo>
                  <a:lnTo>
                    <a:pt x="1950822" y="531410"/>
                  </a:lnTo>
                  <a:lnTo>
                    <a:pt x="2023075" y="548904"/>
                  </a:lnTo>
                  <a:lnTo>
                    <a:pt x="2095328" y="566137"/>
                  </a:lnTo>
                  <a:lnTo>
                    <a:pt x="2167580" y="583094"/>
                  </a:lnTo>
                  <a:lnTo>
                    <a:pt x="2239833" y="599760"/>
                  </a:lnTo>
                  <a:lnTo>
                    <a:pt x="2312086" y="616119"/>
                  </a:lnTo>
                  <a:lnTo>
                    <a:pt x="2384338" y="632155"/>
                  </a:lnTo>
                  <a:lnTo>
                    <a:pt x="2456591" y="647851"/>
                  </a:lnTo>
                  <a:lnTo>
                    <a:pt x="2528844" y="663194"/>
                  </a:lnTo>
                  <a:lnTo>
                    <a:pt x="2601096" y="678167"/>
                  </a:lnTo>
                  <a:lnTo>
                    <a:pt x="2673349" y="692756"/>
                  </a:lnTo>
                  <a:lnTo>
                    <a:pt x="2745602" y="706947"/>
                  </a:lnTo>
                  <a:lnTo>
                    <a:pt x="2817854" y="720728"/>
                  </a:lnTo>
                  <a:lnTo>
                    <a:pt x="2890107" y="734088"/>
                  </a:lnTo>
                  <a:lnTo>
                    <a:pt x="2962360" y="747017"/>
                  </a:lnTo>
                  <a:lnTo>
                    <a:pt x="3034612" y="759509"/>
                  </a:lnTo>
                  <a:lnTo>
                    <a:pt x="3106865" y="771557"/>
                  </a:lnTo>
                  <a:lnTo>
                    <a:pt x="3179118" y="783159"/>
                  </a:lnTo>
                  <a:lnTo>
                    <a:pt x="3251371" y="794314"/>
                  </a:lnTo>
                  <a:lnTo>
                    <a:pt x="3323623" y="805022"/>
                  </a:lnTo>
                  <a:lnTo>
                    <a:pt x="3395876" y="815287"/>
                  </a:lnTo>
                  <a:lnTo>
                    <a:pt x="3468129" y="825115"/>
                  </a:lnTo>
                  <a:lnTo>
                    <a:pt x="3540381" y="834514"/>
                  </a:lnTo>
                  <a:lnTo>
                    <a:pt x="3612634" y="843494"/>
                  </a:lnTo>
                  <a:lnTo>
                    <a:pt x="3684887" y="852065"/>
                  </a:lnTo>
                  <a:lnTo>
                    <a:pt x="3757139" y="860240"/>
                  </a:lnTo>
                  <a:lnTo>
                    <a:pt x="3829392" y="868034"/>
                  </a:lnTo>
                  <a:lnTo>
                    <a:pt x="3901645" y="875459"/>
                  </a:lnTo>
                  <a:lnTo>
                    <a:pt x="3973897" y="882533"/>
                  </a:lnTo>
                  <a:lnTo>
                    <a:pt x="4046150" y="889270"/>
                  </a:lnTo>
                  <a:lnTo>
                    <a:pt x="4118403" y="895686"/>
                  </a:lnTo>
                  <a:lnTo>
                    <a:pt x="4190656" y="901797"/>
                  </a:lnTo>
                  <a:lnTo>
                    <a:pt x="4262908" y="907619"/>
                  </a:lnTo>
                  <a:lnTo>
                    <a:pt x="4335161" y="913167"/>
                  </a:lnTo>
                  <a:lnTo>
                    <a:pt x="4407414" y="918457"/>
                  </a:lnTo>
                  <a:lnTo>
                    <a:pt x="4479666" y="923502"/>
                  </a:lnTo>
                  <a:lnTo>
                    <a:pt x="4551919" y="928317"/>
                  </a:lnTo>
                  <a:lnTo>
                    <a:pt x="4624172" y="932916"/>
                  </a:lnTo>
                  <a:lnTo>
                    <a:pt x="4696424" y="937310"/>
                  </a:lnTo>
                  <a:lnTo>
                    <a:pt x="4768677" y="941512"/>
                  </a:lnTo>
                  <a:lnTo>
                    <a:pt x="4840930" y="945533"/>
                  </a:lnTo>
                  <a:lnTo>
                    <a:pt x="4913182" y="949385"/>
                  </a:lnTo>
                  <a:lnTo>
                    <a:pt x="4985435" y="953077"/>
                  </a:lnTo>
                  <a:lnTo>
                    <a:pt x="5057688" y="956620"/>
                  </a:lnTo>
                  <a:lnTo>
                    <a:pt x="5129941" y="960021"/>
                  </a:lnTo>
                  <a:lnTo>
                    <a:pt x="5202193" y="963290"/>
                  </a:lnTo>
                  <a:lnTo>
                    <a:pt x="5274446" y="966435"/>
                  </a:lnTo>
                  <a:lnTo>
                    <a:pt x="5346699" y="969462"/>
                  </a:lnTo>
                  <a:lnTo>
                    <a:pt x="5418951" y="972379"/>
                  </a:lnTo>
                  <a:lnTo>
                    <a:pt x="5491204" y="975192"/>
                  </a:lnTo>
                  <a:lnTo>
                    <a:pt x="5563457" y="977908"/>
                  </a:lnTo>
                  <a:lnTo>
                    <a:pt x="5635709" y="980531"/>
                  </a:lnTo>
                  <a:lnTo>
                    <a:pt x="5707962" y="983067"/>
                  </a:lnTo>
                  <a:lnTo>
                    <a:pt x="5707962" y="1905788"/>
                  </a:lnTo>
                  <a:lnTo>
                    <a:pt x="5635709" y="1885505"/>
                  </a:lnTo>
                  <a:lnTo>
                    <a:pt x="5563457" y="1865309"/>
                  </a:lnTo>
                  <a:lnTo>
                    <a:pt x="5491204" y="1845206"/>
                  </a:lnTo>
                  <a:lnTo>
                    <a:pt x="5418951" y="1825200"/>
                  </a:lnTo>
                  <a:lnTo>
                    <a:pt x="5346699" y="1805298"/>
                  </a:lnTo>
                  <a:lnTo>
                    <a:pt x="5274446" y="1785506"/>
                  </a:lnTo>
                  <a:lnTo>
                    <a:pt x="5202193" y="1765832"/>
                  </a:lnTo>
                  <a:lnTo>
                    <a:pt x="5129941" y="1746282"/>
                  </a:lnTo>
                  <a:lnTo>
                    <a:pt x="5057688" y="1726865"/>
                  </a:lnTo>
                  <a:lnTo>
                    <a:pt x="4985435" y="1707588"/>
                  </a:lnTo>
                  <a:lnTo>
                    <a:pt x="4913182" y="1688461"/>
                  </a:lnTo>
                  <a:lnTo>
                    <a:pt x="4840930" y="1669494"/>
                  </a:lnTo>
                  <a:lnTo>
                    <a:pt x="4768677" y="1650697"/>
                  </a:lnTo>
                  <a:lnTo>
                    <a:pt x="4696424" y="1632080"/>
                  </a:lnTo>
                  <a:lnTo>
                    <a:pt x="4624172" y="1613655"/>
                  </a:lnTo>
                  <a:lnTo>
                    <a:pt x="4551919" y="1595434"/>
                  </a:lnTo>
                  <a:lnTo>
                    <a:pt x="4479666" y="1577431"/>
                  </a:lnTo>
                  <a:lnTo>
                    <a:pt x="4407414" y="1559657"/>
                  </a:lnTo>
                  <a:lnTo>
                    <a:pt x="4335161" y="1542128"/>
                  </a:lnTo>
                  <a:lnTo>
                    <a:pt x="4262908" y="1524857"/>
                  </a:lnTo>
                  <a:lnTo>
                    <a:pt x="4190656" y="1507860"/>
                  </a:lnTo>
                  <a:lnTo>
                    <a:pt x="4118403" y="1491152"/>
                  </a:lnTo>
                  <a:lnTo>
                    <a:pt x="4046150" y="1474750"/>
                  </a:lnTo>
                  <a:lnTo>
                    <a:pt x="3973897" y="1458667"/>
                  </a:lnTo>
                  <a:lnTo>
                    <a:pt x="3901645" y="1442922"/>
                  </a:lnTo>
                  <a:lnTo>
                    <a:pt x="3829392" y="1427529"/>
                  </a:lnTo>
                  <a:lnTo>
                    <a:pt x="3757139" y="1412503"/>
                  </a:lnTo>
                  <a:lnTo>
                    <a:pt x="3684887" y="1397859"/>
                  </a:lnTo>
                  <a:lnTo>
                    <a:pt x="3612634" y="1383612"/>
                  </a:lnTo>
                  <a:lnTo>
                    <a:pt x="3540381" y="1369772"/>
                  </a:lnTo>
                  <a:lnTo>
                    <a:pt x="3468129" y="1356352"/>
                  </a:lnTo>
                  <a:lnTo>
                    <a:pt x="3395876" y="1343362"/>
                  </a:lnTo>
                  <a:lnTo>
                    <a:pt x="3323623" y="1330808"/>
                  </a:lnTo>
                  <a:lnTo>
                    <a:pt x="3251371" y="1318697"/>
                  </a:lnTo>
                  <a:lnTo>
                    <a:pt x="3179118" y="1307033"/>
                  </a:lnTo>
                  <a:lnTo>
                    <a:pt x="3106865" y="1295816"/>
                  </a:lnTo>
                  <a:lnTo>
                    <a:pt x="3034612" y="1285045"/>
                  </a:lnTo>
                  <a:lnTo>
                    <a:pt x="2962360" y="1274718"/>
                  </a:lnTo>
                  <a:lnTo>
                    <a:pt x="2890107" y="1264828"/>
                  </a:lnTo>
                  <a:lnTo>
                    <a:pt x="2817854" y="1255369"/>
                  </a:lnTo>
                  <a:lnTo>
                    <a:pt x="2745602" y="1246331"/>
                  </a:lnTo>
                  <a:lnTo>
                    <a:pt x="2673349" y="1237704"/>
                  </a:lnTo>
                  <a:lnTo>
                    <a:pt x="2601096" y="1229474"/>
                  </a:lnTo>
                  <a:lnTo>
                    <a:pt x="2528844" y="1221628"/>
                  </a:lnTo>
                  <a:lnTo>
                    <a:pt x="2456591" y="1214151"/>
                  </a:lnTo>
                  <a:lnTo>
                    <a:pt x="2384338" y="1207029"/>
                  </a:lnTo>
                  <a:lnTo>
                    <a:pt x="2312086" y="1200246"/>
                  </a:lnTo>
                  <a:lnTo>
                    <a:pt x="2239833" y="1193786"/>
                  </a:lnTo>
                  <a:lnTo>
                    <a:pt x="2167580" y="1187632"/>
                  </a:lnTo>
                  <a:lnTo>
                    <a:pt x="2095328" y="1181771"/>
                  </a:lnTo>
                  <a:lnTo>
                    <a:pt x="2023075" y="1176185"/>
                  </a:lnTo>
                  <a:lnTo>
                    <a:pt x="1950822" y="1170860"/>
                  </a:lnTo>
                  <a:lnTo>
                    <a:pt x="1878569" y="1165781"/>
                  </a:lnTo>
                  <a:lnTo>
                    <a:pt x="1806317" y="1160934"/>
                  </a:lnTo>
                  <a:lnTo>
                    <a:pt x="1734064" y="1156307"/>
                  </a:lnTo>
                  <a:lnTo>
                    <a:pt x="1661811" y="1151885"/>
                  </a:lnTo>
                  <a:lnTo>
                    <a:pt x="1589559" y="1147656"/>
                  </a:lnTo>
                  <a:lnTo>
                    <a:pt x="1517306" y="1143610"/>
                  </a:lnTo>
                  <a:lnTo>
                    <a:pt x="1445053" y="1139735"/>
                  </a:lnTo>
                  <a:lnTo>
                    <a:pt x="1372801" y="1136021"/>
                  </a:lnTo>
                  <a:lnTo>
                    <a:pt x="1300548" y="1132458"/>
                  </a:lnTo>
                  <a:lnTo>
                    <a:pt x="1228295" y="1129037"/>
                  </a:lnTo>
                  <a:lnTo>
                    <a:pt x="1156043" y="1125750"/>
                  </a:lnTo>
                  <a:lnTo>
                    <a:pt x="1083790" y="1122588"/>
                  </a:lnTo>
                  <a:lnTo>
                    <a:pt x="1011537" y="1119545"/>
                  </a:lnTo>
                  <a:lnTo>
                    <a:pt x="939284" y="1116613"/>
                  </a:lnTo>
                  <a:lnTo>
                    <a:pt x="867032" y="1113786"/>
                  </a:lnTo>
                  <a:lnTo>
                    <a:pt x="794779" y="1111057"/>
                  </a:lnTo>
                  <a:lnTo>
                    <a:pt x="722526" y="1108421"/>
                  </a:lnTo>
                  <a:lnTo>
                    <a:pt x="650274" y="1105873"/>
                  </a:lnTo>
                  <a:lnTo>
                    <a:pt x="578021" y="1103407"/>
                  </a:lnTo>
                  <a:lnTo>
                    <a:pt x="505768" y="1101019"/>
                  </a:lnTo>
                  <a:lnTo>
                    <a:pt x="433516" y="1098705"/>
                  </a:lnTo>
                  <a:lnTo>
                    <a:pt x="361263" y="1096461"/>
                  </a:lnTo>
                  <a:lnTo>
                    <a:pt x="289010" y="1094282"/>
                  </a:lnTo>
                  <a:lnTo>
                    <a:pt x="216758" y="1092166"/>
                  </a:lnTo>
                  <a:lnTo>
                    <a:pt x="144505" y="1090109"/>
                  </a:lnTo>
                  <a:lnTo>
                    <a:pt x="72252" y="1088108"/>
                  </a:lnTo>
                  <a:lnTo>
                    <a:pt x="0" y="1086159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805558"/>
              <a:ext cx="5707962" cy="983067"/>
            </a:xfrm>
            <a:custGeom>
              <a:avLst/>
              <a:pathLst>
                <a:path w="5707962" h="983067">
                  <a:moveTo>
                    <a:pt x="0" y="0"/>
                  </a:moveTo>
                  <a:lnTo>
                    <a:pt x="72252" y="20870"/>
                  </a:lnTo>
                  <a:lnTo>
                    <a:pt x="144505" y="41688"/>
                  </a:lnTo>
                  <a:lnTo>
                    <a:pt x="216758" y="62449"/>
                  </a:lnTo>
                  <a:lnTo>
                    <a:pt x="289010" y="83152"/>
                  </a:lnTo>
                  <a:lnTo>
                    <a:pt x="361263" y="103792"/>
                  </a:lnTo>
                  <a:lnTo>
                    <a:pt x="433516" y="124367"/>
                  </a:lnTo>
                  <a:lnTo>
                    <a:pt x="505768" y="144872"/>
                  </a:lnTo>
                  <a:lnTo>
                    <a:pt x="578021" y="165303"/>
                  </a:lnTo>
                  <a:lnTo>
                    <a:pt x="650274" y="185656"/>
                  </a:lnTo>
                  <a:lnTo>
                    <a:pt x="722526" y="205927"/>
                  </a:lnTo>
                  <a:lnTo>
                    <a:pt x="794779" y="226110"/>
                  </a:lnTo>
                  <a:lnTo>
                    <a:pt x="867032" y="246200"/>
                  </a:lnTo>
                  <a:lnTo>
                    <a:pt x="939284" y="266192"/>
                  </a:lnTo>
                  <a:lnTo>
                    <a:pt x="1011537" y="286079"/>
                  </a:lnTo>
                  <a:lnTo>
                    <a:pt x="1083790" y="305854"/>
                  </a:lnTo>
                  <a:lnTo>
                    <a:pt x="1156043" y="325512"/>
                  </a:lnTo>
                  <a:lnTo>
                    <a:pt x="1228295" y="345044"/>
                  </a:lnTo>
                  <a:lnTo>
                    <a:pt x="1300548" y="364442"/>
                  </a:lnTo>
                  <a:lnTo>
                    <a:pt x="1372801" y="383698"/>
                  </a:lnTo>
                  <a:lnTo>
                    <a:pt x="1445053" y="402802"/>
                  </a:lnTo>
                  <a:lnTo>
                    <a:pt x="1517306" y="421746"/>
                  </a:lnTo>
                  <a:lnTo>
                    <a:pt x="1589559" y="440519"/>
                  </a:lnTo>
                  <a:lnTo>
                    <a:pt x="1661811" y="459110"/>
                  </a:lnTo>
                  <a:lnTo>
                    <a:pt x="1734064" y="477507"/>
                  </a:lnTo>
                  <a:lnTo>
                    <a:pt x="1806317" y="495698"/>
                  </a:lnTo>
                  <a:lnTo>
                    <a:pt x="1878569" y="513670"/>
                  </a:lnTo>
                  <a:lnTo>
                    <a:pt x="1950822" y="531410"/>
                  </a:lnTo>
                  <a:lnTo>
                    <a:pt x="2023075" y="548904"/>
                  </a:lnTo>
                  <a:lnTo>
                    <a:pt x="2095328" y="566137"/>
                  </a:lnTo>
                  <a:lnTo>
                    <a:pt x="2167580" y="583094"/>
                  </a:lnTo>
                  <a:lnTo>
                    <a:pt x="2239833" y="599760"/>
                  </a:lnTo>
                  <a:lnTo>
                    <a:pt x="2312086" y="616119"/>
                  </a:lnTo>
                  <a:lnTo>
                    <a:pt x="2384338" y="632155"/>
                  </a:lnTo>
                  <a:lnTo>
                    <a:pt x="2456591" y="647851"/>
                  </a:lnTo>
                  <a:lnTo>
                    <a:pt x="2528844" y="663194"/>
                  </a:lnTo>
                  <a:lnTo>
                    <a:pt x="2601096" y="678167"/>
                  </a:lnTo>
                  <a:lnTo>
                    <a:pt x="2673349" y="692756"/>
                  </a:lnTo>
                  <a:lnTo>
                    <a:pt x="2745602" y="706947"/>
                  </a:lnTo>
                  <a:lnTo>
                    <a:pt x="2817854" y="720728"/>
                  </a:lnTo>
                  <a:lnTo>
                    <a:pt x="2890107" y="734088"/>
                  </a:lnTo>
                  <a:lnTo>
                    <a:pt x="2962360" y="747017"/>
                  </a:lnTo>
                  <a:lnTo>
                    <a:pt x="3034612" y="759509"/>
                  </a:lnTo>
                  <a:lnTo>
                    <a:pt x="3106865" y="771557"/>
                  </a:lnTo>
                  <a:lnTo>
                    <a:pt x="3179118" y="783159"/>
                  </a:lnTo>
                  <a:lnTo>
                    <a:pt x="3251371" y="794314"/>
                  </a:lnTo>
                  <a:lnTo>
                    <a:pt x="3323623" y="805022"/>
                  </a:lnTo>
                  <a:lnTo>
                    <a:pt x="3395876" y="815287"/>
                  </a:lnTo>
                  <a:lnTo>
                    <a:pt x="3468129" y="825115"/>
                  </a:lnTo>
                  <a:lnTo>
                    <a:pt x="3540381" y="834514"/>
                  </a:lnTo>
                  <a:lnTo>
                    <a:pt x="3612634" y="843494"/>
                  </a:lnTo>
                  <a:lnTo>
                    <a:pt x="3684887" y="852065"/>
                  </a:lnTo>
                  <a:lnTo>
                    <a:pt x="3757139" y="860240"/>
                  </a:lnTo>
                  <a:lnTo>
                    <a:pt x="3829392" y="868034"/>
                  </a:lnTo>
                  <a:lnTo>
                    <a:pt x="3901645" y="875459"/>
                  </a:lnTo>
                  <a:lnTo>
                    <a:pt x="3973897" y="882533"/>
                  </a:lnTo>
                  <a:lnTo>
                    <a:pt x="4046150" y="889270"/>
                  </a:lnTo>
                  <a:lnTo>
                    <a:pt x="4118403" y="895686"/>
                  </a:lnTo>
                  <a:lnTo>
                    <a:pt x="4190656" y="901797"/>
                  </a:lnTo>
                  <a:lnTo>
                    <a:pt x="4262908" y="907619"/>
                  </a:lnTo>
                  <a:lnTo>
                    <a:pt x="4335161" y="913167"/>
                  </a:lnTo>
                  <a:lnTo>
                    <a:pt x="4407414" y="918457"/>
                  </a:lnTo>
                  <a:lnTo>
                    <a:pt x="4479666" y="923502"/>
                  </a:lnTo>
                  <a:lnTo>
                    <a:pt x="4551919" y="928317"/>
                  </a:lnTo>
                  <a:lnTo>
                    <a:pt x="4624172" y="932916"/>
                  </a:lnTo>
                  <a:lnTo>
                    <a:pt x="4696424" y="937310"/>
                  </a:lnTo>
                  <a:lnTo>
                    <a:pt x="4768677" y="941512"/>
                  </a:lnTo>
                  <a:lnTo>
                    <a:pt x="4840930" y="945533"/>
                  </a:lnTo>
                  <a:lnTo>
                    <a:pt x="4913182" y="949385"/>
                  </a:lnTo>
                  <a:lnTo>
                    <a:pt x="4985435" y="953077"/>
                  </a:lnTo>
                  <a:lnTo>
                    <a:pt x="5057688" y="956620"/>
                  </a:lnTo>
                  <a:lnTo>
                    <a:pt x="5129941" y="960021"/>
                  </a:lnTo>
                  <a:lnTo>
                    <a:pt x="5202193" y="963290"/>
                  </a:lnTo>
                  <a:lnTo>
                    <a:pt x="5274446" y="966435"/>
                  </a:lnTo>
                  <a:lnTo>
                    <a:pt x="5346699" y="969462"/>
                  </a:lnTo>
                  <a:lnTo>
                    <a:pt x="5418951" y="972379"/>
                  </a:lnTo>
                  <a:lnTo>
                    <a:pt x="5491204" y="975192"/>
                  </a:lnTo>
                  <a:lnTo>
                    <a:pt x="5563457" y="977908"/>
                  </a:lnTo>
                  <a:lnTo>
                    <a:pt x="5635709" y="980531"/>
                  </a:lnTo>
                  <a:lnTo>
                    <a:pt x="5707962" y="9830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891718"/>
              <a:ext cx="5707962" cy="819628"/>
            </a:xfrm>
            <a:custGeom>
              <a:avLst/>
              <a:pathLst>
                <a:path w="5707962" h="819628">
                  <a:moveTo>
                    <a:pt x="5707962" y="819628"/>
                  </a:moveTo>
                  <a:lnTo>
                    <a:pt x="5635709" y="799345"/>
                  </a:lnTo>
                  <a:lnTo>
                    <a:pt x="5563457" y="779150"/>
                  </a:lnTo>
                  <a:lnTo>
                    <a:pt x="5491204" y="759046"/>
                  </a:lnTo>
                  <a:lnTo>
                    <a:pt x="5418951" y="739040"/>
                  </a:lnTo>
                  <a:lnTo>
                    <a:pt x="5346699" y="719138"/>
                  </a:lnTo>
                  <a:lnTo>
                    <a:pt x="5274446" y="699347"/>
                  </a:lnTo>
                  <a:lnTo>
                    <a:pt x="5202193" y="679672"/>
                  </a:lnTo>
                  <a:lnTo>
                    <a:pt x="5129941" y="660122"/>
                  </a:lnTo>
                  <a:lnTo>
                    <a:pt x="5057688" y="640705"/>
                  </a:lnTo>
                  <a:lnTo>
                    <a:pt x="4985435" y="621428"/>
                  </a:lnTo>
                  <a:lnTo>
                    <a:pt x="4913182" y="602302"/>
                  </a:lnTo>
                  <a:lnTo>
                    <a:pt x="4840930" y="583335"/>
                  </a:lnTo>
                  <a:lnTo>
                    <a:pt x="4768677" y="564537"/>
                  </a:lnTo>
                  <a:lnTo>
                    <a:pt x="4696424" y="545920"/>
                  </a:lnTo>
                  <a:lnTo>
                    <a:pt x="4624172" y="527496"/>
                  </a:lnTo>
                  <a:lnTo>
                    <a:pt x="4551919" y="509275"/>
                  </a:lnTo>
                  <a:lnTo>
                    <a:pt x="4479666" y="491271"/>
                  </a:lnTo>
                  <a:lnTo>
                    <a:pt x="4407414" y="473497"/>
                  </a:lnTo>
                  <a:lnTo>
                    <a:pt x="4335161" y="455968"/>
                  </a:lnTo>
                  <a:lnTo>
                    <a:pt x="4262908" y="438697"/>
                  </a:lnTo>
                  <a:lnTo>
                    <a:pt x="4190656" y="421700"/>
                  </a:lnTo>
                  <a:lnTo>
                    <a:pt x="4118403" y="404993"/>
                  </a:lnTo>
                  <a:lnTo>
                    <a:pt x="4046150" y="388590"/>
                  </a:lnTo>
                  <a:lnTo>
                    <a:pt x="3973897" y="372508"/>
                  </a:lnTo>
                  <a:lnTo>
                    <a:pt x="3901645" y="356762"/>
                  </a:lnTo>
                  <a:lnTo>
                    <a:pt x="3829392" y="341369"/>
                  </a:lnTo>
                  <a:lnTo>
                    <a:pt x="3757139" y="326343"/>
                  </a:lnTo>
                  <a:lnTo>
                    <a:pt x="3684887" y="311700"/>
                  </a:lnTo>
                  <a:lnTo>
                    <a:pt x="3612634" y="297452"/>
                  </a:lnTo>
                  <a:lnTo>
                    <a:pt x="3540381" y="283613"/>
                  </a:lnTo>
                  <a:lnTo>
                    <a:pt x="3468129" y="270193"/>
                  </a:lnTo>
                  <a:lnTo>
                    <a:pt x="3395876" y="257202"/>
                  </a:lnTo>
                  <a:lnTo>
                    <a:pt x="3323623" y="244649"/>
                  </a:lnTo>
                  <a:lnTo>
                    <a:pt x="3251371" y="232538"/>
                  </a:lnTo>
                  <a:lnTo>
                    <a:pt x="3179118" y="220873"/>
                  </a:lnTo>
                  <a:lnTo>
                    <a:pt x="3106865" y="209656"/>
                  </a:lnTo>
                  <a:lnTo>
                    <a:pt x="3034612" y="198885"/>
                  </a:lnTo>
                  <a:lnTo>
                    <a:pt x="2962360" y="188558"/>
                  </a:lnTo>
                  <a:lnTo>
                    <a:pt x="2890107" y="178669"/>
                  </a:lnTo>
                  <a:lnTo>
                    <a:pt x="2817854" y="169210"/>
                  </a:lnTo>
                  <a:lnTo>
                    <a:pt x="2745602" y="160172"/>
                  </a:lnTo>
                  <a:lnTo>
                    <a:pt x="2673349" y="151544"/>
                  </a:lnTo>
                  <a:lnTo>
                    <a:pt x="2601096" y="143314"/>
                  </a:lnTo>
                  <a:lnTo>
                    <a:pt x="2528844" y="135468"/>
                  </a:lnTo>
                  <a:lnTo>
                    <a:pt x="2456591" y="127991"/>
                  </a:lnTo>
                  <a:lnTo>
                    <a:pt x="2384338" y="120869"/>
                  </a:lnTo>
                  <a:lnTo>
                    <a:pt x="2312086" y="114086"/>
                  </a:lnTo>
                  <a:lnTo>
                    <a:pt x="2239833" y="107626"/>
                  </a:lnTo>
                  <a:lnTo>
                    <a:pt x="2167580" y="101473"/>
                  </a:lnTo>
                  <a:lnTo>
                    <a:pt x="2095328" y="95611"/>
                  </a:lnTo>
                  <a:lnTo>
                    <a:pt x="2023075" y="90025"/>
                  </a:lnTo>
                  <a:lnTo>
                    <a:pt x="1950822" y="84700"/>
                  </a:lnTo>
                  <a:lnTo>
                    <a:pt x="1878569" y="79621"/>
                  </a:lnTo>
                  <a:lnTo>
                    <a:pt x="1806317" y="74775"/>
                  </a:lnTo>
                  <a:lnTo>
                    <a:pt x="1734064" y="70147"/>
                  </a:lnTo>
                  <a:lnTo>
                    <a:pt x="1661811" y="65725"/>
                  </a:lnTo>
                  <a:lnTo>
                    <a:pt x="1589559" y="61497"/>
                  </a:lnTo>
                  <a:lnTo>
                    <a:pt x="1517306" y="57450"/>
                  </a:lnTo>
                  <a:lnTo>
                    <a:pt x="1445053" y="53575"/>
                  </a:lnTo>
                  <a:lnTo>
                    <a:pt x="1372801" y="49861"/>
                  </a:lnTo>
                  <a:lnTo>
                    <a:pt x="1300548" y="46298"/>
                  </a:lnTo>
                  <a:lnTo>
                    <a:pt x="1228295" y="42877"/>
                  </a:lnTo>
                  <a:lnTo>
                    <a:pt x="1156043" y="39590"/>
                  </a:lnTo>
                  <a:lnTo>
                    <a:pt x="1083790" y="36429"/>
                  </a:lnTo>
                  <a:lnTo>
                    <a:pt x="1011537" y="33385"/>
                  </a:lnTo>
                  <a:lnTo>
                    <a:pt x="939284" y="30453"/>
                  </a:lnTo>
                  <a:lnTo>
                    <a:pt x="867032" y="27626"/>
                  </a:lnTo>
                  <a:lnTo>
                    <a:pt x="794779" y="24897"/>
                  </a:lnTo>
                  <a:lnTo>
                    <a:pt x="722526" y="22261"/>
                  </a:lnTo>
                  <a:lnTo>
                    <a:pt x="650274" y="19713"/>
                  </a:lnTo>
                  <a:lnTo>
                    <a:pt x="578021" y="17247"/>
                  </a:lnTo>
                  <a:lnTo>
                    <a:pt x="505768" y="14860"/>
                  </a:lnTo>
                  <a:lnTo>
                    <a:pt x="433516" y="12546"/>
                  </a:lnTo>
                  <a:lnTo>
                    <a:pt x="361263" y="10301"/>
                  </a:lnTo>
                  <a:lnTo>
                    <a:pt x="289010" y="8123"/>
                  </a:lnTo>
                  <a:lnTo>
                    <a:pt x="216758" y="6007"/>
                  </a:lnTo>
                  <a:lnTo>
                    <a:pt x="144505" y="3949"/>
                  </a:lnTo>
                  <a:lnTo>
                    <a:pt x="72252" y="19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348638"/>
              <a:ext cx="5707962" cy="901348"/>
            </a:xfrm>
            <a:custGeom>
              <a:avLst/>
              <a:pathLst>
                <a:path w="5707962" h="901348">
                  <a:moveTo>
                    <a:pt x="0" y="0"/>
                  </a:moveTo>
                  <a:lnTo>
                    <a:pt x="72252" y="11409"/>
                  </a:lnTo>
                  <a:lnTo>
                    <a:pt x="144505" y="22818"/>
                  </a:lnTo>
                  <a:lnTo>
                    <a:pt x="216758" y="34228"/>
                  </a:lnTo>
                  <a:lnTo>
                    <a:pt x="289010" y="45637"/>
                  </a:lnTo>
                  <a:lnTo>
                    <a:pt x="361263" y="57047"/>
                  </a:lnTo>
                  <a:lnTo>
                    <a:pt x="433516" y="68456"/>
                  </a:lnTo>
                  <a:lnTo>
                    <a:pt x="505768" y="79866"/>
                  </a:lnTo>
                  <a:lnTo>
                    <a:pt x="578021" y="91275"/>
                  </a:lnTo>
                  <a:lnTo>
                    <a:pt x="650274" y="102685"/>
                  </a:lnTo>
                  <a:lnTo>
                    <a:pt x="722526" y="114094"/>
                  </a:lnTo>
                  <a:lnTo>
                    <a:pt x="794779" y="125504"/>
                  </a:lnTo>
                  <a:lnTo>
                    <a:pt x="867032" y="136913"/>
                  </a:lnTo>
                  <a:lnTo>
                    <a:pt x="939284" y="148323"/>
                  </a:lnTo>
                  <a:lnTo>
                    <a:pt x="1011537" y="159732"/>
                  </a:lnTo>
                  <a:lnTo>
                    <a:pt x="1083790" y="171142"/>
                  </a:lnTo>
                  <a:lnTo>
                    <a:pt x="1156043" y="182551"/>
                  </a:lnTo>
                  <a:lnTo>
                    <a:pt x="1228295" y="193960"/>
                  </a:lnTo>
                  <a:lnTo>
                    <a:pt x="1300548" y="205370"/>
                  </a:lnTo>
                  <a:lnTo>
                    <a:pt x="1372801" y="216779"/>
                  </a:lnTo>
                  <a:lnTo>
                    <a:pt x="1445053" y="228189"/>
                  </a:lnTo>
                  <a:lnTo>
                    <a:pt x="1517306" y="239598"/>
                  </a:lnTo>
                  <a:lnTo>
                    <a:pt x="1589559" y="251008"/>
                  </a:lnTo>
                  <a:lnTo>
                    <a:pt x="1661811" y="262417"/>
                  </a:lnTo>
                  <a:lnTo>
                    <a:pt x="1734064" y="273827"/>
                  </a:lnTo>
                  <a:lnTo>
                    <a:pt x="1806317" y="285236"/>
                  </a:lnTo>
                  <a:lnTo>
                    <a:pt x="1878569" y="296646"/>
                  </a:lnTo>
                  <a:lnTo>
                    <a:pt x="1950822" y="308055"/>
                  </a:lnTo>
                  <a:lnTo>
                    <a:pt x="2023075" y="319465"/>
                  </a:lnTo>
                  <a:lnTo>
                    <a:pt x="2095328" y="330874"/>
                  </a:lnTo>
                  <a:lnTo>
                    <a:pt x="2167580" y="342284"/>
                  </a:lnTo>
                  <a:lnTo>
                    <a:pt x="2239833" y="353693"/>
                  </a:lnTo>
                  <a:lnTo>
                    <a:pt x="2312086" y="365103"/>
                  </a:lnTo>
                  <a:lnTo>
                    <a:pt x="2384338" y="376512"/>
                  </a:lnTo>
                  <a:lnTo>
                    <a:pt x="2456591" y="387921"/>
                  </a:lnTo>
                  <a:lnTo>
                    <a:pt x="2528844" y="399331"/>
                  </a:lnTo>
                  <a:lnTo>
                    <a:pt x="2601096" y="410740"/>
                  </a:lnTo>
                  <a:lnTo>
                    <a:pt x="2673349" y="422150"/>
                  </a:lnTo>
                  <a:lnTo>
                    <a:pt x="2745602" y="433559"/>
                  </a:lnTo>
                  <a:lnTo>
                    <a:pt x="2817854" y="444969"/>
                  </a:lnTo>
                  <a:lnTo>
                    <a:pt x="2890107" y="456378"/>
                  </a:lnTo>
                  <a:lnTo>
                    <a:pt x="2962360" y="467788"/>
                  </a:lnTo>
                  <a:lnTo>
                    <a:pt x="3034612" y="479197"/>
                  </a:lnTo>
                  <a:lnTo>
                    <a:pt x="3106865" y="490607"/>
                  </a:lnTo>
                  <a:lnTo>
                    <a:pt x="3179118" y="502016"/>
                  </a:lnTo>
                  <a:lnTo>
                    <a:pt x="3251371" y="513426"/>
                  </a:lnTo>
                  <a:lnTo>
                    <a:pt x="3323623" y="524835"/>
                  </a:lnTo>
                  <a:lnTo>
                    <a:pt x="3395876" y="536245"/>
                  </a:lnTo>
                  <a:lnTo>
                    <a:pt x="3468129" y="547654"/>
                  </a:lnTo>
                  <a:lnTo>
                    <a:pt x="3540381" y="559064"/>
                  </a:lnTo>
                  <a:lnTo>
                    <a:pt x="3612634" y="570473"/>
                  </a:lnTo>
                  <a:lnTo>
                    <a:pt x="3684887" y="581882"/>
                  </a:lnTo>
                  <a:lnTo>
                    <a:pt x="3757139" y="593292"/>
                  </a:lnTo>
                  <a:lnTo>
                    <a:pt x="3829392" y="604701"/>
                  </a:lnTo>
                  <a:lnTo>
                    <a:pt x="3901645" y="616111"/>
                  </a:lnTo>
                  <a:lnTo>
                    <a:pt x="3973897" y="627520"/>
                  </a:lnTo>
                  <a:lnTo>
                    <a:pt x="4046150" y="638930"/>
                  </a:lnTo>
                  <a:lnTo>
                    <a:pt x="4118403" y="650339"/>
                  </a:lnTo>
                  <a:lnTo>
                    <a:pt x="4190656" y="661749"/>
                  </a:lnTo>
                  <a:lnTo>
                    <a:pt x="4262908" y="673158"/>
                  </a:lnTo>
                  <a:lnTo>
                    <a:pt x="4335161" y="684568"/>
                  </a:lnTo>
                  <a:lnTo>
                    <a:pt x="4407414" y="695977"/>
                  </a:lnTo>
                  <a:lnTo>
                    <a:pt x="4479666" y="707387"/>
                  </a:lnTo>
                  <a:lnTo>
                    <a:pt x="4551919" y="718796"/>
                  </a:lnTo>
                  <a:lnTo>
                    <a:pt x="4624172" y="730206"/>
                  </a:lnTo>
                  <a:lnTo>
                    <a:pt x="4696424" y="741615"/>
                  </a:lnTo>
                  <a:lnTo>
                    <a:pt x="4768677" y="753025"/>
                  </a:lnTo>
                  <a:lnTo>
                    <a:pt x="4840930" y="764434"/>
                  </a:lnTo>
                  <a:lnTo>
                    <a:pt x="4913182" y="775843"/>
                  </a:lnTo>
                  <a:lnTo>
                    <a:pt x="4985435" y="787253"/>
                  </a:lnTo>
                  <a:lnTo>
                    <a:pt x="5057688" y="798662"/>
                  </a:lnTo>
                  <a:lnTo>
                    <a:pt x="5129941" y="810072"/>
                  </a:lnTo>
                  <a:lnTo>
                    <a:pt x="5202193" y="821481"/>
                  </a:lnTo>
                  <a:lnTo>
                    <a:pt x="5274446" y="832891"/>
                  </a:lnTo>
                  <a:lnTo>
                    <a:pt x="5346699" y="844300"/>
                  </a:lnTo>
                  <a:lnTo>
                    <a:pt x="5418951" y="855710"/>
                  </a:lnTo>
                  <a:lnTo>
                    <a:pt x="5491204" y="867119"/>
                  </a:lnTo>
                  <a:lnTo>
                    <a:pt x="5563457" y="878529"/>
                  </a:lnTo>
                  <a:lnTo>
                    <a:pt x="5635709" y="889938"/>
                  </a:lnTo>
                  <a:lnTo>
                    <a:pt x="5707962" y="90134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545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5705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43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68686" y="25788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68686" y="27245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668686" y="25575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321922" y="28616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321922" y="28148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321922" y="29448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061237" y="20502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061237" y="27495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061237" y="27860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787080" y="30201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787080" y="2999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787080" y="31795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367823" y="28859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367823" y="29023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367823" y="27348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489047" y="48790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89047" y="41226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89047" y="39504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390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7515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505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154295"/>
              <a:ext cx="5707962" cy="1665016"/>
            </a:xfrm>
            <a:custGeom>
              <a:avLst/>
              <a:pathLst>
                <a:path w="5707962" h="1665016">
                  <a:moveTo>
                    <a:pt x="0" y="0"/>
                  </a:moveTo>
                  <a:lnTo>
                    <a:pt x="72252" y="17980"/>
                  </a:lnTo>
                  <a:lnTo>
                    <a:pt x="144505" y="35910"/>
                  </a:lnTo>
                  <a:lnTo>
                    <a:pt x="216758" y="53787"/>
                  </a:lnTo>
                  <a:lnTo>
                    <a:pt x="289010" y="71608"/>
                  </a:lnTo>
                  <a:lnTo>
                    <a:pt x="361263" y="89370"/>
                  </a:lnTo>
                  <a:lnTo>
                    <a:pt x="433516" y="107069"/>
                  </a:lnTo>
                  <a:lnTo>
                    <a:pt x="505768" y="124702"/>
                  </a:lnTo>
                  <a:lnTo>
                    <a:pt x="578021" y="142265"/>
                  </a:lnTo>
                  <a:lnTo>
                    <a:pt x="650274" y="159753"/>
                  </a:lnTo>
                  <a:lnTo>
                    <a:pt x="722526" y="177163"/>
                  </a:lnTo>
                  <a:lnTo>
                    <a:pt x="794779" y="194490"/>
                  </a:lnTo>
                  <a:lnTo>
                    <a:pt x="867032" y="211728"/>
                  </a:lnTo>
                  <a:lnTo>
                    <a:pt x="939284" y="228872"/>
                  </a:lnTo>
                  <a:lnTo>
                    <a:pt x="1011537" y="245917"/>
                  </a:lnTo>
                  <a:lnTo>
                    <a:pt x="1083790" y="262855"/>
                  </a:lnTo>
                  <a:lnTo>
                    <a:pt x="1156043" y="279682"/>
                  </a:lnTo>
                  <a:lnTo>
                    <a:pt x="1228295" y="296389"/>
                  </a:lnTo>
                  <a:lnTo>
                    <a:pt x="1300548" y="312968"/>
                  </a:lnTo>
                  <a:lnTo>
                    <a:pt x="1372801" y="329413"/>
                  </a:lnTo>
                  <a:lnTo>
                    <a:pt x="1445053" y="345713"/>
                  </a:lnTo>
                  <a:lnTo>
                    <a:pt x="1517306" y="361861"/>
                  </a:lnTo>
                  <a:lnTo>
                    <a:pt x="1589559" y="377845"/>
                  </a:lnTo>
                  <a:lnTo>
                    <a:pt x="1661811" y="393657"/>
                  </a:lnTo>
                  <a:lnTo>
                    <a:pt x="1734064" y="409284"/>
                  </a:lnTo>
                  <a:lnTo>
                    <a:pt x="1806317" y="424715"/>
                  </a:lnTo>
                  <a:lnTo>
                    <a:pt x="1878569" y="439938"/>
                  </a:lnTo>
                  <a:lnTo>
                    <a:pt x="1950822" y="454940"/>
                  </a:lnTo>
                  <a:lnTo>
                    <a:pt x="2023075" y="469708"/>
                  </a:lnTo>
                  <a:lnTo>
                    <a:pt x="2095328" y="484228"/>
                  </a:lnTo>
                  <a:lnTo>
                    <a:pt x="2167580" y="498485"/>
                  </a:lnTo>
                  <a:lnTo>
                    <a:pt x="2239833" y="512465"/>
                  </a:lnTo>
                  <a:lnTo>
                    <a:pt x="2312086" y="526153"/>
                  </a:lnTo>
                  <a:lnTo>
                    <a:pt x="2384338" y="539533"/>
                  </a:lnTo>
                  <a:lnTo>
                    <a:pt x="2456591" y="552591"/>
                  </a:lnTo>
                  <a:lnTo>
                    <a:pt x="2528844" y="565312"/>
                  </a:lnTo>
                  <a:lnTo>
                    <a:pt x="2601096" y="577681"/>
                  </a:lnTo>
                  <a:lnTo>
                    <a:pt x="2673349" y="589685"/>
                  </a:lnTo>
                  <a:lnTo>
                    <a:pt x="2745602" y="601310"/>
                  </a:lnTo>
                  <a:lnTo>
                    <a:pt x="2817854" y="612545"/>
                  </a:lnTo>
                  <a:lnTo>
                    <a:pt x="2890107" y="623380"/>
                  </a:lnTo>
                  <a:lnTo>
                    <a:pt x="2962360" y="633805"/>
                  </a:lnTo>
                  <a:lnTo>
                    <a:pt x="3034612" y="643813"/>
                  </a:lnTo>
                  <a:lnTo>
                    <a:pt x="3106865" y="653399"/>
                  </a:lnTo>
                  <a:lnTo>
                    <a:pt x="3179118" y="662561"/>
                  </a:lnTo>
                  <a:lnTo>
                    <a:pt x="3251371" y="671297"/>
                  </a:lnTo>
                  <a:lnTo>
                    <a:pt x="3323623" y="679608"/>
                  </a:lnTo>
                  <a:lnTo>
                    <a:pt x="3395876" y="687498"/>
                  </a:lnTo>
                  <a:lnTo>
                    <a:pt x="3468129" y="694972"/>
                  </a:lnTo>
                  <a:lnTo>
                    <a:pt x="3540381" y="702038"/>
                  </a:lnTo>
                  <a:lnTo>
                    <a:pt x="3612634" y="708705"/>
                  </a:lnTo>
                  <a:lnTo>
                    <a:pt x="3684887" y="714983"/>
                  </a:lnTo>
                  <a:lnTo>
                    <a:pt x="3757139" y="720884"/>
                  </a:lnTo>
                  <a:lnTo>
                    <a:pt x="3829392" y="726422"/>
                  </a:lnTo>
                  <a:lnTo>
                    <a:pt x="3901645" y="731610"/>
                  </a:lnTo>
                  <a:lnTo>
                    <a:pt x="3973897" y="736463"/>
                  </a:lnTo>
                  <a:lnTo>
                    <a:pt x="4046150" y="740996"/>
                  </a:lnTo>
                  <a:lnTo>
                    <a:pt x="4118403" y="745224"/>
                  </a:lnTo>
                  <a:lnTo>
                    <a:pt x="4190656" y="749161"/>
                  </a:lnTo>
                  <a:lnTo>
                    <a:pt x="4262908" y="752823"/>
                  </a:lnTo>
                  <a:lnTo>
                    <a:pt x="4335161" y="756225"/>
                  </a:lnTo>
                  <a:lnTo>
                    <a:pt x="4407414" y="759381"/>
                  </a:lnTo>
                  <a:lnTo>
                    <a:pt x="4479666" y="762304"/>
                  </a:lnTo>
                  <a:lnTo>
                    <a:pt x="4551919" y="765008"/>
                  </a:lnTo>
                  <a:lnTo>
                    <a:pt x="4624172" y="767506"/>
                  </a:lnTo>
                  <a:lnTo>
                    <a:pt x="4696424" y="769810"/>
                  </a:lnTo>
                  <a:lnTo>
                    <a:pt x="4768677" y="771930"/>
                  </a:lnTo>
                  <a:lnTo>
                    <a:pt x="4840930" y="773880"/>
                  </a:lnTo>
                  <a:lnTo>
                    <a:pt x="4913182" y="775667"/>
                  </a:lnTo>
                  <a:lnTo>
                    <a:pt x="4985435" y="777303"/>
                  </a:lnTo>
                  <a:lnTo>
                    <a:pt x="5057688" y="778797"/>
                  </a:lnTo>
                  <a:lnTo>
                    <a:pt x="5129941" y="780156"/>
                  </a:lnTo>
                  <a:lnTo>
                    <a:pt x="5202193" y="781389"/>
                  </a:lnTo>
                  <a:lnTo>
                    <a:pt x="5274446" y="782504"/>
                  </a:lnTo>
                  <a:lnTo>
                    <a:pt x="5346699" y="783507"/>
                  </a:lnTo>
                  <a:lnTo>
                    <a:pt x="5418951" y="784405"/>
                  </a:lnTo>
                  <a:lnTo>
                    <a:pt x="5491204" y="785204"/>
                  </a:lnTo>
                  <a:lnTo>
                    <a:pt x="5563457" y="785911"/>
                  </a:lnTo>
                  <a:lnTo>
                    <a:pt x="5635709" y="786529"/>
                  </a:lnTo>
                  <a:lnTo>
                    <a:pt x="5707962" y="787065"/>
                  </a:lnTo>
                  <a:lnTo>
                    <a:pt x="5707962" y="1665016"/>
                  </a:lnTo>
                  <a:lnTo>
                    <a:pt x="5635709" y="1647595"/>
                  </a:lnTo>
                  <a:lnTo>
                    <a:pt x="5563457" y="1630256"/>
                  </a:lnTo>
                  <a:lnTo>
                    <a:pt x="5491204" y="1613005"/>
                  </a:lnTo>
                  <a:lnTo>
                    <a:pt x="5418951" y="1595847"/>
                  </a:lnTo>
                  <a:lnTo>
                    <a:pt x="5346699" y="1578788"/>
                  </a:lnTo>
                  <a:lnTo>
                    <a:pt x="5274446" y="1561834"/>
                  </a:lnTo>
                  <a:lnTo>
                    <a:pt x="5202193" y="1544992"/>
                  </a:lnTo>
                  <a:lnTo>
                    <a:pt x="5129941" y="1528268"/>
                  </a:lnTo>
                  <a:lnTo>
                    <a:pt x="5057688" y="1511669"/>
                  </a:lnTo>
                  <a:lnTo>
                    <a:pt x="4985435" y="1495206"/>
                  </a:lnTo>
                  <a:lnTo>
                    <a:pt x="4913182" y="1478884"/>
                  </a:lnTo>
                  <a:lnTo>
                    <a:pt x="4840930" y="1462715"/>
                  </a:lnTo>
                  <a:lnTo>
                    <a:pt x="4768677" y="1446707"/>
                  </a:lnTo>
                  <a:lnTo>
                    <a:pt x="4696424" y="1430870"/>
                  </a:lnTo>
                  <a:lnTo>
                    <a:pt x="4624172" y="1415217"/>
                  </a:lnTo>
                  <a:lnTo>
                    <a:pt x="4551919" y="1399757"/>
                  </a:lnTo>
                  <a:lnTo>
                    <a:pt x="4479666" y="1384504"/>
                  </a:lnTo>
                  <a:lnTo>
                    <a:pt x="4407414" y="1369470"/>
                  </a:lnTo>
                  <a:lnTo>
                    <a:pt x="4335161" y="1354668"/>
                  </a:lnTo>
                  <a:lnTo>
                    <a:pt x="4262908" y="1340113"/>
                  </a:lnTo>
                  <a:lnTo>
                    <a:pt x="4190656" y="1325818"/>
                  </a:lnTo>
                  <a:lnTo>
                    <a:pt x="4118403" y="1311798"/>
                  </a:lnTo>
                  <a:lnTo>
                    <a:pt x="4046150" y="1298069"/>
                  </a:lnTo>
                  <a:lnTo>
                    <a:pt x="3973897" y="1284644"/>
                  </a:lnTo>
                  <a:lnTo>
                    <a:pt x="3901645" y="1271540"/>
                  </a:lnTo>
                  <a:lnTo>
                    <a:pt x="3829392" y="1258771"/>
                  </a:lnTo>
                  <a:lnTo>
                    <a:pt x="3757139" y="1246351"/>
                  </a:lnTo>
                  <a:lnTo>
                    <a:pt x="3684887" y="1234295"/>
                  </a:lnTo>
                  <a:lnTo>
                    <a:pt x="3612634" y="1222616"/>
                  </a:lnTo>
                  <a:lnTo>
                    <a:pt x="3540381" y="1211326"/>
                  </a:lnTo>
                  <a:lnTo>
                    <a:pt x="3468129" y="1200434"/>
                  </a:lnTo>
                  <a:lnTo>
                    <a:pt x="3395876" y="1189951"/>
                  </a:lnTo>
                  <a:lnTo>
                    <a:pt x="3323623" y="1179884"/>
                  </a:lnTo>
                  <a:lnTo>
                    <a:pt x="3251371" y="1170238"/>
                  </a:lnTo>
                  <a:lnTo>
                    <a:pt x="3179118" y="1161017"/>
                  </a:lnTo>
                  <a:lnTo>
                    <a:pt x="3106865" y="1152221"/>
                  </a:lnTo>
                  <a:lnTo>
                    <a:pt x="3034612" y="1143850"/>
                  </a:lnTo>
                  <a:lnTo>
                    <a:pt x="2962360" y="1135901"/>
                  </a:lnTo>
                  <a:lnTo>
                    <a:pt x="2890107" y="1128369"/>
                  </a:lnTo>
                  <a:lnTo>
                    <a:pt x="2817854" y="1121246"/>
                  </a:lnTo>
                  <a:lnTo>
                    <a:pt x="2745602" y="1114524"/>
                  </a:lnTo>
                  <a:lnTo>
                    <a:pt x="2673349" y="1108192"/>
                  </a:lnTo>
                  <a:lnTo>
                    <a:pt x="2601096" y="1102239"/>
                  </a:lnTo>
                  <a:lnTo>
                    <a:pt x="2528844" y="1096651"/>
                  </a:lnTo>
                  <a:lnTo>
                    <a:pt x="2456591" y="1091414"/>
                  </a:lnTo>
                  <a:lnTo>
                    <a:pt x="2384338" y="1086515"/>
                  </a:lnTo>
                  <a:lnTo>
                    <a:pt x="2312086" y="1081938"/>
                  </a:lnTo>
                  <a:lnTo>
                    <a:pt x="2239833" y="1077669"/>
                  </a:lnTo>
                  <a:lnTo>
                    <a:pt x="2167580" y="1073691"/>
                  </a:lnTo>
                  <a:lnTo>
                    <a:pt x="2095328" y="1069991"/>
                  </a:lnTo>
                  <a:lnTo>
                    <a:pt x="2023075" y="1066554"/>
                  </a:lnTo>
                  <a:lnTo>
                    <a:pt x="1950822" y="1063364"/>
                  </a:lnTo>
                  <a:lnTo>
                    <a:pt x="1878569" y="1060409"/>
                  </a:lnTo>
                  <a:lnTo>
                    <a:pt x="1806317" y="1057675"/>
                  </a:lnTo>
                  <a:lnTo>
                    <a:pt x="1734064" y="1055149"/>
                  </a:lnTo>
                  <a:lnTo>
                    <a:pt x="1661811" y="1052819"/>
                  </a:lnTo>
                  <a:lnTo>
                    <a:pt x="1589559" y="1050673"/>
                  </a:lnTo>
                  <a:lnTo>
                    <a:pt x="1517306" y="1048700"/>
                  </a:lnTo>
                  <a:lnTo>
                    <a:pt x="1445053" y="1046890"/>
                  </a:lnTo>
                  <a:lnTo>
                    <a:pt x="1372801" y="1045234"/>
                  </a:lnTo>
                  <a:lnTo>
                    <a:pt x="1300548" y="1043721"/>
                  </a:lnTo>
                  <a:lnTo>
                    <a:pt x="1228295" y="1042343"/>
                  </a:lnTo>
                  <a:lnTo>
                    <a:pt x="1156043" y="1041093"/>
                  </a:lnTo>
                  <a:lnTo>
                    <a:pt x="1083790" y="1039962"/>
                  </a:lnTo>
                  <a:lnTo>
                    <a:pt x="1011537" y="1038944"/>
                  </a:lnTo>
                  <a:lnTo>
                    <a:pt x="939284" y="1038031"/>
                  </a:lnTo>
                  <a:lnTo>
                    <a:pt x="867032" y="1037218"/>
                  </a:lnTo>
                  <a:lnTo>
                    <a:pt x="794779" y="1036499"/>
                  </a:lnTo>
                  <a:lnTo>
                    <a:pt x="722526" y="1035868"/>
                  </a:lnTo>
                  <a:lnTo>
                    <a:pt x="650274" y="1035321"/>
                  </a:lnTo>
                  <a:lnTo>
                    <a:pt x="578021" y="1034852"/>
                  </a:lnTo>
                  <a:lnTo>
                    <a:pt x="505768" y="1034458"/>
                  </a:lnTo>
                  <a:lnTo>
                    <a:pt x="433516" y="1034133"/>
                  </a:lnTo>
                  <a:lnTo>
                    <a:pt x="361263" y="1033875"/>
                  </a:lnTo>
                  <a:lnTo>
                    <a:pt x="289010" y="1033679"/>
                  </a:lnTo>
                  <a:lnTo>
                    <a:pt x="216758" y="1033543"/>
                  </a:lnTo>
                  <a:lnTo>
                    <a:pt x="144505" y="1033463"/>
                  </a:lnTo>
                  <a:lnTo>
                    <a:pt x="72252" y="1033436"/>
                  </a:lnTo>
                  <a:lnTo>
                    <a:pt x="0" y="103345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154295"/>
              <a:ext cx="5707962" cy="787065"/>
            </a:xfrm>
            <a:custGeom>
              <a:avLst/>
              <a:pathLst>
                <a:path w="5707962" h="787065">
                  <a:moveTo>
                    <a:pt x="0" y="0"/>
                  </a:moveTo>
                  <a:lnTo>
                    <a:pt x="72252" y="17980"/>
                  </a:lnTo>
                  <a:lnTo>
                    <a:pt x="144505" y="35910"/>
                  </a:lnTo>
                  <a:lnTo>
                    <a:pt x="216758" y="53787"/>
                  </a:lnTo>
                  <a:lnTo>
                    <a:pt x="289010" y="71608"/>
                  </a:lnTo>
                  <a:lnTo>
                    <a:pt x="361263" y="89370"/>
                  </a:lnTo>
                  <a:lnTo>
                    <a:pt x="433516" y="107069"/>
                  </a:lnTo>
                  <a:lnTo>
                    <a:pt x="505768" y="124702"/>
                  </a:lnTo>
                  <a:lnTo>
                    <a:pt x="578021" y="142265"/>
                  </a:lnTo>
                  <a:lnTo>
                    <a:pt x="650274" y="159753"/>
                  </a:lnTo>
                  <a:lnTo>
                    <a:pt x="722526" y="177163"/>
                  </a:lnTo>
                  <a:lnTo>
                    <a:pt x="794779" y="194490"/>
                  </a:lnTo>
                  <a:lnTo>
                    <a:pt x="867032" y="211728"/>
                  </a:lnTo>
                  <a:lnTo>
                    <a:pt x="939284" y="228872"/>
                  </a:lnTo>
                  <a:lnTo>
                    <a:pt x="1011537" y="245917"/>
                  </a:lnTo>
                  <a:lnTo>
                    <a:pt x="1083790" y="262855"/>
                  </a:lnTo>
                  <a:lnTo>
                    <a:pt x="1156043" y="279682"/>
                  </a:lnTo>
                  <a:lnTo>
                    <a:pt x="1228295" y="296389"/>
                  </a:lnTo>
                  <a:lnTo>
                    <a:pt x="1300548" y="312968"/>
                  </a:lnTo>
                  <a:lnTo>
                    <a:pt x="1372801" y="329413"/>
                  </a:lnTo>
                  <a:lnTo>
                    <a:pt x="1445053" y="345713"/>
                  </a:lnTo>
                  <a:lnTo>
                    <a:pt x="1517306" y="361861"/>
                  </a:lnTo>
                  <a:lnTo>
                    <a:pt x="1589559" y="377845"/>
                  </a:lnTo>
                  <a:lnTo>
                    <a:pt x="1661811" y="393657"/>
                  </a:lnTo>
                  <a:lnTo>
                    <a:pt x="1734064" y="409284"/>
                  </a:lnTo>
                  <a:lnTo>
                    <a:pt x="1806317" y="424715"/>
                  </a:lnTo>
                  <a:lnTo>
                    <a:pt x="1878569" y="439938"/>
                  </a:lnTo>
                  <a:lnTo>
                    <a:pt x="1950822" y="454940"/>
                  </a:lnTo>
                  <a:lnTo>
                    <a:pt x="2023075" y="469708"/>
                  </a:lnTo>
                  <a:lnTo>
                    <a:pt x="2095328" y="484228"/>
                  </a:lnTo>
                  <a:lnTo>
                    <a:pt x="2167580" y="498485"/>
                  </a:lnTo>
                  <a:lnTo>
                    <a:pt x="2239833" y="512465"/>
                  </a:lnTo>
                  <a:lnTo>
                    <a:pt x="2312086" y="526153"/>
                  </a:lnTo>
                  <a:lnTo>
                    <a:pt x="2384338" y="539533"/>
                  </a:lnTo>
                  <a:lnTo>
                    <a:pt x="2456591" y="552591"/>
                  </a:lnTo>
                  <a:lnTo>
                    <a:pt x="2528844" y="565312"/>
                  </a:lnTo>
                  <a:lnTo>
                    <a:pt x="2601096" y="577681"/>
                  </a:lnTo>
                  <a:lnTo>
                    <a:pt x="2673349" y="589685"/>
                  </a:lnTo>
                  <a:lnTo>
                    <a:pt x="2745602" y="601310"/>
                  </a:lnTo>
                  <a:lnTo>
                    <a:pt x="2817854" y="612545"/>
                  </a:lnTo>
                  <a:lnTo>
                    <a:pt x="2890107" y="623380"/>
                  </a:lnTo>
                  <a:lnTo>
                    <a:pt x="2962360" y="633805"/>
                  </a:lnTo>
                  <a:lnTo>
                    <a:pt x="3034612" y="643813"/>
                  </a:lnTo>
                  <a:lnTo>
                    <a:pt x="3106865" y="653399"/>
                  </a:lnTo>
                  <a:lnTo>
                    <a:pt x="3179118" y="662561"/>
                  </a:lnTo>
                  <a:lnTo>
                    <a:pt x="3251371" y="671297"/>
                  </a:lnTo>
                  <a:lnTo>
                    <a:pt x="3323623" y="679608"/>
                  </a:lnTo>
                  <a:lnTo>
                    <a:pt x="3395876" y="687498"/>
                  </a:lnTo>
                  <a:lnTo>
                    <a:pt x="3468129" y="694972"/>
                  </a:lnTo>
                  <a:lnTo>
                    <a:pt x="3540381" y="702038"/>
                  </a:lnTo>
                  <a:lnTo>
                    <a:pt x="3612634" y="708705"/>
                  </a:lnTo>
                  <a:lnTo>
                    <a:pt x="3684887" y="714983"/>
                  </a:lnTo>
                  <a:lnTo>
                    <a:pt x="3757139" y="720884"/>
                  </a:lnTo>
                  <a:lnTo>
                    <a:pt x="3829392" y="726422"/>
                  </a:lnTo>
                  <a:lnTo>
                    <a:pt x="3901645" y="731610"/>
                  </a:lnTo>
                  <a:lnTo>
                    <a:pt x="3973897" y="736463"/>
                  </a:lnTo>
                  <a:lnTo>
                    <a:pt x="4046150" y="740996"/>
                  </a:lnTo>
                  <a:lnTo>
                    <a:pt x="4118403" y="745224"/>
                  </a:lnTo>
                  <a:lnTo>
                    <a:pt x="4190656" y="749161"/>
                  </a:lnTo>
                  <a:lnTo>
                    <a:pt x="4262908" y="752823"/>
                  </a:lnTo>
                  <a:lnTo>
                    <a:pt x="4335161" y="756225"/>
                  </a:lnTo>
                  <a:lnTo>
                    <a:pt x="4407414" y="759381"/>
                  </a:lnTo>
                  <a:lnTo>
                    <a:pt x="4479666" y="762304"/>
                  </a:lnTo>
                  <a:lnTo>
                    <a:pt x="4551919" y="765008"/>
                  </a:lnTo>
                  <a:lnTo>
                    <a:pt x="4624172" y="767506"/>
                  </a:lnTo>
                  <a:lnTo>
                    <a:pt x="4696424" y="769810"/>
                  </a:lnTo>
                  <a:lnTo>
                    <a:pt x="4768677" y="771930"/>
                  </a:lnTo>
                  <a:lnTo>
                    <a:pt x="4840930" y="773880"/>
                  </a:lnTo>
                  <a:lnTo>
                    <a:pt x="4913182" y="775667"/>
                  </a:lnTo>
                  <a:lnTo>
                    <a:pt x="4985435" y="777303"/>
                  </a:lnTo>
                  <a:lnTo>
                    <a:pt x="5057688" y="778797"/>
                  </a:lnTo>
                  <a:lnTo>
                    <a:pt x="5129941" y="780156"/>
                  </a:lnTo>
                  <a:lnTo>
                    <a:pt x="5202193" y="781389"/>
                  </a:lnTo>
                  <a:lnTo>
                    <a:pt x="5274446" y="782504"/>
                  </a:lnTo>
                  <a:lnTo>
                    <a:pt x="5346699" y="783507"/>
                  </a:lnTo>
                  <a:lnTo>
                    <a:pt x="5418951" y="784405"/>
                  </a:lnTo>
                  <a:lnTo>
                    <a:pt x="5491204" y="785204"/>
                  </a:lnTo>
                  <a:lnTo>
                    <a:pt x="5563457" y="785911"/>
                  </a:lnTo>
                  <a:lnTo>
                    <a:pt x="5635709" y="786529"/>
                  </a:lnTo>
                  <a:lnTo>
                    <a:pt x="5707962" y="787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3187732"/>
              <a:ext cx="5707962" cy="631579"/>
            </a:xfrm>
            <a:custGeom>
              <a:avLst/>
              <a:pathLst>
                <a:path w="5707962" h="631579">
                  <a:moveTo>
                    <a:pt x="5707962" y="631579"/>
                  </a:moveTo>
                  <a:lnTo>
                    <a:pt x="5635709" y="614158"/>
                  </a:lnTo>
                  <a:lnTo>
                    <a:pt x="5563457" y="596820"/>
                  </a:lnTo>
                  <a:lnTo>
                    <a:pt x="5491204" y="579569"/>
                  </a:lnTo>
                  <a:lnTo>
                    <a:pt x="5418951" y="562411"/>
                  </a:lnTo>
                  <a:lnTo>
                    <a:pt x="5346699" y="545352"/>
                  </a:lnTo>
                  <a:lnTo>
                    <a:pt x="5274446" y="528398"/>
                  </a:lnTo>
                  <a:lnTo>
                    <a:pt x="5202193" y="511555"/>
                  </a:lnTo>
                  <a:lnTo>
                    <a:pt x="5129941" y="494831"/>
                  </a:lnTo>
                  <a:lnTo>
                    <a:pt x="5057688" y="478233"/>
                  </a:lnTo>
                  <a:lnTo>
                    <a:pt x="4985435" y="461769"/>
                  </a:lnTo>
                  <a:lnTo>
                    <a:pt x="4913182" y="445448"/>
                  </a:lnTo>
                  <a:lnTo>
                    <a:pt x="4840930" y="429278"/>
                  </a:lnTo>
                  <a:lnTo>
                    <a:pt x="4768677" y="413270"/>
                  </a:lnTo>
                  <a:lnTo>
                    <a:pt x="4696424" y="397434"/>
                  </a:lnTo>
                  <a:lnTo>
                    <a:pt x="4624172" y="381780"/>
                  </a:lnTo>
                  <a:lnTo>
                    <a:pt x="4551919" y="366321"/>
                  </a:lnTo>
                  <a:lnTo>
                    <a:pt x="4479666" y="351068"/>
                  </a:lnTo>
                  <a:lnTo>
                    <a:pt x="4407414" y="336034"/>
                  </a:lnTo>
                  <a:lnTo>
                    <a:pt x="4335161" y="321232"/>
                  </a:lnTo>
                  <a:lnTo>
                    <a:pt x="4262908" y="306677"/>
                  </a:lnTo>
                  <a:lnTo>
                    <a:pt x="4190656" y="292382"/>
                  </a:lnTo>
                  <a:lnTo>
                    <a:pt x="4118403" y="278362"/>
                  </a:lnTo>
                  <a:lnTo>
                    <a:pt x="4046150" y="264632"/>
                  </a:lnTo>
                  <a:lnTo>
                    <a:pt x="3973897" y="251208"/>
                  </a:lnTo>
                  <a:lnTo>
                    <a:pt x="3901645" y="238103"/>
                  </a:lnTo>
                  <a:lnTo>
                    <a:pt x="3829392" y="225334"/>
                  </a:lnTo>
                  <a:lnTo>
                    <a:pt x="3757139" y="212915"/>
                  </a:lnTo>
                  <a:lnTo>
                    <a:pt x="3684887" y="200859"/>
                  </a:lnTo>
                  <a:lnTo>
                    <a:pt x="3612634" y="189180"/>
                  </a:lnTo>
                  <a:lnTo>
                    <a:pt x="3540381" y="177889"/>
                  </a:lnTo>
                  <a:lnTo>
                    <a:pt x="3468129" y="166998"/>
                  </a:lnTo>
                  <a:lnTo>
                    <a:pt x="3395876" y="156515"/>
                  </a:lnTo>
                  <a:lnTo>
                    <a:pt x="3323623" y="146448"/>
                  </a:lnTo>
                  <a:lnTo>
                    <a:pt x="3251371" y="136801"/>
                  </a:lnTo>
                  <a:lnTo>
                    <a:pt x="3179118" y="127580"/>
                  </a:lnTo>
                  <a:lnTo>
                    <a:pt x="3106865" y="118784"/>
                  </a:lnTo>
                  <a:lnTo>
                    <a:pt x="3034612" y="110414"/>
                  </a:lnTo>
                  <a:lnTo>
                    <a:pt x="2962360" y="102465"/>
                  </a:lnTo>
                  <a:lnTo>
                    <a:pt x="2890107" y="94932"/>
                  </a:lnTo>
                  <a:lnTo>
                    <a:pt x="2817854" y="87810"/>
                  </a:lnTo>
                  <a:lnTo>
                    <a:pt x="2745602" y="81088"/>
                  </a:lnTo>
                  <a:lnTo>
                    <a:pt x="2673349" y="74756"/>
                  </a:lnTo>
                  <a:lnTo>
                    <a:pt x="2601096" y="68802"/>
                  </a:lnTo>
                  <a:lnTo>
                    <a:pt x="2528844" y="63214"/>
                  </a:lnTo>
                  <a:lnTo>
                    <a:pt x="2456591" y="57978"/>
                  </a:lnTo>
                  <a:lnTo>
                    <a:pt x="2384338" y="53078"/>
                  </a:lnTo>
                  <a:lnTo>
                    <a:pt x="2312086" y="48502"/>
                  </a:lnTo>
                  <a:lnTo>
                    <a:pt x="2239833" y="44232"/>
                  </a:lnTo>
                  <a:lnTo>
                    <a:pt x="2167580" y="40255"/>
                  </a:lnTo>
                  <a:lnTo>
                    <a:pt x="2095328" y="36555"/>
                  </a:lnTo>
                  <a:lnTo>
                    <a:pt x="2023075" y="33117"/>
                  </a:lnTo>
                  <a:lnTo>
                    <a:pt x="1950822" y="29928"/>
                  </a:lnTo>
                  <a:lnTo>
                    <a:pt x="1878569" y="26973"/>
                  </a:lnTo>
                  <a:lnTo>
                    <a:pt x="1806317" y="24238"/>
                  </a:lnTo>
                  <a:lnTo>
                    <a:pt x="1734064" y="21712"/>
                  </a:lnTo>
                  <a:lnTo>
                    <a:pt x="1661811" y="19382"/>
                  </a:lnTo>
                  <a:lnTo>
                    <a:pt x="1589559" y="17236"/>
                  </a:lnTo>
                  <a:lnTo>
                    <a:pt x="1517306" y="15264"/>
                  </a:lnTo>
                  <a:lnTo>
                    <a:pt x="1445053" y="13454"/>
                  </a:lnTo>
                  <a:lnTo>
                    <a:pt x="1372801" y="11797"/>
                  </a:lnTo>
                  <a:lnTo>
                    <a:pt x="1300548" y="10284"/>
                  </a:lnTo>
                  <a:lnTo>
                    <a:pt x="1228295" y="8907"/>
                  </a:lnTo>
                  <a:lnTo>
                    <a:pt x="1156043" y="7656"/>
                  </a:lnTo>
                  <a:lnTo>
                    <a:pt x="1083790" y="6526"/>
                  </a:lnTo>
                  <a:lnTo>
                    <a:pt x="1011537" y="5507"/>
                  </a:lnTo>
                  <a:lnTo>
                    <a:pt x="939284" y="4595"/>
                  </a:lnTo>
                  <a:lnTo>
                    <a:pt x="867032" y="3782"/>
                  </a:lnTo>
                  <a:lnTo>
                    <a:pt x="794779" y="3063"/>
                  </a:lnTo>
                  <a:lnTo>
                    <a:pt x="722526" y="2432"/>
                  </a:lnTo>
                  <a:lnTo>
                    <a:pt x="650274" y="1884"/>
                  </a:lnTo>
                  <a:lnTo>
                    <a:pt x="578021" y="1416"/>
                  </a:lnTo>
                  <a:lnTo>
                    <a:pt x="505768" y="1021"/>
                  </a:lnTo>
                  <a:lnTo>
                    <a:pt x="433516" y="697"/>
                  </a:lnTo>
                  <a:lnTo>
                    <a:pt x="361263" y="439"/>
                  </a:lnTo>
                  <a:lnTo>
                    <a:pt x="289010" y="243"/>
                  </a:lnTo>
                  <a:lnTo>
                    <a:pt x="216758" y="107"/>
                  </a:lnTo>
                  <a:lnTo>
                    <a:pt x="144505" y="27"/>
                  </a:lnTo>
                  <a:lnTo>
                    <a:pt x="72252" y="0"/>
                  </a:lnTo>
                  <a:lnTo>
                    <a:pt x="0" y="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671025"/>
              <a:ext cx="5707962" cy="709311"/>
            </a:xfrm>
            <a:custGeom>
              <a:avLst/>
              <a:pathLst>
                <a:path w="5707962" h="709311">
                  <a:moveTo>
                    <a:pt x="0" y="0"/>
                  </a:moveTo>
                  <a:lnTo>
                    <a:pt x="72252" y="8978"/>
                  </a:lnTo>
                  <a:lnTo>
                    <a:pt x="144505" y="17957"/>
                  </a:lnTo>
                  <a:lnTo>
                    <a:pt x="216758" y="26935"/>
                  </a:lnTo>
                  <a:lnTo>
                    <a:pt x="289010" y="35914"/>
                  </a:lnTo>
                  <a:lnTo>
                    <a:pt x="361263" y="44893"/>
                  </a:lnTo>
                  <a:lnTo>
                    <a:pt x="433516" y="53871"/>
                  </a:lnTo>
                  <a:lnTo>
                    <a:pt x="505768" y="62850"/>
                  </a:lnTo>
                  <a:lnTo>
                    <a:pt x="578021" y="71828"/>
                  </a:lnTo>
                  <a:lnTo>
                    <a:pt x="650274" y="80807"/>
                  </a:lnTo>
                  <a:lnTo>
                    <a:pt x="722526" y="89786"/>
                  </a:lnTo>
                  <a:lnTo>
                    <a:pt x="794779" y="98764"/>
                  </a:lnTo>
                  <a:lnTo>
                    <a:pt x="867032" y="107743"/>
                  </a:lnTo>
                  <a:lnTo>
                    <a:pt x="939284" y="116722"/>
                  </a:lnTo>
                  <a:lnTo>
                    <a:pt x="1011537" y="125700"/>
                  </a:lnTo>
                  <a:lnTo>
                    <a:pt x="1083790" y="134679"/>
                  </a:lnTo>
                  <a:lnTo>
                    <a:pt x="1156043" y="143657"/>
                  </a:lnTo>
                  <a:lnTo>
                    <a:pt x="1228295" y="152636"/>
                  </a:lnTo>
                  <a:lnTo>
                    <a:pt x="1300548" y="161615"/>
                  </a:lnTo>
                  <a:lnTo>
                    <a:pt x="1372801" y="170593"/>
                  </a:lnTo>
                  <a:lnTo>
                    <a:pt x="1445053" y="179572"/>
                  </a:lnTo>
                  <a:lnTo>
                    <a:pt x="1517306" y="188551"/>
                  </a:lnTo>
                  <a:lnTo>
                    <a:pt x="1589559" y="197529"/>
                  </a:lnTo>
                  <a:lnTo>
                    <a:pt x="1661811" y="206508"/>
                  </a:lnTo>
                  <a:lnTo>
                    <a:pt x="1734064" y="215486"/>
                  </a:lnTo>
                  <a:lnTo>
                    <a:pt x="1806317" y="224465"/>
                  </a:lnTo>
                  <a:lnTo>
                    <a:pt x="1878569" y="233444"/>
                  </a:lnTo>
                  <a:lnTo>
                    <a:pt x="1950822" y="242422"/>
                  </a:lnTo>
                  <a:lnTo>
                    <a:pt x="2023075" y="251401"/>
                  </a:lnTo>
                  <a:lnTo>
                    <a:pt x="2095328" y="260380"/>
                  </a:lnTo>
                  <a:lnTo>
                    <a:pt x="2167580" y="269358"/>
                  </a:lnTo>
                  <a:lnTo>
                    <a:pt x="2239833" y="278337"/>
                  </a:lnTo>
                  <a:lnTo>
                    <a:pt x="2312086" y="287315"/>
                  </a:lnTo>
                  <a:lnTo>
                    <a:pt x="2384338" y="296294"/>
                  </a:lnTo>
                  <a:lnTo>
                    <a:pt x="2456591" y="305273"/>
                  </a:lnTo>
                  <a:lnTo>
                    <a:pt x="2528844" y="314251"/>
                  </a:lnTo>
                  <a:lnTo>
                    <a:pt x="2601096" y="323230"/>
                  </a:lnTo>
                  <a:lnTo>
                    <a:pt x="2673349" y="332209"/>
                  </a:lnTo>
                  <a:lnTo>
                    <a:pt x="2745602" y="341187"/>
                  </a:lnTo>
                  <a:lnTo>
                    <a:pt x="2817854" y="350166"/>
                  </a:lnTo>
                  <a:lnTo>
                    <a:pt x="2890107" y="359144"/>
                  </a:lnTo>
                  <a:lnTo>
                    <a:pt x="2962360" y="368123"/>
                  </a:lnTo>
                  <a:lnTo>
                    <a:pt x="3034612" y="377102"/>
                  </a:lnTo>
                  <a:lnTo>
                    <a:pt x="3106865" y="386080"/>
                  </a:lnTo>
                  <a:lnTo>
                    <a:pt x="3179118" y="395059"/>
                  </a:lnTo>
                  <a:lnTo>
                    <a:pt x="3251371" y="404038"/>
                  </a:lnTo>
                  <a:lnTo>
                    <a:pt x="3323623" y="413016"/>
                  </a:lnTo>
                  <a:lnTo>
                    <a:pt x="3395876" y="421995"/>
                  </a:lnTo>
                  <a:lnTo>
                    <a:pt x="3468129" y="430973"/>
                  </a:lnTo>
                  <a:lnTo>
                    <a:pt x="3540381" y="439952"/>
                  </a:lnTo>
                  <a:lnTo>
                    <a:pt x="3612634" y="448931"/>
                  </a:lnTo>
                  <a:lnTo>
                    <a:pt x="3684887" y="457909"/>
                  </a:lnTo>
                  <a:lnTo>
                    <a:pt x="3757139" y="466888"/>
                  </a:lnTo>
                  <a:lnTo>
                    <a:pt x="3829392" y="475866"/>
                  </a:lnTo>
                  <a:lnTo>
                    <a:pt x="3901645" y="484845"/>
                  </a:lnTo>
                  <a:lnTo>
                    <a:pt x="3973897" y="493824"/>
                  </a:lnTo>
                  <a:lnTo>
                    <a:pt x="4046150" y="502802"/>
                  </a:lnTo>
                  <a:lnTo>
                    <a:pt x="4118403" y="511781"/>
                  </a:lnTo>
                  <a:lnTo>
                    <a:pt x="4190656" y="520760"/>
                  </a:lnTo>
                  <a:lnTo>
                    <a:pt x="4262908" y="529738"/>
                  </a:lnTo>
                  <a:lnTo>
                    <a:pt x="4335161" y="538717"/>
                  </a:lnTo>
                  <a:lnTo>
                    <a:pt x="4407414" y="547695"/>
                  </a:lnTo>
                  <a:lnTo>
                    <a:pt x="4479666" y="556674"/>
                  </a:lnTo>
                  <a:lnTo>
                    <a:pt x="4551919" y="565653"/>
                  </a:lnTo>
                  <a:lnTo>
                    <a:pt x="4624172" y="574631"/>
                  </a:lnTo>
                  <a:lnTo>
                    <a:pt x="4696424" y="583610"/>
                  </a:lnTo>
                  <a:lnTo>
                    <a:pt x="4768677" y="592589"/>
                  </a:lnTo>
                  <a:lnTo>
                    <a:pt x="4840930" y="601567"/>
                  </a:lnTo>
                  <a:lnTo>
                    <a:pt x="4913182" y="610546"/>
                  </a:lnTo>
                  <a:lnTo>
                    <a:pt x="4985435" y="619524"/>
                  </a:lnTo>
                  <a:lnTo>
                    <a:pt x="5057688" y="628503"/>
                  </a:lnTo>
                  <a:lnTo>
                    <a:pt x="5129941" y="637482"/>
                  </a:lnTo>
                  <a:lnTo>
                    <a:pt x="5202193" y="646460"/>
                  </a:lnTo>
                  <a:lnTo>
                    <a:pt x="5274446" y="655439"/>
                  </a:lnTo>
                  <a:lnTo>
                    <a:pt x="5346699" y="664418"/>
                  </a:lnTo>
                  <a:lnTo>
                    <a:pt x="5418951" y="673396"/>
                  </a:lnTo>
                  <a:lnTo>
                    <a:pt x="5491204" y="682375"/>
                  </a:lnTo>
                  <a:lnTo>
                    <a:pt x="5563457" y="691353"/>
                  </a:lnTo>
                  <a:lnTo>
                    <a:pt x="5635709" y="700332"/>
                  </a:lnTo>
                  <a:lnTo>
                    <a:pt x="5707962" y="709311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936888"/>
              <a:ext cx="0" cy="3786254"/>
            </a:xfrm>
            <a:custGeom>
              <a:avLst/>
              <a:pathLst>
                <a:path w="0" h="3786254">
                  <a:moveTo>
                    <a:pt x="0" y="378625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926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598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4038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9209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00151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93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99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804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610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415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6303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5439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67839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252161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54562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56962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786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180871" y="3779906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21157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306199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9146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424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71091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61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3037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813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4982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2008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6113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8059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4000049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219505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41876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Predicted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966004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096306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19862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26382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96376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28929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38754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5273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485292" y="1673080"/>
              <a:ext cx="17135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Lewisetta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936888"/>
              <a:ext cx="6340937" cy="37862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776171" y="47158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776171" y="46385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776171" y="463802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115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96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96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873708" y="501314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873708" y="51607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873708" y="49986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0414" y="53257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0414" y="52834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0414" y="51116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328765" y="46178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328765" y="46231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28765" y="46444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171995" y="50268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171995" y="49928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171995" y="51158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314952" y="53631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14952" y="52235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14952" y="54923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525980" y="51287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525980" y="487357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525980" y="47338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720364"/>
              <a:ext cx="5764489" cy="598719"/>
            </a:xfrm>
            <a:custGeom>
              <a:avLst/>
              <a:pathLst>
                <a:path w="5764489" h="598719">
                  <a:moveTo>
                    <a:pt x="0" y="0"/>
                  </a:moveTo>
                  <a:lnTo>
                    <a:pt x="72968" y="6138"/>
                  </a:lnTo>
                  <a:lnTo>
                    <a:pt x="145936" y="12252"/>
                  </a:lnTo>
                  <a:lnTo>
                    <a:pt x="218904" y="18342"/>
                  </a:lnTo>
                  <a:lnTo>
                    <a:pt x="291872" y="24406"/>
                  </a:lnTo>
                  <a:lnTo>
                    <a:pt x="364841" y="30442"/>
                  </a:lnTo>
                  <a:lnTo>
                    <a:pt x="437809" y="36449"/>
                  </a:lnTo>
                  <a:lnTo>
                    <a:pt x="510777" y="42426"/>
                  </a:lnTo>
                  <a:lnTo>
                    <a:pt x="583745" y="48369"/>
                  </a:lnTo>
                  <a:lnTo>
                    <a:pt x="656713" y="54279"/>
                  </a:lnTo>
                  <a:lnTo>
                    <a:pt x="729682" y="60152"/>
                  </a:lnTo>
                  <a:lnTo>
                    <a:pt x="802650" y="65987"/>
                  </a:lnTo>
                  <a:lnTo>
                    <a:pt x="875618" y="71781"/>
                  </a:lnTo>
                  <a:lnTo>
                    <a:pt x="948586" y="77533"/>
                  </a:lnTo>
                  <a:lnTo>
                    <a:pt x="1021555" y="83238"/>
                  </a:lnTo>
                  <a:lnTo>
                    <a:pt x="1094523" y="88896"/>
                  </a:lnTo>
                  <a:lnTo>
                    <a:pt x="1167491" y="94502"/>
                  </a:lnTo>
                  <a:lnTo>
                    <a:pt x="1240459" y="100054"/>
                  </a:lnTo>
                  <a:lnTo>
                    <a:pt x="1313427" y="105549"/>
                  </a:lnTo>
                  <a:lnTo>
                    <a:pt x="1386396" y="110982"/>
                  </a:lnTo>
                  <a:lnTo>
                    <a:pt x="1459364" y="116351"/>
                  </a:lnTo>
                  <a:lnTo>
                    <a:pt x="1532332" y="121652"/>
                  </a:lnTo>
                  <a:lnTo>
                    <a:pt x="1605300" y="126880"/>
                  </a:lnTo>
                  <a:lnTo>
                    <a:pt x="1678268" y="132032"/>
                  </a:lnTo>
                  <a:lnTo>
                    <a:pt x="1751237" y="137102"/>
                  </a:lnTo>
                  <a:lnTo>
                    <a:pt x="1824205" y="142087"/>
                  </a:lnTo>
                  <a:lnTo>
                    <a:pt x="1897173" y="146980"/>
                  </a:lnTo>
                  <a:lnTo>
                    <a:pt x="1970141" y="151778"/>
                  </a:lnTo>
                  <a:lnTo>
                    <a:pt x="2043110" y="156475"/>
                  </a:lnTo>
                  <a:lnTo>
                    <a:pt x="2116078" y="161066"/>
                  </a:lnTo>
                  <a:lnTo>
                    <a:pt x="2189046" y="165544"/>
                  </a:lnTo>
                  <a:lnTo>
                    <a:pt x="2262014" y="169906"/>
                  </a:lnTo>
                  <a:lnTo>
                    <a:pt x="2334982" y="174144"/>
                  </a:lnTo>
                  <a:lnTo>
                    <a:pt x="2407951" y="178255"/>
                  </a:lnTo>
                  <a:lnTo>
                    <a:pt x="2480919" y="182232"/>
                  </a:lnTo>
                  <a:lnTo>
                    <a:pt x="2553887" y="186071"/>
                  </a:lnTo>
                  <a:lnTo>
                    <a:pt x="2626855" y="189765"/>
                  </a:lnTo>
                  <a:lnTo>
                    <a:pt x="2699823" y="193312"/>
                  </a:lnTo>
                  <a:lnTo>
                    <a:pt x="2772792" y="196707"/>
                  </a:lnTo>
                  <a:lnTo>
                    <a:pt x="2845760" y="199946"/>
                  </a:lnTo>
                  <a:lnTo>
                    <a:pt x="2918728" y="203026"/>
                  </a:lnTo>
                  <a:lnTo>
                    <a:pt x="2991696" y="205944"/>
                  </a:lnTo>
                  <a:lnTo>
                    <a:pt x="3064665" y="208699"/>
                  </a:lnTo>
                  <a:lnTo>
                    <a:pt x="3137633" y="211290"/>
                  </a:lnTo>
                  <a:lnTo>
                    <a:pt x="3210601" y="213716"/>
                  </a:lnTo>
                  <a:lnTo>
                    <a:pt x="3283569" y="215978"/>
                  </a:lnTo>
                  <a:lnTo>
                    <a:pt x="3356537" y="218077"/>
                  </a:lnTo>
                  <a:lnTo>
                    <a:pt x="3429506" y="220014"/>
                  </a:lnTo>
                  <a:lnTo>
                    <a:pt x="3502474" y="221792"/>
                  </a:lnTo>
                  <a:lnTo>
                    <a:pt x="3575442" y="223414"/>
                  </a:lnTo>
                  <a:lnTo>
                    <a:pt x="3648410" y="224885"/>
                  </a:lnTo>
                  <a:lnTo>
                    <a:pt x="3721379" y="226207"/>
                  </a:lnTo>
                  <a:lnTo>
                    <a:pt x="3794347" y="227386"/>
                  </a:lnTo>
                  <a:lnTo>
                    <a:pt x="3867315" y="228426"/>
                  </a:lnTo>
                  <a:lnTo>
                    <a:pt x="3940283" y="229333"/>
                  </a:lnTo>
                  <a:lnTo>
                    <a:pt x="4013251" y="230111"/>
                  </a:lnTo>
                  <a:lnTo>
                    <a:pt x="4086220" y="230767"/>
                  </a:lnTo>
                  <a:lnTo>
                    <a:pt x="4159188" y="231306"/>
                  </a:lnTo>
                  <a:lnTo>
                    <a:pt x="4232156" y="231733"/>
                  </a:lnTo>
                  <a:lnTo>
                    <a:pt x="4305124" y="232054"/>
                  </a:lnTo>
                  <a:lnTo>
                    <a:pt x="4378092" y="232274"/>
                  </a:lnTo>
                  <a:lnTo>
                    <a:pt x="4451061" y="232398"/>
                  </a:lnTo>
                  <a:lnTo>
                    <a:pt x="4524029" y="232432"/>
                  </a:lnTo>
                  <a:lnTo>
                    <a:pt x="4596997" y="232380"/>
                  </a:lnTo>
                  <a:lnTo>
                    <a:pt x="4669965" y="232246"/>
                  </a:lnTo>
                  <a:lnTo>
                    <a:pt x="4742934" y="232036"/>
                  </a:lnTo>
                  <a:lnTo>
                    <a:pt x="4815902" y="231753"/>
                  </a:lnTo>
                  <a:lnTo>
                    <a:pt x="4888870" y="231402"/>
                  </a:lnTo>
                  <a:lnTo>
                    <a:pt x="4961838" y="230987"/>
                  </a:lnTo>
                  <a:lnTo>
                    <a:pt x="5034806" y="230510"/>
                  </a:lnTo>
                  <a:lnTo>
                    <a:pt x="5107775" y="229977"/>
                  </a:lnTo>
                  <a:lnTo>
                    <a:pt x="5180743" y="229389"/>
                  </a:lnTo>
                  <a:lnTo>
                    <a:pt x="5253711" y="228750"/>
                  </a:lnTo>
                  <a:lnTo>
                    <a:pt x="5326679" y="228062"/>
                  </a:lnTo>
                  <a:lnTo>
                    <a:pt x="5399647" y="227330"/>
                  </a:lnTo>
                  <a:lnTo>
                    <a:pt x="5472616" y="226554"/>
                  </a:lnTo>
                  <a:lnTo>
                    <a:pt x="5545584" y="225738"/>
                  </a:lnTo>
                  <a:lnTo>
                    <a:pt x="5618552" y="224883"/>
                  </a:lnTo>
                  <a:lnTo>
                    <a:pt x="5691520" y="223992"/>
                  </a:lnTo>
                  <a:lnTo>
                    <a:pt x="5764489" y="223067"/>
                  </a:lnTo>
                  <a:lnTo>
                    <a:pt x="5764489" y="598719"/>
                  </a:lnTo>
                  <a:lnTo>
                    <a:pt x="5691520" y="592775"/>
                  </a:lnTo>
                  <a:lnTo>
                    <a:pt x="5618552" y="586865"/>
                  </a:lnTo>
                  <a:lnTo>
                    <a:pt x="5545584" y="580991"/>
                  </a:lnTo>
                  <a:lnTo>
                    <a:pt x="5472616" y="575156"/>
                  </a:lnTo>
                  <a:lnTo>
                    <a:pt x="5399647" y="569361"/>
                  </a:lnTo>
                  <a:lnTo>
                    <a:pt x="5326679" y="563609"/>
                  </a:lnTo>
                  <a:lnTo>
                    <a:pt x="5253711" y="557903"/>
                  </a:lnTo>
                  <a:lnTo>
                    <a:pt x="5180743" y="552245"/>
                  </a:lnTo>
                  <a:lnTo>
                    <a:pt x="5107775" y="546638"/>
                  </a:lnTo>
                  <a:lnTo>
                    <a:pt x="5034806" y="541086"/>
                  </a:lnTo>
                  <a:lnTo>
                    <a:pt x="4961838" y="535590"/>
                  </a:lnTo>
                  <a:lnTo>
                    <a:pt x="4888870" y="530156"/>
                  </a:lnTo>
                  <a:lnTo>
                    <a:pt x="4815902" y="524786"/>
                  </a:lnTo>
                  <a:lnTo>
                    <a:pt x="4742934" y="519484"/>
                  </a:lnTo>
                  <a:lnTo>
                    <a:pt x="4669965" y="514255"/>
                  </a:lnTo>
                  <a:lnTo>
                    <a:pt x="4596997" y="509102"/>
                  </a:lnTo>
                  <a:lnTo>
                    <a:pt x="4524029" y="504031"/>
                  </a:lnTo>
                  <a:lnTo>
                    <a:pt x="4451061" y="499046"/>
                  </a:lnTo>
                  <a:lnTo>
                    <a:pt x="4378092" y="494151"/>
                  </a:lnTo>
                  <a:lnTo>
                    <a:pt x="4305124" y="489352"/>
                  </a:lnTo>
                  <a:lnTo>
                    <a:pt x="4232156" y="484653"/>
                  </a:lnTo>
                  <a:lnTo>
                    <a:pt x="4159188" y="480062"/>
                  </a:lnTo>
                  <a:lnTo>
                    <a:pt x="4086220" y="475582"/>
                  </a:lnTo>
                  <a:lnTo>
                    <a:pt x="4013251" y="471219"/>
                  </a:lnTo>
                  <a:lnTo>
                    <a:pt x="3940283" y="466978"/>
                  </a:lnTo>
                  <a:lnTo>
                    <a:pt x="3867315" y="462866"/>
                  </a:lnTo>
                  <a:lnTo>
                    <a:pt x="3794347" y="458887"/>
                  </a:lnTo>
                  <a:lnTo>
                    <a:pt x="3721379" y="455047"/>
                  </a:lnTo>
                  <a:lnTo>
                    <a:pt x="3648410" y="451350"/>
                  </a:lnTo>
                  <a:lnTo>
                    <a:pt x="3575442" y="447802"/>
                  </a:lnTo>
                  <a:lnTo>
                    <a:pt x="3502474" y="444405"/>
                  </a:lnTo>
                  <a:lnTo>
                    <a:pt x="3429506" y="441164"/>
                  </a:lnTo>
                  <a:lnTo>
                    <a:pt x="3356537" y="438083"/>
                  </a:lnTo>
                  <a:lnTo>
                    <a:pt x="3283569" y="435162"/>
                  </a:lnTo>
                  <a:lnTo>
                    <a:pt x="3210601" y="432405"/>
                  </a:lnTo>
                  <a:lnTo>
                    <a:pt x="3137633" y="429812"/>
                  </a:lnTo>
                  <a:lnTo>
                    <a:pt x="3064665" y="427384"/>
                  </a:lnTo>
                  <a:lnTo>
                    <a:pt x="2991696" y="425120"/>
                  </a:lnTo>
                  <a:lnTo>
                    <a:pt x="2918728" y="423020"/>
                  </a:lnTo>
                  <a:lnTo>
                    <a:pt x="2845760" y="421080"/>
                  </a:lnTo>
                  <a:lnTo>
                    <a:pt x="2772792" y="419300"/>
                  </a:lnTo>
                  <a:lnTo>
                    <a:pt x="2699823" y="417676"/>
                  </a:lnTo>
                  <a:lnTo>
                    <a:pt x="2626855" y="416204"/>
                  </a:lnTo>
                  <a:lnTo>
                    <a:pt x="2553887" y="414880"/>
                  </a:lnTo>
                  <a:lnTo>
                    <a:pt x="2480919" y="413699"/>
                  </a:lnTo>
                  <a:lnTo>
                    <a:pt x="2407951" y="412657"/>
                  </a:lnTo>
                  <a:lnTo>
                    <a:pt x="2334982" y="411749"/>
                  </a:lnTo>
                  <a:lnTo>
                    <a:pt x="2262014" y="410969"/>
                  </a:lnTo>
                  <a:lnTo>
                    <a:pt x="2189046" y="410311"/>
                  </a:lnTo>
                  <a:lnTo>
                    <a:pt x="2116078" y="409771"/>
                  </a:lnTo>
                  <a:lnTo>
                    <a:pt x="2043110" y="409342"/>
                  </a:lnTo>
                  <a:lnTo>
                    <a:pt x="1970141" y="409020"/>
                  </a:lnTo>
                  <a:lnTo>
                    <a:pt x="1897173" y="408799"/>
                  </a:lnTo>
                  <a:lnTo>
                    <a:pt x="1824205" y="408674"/>
                  </a:lnTo>
                  <a:lnTo>
                    <a:pt x="1751237" y="408639"/>
                  </a:lnTo>
                  <a:lnTo>
                    <a:pt x="1678268" y="408690"/>
                  </a:lnTo>
                  <a:lnTo>
                    <a:pt x="1605300" y="408823"/>
                  </a:lnTo>
                  <a:lnTo>
                    <a:pt x="1532332" y="409032"/>
                  </a:lnTo>
                  <a:lnTo>
                    <a:pt x="1459364" y="409314"/>
                  </a:lnTo>
                  <a:lnTo>
                    <a:pt x="1386396" y="409664"/>
                  </a:lnTo>
                  <a:lnTo>
                    <a:pt x="1313427" y="410079"/>
                  </a:lnTo>
                  <a:lnTo>
                    <a:pt x="1240459" y="410554"/>
                  </a:lnTo>
                  <a:lnTo>
                    <a:pt x="1167491" y="411088"/>
                  </a:lnTo>
                  <a:lnTo>
                    <a:pt x="1094523" y="411675"/>
                  </a:lnTo>
                  <a:lnTo>
                    <a:pt x="1021555" y="412313"/>
                  </a:lnTo>
                  <a:lnTo>
                    <a:pt x="948586" y="413000"/>
                  </a:lnTo>
                  <a:lnTo>
                    <a:pt x="875618" y="413732"/>
                  </a:lnTo>
                  <a:lnTo>
                    <a:pt x="802650" y="414507"/>
                  </a:lnTo>
                  <a:lnTo>
                    <a:pt x="729682" y="415323"/>
                  </a:lnTo>
                  <a:lnTo>
                    <a:pt x="656713" y="416178"/>
                  </a:lnTo>
                  <a:lnTo>
                    <a:pt x="583745" y="417068"/>
                  </a:lnTo>
                  <a:lnTo>
                    <a:pt x="510777" y="417993"/>
                  </a:lnTo>
                  <a:lnTo>
                    <a:pt x="437809" y="418950"/>
                  </a:lnTo>
                  <a:lnTo>
                    <a:pt x="364841" y="419938"/>
                  </a:lnTo>
                  <a:lnTo>
                    <a:pt x="291872" y="420955"/>
                  </a:lnTo>
                  <a:lnTo>
                    <a:pt x="218904" y="422000"/>
                  </a:lnTo>
                  <a:lnTo>
                    <a:pt x="145936" y="423071"/>
                  </a:lnTo>
                  <a:lnTo>
                    <a:pt x="72968" y="424167"/>
                  </a:lnTo>
                  <a:lnTo>
                    <a:pt x="0" y="42528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720364"/>
              <a:ext cx="5764489" cy="232432"/>
            </a:xfrm>
            <a:custGeom>
              <a:avLst/>
              <a:pathLst>
                <a:path w="5764489" h="232432">
                  <a:moveTo>
                    <a:pt x="0" y="0"/>
                  </a:moveTo>
                  <a:lnTo>
                    <a:pt x="72968" y="6138"/>
                  </a:lnTo>
                  <a:lnTo>
                    <a:pt x="145936" y="12252"/>
                  </a:lnTo>
                  <a:lnTo>
                    <a:pt x="218904" y="18342"/>
                  </a:lnTo>
                  <a:lnTo>
                    <a:pt x="291872" y="24406"/>
                  </a:lnTo>
                  <a:lnTo>
                    <a:pt x="364841" y="30442"/>
                  </a:lnTo>
                  <a:lnTo>
                    <a:pt x="437809" y="36449"/>
                  </a:lnTo>
                  <a:lnTo>
                    <a:pt x="510777" y="42426"/>
                  </a:lnTo>
                  <a:lnTo>
                    <a:pt x="583745" y="48369"/>
                  </a:lnTo>
                  <a:lnTo>
                    <a:pt x="656713" y="54279"/>
                  </a:lnTo>
                  <a:lnTo>
                    <a:pt x="729682" y="60152"/>
                  </a:lnTo>
                  <a:lnTo>
                    <a:pt x="802650" y="65987"/>
                  </a:lnTo>
                  <a:lnTo>
                    <a:pt x="875618" y="71781"/>
                  </a:lnTo>
                  <a:lnTo>
                    <a:pt x="948586" y="77533"/>
                  </a:lnTo>
                  <a:lnTo>
                    <a:pt x="1021555" y="83238"/>
                  </a:lnTo>
                  <a:lnTo>
                    <a:pt x="1094523" y="88896"/>
                  </a:lnTo>
                  <a:lnTo>
                    <a:pt x="1167491" y="94502"/>
                  </a:lnTo>
                  <a:lnTo>
                    <a:pt x="1240459" y="100054"/>
                  </a:lnTo>
                  <a:lnTo>
                    <a:pt x="1313427" y="105549"/>
                  </a:lnTo>
                  <a:lnTo>
                    <a:pt x="1386396" y="110982"/>
                  </a:lnTo>
                  <a:lnTo>
                    <a:pt x="1459364" y="116351"/>
                  </a:lnTo>
                  <a:lnTo>
                    <a:pt x="1532332" y="121652"/>
                  </a:lnTo>
                  <a:lnTo>
                    <a:pt x="1605300" y="126880"/>
                  </a:lnTo>
                  <a:lnTo>
                    <a:pt x="1678268" y="132032"/>
                  </a:lnTo>
                  <a:lnTo>
                    <a:pt x="1751237" y="137102"/>
                  </a:lnTo>
                  <a:lnTo>
                    <a:pt x="1824205" y="142087"/>
                  </a:lnTo>
                  <a:lnTo>
                    <a:pt x="1897173" y="146980"/>
                  </a:lnTo>
                  <a:lnTo>
                    <a:pt x="1970141" y="151778"/>
                  </a:lnTo>
                  <a:lnTo>
                    <a:pt x="2043110" y="156475"/>
                  </a:lnTo>
                  <a:lnTo>
                    <a:pt x="2116078" y="161066"/>
                  </a:lnTo>
                  <a:lnTo>
                    <a:pt x="2189046" y="165544"/>
                  </a:lnTo>
                  <a:lnTo>
                    <a:pt x="2262014" y="169906"/>
                  </a:lnTo>
                  <a:lnTo>
                    <a:pt x="2334982" y="174144"/>
                  </a:lnTo>
                  <a:lnTo>
                    <a:pt x="2407951" y="178255"/>
                  </a:lnTo>
                  <a:lnTo>
                    <a:pt x="2480919" y="182232"/>
                  </a:lnTo>
                  <a:lnTo>
                    <a:pt x="2553887" y="186071"/>
                  </a:lnTo>
                  <a:lnTo>
                    <a:pt x="2626855" y="189765"/>
                  </a:lnTo>
                  <a:lnTo>
                    <a:pt x="2699823" y="193312"/>
                  </a:lnTo>
                  <a:lnTo>
                    <a:pt x="2772792" y="196707"/>
                  </a:lnTo>
                  <a:lnTo>
                    <a:pt x="2845760" y="199946"/>
                  </a:lnTo>
                  <a:lnTo>
                    <a:pt x="2918728" y="203026"/>
                  </a:lnTo>
                  <a:lnTo>
                    <a:pt x="2991696" y="205944"/>
                  </a:lnTo>
                  <a:lnTo>
                    <a:pt x="3064665" y="208699"/>
                  </a:lnTo>
                  <a:lnTo>
                    <a:pt x="3137633" y="211290"/>
                  </a:lnTo>
                  <a:lnTo>
                    <a:pt x="3210601" y="213716"/>
                  </a:lnTo>
                  <a:lnTo>
                    <a:pt x="3283569" y="215978"/>
                  </a:lnTo>
                  <a:lnTo>
                    <a:pt x="3356537" y="218077"/>
                  </a:lnTo>
                  <a:lnTo>
                    <a:pt x="3429506" y="220014"/>
                  </a:lnTo>
                  <a:lnTo>
                    <a:pt x="3502474" y="221792"/>
                  </a:lnTo>
                  <a:lnTo>
                    <a:pt x="3575442" y="223414"/>
                  </a:lnTo>
                  <a:lnTo>
                    <a:pt x="3648410" y="224885"/>
                  </a:lnTo>
                  <a:lnTo>
                    <a:pt x="3721379" y="226207"/>
                  </a:lnTo>
                  <a:lnTo>
                    <a:pt x="3794347" y="227386"/>
                  </a:lnTo>
                  <a:lnTo>
                    <a:pt x="3867315" y="228426"/>
                  </a:lnTo>
                  <a:lnTo>
                    <a:pt x="3940283" y="229333"/>
                  </a:lnTo>
                  <a:lnTo>
                    <a:pt x="4013251" y="230111"/>
                  </a:lnTo>
                  <a:lnTo>
                    <a:pt x="4086220" y="230767"/>
                  </a:lnTo>
                  <a:lnTo>
                    <a:pt x="4159188" y="231306"/>
                  </a:lnTo>
                  <a:lnTo>
                    <a:pt x="4232156" y="231733"/>
                  </a:lnTo>
                  <a:lnTo>
                    <a:pt x="4305124" y="232054"/>
                  </a:lnTo>
                  <a:lnTo>
                    <a:pt x="4378092" y="232274"/>
                  </a:lnTo>
                  <a:lnTo>
                    <a:pt x="4451061" y="232398"/>
                  </a:lnTo>
                  <a:lnTo>
                    <a:pt x="4524029" y="232432"/>
                  </a:lnTo>
                  <a:lnTo>
                    <a:pt x="4596997" y="232380"/>
                  </a:lnTo>
                  <a:lnTo>
                    <a:pt x="4669965" y="232246"/>
                  </a:lnTo>
                  <a:lnTo>
                    <a:pt x="4742934" y="232036"/>
                  </a:lnTo>
                  <a:lnTo>
                    <a:pt x="4815902" y="231753"/>
                  </a:lnTo>
                  <a:lnTo>
                    <a:pt x="4888870" y="231402"/>
                  </a:lnTo>
                  <a:lnTo>
                    <a:pt x="4961838" y="230987"/>
                  </a:lnTo>
                  <a:lnTo>
                    <a:pt x="5034806" y="230510"/>
                  </a:lnTo>
                  <a:lnTo>
                    <a:pt x="5107775" y="229977"/>
                  </a:lnTo>
                  <a:lnTo>
                    <a:pt x="5180743" y="229389"/>
                  </a:lnTo>
                  <a:lnTo>
                    <a:pt x="5253711" y="228750"/>
                  </a:lnTo>
                  <a:lnTo>
                    <a:pt x="5326679" y="228062"/>
                  </a:lnTo>
                  <a:lnTo>
                    <a:pt x="5399647" y="227330"/>
                  </a:lnTo>
                  <a:lnTo>
                    <a:pt x="5472616" y="226554"/>
                  </a:lnTo>
                  <a:lnTo>
                    <a:pt x="5545584" y="225738"/>
                  </a:lnTo>
                  <a:lnTo>
                    <a:pt x="5618552" y="224883"/>
                  </a:lnTo>
                  <a:lnTo>
                    <a:pt x="5691520" y="223992"/>
                  </a:lnTo>
                  <a:lnTo>
                    <a:pt x="5764489" y="2230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29004"/>
              <a:ext cx="5764489" cy="190080"/>
            </a:xfrm>
            <a:custGeom>
              <a:avLst/>
              <a:pathLst>
                <a:path w="5764489" h="190080">
                  <a:moveTo>
                    <a:pt x="5764489" y="190080"/>
                  </a:moveTo>
                  <a:lnTo>
                    <a:pt x="5691520" y="184135"/>
                  </a:lnTo>
                  <a:lnTo>
                    <a:pt x="5618552" y="178225"/>
                  </a:lnTo>
                  <a:lnTo>
                    <a:pt x="5545584" y="172352"/>
                  </a:lnTo>
                  <a:lnTo>
                    <a:pt x="5472616" y="166516"/>
                  </a:lnTo>
                  <a:lnTo>
                    <a:pt x="5399647" y="160722"/>
                  </a:lnTo>
                  <a:lnTo>
                    <a:pt x="5326679" y="154970"/>
                  </a:lnTo>
                  <a:lnTo>
                    <a:pt x="5253711" y="149264"/>
                  </a:lnTo>
                  <a:lnTo>
                    <a:pt x="5180743" y="143606"/>
                  </a:lnTo>
                  <a:lnTo>
                    <a:pt x="5107775" y="137999"/>
                  </a:lnTo>
                  <a:lnTo>
                    <a:pt x="5034806" y="132446"/>
                  </a:lnTo>
                  <a:lnTo>
                    <a:pt x="4961838" y="126951"/>
                  </a:lnTo>
                  <a:lnTo>
                    <a:pt x="4888870" y="121516"/>
                  </a:lnTo>
                  <a:lnTo>
                    <a:pt x="4815902" y="116146"/>
                  </a:lnTo>
                  <a:lnTo>
                    <a:pt x="4742934" y="110845"/>
                  </a:lnTo>
                  <a:lnTo>
                    <a:pt x="4669965" y="105615"/>
                  </a:lnTo>
                  <a:lnTo>
                    <a:pt x="4596997" y="100463"/>
                  </a:lnTo>
                  <a:lnTo>
                    <a:pt x="4524029" y="95391"/>
                  </a:lnTo>
                  <a:lnTo>
                    <a:pt x="4451061" y="90406"/>
                  </a:lnTo>
                  <a:lnTo>
                    <a:pt x="4378092" y="85511"/>
                  </a:lnTo>
                  <a:lnTo>
                    <a:pt x="4305124" y="80712"/>
                  </a:lnTo>
                  <a:lnTo>
                    <a:pt x="4232156" y="76014"/>
                  </a:lnTo>
                  <a:lnTo>
                    <a:pt x="4159188" y="71422"/>
                  </a:lnTo>
                  <a:lnTo>
                    <a:pt x="4086220" y="66942"/>
                  </a:lnTo>
                  <a:lnTo>
                    <a:pt x="4013251" y="62579"/>
                  </a:lnTo>
                  <a:lnTo>
                    <a:pt x="3940283" y="58339"/>
                  </a:lnTo>
                  <a:lnTo>
                    <a:pt x="3867315" y="54227"/>
                  </a:lnTo>
                  <a:lnTo>
                    <a:pt x="3794347" y="50248"/>
                  </a:lnTo>
                  <a:lnTo>
                    <a:pt x="3721379" y="46408"/>
                  </a:lnTo>
                  <a:lnTo>
                    <a:pt x="3648410" y="42711"/>
                  </a:lnTo>
                  <a:lnTo>
                    <a:pt x="3575442" y="39162"/>
                  </a:lnTo>
                  <a:lnTo>
                    <a:pt x="3502474" y="35766"/>
                  </a:lnTo>
                  <a:lnTo>
                    <a:pt x="3429506" y="32525"/>
                  </a:lnTo>
                  <a:lnTo>
                    <a:pt x="3356537" y="29443"/>
                  </a:lnTo>
                  <a:lnTo>
                    <a:pt x="3283569" y="26523"/>
                  </a:lnTo>
                  <a:lnTo>
                    <a:pt x="3210601" y="23765"/>
                  </a:lnTo>
                  <a:lnTo>
                    <a:pt x="3137633" y="21172"/>
                  </a:lnTo>
                  <a:lnTo>
                    <a:pt x="3064665" y="18744"/>
                  </a:lnTo>
                  <a:lnTo>
                    <a:pt x="2991696" y="16481"/>
                  </a:lnTo>
                  <a:lnTo>
                    <a:pt x="2918728" y="14380"/>
                  </a:lnTo>
                  <a:lnTo>
                    <a:pt x="2845760" y="12441"/>
                  </a:lnTo>
                  <a:lnTo>
                    <a:pt x="2772792" y="10661"/>
                  </a:lnTo>
                  <a:lnTo>
                    <a:pt x="2699823" y="9036"/>
                  </a:lnTo>
                  <a:lnTo>
                    <a:pt x="2626855" y="7564"/>
                  </a:lnTo>
                  <a:lnTo>
                    <a:pt x="2553887" y="6240"/>
                  </a:lnTo>
                  <a:lnTo>
                    <a:pt x="2480919" y="5060"/>
                  </a:lnTo>
                  <a:lnTo>
                    <a:pt x="2407951" y="4018"/>
                  </a:lnTo>
                  <a:lnTo>
                    <a:pt x="2334982" y="3109"/>
                  </a:lnTo>
                  <a:lnTo>
                    <a:pt x="2262014" y="2329"/>
                  </a:lnTo>
                  <a:lnTo>
                    <a:pt x="2189046" y="1671"/>
                  </a:lnTo>
                  <a:lnTo>
                    <a:pt x="2116078" y="1131"/>
                  </a:lnTo>
                  <a:lnTo>
                    <a:pt x="2043110" y="703"/>
                  </a:lnTo>
                  <a:lnTo>
                    <a:pt x="1970141" y="381"/>
                  </a:lnTo>
                  <a:lnTo>
                    <a:pt x="1897173" y="159"/>
                  </a:lnTo>
                  <a:lnTo>
                    <a:pt x="1824205" y="34"/>
                  </a:lnTo>
                  <a:lnTo>
                    <a:pt x="1751237" y="0"/>
                  </a:lnTo>
                  <a:lnTo>
                    <a:pt x="1678268" y="51"/>
                  </a:lnTo>
                  <a:lnTo>
                    <a:pt x="1605300" y="183"/>
                  </a:lnTo>
                  <a:lnTo>
                    <a:pt x="1532332" y="393"/>
                  </a:lnTo>
                  <a:lnTo>
                    <a:pt x="1459364" y="674"/>
                  </a:lnTo>
                  <a:lnTo>
                    <a:pt x="1386396" y="1025"/>
                  </a:lnTo>
                  <a:lnTo>
                    <a:pt x="1313427" y="1439"/>
                  </a:lnTo>
                  <a:lnTo>
                    <a:pt x="1240459" y="1915"/>
                  </a:lnTo>
                  <a:lnTo>
                    <a:pt x="1167491" y="2448"/>
                  </a:lnTo>
                  <a:lnTo>
                    <a:pt x="1094523" y="3035"/>
                  </a:lnTo>
                  <a:lnTo>
                    <a:pt x="1021555" y="3674"/>
                  </a:lnTo>
                  <a:lnTo>
                    <a:pt x="948586" y="4360"/>
                  </a:lnTo>
                  <a:lnTo>
                    <a:pt x="875618" y="5093"/>
                  </a:lnTo>
                  <a:lnTo>
                    <a:pt x="802650" y="5868"/>
                  </a:lnTo>
                  <a:lnTo>
                    <a:pt x="729682" y="6684"/>
                  </a:lnTo>
                  <a:lnTo>
                    <a:pt x="656713" y="7538"/>
                  </a:lnTo>
                  <a:lnTo>
                    <a:pt x="583745" y="8428"/>
                  </a:lnTo>
                  <a:lnTo>
                    <a:pt x="510777" y="9353"/>
                  </a:lnTo>
                  <a:lnTo>
                    <a:pt x="437809" y="10311"/>
                  </a:lnTo>
                  <a:lnTo>
                    <a:pt x="364841" y="11299"/>
                  </a:lnTo>
                  <a:lnTo>
                    <a:pt x="291872" y="12316"/>
                  </a:lnTo>
                  <a:lnTo>
                    <a:pt x="218904" y="13361"/>
                  </a:lnTo>
                  <a:lnTo>
                    <a:pt x="145936" y="14432"/>
                  </a:lnTo>
                  <a:lnTo>
                    <a:pt x="72968" y="15527"/>
                  </a:lnTo>
                  <a:lnTo>
                    <a:pt x="0" y="16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4933008"/>
              <a:ext cx="5764489" cy="198250"/>
            </a:xfrm>
            <a:custGeom>
              <a:avLst/>
              <a:pathLst>
                <a:path w="5764489" h="198250">
                  <a:moveTo>
                    <a:pt x="0" y="0"/>
                  </a:moveTo>
                  <a:lnTo>
                    <a:pt x="72968" y="2509"/>
                  </a:lnTo>
                  <a:lnTo>
                    <a:pt x="145936" y="5018"/>
                  </a:lnTo>
                  <a:lnTo>
                    <a:pt x="218904" y="7528"/>
                  </a:lnTo>
                  <a:lnTo>
                    <a:pt x="291872" y="10037"/>
                  </a:lnTo>
                  <a:lnTo>
                    <a:pt x="364841" y="12547"/>
                  </a:lnTo>
                  <a:lnTo>
                    <a:pt x="437809" y="15056"/>
                  </a:lnTo>
                  <a:lnTo>
                    <a:pt x="510777" y="17566"/>
                  </a:lnTo>
                  <a:lnTo>
                    <a:pt x="583745" y="20075"/>
                  </a:lnTo>
                  <a:lnTo>
                    <a:pt x="656713" y="22585"/>
                  </a:lnTo>
                  <a:lnTo>
                    <a:pt x="729682" y="25094"/>
                  </a:lnTo>
                  <a:lnTo>
                    <a:pt x="802650" y="27604"/>
                  </a:lnTo>
                  <a:lnTo>
                    <a:pt x="875618" y="30113"/>
                  </a:lnTo>
                  <a:lnTo>
                    <a:pt x="948586" y="32623"/>
                  </a:lnTo>
                  <a:lnTo>
                    <a:pt x="1021555" y="35132"/>
                  </a:lnTo>
                  <a:lnTo>
                    <a:pt x="1094523" y="37642"/>
                  </a:lnTo>
                  <a:lnTo>
                    <a:pt x="1167491" y="40151"/>
                  </a:lnTo>
                  <a:lnTo>
                    <a:pt x="1240459" y="42661"/>
                  </a:lnTo>
                  <a:lnTo>
                    <a:pt x="1313427" y="45170"/>
                  </a:lnTo>
                  <a:lnTo>
                    <a:pt x="1386396" y="47680"/>
                  </a:lnTo>
                  <a:lnTo>
                    <a:pt x="1459364" y="50189"/>
                  </a:lnTo>
                  <a:lnTo>
                    <a:pt x="1532332" y="52699"/>
                  </a:lnTo>
                  <a:lnTo>
                    <a:pt x="1605300" y="55208"/>
                  </a:lnTo>
                  <a:lnTo>
                    <a:pt x="1678268" y="57718"/>
                  </a:lnTo>
                  <a:lnTo>
                    <a:pt x="1751237" y="60227"/>
                  </a:lnTo>
                  <a:lnTo>
                    <a:pt x="1824205" y="62737"/>
                  </a:lnTo>
                  <a:lnTo>
                    <a:pt x="1897173" y="65246"/>
                  </a:lnTo>
                  <a:lnTo>
                    <a:pt x="1970141" y="67756"/>
                  </a:lnTo>
                  <a:lnTo>
                    <a:pt x="2043110" y="70265"/>
                  </a:lnTo>
                  <a:lnTo>
                    <a:pt x="2116078" y="72775"/>
                  </a:lnTo>
                  <a:lnTo>
                    <a:pt x="2189046" y="75284"/>
                  </a:lnTo>
                  <a:lnTo>
                    <a:pt x="2262014" y="77794"/>
                  </a:lnTo>
                  <a:lnTo>
                    <a:pt x="2334982" y="80303"/>
                  </a:lnTo>
                  <a:lnTo>
                    <a:pt x="2407951" y="82813"/>
                  </a:lnTo>
                  <a:lnTo>
                    <a:pt x="2480919" y="85322"/>
                  </a:lnTo>
                  <a:lnTo>
                    <a:pt x="2553887" y="87832"/>
                  </a:lnTo>
                  <a:lnTo>
                    <a:pt x="2626855" y="90341"/>
                  </a:lnTo>
                  <a:lnTo>
                    <a:pt x="2699823" y="92851"/>
                  </a:lnTo>
                  <a:lnTo>
                    <a:pt x="2772792" y="95360"/>
                  </a:lnTo>
                  <a:lnTo>
                    <a:pt x="2845760" y="97870"/>
                  </a:lnTo>
                  <a:lnTo>
                    <a:pt x="2918728" y="100379"/>
                  </a:lnTo>
                  <a:lnTo>
                    <a:pt x="2991696" y="102889"/>
                  </a:lnTo>
                  <a:lnTo>
                    <a:pt x="3064665" y="105398"/>
                  </a:lnTo>
                  <a:lnTo>
                    <a:pt x="3137633" y="107908"/>
                  </a:lnTo>
                  <a:lnTo>
                    <a:pt x="3210601" y="110417"/>
                  </a:lnTo>
                  <a:lnTo>
                    <a:pt x="3283569" y="112927"/>
                  </a:lnTo>
                  <a:lnTo>
                    <a:pt x="3356537" y="115436"/>
                  </a:lnTo>
                  <a:lnTo>
                    <a:pt x="3429506" y="117946"/>
                  </a:lnTo>
                  <a:lnTo>
                    <a:pt x="3502474" y="120455"/>
                  </a:lnTo>
                  <a:lnTo>
                    <a:pt x="3575442" y="122965"/>
                  </a:lnTo>
                  <a:lnTo>
                    <a:pt x="3648410" y="125474"/>
                  </a:lnTo>
                  <a:lnTo>
                    <a:pt x="3721379" y="127984"/>
                  </a:lnTo>
                  <a:lnTo>
                    <a:pt x="3794347" y="130493"/>
                  </a:lnTo>
                  <a:lnTo>
                    <a:pt x="3867315" y="133003"/>
                  </a:lnTo>
                  <a:lnTo>
                    <a:pt x="3940283" y="135512"/>
                  </a:lnTo>
                  <a:lnTo>
                    <a:pt x="4013251" y="138022"/>
                  </a:lnTo>
                  <a:lnTo>
                    <a:pt x="4086220" y="140531"/>
                  </a:lnTo>
                  <a:lnTo>
                    <a:pt x="4159188" y="143041"/>
                  </a:lnTo>
                  <a:lnTo>
                    <a:pt x="4232156" y="145550"/>
                  </a:lnTo>
                  <a:lnTo>
                    <a:pt x="4305124" y="148060"/>
                  </a:lnTo>
                  <a:lnTo>
                    <a:pt x="4378092" y="150569"/>
                  </a:lnTo>
                  <a:lnTo>
                    <a:pt x="4451061" y="153079"/>
                  </a:lnTo>
                  <a:lnTo>
                    <a:pt x="4524029" y="155588"/>
                  </a:lnTo>
                  <a:lnTo>
                    <a:pt x="4596997" y="158098"/>
                  </a:lnTo>
                  <a:lnTo>
                    <a:pt x="4669965" y="160607"/>
                  </a:lnTo>
                  <a:lnTo>
                    <a:pt x="4742934" y="163117"/>
                  </a:lnTo>
                  <a:lnTo>
                    <a:pt x="4815902" y="165626"/>
                  </a:lnTo>
                  <a:lnTo>
                    <a:pt x="4888870" y="168136"/>
                  </a:lnTo>
                  <a:lnTo>
                    <a:pt x="4961838" y="170645"/>
                  </a:lnTo>
                  <a:lnTo>
                    <a:pt x="5034806" y="173155"/>
                  </a:lnTo>
                  <a:lnTo>
                    <a:pt x="5107775" y="175664"/>
                  </a:lnTo>
                  <a:lnTo>
                    <a:pt x="5180743" y="178174"/>
                  </a:lnTo>
                  <a:lnTo>
                    <a:pt x="5253711" y="180683"/>
                  </a:lnTo>
                  <a:lnTo>
                    <a:pt x="5326679" y="183193"/>
                  </a:lnTo>
                  <a:lnTo>
                    <a:pt x="5399647" y="185702"/>
                  </a:lnTo>
                  <a:lnTo>
                    <a:pt x="5472616" y="188212"/>
                  </a:lnTo>
                  <a:lnTo>
                    <a:pt x="5545584" y="190721"/>
                  </a:lnTo>
                  <a:lnTo>
                    <a:pt x="5618552" y="193231"/>
                  </a:lnTo>
                  <a:lnTo>
                    <a:pt x="5691520" y="195740"/>
                  </a:lnTo>
                  <a:lnTo>
                    <a:pt x="5764489" y="19825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776171" y="44531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76171" y="45944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76171" y="4518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9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814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5068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73708" y="45890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73708" y="46350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73708" y="45467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0414" y="49121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0414" y="48539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0414" y="48239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28765" y="41381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28765" y="43695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28765" y="4272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71995" y="46102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71995" y="47179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71995" y="4555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14952" y="51724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14952" y="51434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314952" y="52337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5980" y="48665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525980" y="46314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525980" y="47780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431332"/>
              <a:ext cx="5764489" cy="567002"/>
            </a:xfrm>
            <a:custGeom>
              <a:avLst/>
              <a:pathLst>
                <a:path w="5764489" h="567002">
                  <a:moveTo>
                    <a:pt x="0" y="0"/>
                  </a:moveTo>
                  <a:lnTo>
                    <a:pt x="72968" y="5653"/>
                  </a:lnTo>
                  <a:lnTo>
                    <a:pt x="145936" y="11281"/>
                  </a:lnTo>
                  <a:lnTo>
                    <a:pt x="218904" y="16884"/>
                  </a:lnTo>
                  <a:lnTo>
                    <a:pt x="291872" y="22458"/>
                  </a:lnTo>
                  <a:lnTo>
                    <a:pt x="364841" y="28004"/>
                  </a:lnTo>
                  <a:lnTo>
                    <a:pt x="437809" y="33518"/>
                  </a:lnTo>
                  <a:lnTo>
                    <a:pt x="510777" y="39001"/>
                  </a:lnTo>
                  <a:lnTo>
                    <a:pt x="583745" y="44448"/>
                  </a:lnTo>
                  <a:lnTo>
                    <a:pt x="656713" y="49860"/>
                  </a:lnTo>
                  <a:lnTo>
                    <a:pt x="729682" y="55233"/>
                  </a:lnTo>
                  <a:lnTo>
                    <a:pt x="802650" y="60566"/>
                  </a:lnTo>
                  <a:lnTo>
                    <a:pt x="875618" y="65855"/>
                  </a:lnTo>
                  <a:lnTo>
                    <a:pt x="948586" y="71099"/>
                  </a:lnTo>
                  <a:lnTo>
                    <a:pt x="1021555" y="76295"/>
                  </a:lnTo>
                  <a:lnTo>
                    <a:pt x="1094523" y="81440"/>
                  </a:lnTo>
                  <a:lnTo>
                    <a:pt x="1167491" y="86530"/>
                  </a:lnTo>
                  <a:lnTo>
                    <a:pt x="1240459" y="91564"/>
                  </a:lnTo>
                  <a:lnTo>
                    <a:pt x="1313427" y="96536"/>
                  </a:lnTo>
                  <a:lnTo>
                    <a:pt x="1386396" y="101444"/>
                  </a:lnTo>
                  <a:lnTo>
                    <a:pt x="1459364" y="106284"/>
                  </a:lnTo>
                  <a:lnTo>
                    <a:pt x="1532332" y="111052"/>
                  </a:lnTo>
                  <a:lnTo>
                    <a:pt x="1605300" y="115743"/>
                  </a:lnTo>
                  <a:lnTo>
                    <a:pt x="1678268" y="120352"/>
                  </a:lnTo>
                  <a:lnTo>
                    <a:pt x="1751237" y="124876"/>
                  </a:lnTo>
                  <a:lnTo>
                    <a:pt x="1824205" y="129309"/>
                  </a:lnTo>
                  <a:lnTo>
                    <a:pt x="1897173" y="133646"/>
                  </a:lnTo>
                  <a:lnTo>
                    <a:pt x="1970141" y="137881"/>
                  </a:lnTo>
                  <a:lnTo>
                    <a:pt x="2043110" y="142010"/>
                  </a:lnTo>
                  <a:lnTo>
                    <a:pt x="2116078" y="146026"/>
                  </a:lnTo>
                  <a:lnTo>
                    <a:pt x="2189046" y="149924"/>
                  </a:lnTo>
                  <a:lnTo>
                    <a:pt x="2262014" y="153698"/>
                  </a:lnTo>
                  <a:lnTo>
                    <a:pt x="2334982" y="157342"/>
                  </a:lnTo>
                  <a:lnTo>
                    <a:pt x="2407951" y="160850"/>
                  </a:lnTo>
                  <a:lnTo>
                    <a:pt x="2480919" y="164217"/>
                  </a:lnTo>
                  <a:lnTo>
                    <a:pt x="2553887" y="167438"/>
                  </a:lnTo>
                  <a:lnTo>
                    <a:pt x="2626855" y="170507"/>
                  </a:lnTo>
                  <a:lnTo>
                    <a:pt x="2699823" y="173419"/>
                  </a:lnTo>
                  <a:lnTo>
                    <a:pt x="2772792" y="176170"/>
                  </a:lnTo>
                  <a:lnTo>
                    <a:pt x="2845760" y="178756"/>
                  </a:lnTo>
                  <a:lnTo>
                    <a:pt x="2918728" y="181175"/>
                  </a:lnTo>
                  <a:lnTo>
                    <a:pt x="2991696" y="183422"/>
                  </a:lnTo>
                  <a:lnTo>
                    <a:pt x="3064665" y="185497"/>
                  </a:lnTo>
                  <a:lnTo>
                    <a:pt x="3137633" y="187397"/>
                  </a:lnTo>
                  <a:lnTo>
                    <a:pt x="3210601" y="189124"/>
                  </a:lnTo>
                  <a:lnTo>
                    <a:pt x="3283569" y="190677"/>
                  </a:lnTo>
                  <a:lnTo>
                    <a:pt x="3356537" y="192057"/>
                  </a:lnTo>
                  <a:lnTo>
                    <a:pt x="3429506" y="193266"/>
                  </a:lnTo>
                  <a:lnTo>
                    <a:pt x="3502474" y="194307"/>
                  </a:lnTo>
                  <a:lnTo>
                    <a:pt x="3575442" y="195184"/>
                  </a:lnTo>
                  <a:lnTo>
                    <a:pt x="3648410" y="195899"/>
                  </a:lnTo>
                  <a:lnTo>
                    <a:pt x="3721379" y="196458"/>
                  </a:lnTo>
                  <a:lnTo>
                    <a:pt x="3794347" y="196865"/>
                  </a:lnTo>
                  <a:lnTo>
                    <a:pt x="3867315" y="197125"/>
                  </a:lnTo>
                  <a:lnTo>
                    <a:pt x="3940283" y="197245"/>
                  </a:lnTo>
                  <a:lnTo>
                    <a:pt x="4013251" y="197229"/>
                  </a:lnTo>
                  <a:lnTo>
                    <a:pt x="4086220" y="197083"/>
                  </a:lnTo>
                  <a:lnTo>
                    <a:pt x="4159188" y="196813"/>
                  </a:lnTo>
                  <a:lnTo>
                    <a:pt x="4232156" y="196425"/>
                  </a:lnTo>
                  <a:lnTo>
                    <a:pt x="4305124" y="195925"/>
                  </a:lnTo>
                  <a:lnTo>
                    <a:pt x="4378092" y="195317"/>
                  </a:lnTo>
                  <a:lnTo>
                    <a:pt x="4451061" y="194609"/>
                  </a:lnTo>
                  <a:lnTo>
                    <a:pt x="4524029" y="193804"/>
                  </a:lnTo>
                  <a:lnTo>
                    <a:pt x="4596997" y="192909"/>
                  </a:lnTo>
                  <a:lnTo>
                    <a:pt x="4669965" y="191928"/>
                  </a:lnTo>
                  <a:lnTo>
                    <a:pt x="4742934" y="190865"/>
                  </a:lnTo>
                  <a:lnTo>
                    <a:pt x="4815902" y="189727"/>
                  </a:lnTo>
                  <a:lnTo>
                    <a:pt x="4888870" y="188515"/>
                  </a:lnTo>
                  <a:lnTo>
                    <a:pt x="4961838" y="187236"/>
                  </a:lnTo>
                  <a:lnTo>
                    <a:pt x="5034806" y="185892"/>
                  </a:lnTo>
                  <a:lnTo>
                    <a:pt x="5107775" y="184488"/>
                  </a:lnTo>
                  <a:lnTo>
                    <a:pt x="5180743" y="183026"/>
                  </a:lnTo>
                  <a:lnTo>
                    <a:pt x="5253711" y="181510"/>
                  </a:lnTo>
                  <a:lnTo>
                    <a:pt x="5326679" y="179943"/>
                  </a:lnTo>
                  <a:lnTo>
                    <a:pt x="5399647" y="178328"/>
                  </a:lnTo>
                  <a:lnTo>
                    <a:pt x="5472616" y="176668"/>
                  </a:lnTo>
                  <a:lnTo>
                    <a:pt x="5545584" y="174964"/>
                  </a:lnTo>
                  <a:lnTo>
                    <a:pt x="5618552" y="173220"/>
                  </a:lnTo>
                  <a:lnTo>
                    <a:pt x="5691520" y="171438"/>
                  </a:lnTo>
                  <a:lnTo>
                    <a:pt x="5764489" y="169619"/>
                  </a:lnTo>
                  <a:lnTo>
                    <a:pt x="5764489" y="567002"/>
                  </a:lnTo>
                  <a:lnTo>
                    <a:pt x="5691520" y="561554"/>
                  </a:lnTo>
                  <a:lnTo>
                    <a:pt x="5618552" y="556142"/>
                  </a:lnTo>
                  <a:lnTo>
                    <a:pt x="5545584" y="550768"/>
                  </a:lnTo>
                  <a:lnTo>
                    <a:pt x="5472616" y="545435"/>
                  </a:lnTo>
                  <a:lnTo>
                    <a:pt x="5399647" y="540145"/>
                  </a:lnTo>
                  <a:lnTo>
                    <a:pt x="5326679" y="534901"/>
                  </a:lnTo>
                  <a:lnTo>
                    <a:pt x="5253711" y="529704"/>
                  </a:lnTo>
                  <a:lnTo>
                    <a:pt x="5180743" y="524559"/>
                  </a:lnTo>
                  <a:lnTo>
                    <a:pt x="5107775" y="519468"/>
                  </a:lnTo>
                  <a:lnTo>
                    <a:pt x="5034806" y="514433"/>
                  </a:lnTo>
                  <a:lnTo>
                    <a:pt x="4961838" y="509460"/>
                  </a:lnTo>
                  <a:lnTo>
                    <a:pt x="4888870" y="504551"/>
                  </a:lnTo>
                  <a:lnTo>
                    <a:pt x="4815902" y="499710"/>
                  </a:lnTo>
                  <a:lnTo>
                    <a:pt x="4742934" y="494942"/>
                  </a:lnTo>
                  <a:lnTo>
                    <a:pt x="4669965" y="490250"/>
                  </a:lnTo>
                  <a:lnTo>
                    <a:pt x="4596997" y="485640"/>
                  </a:lnTo>
                  <a:lnTo>
                    <a:pt x="4524029" y="481115"/>
                  </a:lnTo>
                  <a:lnTo>
                    <a:pt x="4451061" y="476681"/>
                  </a:lnTo>
                  <a:lnTo>
                    <a:pt x="4378092" y="472343"/>
                  </a:lnTo>
                  <a:lnTo>
                    <a:pt x="4305124" y="468106"/>
                  </a:lnTo>
                  <a:lnTo>
                    <a:pt x="4232156" y="463976"/>
                  </a:lnTo>
                  <a:lnTo>
                    <a:pt x="4159188" y="459958"/>
                  </a:lnTo>
                  <a:lnTo>
                    <a:pt x="4086220" y="456059"/>
                  </a:lnTo>
                  <a:lnTo>
                    <a:pt x="4013251" y="452283"/>
                  </a:lnTo>
                  <a:lnTo>
                    <a:pt x="3940283" y="448638"/>
                  </a:lnTo>
                  <a:lnTo>
                    <a:pt x="3867315" y="445128"/>
                  </a:lnTo>
                  <a:lnTo>
                    <a:pt x="3794347" y="441759"/>
                  </a:lnTo>
                  <a:lnTo>
                    <a:pt x="3721379" y="438536"/>
                  </a:lnTo>
                  <a:lnTo>
                    <a:pt x="3648410" y="435465"/>
                  </a:lnTo>
                  <a:lnTo>
                    <a:pt x="3575442" y="432551"/>
                  </a:lnTo>
                  <a:lnTo>
                    <a:pt x="3502474" y="429798"/>
                  </a:lnTo>
                  <a:lnTo>
                    <a:pt x="3429506" y="427210"/>
                  </a:lnTo>
                  <a:lnTo>
                    <a:pt x="3356537" y="424790"/>
                  </a:lnTo>
                  <a:lnTo>
                    <a:pt x="3283569" y="422540"/>
                  </a:lnTo>
                  <a:lnTo>
                    <a:pt x="3210601" y="420463"/>
                  </a:lnTo>
                  <a:lnTo>
                    <a:pt x="3137633" y="418560"/>
                  </a:lnTo>
                  <a:lnTo>
                    <a:pt x="3064665" y="416832"/>
                  </a:lnTo>
                  <a:lnTo>
                    <a:pt x="2991696" y="415277"/>
                  </a:lnTo>
                  <a:lnTo>
                    <a:pt x="2918728" y="413895"/>
                  </a:lnTo>
                  <a:lnTo>
                    <a:pt x="2845760" y="412683"/>
                  </a:lnTo>
                  <a:lnTo>
                    <a:pt x="2772792" y="411640"/>
                  </a:lnTo>
                  <a:lnTo>
                    <a:pt x="2699823" y="410761"/>
                  </a:lnTo>
                  <a:lnTo>
                    <a:pt x="2626855" y="410044"/>
                  </a:lnTo>
                  <a:lnTo>
                    <a:pt x="2553887" y="409483"/>
                  </a:lnTo>
                  <a:lnTo>
                    <a:pt x="2480919" y="409074"/>
                  </a:lnTo>
                  <a:lnTo>
                    <a:pt x="2407951" y="408812"/>
                  </a:lnTo>
                  <a:lnTo>
                    <a:pt x="2334982" y="408691"/>
                  </a:lnTo>
                  <a:lnTo>
                    <a:pt x="2262014" y="408705"/>
                  </a:lnTo>
                  <a:lnTo>
                    <a:pt x="2189046" y="408850"/>
                  </a:lnTo>
                  <a:lnTo>
                    <a:pt x="2116078" y="409118"/>
                  </a:lnTo>
                  <a:lnTo>
                    <a:pt x="2043110" y="409505"/>
                  </a:lnTo>
                  <a:lnTo>
                    <a:pt x="1970141" y="410004"/>
                  </a:lnTo>
                  <a:lnTo>
                    <a:pt x="1897173" y="410610"/>
                  </a:lnTo>
                  <a:lnTo>
                    <a:pt x="1824205" y="411317"/>
                  </a:lnTo>
                  <a:lnTo>
                    <a:pt x="1751237" y="412120"/>
                  </a:lnTo>
                  <a:lnTo>
                    <a:pt x="1678268" y="413015"/>
                  </a:lnTo>
                  <a:lnTo>
                    <a:pt x="1605300" y="413995"/>
                  </a:lnTo>
                  <a:lnTo>
                    <a:pt x="1532332" y="415056"/>
                  </a:lnTo>
                  <a:lnTo>
                    <a:pt x="1459364" y="416194"/>
                  </a:lnTo>
                  <a:lnTo>
                    <a:pt x="1386396" y="417404"/>
                  </a:lnTo>
                  <a:lnTo>
                    <a:pt x="1313427" y="418683"/>
                  </a:lnTo>
                  <a:lnTo>
                    <a:pt x="1240459" y="420026"/>
                  </a:lnTo>
                  <a:lnTo>
                    <a:pt x="1167491" y="421430"/>
                  </a:lnTo>
                  <a:lnTo>
                    <a:pt x="1094523" y="422891"/>
                  </a:lnTo>
                  <a:lnTo>
                    <a:pt x="1021555" y="424406"/>
                  </a:lnTo>
                  <a:lnTo>
                    <a:pt x="948586" y="425972"/>
                  </a:lnTo>
                  <a:lnTo>
                    <a:pt x="875618" y="427587"/>
                  </a:lnTo>
                  <a:lnTo>
                    <a:pt x="802650" y="429247"/>
                  </a:lnTo>
                  <a:lnTo>
                    <a:pt x="729682" y="430950"/>
                  </a:lnTo>
                  <a:lnTo>
                    <a:pt x="656713" y="432693"/>
                  </a:lnTo>
                  <a:lnTo>
                    <a:pt x="583745" y="434475"/>
                  </a:lnTo>
                  <a:lnTo>
                    <a:pt x="510777" y="436294"/>
                  </a:lnTo>
                  <a:lnTo>
                    <a:pt x="437809" y="438146"/>
                  </a:lnTo>
                  <a:lnTo>
                    <a:pt x="364841" y="440031"/>
                  </a:lnTo>
                  <a:lnTo>
                    <a:pt x="291872" y="441947"/>
                  </a:lnTo>
                  <a:lnTo>
                    <a:pt x="218904" y="443892"/>
                  </a:lnTo>
                  <a:lnTo>
                    <a:pt x="145936" y="445865"/>
                  </a:lnTo>
                  <a:lnTo>
                    <a:pt x="72968" y="447864"/>
                  </a:lnTo>
                  <a:lnTo>
                    <a:pt x="0" y="449888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431332"/>
              <a:ext cx="5764489" cy="197245"/>
            </a:xfrm>
            <a:custGeom>
              <a:avLst/>
              <a:pathLst>
                <a:path w="5764489" h="197245">
                  <a:moveTo>
                    <a:pt x="0" y="0"/>
                  </a:moveTo>
                  <a:lnTo>
                    <a:pt x="72968" y="5653"/>
                  </a:lnTo>
                  <a:lnTo>
                    <a:pt x="145936" y="11281"/>
                  </a:lnTo>
                  <a:lnTo>
                    <a:pt x="218904" y="16884"/>
                  </a:lnTo>
                  <a:lnTo>
                    <a:pt x="291872" y="22458"/>
                  </a:lnTo>
                  <a:lnTo>
                    <a:pt x="364841" y="28004"/>
                  </a:lnTo>
                  <a:lnTo>
                    <a:pt x="437809" y="33518"/>
                  </a:lnTo>
                  <a:lnTo>
                    <a:pt x="510777" y="39001"/>
                  </a:lnTo>
                  <a:lnTo>
                    <a:pt x="583745" y="44448"/>
                  </a:lnTo>
                  <a:lnTo>
                    <a:pt x="656713" y="49860"/>
                  </a:lnTo>
                  <a:lnTo>
                    <a:pt x="729682" y="55233"/>
                  </a:lnTo>
                  <a:lnTo>
                    <a:pt x="802650" y="60566"/>
                  </a:lnTo>
                  <a:lnTo>
                    <a:pt x="875618" y="65855"/>
                  </a:lnTo>
                  <a:lnTo>
                    <a:pt x="948586" y="71099"/>
                  </a:lnTo>
                  <a:lnTo>
                    <a:pt x="1021555" y="76295"/>
                  </a:lnTo>
                  <a:lnTo>
                    <a:pt x="1094523" y="81440"/>
                  </a:lnTo>
                  <a:lnTo>
                    <a:pt x="1167491" y="86530"/>
                  </a:lnTo>
                  <a:lnTo>
                    <a:pt x="1240459" y="91564"/>
                  </a:lnTo>
                  <a:lnTo>
                    <a:pt x="1313427" y="96536"/>
                  </a:lnTo>
                  <a:lnTo>
                    <a:pt x="1386396" y="101444"/>
                  </a:lnTo>
                  <a:lnTo>
                    <a:pt x="1459364" y="106284"/>
                  </a:lnTo>
                  <a:lnTo>
                    <a:pt x="1532332" y="111052"/>
                  </a:lnTo>
                  <a:lnTo>
                    <a:pt x="1605300" y="115743"/>
                  </a:lnTo>
                  <a:lnTo>
                    <a:pt x="1678268" y="120352"/>
                  </a:lnTo>
                  <a:lnTo>
                    <a:pt x="1751237" y="124876"/>
                  </a:lnTo>
                  <a:lnTo>
                    <a:pt x="1824205" y="129309"/>
                  </a:lnTo>
                  <a:lnTo>
                    <a:pt x="1897173" y="133646"/>
                  </a:lnTo>
                  <a:lnTo>
                    <a:pt x="1970141" y="137881"/>
                  </a:lnTo>
                  <a:lnTo>
                    <a:pt x="2043110" y="142010"/>
                  </a:lnTo>
                  <a:lnTo>
                    <a:pt x="2116078" y="146026"/>
                  </a:lnTo>
                  <a:lnTo>
                    <a:pt x="2189046" y="149924"/>
                  </a:lnTo>
                  <a:lnTo>
                    <a:pt x="2262014" y="153698"/>
                  </a:lnTo>
                  <a:lnTo>
                    <a:pt x="2334982" y="157342"/>
                  </a:lnTo>
                  <a:lnTo>
                    <a:pt x="2407951" y="160850"/>
                  </a:lnTo>
                  <a:lnTo>
                    <a:pt x="2480919" y="164217"/>
                  </a:lnTo>
                  <a:lnTo>
                    <a:pt x="2553887" y="167438"/>
                  </a:lnTo>
                  <a:lnTo>
                    <a:pt x="2626855" y="170507"/>
                  </a:lnTo>
                  <a:lnTo>
                    <a:pt x="2699823" y="173419"/>
                  </a:lnTo>
                  <a:lnTo>
                    <a:pt x="2772792" y="176170"/>
                  </a:lnTo>
                  <a:lnTo>
                    <a:pt x="2845760" y="178756"/>
                  </a:lnTo>
                  <a:lnTo>
                    <a:pt x="2918728" y="181175"/>
                  </a:lnTo>
                  <a:lnTo>
                    <a:pt x="2991696" y="183422"/>
                  </a:lnTo>
                  <a:lnTo>
                    <a:pt x="3064665" y="185497"/>
                  </a:lnTo>
                  <a:lnTo>
                    <a:pt x="3137633" y="187397"/>
                  </a:lnTo>
                  <a:lnTo>
                    <a:pt x="3210601" y="189124"/>
                  </a:lnTo>
                  <a:lnTo>
                    <a:pt x="3283569" y="190677"/>
                  </a:lnTo>
                  <a:lnTo>
                    <a:pt x="3356537" y="192057"/>
                  </a:lnTo>
                  <a:lnTo>
                    <a:pt x="3429506" y="193266"/>
                  </a:lnTo>
                  <a:lnTo>
                    <a:pt x="3502474" y="194307"/>
                  </a:lnTo>
                  <a:lnTo>
                    <a:pt x="3575442" y="195184"/>
                  </a:lnTo>
                  <a:lnTo>
                    <a:pt x="3648410" y="195899"/>
                  </a:lnTo>
                  <a:lnTo>
                    <a:pt x="3721379" y="196458"/>
                  </a:lnTo>
                  <a:lnTo>
                    <a:pt x="3794347" y="196865"/>
                  </a:lnTo>
                  <a:lnTo>
                    <a:pt x="3867315" y="197125"/>
                  </a:lnTo>
                  <a:lnTo>
                    <a:pt x="3940283" y="197245"/>
                  </a:lnTo>
                  <a:lnTo>
                    <a:pt x="4013251" y="197229"/>
                  </a:lnTo>
                  <a:lnTo>
                    <a:pt x="4086220" y="197083"/>
                  </a:lnTo>
                  <a:lnTo>
                    <a:pt x="4159188" y="196813"/>
                  </a:lnTo>
                  <a:lnTo>
                    <a:pt x="4232156" y="196425"/>
                  </a:lnTo>
                  <a:lnTo>
                    <a:pt x="4305124" y="195925"/>
                  </a:lnTo>
                  <a:lnTo>
                    <a:pt x="4378092" y="195317"/>
                  </a:lnTo>
                  <a:lnTo>
                    <a:pt x="4451061" y="194609"/>
                  </a:lnTo>
                  <a:lnTo>
                    <a:pt x="4524029" y="193804"/>
                  </a:lnTo>
                  <a:lnTo>
                    <a:pt x="4596997" y="192909"/>
                  </a:lnTo>
                  <a:lnTo>
                    <a:pt x="4669965" y="191928"/>
                  </a:lnTo>
                  <a:lnTo>
                    <a:pt x="4742934" y="190865"/>
                  </a:lnTo>
                  <a:lnTo>
                    <a:pt x="4815902" y="189727"/>
                  </a:lnTo>
                  <a:lnTo>
                    <a:pt x="4888870" y="188515"/>
                  </a:lnTo>
                  <a:lnTo>
                    <a:pt x="4961838" y="187236"/>
                  </a:lnTo>
                  <a:lnTo>
                    <a:pt x="5034806" y="185892"/>
                  </a:lnTo>
                  <a:lnTo>
                    <a:pt x="5107775" y="184488"/>
                  </a:lnTo>
                  <a:lnTo>
                    <a:pt x="5180743" y="183026"/>
                  </a:lnTo>
                  <a:lnTo>
                    <a:pt x="5253711" y="181510"/>
                  </a:lnTo>
                  <a:lnTo>
                    <a:pt x="5326679" y="179943"/>
                  </a:lnTo>
                  <a:lnTo>
                    <a:pt x="5399647" y="178328"/>
                  </a:lnTo>
                  <a:lnTo>
                    <a:pt x="5472616" y="176668"/>
                  </a:lnTo>
                  <a:lnTo>
                    <a:pt x="5545584" y="174964"/>
                  </a:lnTo>
                  <a:lnTo>
                    <a:pt x="5618552" y="173220"/>
                  </a:lnTo>
                  <a:lnTo>
                    <a:pt x="5691520" y="171438"/>
                  </a:lnTo>
                  <a:lnTo>
                    <a:pt x="5764489" y="169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40024"/>
              <a:ext cx="5764489" cy="158311"/>
            </a:xfrm>
            <a:custGeom>
              <a:avLst/>
              <a:pathLst>
                <a:path w="5764489" h="158311">
                  <a:moveTo>
                    <a:pt x="5764489" y="158311"/>
                  </a:moveTo>
                  <a:lnTo>
                    <a:pt x="5691520" y="152863"/>
                  </a:lnTo>
                  <a:lnTo>
                    <a:pt x="5618552" y="147451"/>
                  </a:lnTo>
                  <a:lnTo>
                    <a:pt x="5545584" y="142077"/>
                  </a:lnTo>
                  <a:lnTo>
                    <a:pt x="5472616" y="136744"/>
                  </a:lnTo>
                  <a:lnTo>
                    <a:pt x="5399647" y="131454"/>
                  </a:lnTo>
                  <a:lnTo>
                    <a:pt x="5326679" y="126209"/>
                  </a:lnTo>
                  <a:lnTo>
                    <a:pt x="5253711" y="121013"/>
                  </a:lnTo>
                  <a:lnTo>
                    <a:pt x="5180743" y="115867"/>
                  </a:lnTo>
                  <a:lnTo>
                    <a:pt x="5107775" y="110776"/>
                  </a:lnTo>
                  <a:lnTo>
                    <a:pt x="5034806" y="105742"/>
                  </a:lnTo>
                  <a:lnTo>
                    <a:pt x="4961838" y="100769"/>
                  </a:lnTo>
                  <a:lnTo>
                    <a:pt x="4888870" y="95860"/>
                  </a:lnTo>
                  <a:lnTo>
                    <a:pt x="4815902" y="91019"/>
                  </a:lnTo>
                  <a:lnTo>
                    <a:pt x="4742934" y="86251"/>
                  </a:lnTo>
                  <a:lnTo>
                    <a:pt x="4669965" y="81559"/>
                  </a:lnTo>
                  <a:lnTo>
                    <a:pt x="4596997" y="76948"/>
                  </a:lnTo>
                  <a:lnTo>
                    <a:pt x="4524029" y="72423"/>
                  </a:lnTo>
                  <a:lnTo>
                    <a:pt x="4451061" y="67989"/>
                  </a:lnTo>
                  <a:lnTo>
                    <a:pt x="4378092" y="63651"/>
                  </a:lnTo>
                  <a:lnTo>
                    <a:pt x="4305124" y="59414"/>
                  </a:lnTo>
                  <a:lnTo>
                    <a:pt x="4232156" y="55284"/>
                  </a:lnTo>
                  <a:lnTo>
                    <a:pt x="4159188" y="51267"/>
                  </a:lnTo>
                  <a:lnTo>
                    <a:pt x="4086220" y="47367"/>
                  </a:lnTo>
                  <a:lnTo>
                    <a:pt x="4013251" y="43592"/>
                  </a:lnTo>
                  <a:lnTo>
                    <a:pt x="3940283" y="39946"/>
                  </a:lnTo>
                  <a:lnTo>
                    <a:pt x="3867315" y="36436"/>
                  </a:lnTo>
                  <a:lnTo>
                    <a:pt x="3794347" y="33067"/>
                  </a:lnTo>
                  <a:lnTo>
                    <a:pt x="3721379" y="29845"/>
                  </a:lnTo>
                  <a:lnTo>
                    <a:pt x="3648410" y="26774"/>
                  </a:lnTo>
                  <a:lnTo>
                    <a:pt x="3575442" y="23860"/>
                  </a:lnTo>
                  <a:lnTo>
                    <a:pt x="3502474" y="21107"/>
                  </a:lnTo>
                  <a:lnTo>
                    <a:pt x="3429506" y="18518"/>
                  </a:lnTo>
                  <a:lnTo>
                    <a:pt x="3356537" y="16098"/>
                  </a:lnTo>
                  <a:lnTo>
                    <a:pt x="3283569" y="13849"/>
                  </a:lnTo>
                  <a:lnTo>
                    <a:pt x="3210601" y="11772"/>
                  </a:lnTo>
                  <a:lnTo>
                    <a:pt x="3137633" y="9869"/>
                  </a:lnTo>
                  <a:lnTo>
                    <a:pt x="3064665" y="8140"/>
                  </a:lnTo>
                  <a:lnTo>
                    <a:pt x="2991696" y="6585"/>
                  </a:lnTo>
                  <a:lnTo>
                    <a:pt x="2918728" y="5203"/>
                  </a:lnTo>
                  <a:lnTo>
                    <a:pt x="2845760" y="3992"/>
                  </a:lnTo>
                  <a:lnTo>
                    <a:pt x="2772792" y="2948"/>
                  </a:lnTo>
                  <a:lnTo>
                    <a:pt x="2699823" y="2070"/>
                  </a:lnTo>
                  <a:lnTo>
                    <a:pt x="2626855" y="1353"/>
                  </a:lnTo>
                  <a:lnTo>
                    <a:pt x="2553887" y="792"/>
                  </a:lnTo>
                  <a:lnTo>
                    <a:pt x="2480919" y="383"/>
                  </a:lnTo>
                  <a:lnTo>
                    <a:pt x="2407951" y="121"/>
                  </a:lnTo>
                  <a:lnTo>
                    <a:pt x="2334982" y="0"/>
                  </a:lnTo>
                  <a:lnTo>
                    <a:pt x="2262014" y="14"/>
                  </a:lnTo>
                  <a:lnTo>
                    <a:pt x="2189046" y="158"/>
                  </a:lnTo>
                  <a:lnTo>
                    <a:pt x="2116078" y="427"/>
                  </a:lnTo>
                  <a:lnTo>
                    <a:pt x="2043110" y="813"/>
                  </a:lnTo>
                  <a:lnTo>
                    <a:pt x="1970141" y="1312"/>
                  </a:lnTo>
                  <a:lnTo>
                    <a:pt x="1897173" y="1918"/>
                  </a:lnTo>
                  <a:lnTo>
                    <a:pt x="1824205" y="2626"/>
                  </a:lnTo>
                  <a:lnTo>
                    <a:pt x="1751237" y="3429"/>
                  </a:lnTo>
                  <a:lnTo>
                    <a:pt x="1678268" y="4323"/>
                  </a:lnTo>
                  <a:lnTo>
                    <a:pt x="1605300" y="5303"/>
                  </a:lnTo>
                  <a:lnTo>
                    <a:pt x="1532332" y="6365"/>
                  </a:lnTo>
                  <a:lnTo>
                    <a:pt x="1459364" y="7503"/>
                  </a:lnTo>
                  <a:lnTo>
                    <a:pt x="1386396" y="8713"/>
                  </a:lnTo>
                  <a:lnTo>
                    <a:pt x="1313427" y="9991"/>
                  </a:lnTo>
                  <a:lnTo>
                    <a:pt x="1240459" y="11334"/>
                  </a:lnTo>
                  <a:lnTo>
                    <a:pt x="1167491" y="12738"/>
                  </a:lnTo>
                  <a:lnTo>
                    <a:pt x="1094523" y="14199"/>
                  </a:lnTo>
                  <a:lnTo>
                    <a:pt x="1021555" y="15715"/>
                  </a:lnTo>
                  <a:lnTo>
                    <a:pt x="948586" y="17281"/>
                  </a:lnTo>
                  <a:lnTo>
                    <a:pt x="875618" y="18895"/>
                  </a:lnTo>
                  <a:lnTo>
                    <a:pt x="802650" y="20555"/>
                  </a:lnTo>
                  <a:lnTo>
                    <a:pt x="729682" y="22258"/>
                  </a:lnTo>
                  <a:lnTo>
                    <a:pt x="656713" y="24002"/>
                  </a:lnTo>
                  <a:lnTo>
                    <a:pt x="583745" y="25784"/>
                  </a:lnTo>
                  <a:lnTo>
                    <a:pt x="510777" y="27602"/>
                  </a:lnTo>
                  <a:lnTo>
                    <a:pt x="437809" y="29455"/>
                  </a:lnTo>
                  <a:lnTo>
                    <a:pt x="364841" y="31340"/>
                  </a:lnTo>
                  <a:lnTo>
                    <a:pt x="291872" y="33256"/>
                  </a:lnTo>
                  <a:lnTo>
                    <a:pt x="218904" y="35201"/>
                  </a:lnTo>
                  <a:lnTo>
                    <a:pt x="145936" y="37174"/>
                  </a:lnTo>
                  <a:lnTo>
                    <a:pt x="72968" y="39173"/>
                  </a:lnTo>
                  <a:lnTo>
                    <a:pt x="0" y="4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56277"/>
              <a:ext cx="5764489" cy="143366"/>
            </a:xfrm>
            <a:custGeom>
              <a:avLst/>
              <a:pathLst>
                <a:path w="5764489" h="143366">
                  <a:moveTo>
                    <a:pt x="0" y="0"/>
                  </a:moveTo>
                  <a:lnTo>
                    <a:pt x="72968" y="1814"/>
                  </a:lnTo>
                  <a:lnTo>
                    <a:pt x="145936" y="3629"/>
                  </a:lnTo>
                  <a:lnTo>
                    <a:pt x="218904" y="5444"/>
                  </a:lnTo>
                  <a:lnTo>
                    <a:pt x="291872" y="7259"/>
                  </a:lnTo>
                  <a:lnTo>
                    <a:pt x="364841" y="9073"/>
                  </a:lnTo>
                  <a:lnTo>
                    <a:pt x="437809" y="10888"/>
                  </a:lnTo>
                  <a:lnTo>
                    <a:pt x="510777" y="12703"/>
                  </a:lnTo>
                  <a:lnTo>
                    <a:pt x="583745" y="14518"/>
                  </a:lnTo>
                  <a:lnTo>
                    <a:pt x="656713" y="16332"/>
                  </a:lnTo>
                  <a:lnTo>
                    <a:pt x="729682" y="18147"/>
                  </a:lnTo>
                  <a:lnTo>
                    <a:pt x="802650" y="19962"/>
                  </a:lnTo>
                  <a:lnTo>
                    <a:pt x="875618" y="21777"/>
                  </a:lnTo>
                  <a:lnTo>
                    <a:pt x="948586" y="23592"/>
                  </a:lnTo>
                  <a:lnTo>
                    <a:pt x="1021555" y="25406"/>
                  </a:lnTo>
                  <a:lnTo>
                    <a:pt x="1094523" y="27221"/>
                  </a:lnTo>
                  <a:lnTo>
                    <a:pt x="1167491" y="29036"/>
                  </a:lnTo>
                  <a:lnTo>
                    <a:pt x="1240459" y="30851"/>
                  </a:lnTo>
                  <a:lnTo>
                    <a:pt x="1313427" y="32665"/>
                  </a:lnTo>
                  <a:lnTo>
                    <a:pt x="1386396" y="34480"/>
                  </a:lnTo>
                  <a:lnTo>
                    <a:pt x="1459364" y="36295"/>
                  </a:lnTo>
                  <a:lnTo>
                    <a:pt x="1532332" y="38110"/>
                  </a:lnTo>
                  <a:lnTo>
                    <a:pt x="1605300" y="39924"/>
                  </a:lnTo>
                  <a:lnTo>
                    <a:pt x="1678268" y="41739"/>
                  </a:lnTo>
                  <a:lnTo>
                    <a:pt x="1751237" y="43554"/>
                  </a:lnTo>
                  <a:lnTo>
                    <a:pt x="1824205" y="45369"/>
                  </a:lnTo>
                  <a:lnTo>
                    <a:pt x="1897173" y="47184"/>
                  </a:lnTo>
                  <a:lnTo>
                    <a:pt x="1970141" y="48998"/>
                  </a:lnTo>
                  <a:lnTo>
                    <a:pt x="2043110" y="50813"/>
                  </a:lnTo>
                  <a:lnTo>
                    <a:pt x="2116078" y="52628"/>
                  </a:lnTo>
                  <a:lnTo>
                    <a:pt x="2189046" y="54443"/>
                  </a:lnTo>
                  <a:lnTo>
                    <a:pt x="2262014" y="56257"/>
                  </a:lnTo>
                  <a:lnTo>
                    <a:pt x="2334982" y="58072"/>
                  </a:lnTo>
                  <a:lnTo>
                    <a:pt x="2407951" y="59887"/>
                  </a:lnTo>
                  <a:lnTo>
                    <a:pt x="2480919" y="61702"/>
                  </a:lnTo>
                  <a:lnTo>
                    <a:pt x="2553887" y="63516"/>
                  </a:lnTo>
                  <a:lnTo>
                    <a:pt x="2626855" y="65331"/>
                  </a:lnTo>
                  <a:lnTo>
                    <a:pt x="2699823" y="67146"/>
                  </a:lnTo>
                  <a:lnTo>
                    <a:pt x="2772792" y="68961"/>
                  </a:lnTo>
                  <a:lnTo>
                    <a:pt x="2845760" y="70776"/>
                  </a:lnTo>
                  <a:lnTo>
                    <a:pt x="2918728" y="72590"/>
                  </a:lnTo>
                  <a:lnTo>
                    <a:pt x="2991696" y="74405"/>
                  </a:lnTo>
                  <a:lnTo>
                    <a:pt x="3064665" y="76220"/>
                  </a:lnTo>
                  <a:lnTo>
                    <a:pt x="3137633" y="78035"/>
                  </a:lnTo>
                  <a:lnTo>
                    <a:pt x="3210601" y="79849"/>
                  </a:lnTo>
                  <a:lnTo>
                    <a:pt x="3283569" y="81664"/>
                  </a:lnTo>
                  <a:lnTo>
                    <a:pt x="3356537" y="83479"/>
                  </a:lnTo>
                  <a:lnTo>
                    <a:pt x="3429506" y="85294"/>
                  </a:lnTo>
                  <a:lnTo>
                    <a:pt x="3502474" y="87108"/>
                  </a:lnTo>
                  <a:lnTo>
                    <a:pt x="3575442" y="88923"/>
                  </a:lnTo>
                  <a:lnTo>
                    <a:pt x="3648410" y="90738"/>
                  </a:lnTo>
                  <a:lnTo>
                    <a:pt x="3721379" y="92553"/>
                  </a:lnTo>
                  <a:lnTo>
                    <a:pt x="3794347" y="94368"/>
                  </a:lnTo>
                  <a:lnTo>
                    <a:pt x="3867315" y="96182"/>
                  </a:lnTo>
                  <a:lnTo>
                    <a:pt x="3940283" y="97997"/>
                  </a:lnTo>
                  <a:lnTo>
                    <a:pt x="4013251" y="99812"/>
                  </a:lnTo>
                  <a:lnTo>
                    <a:pt x="4086220" y="101627"/>
                  </a:lnTo>
                  <a:lnTo>
                    <a:pt x="4159188" y="103441"/>
                  </a:lnTo>
                  <a:lnTo>
                    <a:pt x="4232156" y="105256"/>
                  </a:lnTo>
                  <a:lnTo>
                    <a:pt x="4305124" y="107071"/>
                  </a:lnTo>
                  <a:lnTo>
                    <a:pt x="4378092" y="108886"/>
                  </a:lnTo>
                  <a:lnTo>
                    <a:pt x="4451061" y="110700"/>
                  </a:lnTo>
                  <a:lnTo>
                    <a:pt x="4524029" y="112515"/>
                  </a:lnTo>
                  <a:lnTo>
                    <a:pt x="4596997" y="114330"/>
                  </a:lnTo>
                  <a:lnTo>
                    <a:pt x="4669965" y="116145"/>
                  </a:lnTo>
                  <a:lnTo>
                    <a:pt x="4742934" y="117960"/>
                  </a:lnTo>
                  <a:lnTo>
                    <a:pt x="4815902" y="119774"/>
                  </a:lnTo>
                  <a:lnTo>
                    <a:pt x="4888870" y="121589"/>
                  </a:lnTo>
                  <a:lnTo>
                    <a:pt x="4961838" y="123404"/>
                  </a:lnTo>
                  <a:lnTo>
                    <a:pt x="5034806" y="125219"/>
                  </a:lnTo>
                  <a:lnTo>
                    <a:pt x="5107775" y="127033"/>
                  </a:lnTo>
                  <a:lnTo>
                    <a:pt x="5180743" y="128848"/>
                  </a:lnTo>
                  <a:lnTo>
                    <a:pt x="5253711" y="130663"/>
                  </a:lnTo>
                  <a:lnTo>
                    <a:pt x="5326679" y="132478"/>
                  </a:lnTo>
                  <a:lnTo>
                    <a:pt x="5399647" y="134293"/>
                  </a:lnTo>
                  <a:lnTo>
                    <a:pt x="5472616" y="136107"/>
                  </a:lnTo>
                  <a:lnTo>
                    <a:pt x="5545584" y="137922"/>
                  </a:lnTo>
                  <a:lnTo>
                    <a:pt x="5618552" y="139737"/>
                  </a:lnTo>
                  <a:lnTo>
                    <a:pt x="5691520" y="141552"/>
                  </a:lnTo>
                  <a:lnTo>
                    <a:pt x="5764489" y="143366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76171" y="42630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76171" y="35767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76171" y="36562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8736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551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862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873708" y="44901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873708" y="46039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73708" y="46717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0414" y="44312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0414" y="43310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0414" y="48082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28765" y="33618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28765" y="31899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28765" y="38575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171995" y="38952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171995" y="32932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171995" y="39593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314952" y="437635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314952" y="42983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314952" y="47409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25980" y="471757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525980" y="48011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525980" y="415713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099375"/>
              <a:ext cx="5764489" cy="1887293"/>
            </a:xfrm>
            <a:custGeom>
              <a:avLst/>
              <a:pathLst>
                <a:path w="5764489" h="1887293">
                  <a:moveTo>
                    <a:pt x="0" y="0"/>
                  </a:moveTo>
                  <a:lnTo>
                    <a:pt x="72968" y="21431"/>
                  </a:lnTo>
                  <a:lnTo>
                    <a:pt x="145936" y="42823"/>
                  </a:lnTo>
                  <a:lnTo>
                    <a:pt x="218904" y="64173"/>
                  </a:lnTo>
                  <a:lnTo>
                    <a:pt x="291872" y="85478"/>
                  </a:lnTo>
                  <a:lnTo>
                    <a:pt x="364841" y="106735"/>
                  </a:lnTo>
                  <a:lnTo>
                    <a:pt x="437809" y="127943"/>
                  </a:lnTo>
                  <a:lnTo>
                    <a:pt x="510777" y="149099"/>
                  </a:lnTo>
                  <a:lnTo>
                    <a:pt x="583745" y="170199"/>
                  </a:lnTo>
                  <a:lnTo>
                    <a:pt x="656713" y="191241"/>
                  </a:lnTo>
                  <a:lnTo>
                    <a:pt x="729682" y="212221"/>
                  </a:lnTo>
                  <a:lnTo>
                    <a:pt x="802650" y="233135"/>
                  </a:lnTo>
                  <a:lnTo>
                    <a:pt x="875618" y="253980"/>
                  </a:lnTo>
                  <a:lnTo>
                    <a:pt x="948586" y="274752"/>
                  </a:lnTo>
                  <a:lnTo>
                    <a:pt x="1021555" y="295446"/>
                  </a:lnTo>
                  <a:lnTo>
                    <a:pt x="1094523" y="316057"/>
                  </a:lnTo>
                  <a:lnTo>
                    <a:pt x="1167491" y="336581"/>
                  </a:lnTo>
                  <a:lnTo>
                    <a:pt x="1240459" y="357013"/>
                  </a:lnTo>
                  <a:lnTo>
                    <a:pt x="1313427" y="377347"/>
                  </a:lnTo>
                  <a:lnTo>
                    <a:pt x="1386396" y="397577"/>
                  </a:lnTo>
                  <a:lnTo>
                    <a:pt x="1459364" y="417696"/>
                  </a:lnTo>
                  <a:lnTo>
                    <a:pt x="1532332" y="437699"/>
                  </a:lnTo>
                  <a:lnTo>
                    <a:pt x="1605300" y="457579"/>
                  </a:lnTo>
                  <a:lnTo>
                    <a:pt x="1678268" y="477327"/>
                  </a:lnTo>
                  <a:lnTo>
                    <a:pt x="1751237" y="496937"/>
                  </a:lnTo>
                  <a:lnTo>
                    <a:pt x="1824205" y="516400"/>
                  </a:lnTo>
                  <a:lnTo>
                    <a:pt x="1897173" y="535709"/>
                  </a:lnTo>
                  <a:lnTo>
                    <a:pt x="1970141" y="554854"/>
                  </a:lnTo>
                  <a:lnTo>
                    <a:pt x="2043110" y="573826"/>
                  </a:lnTo>
                  <a:lnTo>
                    <a:pt x="2116078" y="592617"/>
                  </a:lnTo>
                  <a:lnTo>
                    <a:pt x="2189046" y="611218"/>
                  </a:lnTo>
                  <a:lnTo>
                    <a:pt x="2262014" y="629618"/>
                  </a:lnTo>
                  <a:lnTo>
                    <a:pt x="2334982" y="647809"/>
                  </a:lnTo>
                  <a:lnTo>
                    <a:pt x="2407951" y="665781"/>
                  </a:lnTo>
                  <a:lnTo>
                    <a:pt x="2480919" y="683526"/>
                  </a:lnTo>
                  <a:lnTo>
                    <a:pt x="2553887" y="701034"/>
                  </a:lnTo>
                  <a:lnTo>
                    <a:pt x="2626855" y="718297"/>
                  </a:lnTo>
                  <a:lnTo>
                    <a:pt x="2699823" y="735307"/>
                  </a:lnTo>
                  <a:lnTo>
                    <a:pt x="2772792" y="752058"/>
                  </a:lnTo>
                  <a:lnTo>
                    <a:pt x="2845760" y="768543"/>
                  </a:lnTo>
                  <a:lnTo>
                    <a:pt x="2918728" y="784756"/>
                  </a:lnTo>
                  <a:lnTo>
                    <a:pt x="2991696" y="800694"/>
                  </a:lnTo>
                  <a:lnTo>
                    <a:pt x="3064665" y="816354"/>
                  </a:lnTo>
                  <a:lnTo>
                    <a:pt x="3137633" y="831733"/>
                  </a:lnTo>
                  <a:lnTo>
                    <a:pt x="3210601" y="846831"/>
                  </a:lnTo>
                  <a:lnTo>
                    <a:pt x="3283569" y="861649"/>
                  </a:lnTo>
                  <a:lnTo>
                    <a:pt x="3356537" y="876188"/>
                  </a:lnTo>
                  <a:lnTo>
                    <a:pt x="3429506" y="890452"/>
                  </a:lnTo>
                  <a:lnTo>
                    <a:pt x="3502474" y="904445"/>
                  </a:lnTo>
                  <a:lnTo>
                    <a:pt x="3575442" y="918172"/>
                  </a:lnTo>
                  <a:lnTo>
                    <a:pt x="3648410" y="931639"/>
                  </a:lnTo>
                  <a:lnTo>
                    <a:pt x="3721379" y="944854"/>
                  </a:lnTo>
                  <a:lnTo>
                    <a:pt x="3794347" y="957823"/>
                  </a:lnTo>
                  <a:lnTo>
                    <a:pt x="3867315" y="970557"/>
                  </a:lnTo>
                  <a:lnTo>
                    <a:pt x="3940283" y="983063"/>
                  </a:lnTo>
                  <a:lnTo>
                    <a:pt x="4013251" y="995350"/>
                  </a:lnTo>
                  <a:lnTo>
                    <a:pt x="4086220" y="1007428"/>
                  </a:lnTo>
                  <a:lnTo>
                    <a:pt x="4159188" y="1019306"/>
                  </a:lnTo>
                  <a:lnTo>
                    <a:pt x="4232156" y="1030993"/>
                  </a:lnTo>
                  <a:lnTo>
                    <a:pt x="4305124" y="1042500"/>
                  </a:lnTo>
                  <a:lnTo>
                    <a:pt x="4378092" y="1053833"/>
                  </a:lnTo>
                  <a:lnTo>
                    <a:pt x="4451061" y="1065004"/>
                  </a:lnTo>
                  <a:lnTo>
                    <a:pt x="4524029" y="1076020"/>
                  </a:lnTo>
                  <a:lnTo>
                    <a:pt x="4596997" y="1086889"/>
                  </a:lnTo>
                  <a:lnTo>
                    <a:pt x="4669965" y="1097619"/>
                  </a:lnTo>
                  <a:lnTo>
                    <a:pt x="4742934" y="1108219"/>
                  </a:lnTo>
                  <a:lnTo>
                    <a:pt x="4815902" y="1118696"/>
                  </a:lnTo>
                  <a:lnTo>
                    <a:pt x="4888870" y="1129055"/>
                  </a:lnTo>
                  <a:lnTo>
                    <a:pt x="4961838" y="1139305"/>
                  </a:lnTo>
                  <a:lnTo>
                    <a:pt x="5034806" y="1149451"/>
                  </a:lnTo>
                  <a:lnTo>
                    <a:pt x="5107775" y="1159499"/>
                  </a:lnTo>
                  <a:lnTo>
                    <a:pt x="5180743" y="1169454"/>
                  </a:lnTo>
                  <a:lnTo>
                    <a:pt x="5253711" y="1179323"/>
                  </a:lnTo>
                  <a:lnTo>
                    <a:pt x="5326679" y="1189109"/>
                  </a:lnTo>
                  <a:lnTo>
                    <a:pt x="5399647" y="1198817"/>
                  </a:lnTo>
                  <a:lnTo>
                    <a:pt x="5472616" y="1208452"/>
                  </a:lnTo>
                  <a:lnTo>
                    <a:pt x="5545584" y="1218017"/>
                  </a:lnTo>
                  <a:lnTo>
                    <a:pt x="5618552" y="1227518"/>
                  </a:lnTo>
                  <a:lnTo>
                    <a:pt x="5691520" y="1236956"/>
                  </a:lnTo>
                  <a:lnTo>
                    <a:pt x="5764489" y="1246336"/>
                  </a:lnTo>
                  <a:lnTo>
                    <a:pt x="5764489" y="1887293"/>
                  </a:lnTo>
                  <a:lnTo>
                    <a:pt x="5691520" y="1866192"/>
                  </a:lnTo>
                  <a:lnTo>
                    <a:pt x="5618552" y="1845149"/>
                  </a:lnTo>
                  <a:lnTo>
                    <a:pt x="5545584" y="1824169"/>
                  </a:lnTo>
                  <a:lnTo>
                    <a:pt x="5472616" y="1803254"/>
                  </a:lnTo>
                  <a:lnTo>
                    <a:pt x="5399647" y="1782408"/>
                  </a:lnTo>
                  <a:lnTo>
                    <a:pt x="5326679" y="1761635"/>
                  </a:lnTo>
                  <a:lnTo>
                    <a:pt x="5253711" y="1740940"/>
                  </a:lnTo>
                  <a:lnTo>
                    <a:pt x="5180743" y="1720328"/>
                  </a:lnTo>
                  <a:lnTo>
                    <a:pt x="5107775" y="1699802"/>
                  </a:lnTo>
                  <a:lnTo>
                    <a:pt x="5034806" y="1679369"/>
                  </a:lnTo>
                  <a:lnTo>
                    <a:pt x="4961838" y="1659034"/>
                  </a:lnTo>
                  <a:lnTo>
                    <a:pt x="4888870" y="1638803"/>
                  </a:lnTo>
                  <a:lnTo>
                    <a:pt x="4815902" y="1618682"/>
                  </a:lnTo>
                  <a:lnTo>
                    <a:pt x="4742934" y="1598678"/>
                  </a:lnTo>
                  <a:lnTo>
                    <a:pt x="4669965" y="1578797"/>
                  </a:lnTo>
                  <a:lnTo>
                    <a:pt x="4596997" y="1559047"/>
                  </a:lnTo>
                  <a:lnTo>
                    <a:pt x="4524029" y="1539435"/>
                  </a:lnTo>
                  <a:lnTo>
                    <a:pt x="4451061" y="1519970"/>
                  </a:lnTo>
                  <a:lnTo>
                    <a:pt x="4378092" y="1500660"/>
                  </a:lnTo>
                  <a:lnTo>
                    <a:pt x="4305124" y="1481513"/>
                  </a:lnTo>
                  <a:lnTo>
                    <a:pt x="4232156" y="1462538"/>
                  </a:lnTo>
                  <a:lnTo>
                    <a:pt x="4159188" y="1443744"/>
                  </a:lnTo>
                  <a:lnTo>
                    <a:pt x="4086220" y="1425142"/>
                  </a:lnTo>
                  <a:lnTo>
                    <a:pt x="4013251" y="1406739"/>
                  </a:lnTo>
                  <a:lnTo>
                    <a:pt x="3940283" y="1388545"/>
                  </a:lnTo>
                  <a:lnTo>
                    <a:pt x="3867315" y="1370570"/>
                  </a:lnTo>
                  <a:lnTo>
                    <a:pt x="3794347" y="1352823"/>
                  </a:lnTo>
                  <a:lnTo>
                    <a:pt x="3721379" y="1335312"/>
                  </a:lnTo>
                  <a:lnTo>
                    <a:pt x="3648410" y="1318046"/>
                  </a:lnTo>
                  <a:lnTo>
                    <a:pt x="3575442" y="1301032"/>
                  </a:lnTo>
                  <a:lnTo>
                    <a:pt x="3502474" y="1284278"/>
                  </a:lnTo>
                  <a:lnTo>
                    <a:pt x="3429506" y="1267790"/>
                  </a:lnTo>
                  <a:lnTo>
                    <a:pt x="3356537" y="1251573"/>
                  </a:lnTo>
                  <a:lnTo>
                    <a:pt x="3283569" y="1235632"/>
                  </a:lnTo>
                  <a:lnTo>
                    <a:pt x="3210601" y="1219969"/>
                  </a:lnTo>
                  <a:lnTo>
                    <a:pt x="3137633" y="1204586"/>
                  </a:lnTo>
                  <a:lnTo>
                    <a:pt x="3064665" y="1189484"/>
                  </a:lnTo>
                  <a:lnTo>
                    <a:pt x="2991696" y="1174663"/>
                  </a:lnTo>
                  <a:lnTo>
                    <a:pt x="2918728" y="1160120"/>
                  </a:lnTo>
                  <a:lnTo>
                    <a:pt x="2845760" y="1145853"/>
                  </a:lnTo>
                  <a:lnTo>
                    <a:pt x="2772792" y="1131857"/>
                  </a:lnTo>
                  <a:lnTo>
                    <a:pt x="2699823" y="1118127"/>
                  </a:lnTo>
                  <a:lnTo>
                    <a:pt x="2626855" y="1104657"/>
                  </a:lnTo>
                  <a:lnTo>
                    <a:pt x="2553887" y="1091439"/>
                  </a:lnTo>
                  <a:lnTo>
                    <a:pt x="2480919" y="1078466"/>
                  </a:lnTo>
                  <a:lnTo>
                    <a:pt x="2407951" y="1065730"/>
                  </a:lnTo>
                  <a:lnTo>
                    <a:pt x="2334982" y="1053221"/>
                  </a:lnTo>
                  <a:lnTo>
                    <a:pt x="2262014" y="1040931"/>
                  </a:lnTo>
                  <a:lnTo>
                    <a:pt x="2189046" y="1028851"/>
                  </a:lnTo>
                  <a:lnTo>
                    <a:pt x="2116078" y="1016970"/>
                  </a:lnTo>
                  <a:lnTo>
                    <a:pt x="2043110" y="1005280"/>
                  </a:lnTo>
                  <a:lnTo>
                    <a:pt x="1970141" y="993772"/>
                  </a:lnTo>
                  <a:lnTo>
                    <a:pt x="1897173" y="982436"/>
                  </a:lnTo>
                  <a:lnTo>
                    <a:pt x="1824205" y="971264"/>
                  </a:lnTo>
                  <a:lnTo>
                    <a:pt x="1751237" y="960246"/>
                  </a:lnTo>
                  <a:lnTo>
                    <a:pt x="1678268" y="949375"/>
                  </a:lnTo>
                  <a:lnTo>
                    <a:pt x="1605300" y="938643"/>
                  </a:lnTo>
                  <a:lnTo>
                    <a:pt x="1532332" y="928041"/>
                  </a:lnTo>
                  <a:lnTo>
                    <a:pt x="1459364" y="917564"/>
                  </a:lnTo>
                  <a:lnTo>
                    <a:pt x="1386396" y="907202"/>
                  </a:lnTo>
                  <a:lnTo>
                    <a:pt x="1313427" y="896951"/>
                  </a:lnTo>
                  <a:lnTo>
                    <a:pt x="1240459" y="886804"/>
                  </a:lnTo>
                  <a:lnTo>
                    <a:pt x="1167491" y="876755"/>
                  </a:lnTo>
                  <a:lnTo>
                    <a:pt x="1094523" y="866799"/>
                  </a:lnTo>
                  <a:lnTo>
                    <a:pt x="1021555" y="856929"/>
                  </a:lnTo>
                  <a:lnTo>
                    <a:pt x="948586" y="847142"/>
                  </a:lnTo>
                  <a:lnTo>
                    <a:pt x="875618" y="837433"/>
                  </a:lnTo>
                  <a:lnTo>
                    <a:pt x="802650" y="827797"/>
                  </a:lnTo>
                  <a:lnTo>
                    <a:pt x="729682" y="818231"/>
                  </a:lnTo>
                  <a:lnTo>
                    <a:pt x="656713" y="808730"/>
                  </a:lnTo>
                  <a:lnTo>
                    <a:pt x="583745" y="799291"/>
                  </a:lnTo>
                  <a:lnTo>
                    <a:pt x="510777" y="789910"/>
                  </a:lnTo>
                  <a:lnTo>
                    <a:pt x="437809" y="780585"/>
                  </a:lnTo>
                  <a:lnTo>
                    <a:pt x="364841" y="771312"/>
                  </a:lnTo>
                  <a:lnTo>
                    <a:pt x="291872" y="762089"/>
                  </a:lnTo>
                  <a:lnTo>
                    <a:pt x="218904" y="752913"/>
                  </a:lnTo>
                  <a:lnTo>
                    <a:pt x="145936" y="743782"/>
                  </a:lnTo>
                  <a:lnTo>
                    <a:pt x="72968" y="734693"/>
                  </a:lnTo>
                  <a:lnTo>
                    <a:pt x="0" y="72564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099375"/>
              <a:ext cx="5764489" cy="1246336"/>
            </a:xfrm>
            <a:custGeom>
              <a:avLst/>
              <a:pathLst>
                <a:path w="5764489" h="1246336">
                  <a:moveTo>
                    <a:pt x="0" y="0"/>
                  </a:moveTo>
                  <a:lnTo>
                    <a:pt x="72968" y="21431"/>
                  </a:lnTo>
                  <a:lnTo>
                    <a:pt x="145936" y="42823"/>
                  </a:lnTo>
                  <a:lnTo>
                    <a:pt x="218904" y="64173"/>
                  </a:lnTo>
                  <a:lnTo>
                    <a:pt x="291872" y="85478"/>
                  </a:lnTo>
                  <a:lnTo>
                    <a:pt x="364841" y="106735"/>
                  </a:lnTo>
                  <a:lnTo>
                    <a:pt x="437809" y="127943"/>
                  </a:lnTo>
                  <a:lnTo>
                    <a:pt x="510777" y="149099"/>
                  </a:lnTo>
                  <a:lnTo>
                    <a:pt x="583745" y="170199"/>
                  </a:lnTo>
                  <a:lnTo>
                    <a:pt x="656713" y="191241"/>
                  </a:lnTo>
                  <a:lnTo>
                    <a:pt x="729682" y="212221"/>
                  </a:lnTo>
                  <a:lnTo>
                    <a:pt x="802650" y="233135"/>
                  </a:lnTo>
                  <a:lnTo>
                    <a:pt x="875618" y="253980"/>
                  </a:lnTo>
                  <a:lnTo>
                    <a:pt x="948586" y="274752"/>
                  </a:lnTo>
                  <a:lnTo>
                    <a:pt x="1021555" y="295446"/>
                  </a:lnTo>
                  <a:lnTo>
                    <a:pt x="1094523" y="316057"/>
                  </a:lnTo>
                  <a:lnTo>
                    <a:pt x="1167491" y="336581"/>
                  </a:lnTo>
                  <a:lnTo>
                    <a:pt x="1240459" y="357013"/>
                  </a:lnTo>
                  <a:lnTo>
                    <a:pt x="1313427" y="377347"/>
                  </a:lnTo>
                  <a:lnTo>
                    <a:pt x="1386396" y="397577"/>
                  </a:lnTo>
                  <a:lnTo>
                    <a:pt x="1459364" y="417696"/>
                  </a:lnTo>
                  <a:lnTo>
                    <a:pt x="1532332" y="437699"/>
                  </a:lnTo>
                  <a:lnTo>
                    <a:pt x="1605300" y="457579"/>
                  </a:lnTo>
                  <a:lnTo>
                    <a:pt x="1678268" y="477327"/>
                  </a:lnTo>
                  <a:lnTo>
                    <a:pt x="1751237" y="496937"/>
                  </a:lnTo>
                  <a:lnTo>
                    <a:pt x="1824205" y="516400"/>
                  </a:lnTo>
                  <a:lnTo>
                    <a:pt x="1897173" y="535709"/>
                  </a:lnTo>
                  <a:lnTo>
                    <a:pt x="1970141" y="554854"/>
                  </a:lnTo>
                  <a:lnTo>
                    <a:pt x="2043110" y="573826"/>
                  </a:lnTo>
                  <a:lnTo>
                    <a:pt x="2116078" y="592617"/>
                  </a:lnTo>
                  <a:lnTo>
                    <a:pt x="2189046" y="611218"/>
                  </a:lnTo>
                  <a:lnTo>
                    <a:pt x="2262014" y="629618"/>
                  </a:lnTo>
                  <a:lnTo>
                    <a:pt x="2334982" y="647809"/>
                  </a:lnTo>
                  <a:lnTo>
                    <a:pt x="2407951" y="665781"/>
                  </a:lnTo>
                  <a:lnTo>
                    <a:pt x="2480919" y="683526"/>
                  </a:lnTo>
                  <a:lnTo>
                    <a:pt x="2553887" y="701034"/>
                  </a:lnTo>
                  <a:lnTo>
                    <a:pt x="2626855" y="718297"/>
                  </a:lnTo>
                  <a:lnTo>
                    <a:pt x="2699823" y="735307"/>
                  </a:lnTo>
                  <a:lnTo>
                    <a:pt x="2772792" y="752058"/>
                  </a:lnTo>
                  <a:lnTo>
                    <a:pt x="2845760" y="768543"/>
                  </a:lnTo>
                  <a:lnTo>
                    <a:pt x="2918728" y="784756"/>
                  </a:lnTo>
                  <a:lnTo>
                    <a:pt x="2991696" y="800694"/>
                  </a:lnTo>
                  <a:lnTo>
                    <a:pt x="3064665" y="816354"/>
                  </a:lnTo>
                  <a:lnTo>
                    <a:pt x="3137633" y="831733"/>
                  </a:lnTo>
                  <a:lnTo>
                    <a:pt x="3210601" y="846831"/>
                  </a:lnTo>
                  <a:lnTo>
                    <a:pt x="3283569" y="861649"/>
                  </a:lnTo>
                  <a:lnTo>
                    <a:pt x="3356537" y="876188"/>
                  </a:lnTo>
                  <a:lnTo>
                    <a:pt x="3429506" y="890452"/>
                  </a:lnTo>
                  <a:lnTo>
                    <a:pt x="3502474" y="904445"/>
                  </a:lnTo>
                  <a:lnTo>
                    <a:pt x="3575442" y="918172"/>
                  </a:lnTo>
                  <a:lnTo>
                    <a:pt x="3648410" y="931639"/>
                  </a:lnTo>
                  <a:lnTo>
                    <a:pt x="3721379" y="944854"/>
                  </a:lnTo>
                  <a:lnTo>
                    <a:pt x="3794347" y="957823"/>
                  </a:lnTo>
                  <a:lnTo>
                    <a:pt x="3867315" y="970557"/>
                  </a:lnTo>
                  <a:lnTo>
                    <a:pt x="3940283" y="983063"/>
                  </a:lnTo>
                  <a:lnTo>
                    <a:pt x="4013251" y="995350"/>
                  </a:lnTo>
                  <a:lnTo>
                    <a:pt x="4086220" y="1007428"/>
                  </a:lnTo>
                  <a:lnTo>
                    <a:pt x="4159188" y="1019306"/>
                  </a:lnTo>
                  <a:lnTo>
                    <a:pt x="4232156" y="1030993"/>
                  </a:lnTo>
                  <a:lnTo>
                    <a:pt x="4305124" y="1042500"/>
                  </a:lnTo>
                  <a:lnTo>
                    <a:pt x="4378092" y="1053833"/>
                  </a:lnTo>
                  <a:lnTo>
                    <a:pt x="4451061" y="1065004"/>
                  </a:lnTo>
                  <a:lnTo>
                    <a:pt x="4524029" y="1076020"/>
                  </a:lnTo>
                  <a:lnTo>
                    <a:pt x="4596997" y="1086889"/>
                  </a:lnTo>
                  <a:lnTo>
                    <a:pt x="4669965" y="1097619"/>
                  </a:lnTo>
                  <a:lnTo>
                    <a:pt x="4742934" y="1108219"/>
                  </a:lnTo>
                  <a:lnTo>
                    <a:pt x="4815902" y="1118696"/>
                  </a:lnTo>
                  <a:lnTo>
                    <a:pt x="4888870" y="1129055"/>
                  </a:lnTo>
                  <a:lnTo>
                    <a:pt x="4961838" y="1139305"/>
                  </a:lnTo>
                  <a:lnTo>
                    <a:pt x="5034806" y="1149451"/>
                  </a:lnTo>
                  <a:lnTo>
                    <a:pt x="5107775" y="1159499"/>
                  </a:lnTo>
                  <a:lnTo>
                    <a:pt x="5180743" y="1169454"/>
                  </a:lnTo>
                  <a:lnTo>
                    <a:pt x="5253711" y="1179323"/>
                  </a:lnTo>
                  <a:lnTo>
                    <a:pt x="5326679" y="1189109"/>
                  </a:lnTo>
                  <a:lnTo>
                    <a:pt x="5399647" y="1198817"/>
                  </a:lnTo>
                  <a:lnTo>
                    <a:pt x="5472616" y="1208452"/>
                  </a:lnTo>
                  <a:lnTo>
                    <a:pt x="5545584" y="1218017"/>
                  </a:lnTo>
                  <a:lnTo>
                    <a:pt x="5618552" y="1227518"/>
                  </a:lnTo>
                  <a:lnTo>
                    <a:pt x="5691520" y="1236956"/>
                  </a:lnTo>
                  <a:lnTo>
                    <a:pt x="5764489" y="12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3825020"/>
              <a:ext cx="5764489" cy="1161648"/>
            </a:xfrm>
            <a:custGeom>
              <a:avLst/>
              <a:pathLst>
                <a:path w="5764489" h="1161648">
                  <a:moveTo>
                    <a:pt x="5764489" y="1161648"/>
                  </a:moveTo>
                  <a:lnTo>
                    <a:pt x="5691520" y="1140547"/>
                  </a:lnTo>
                  <a:lnTo>
                    <a:pt x="5618552" y="1119505"/>
                  </a:lnTo>
                  <a:lnTo>
                    <a:pt x="5545584" y="1098524"/>
                  </a:lnTo>
                  <a:lnTo>
                    <a:pt x="5472616" y="1077609"/>
                  </a:lnTo>
                  <a:lnTo>
                    <a:pt x="5399647" y="1056763"/>
                  </a:lnTo>
                  <a:lnTo>
                    <a:pt x="5326679" y="1035991"/>
                  </a:lnTo>
                  <a:lnTo>
                    <a:pt x="5253711" y="1015296"/>
                  </a:lnTo>
                  <a:lnTo>
                    <a:pt x="5180743" y="994683"/>
                  </a:lnTo>
                  <a:lnTo>
                    <a:pt x="5107775" y="974158"/>
                  </a:lnTo>
                  <a:lnTo>
                    <a:pt x="5034806" y="953725"/>
                  </a:lnTo>
                  <a:lnTo>
                    <a:pt x="4961838" y="933390"/>
                  </a:lnTo>
                  <a:lnTo>
                    <a:pt x="4888870" y="913159"/>
                  </a:lnTo>
                  <a:lnTo>
                    <a:pt x="4815902" y="893038"/>
                  </a:lnTo>
                  <a:lnTo>
                    <a:pt x="4742934" y="873033"/>
                  </a:lnTo>
                  <a:lnTo>
                    <a:pt x="4669965" y="853152"/>
                  </a:lnTo>
                  <a:lnTo>
                    <a:pt x="4596997" y="833402"/>
                  </a:lnTo>
                  <a:lnTo>
                    <a:pt x="4524029" y="813791"/>
                  </a:lnTo>
                  <a:lnTo>
                    <a:pt x="4451061" y="794325"/>
                  </a:lnTo>
                  <a:lnTo>
                    <a:pt x="4378092" y="775015"/>
                  </a:lnTo>
                  <a:lnTo>
                    <a:pt x="4305124" y="755868"/>
                  </a:lnTo>
                  <a:lnTo>
                    <a:pt x="4232156" y="736893"/>
                  </a:lnTo>
                  <a:lnTo>
                    <a:pt x="4159188" y="718100"/>
                  </a:lnTo>
                  <a:lnTo>
                    <a:pt x="4086220" y="699497"/>
                  </a:lnTo>
                  <a:lnTo>
                    <a:pt x="4013251" y="681094"/>
                  </a:lnTo>
                  <a:lnTo>
                    <a:pt x="3940283" y="662901"/>
                  </a:lnTo>
                  <a:lnTo>
                    <a:pt x="3867315" y="644926"/>
                  </a:lnTo>
                  <a:lnTo>
                    <a:pt x="3794347" y="627178"/>
                  </a:lnTo>
                  <a:lnTo>
                    <a:pt x="3721379" y="609667"/>
                  </a:lnTo>
                  <a:lnTo>
                    <a:pt x="3648410" y="592401"/>
                  </a:lnTo>
                  <a:lnTo>
                    <a:pt x="3575442" y="575388"/>
                  </a:lnTo>
                  <a:lnTo>
                    <a:pt x="3502474" y="558634"/>
                  </a:lnTo>
                  <a:lnTo>
                    <a:pt x="3429506" y="542146"/>
                  </a:lnTo>
                  <a:lnTo>
                    <a:pt x="3356537" y="525929"/>
                  </a:lnTo>
                  <a:lnTo>
                    <a:pt x="3283569" y="509987"/>
                  </a:lnTo>
                  <a:lnTo>
                    <a:pt x="3210601" y="494324"/>
                  </a:lnTo>
                  <a:lnTo>
                    <a:pt x="3137633" y="478941"/>
                  </a:lnTo>
                  <a:lnTo>
                    <a:pt x="3064665" y="463840"/>
                  </a:lnTo>
                  <a:lnTo>
                    <a:pt x="2991696" y="449018"/>
                  </a:lnTo>
                  <a:lnTo>
                    <a:pt x="2918728" y="434476"/>
                  </a:lnTo>
                  <a:lnTo>
                    <a:pt x="2845760" y="420209"/>
                  </a:lnTo>
                  <a:lnTo>
                    <a:pt x="2772792" y="406213"/>
                  </a:lnTo>
                  <a:lnTo>
                    <a:pt x="2699823" y="392482"/>
                  </a:lnTo>
                  <a:lnTo>
                    <a:pt x="2626855" y="379012"/>
                  </a:lnTo>
                  <a:lnTo>
                    <a:pt x="2553887" y="365794"/>
                  </a:lnTo>
                  <a:lnTo>
                    <a:pt x="2480919" y="352821"/>
                  </a:lnTo>
                  <a:lnTo>
                    <a:pt x="2407951" y="340085"/>
                  </a:lnTo>
                  <a:lnTo>
                    <a:pt x="2334982" y="327576"/>
                  </a:lnTo>
                  <a:lnTo>
                    <a:pt x="2262014" y="315286"/>
                  </a:lnTo>
                  <a:lnTo>
                    <a:pt x="2189046" y="303206"/>
                  </a:lnTo>
                  <a:lnTo>
                    <a:pt x="2116078" y="291326"/>
                  </a:lnTo>
                  <a:lnTo>
                    <a:pt x="2043110" y="279636"/>
                  </a:lnTo>
                  <a:lnTo>
                    <a:pt x="1970141" y="268128"/>
                  </a:lnTo>
                  <a:lnTo>
                    <a:pt x="1897173" y="256792"/>
                  </a:lnTo>
                  <a:lnTo>
                    <a:pt x="1824205" y="245619"/>
                  </a:lnTo>
                  <a:lnTo>
                    <a:pt x="1751237" y="234602"/>
                  </a:lnTo>
                  <a:lnTo>
                    <a:pt x="1678268" y="223731"/>
                  </a:lnTo>
                  <a:lnTo>
                    <a:pt x="1605300" y="212998"/>
                  </a:lnTo>
                  <a:lnTo>
                    <a:pt x="1532332" y="202397"/>
                  </a:lnTo>
                  <a:lnTo>
                    <a:pt x="1459364" y="191919"/>
                  </a:lnTo>
                  <a:lnTo>
                    <a:pt x="1386396" y="181558"/>
                  </a:lnTo>
                  <a:lnTo>
                    <a:pt x="1313427" y="171307"/>
                  </a:lnTo>
                  <a:lnTo>
                    <a:pt x="1240459" y="161160"/>
                  </a:lnTo>
                  <a:lnTo>
                    <a:pt x="1167491" y="151111"/>
                  </a:lnTo>
                  <a:lnTo>
                    <a:pt x="1094523" y="141154"/>
                  </a:lnTo>
                  <a:lnTo>
                    <a:pt x="1021555" y="131285"/>
                  </a:lnTo>
                  <a:lnTo>
                    <a:pt x="948586" y="121498"/>
                  </a:lnTo>
                  <a:lnTo>
                    <a:pt x="875618" y="111789"/>
                  </a:lnTo>
                  <a:lnTo>
                    <a:pt x="802650" y="102153"/>
                  </a:lnTo>
                  <a:lnTo>
                    <a:pt x="729682" y="92586"/>
                  </a:lnTo>
                  <a:lnTo>
                    <a:pt x="656713" y="83085"/>
                  </a:lnTo>
                  <a:lnTo>
                    <a:pt x="583745" y="73646"/>
                  </a:lnTo>
                  <a:lnTo>
                    <a:pt x="510777" y="64266"/>
                  </a:lnTo>
                  <a:lnTo>
                    <a:pt x="437809" y="54941"/>
                  </a:lnTo>
                  <a:lnTo>
                    <a:pt x="364841" y="45668"/>
                  </a:lnTo>
                  <a:lnTo>
                    <a:pt x="291872" y="36445"/>
                  </a:lnTo>
                  <a:lnTo>
                    <a:pt x="218904" y="27269"/>
                  </a:lnTo>
                  <a:lnTo>
                    <a:pt x="145936" y="18137"/>
                  </a:lnTo>
                  <a:lnTo>
                    <a:pt x="72968" y="90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462197"/>
              <a:ext cx="5764489" cy="1203992"/>
            </a:xfrm>
            <a:custGeom>
              <a:avLst/>
              <a:pathLst>
                <a:path w="5764489" h="1203992">
                  <a:moveTo>
                    <a:pt x="0" y="0"/>
                  </a:moveTo>
                  <a:lnTo>
                    <a:pt x="72968" y="15240"/>
                  </a:lnTo>
                  <a:lnTo>
                    <a:pt x="145936" y="30480"/>
                  </a:lnTo>
                  <a:lnTo>
                    <a:pt x="218904" y="45721"/>
                  </a:lnTo>
                  <a:lnTo>
                    <a:pt x="291872" y="60961"/>
                  </a:lnTo>
                  <a:lnTo>
                    <a:pt x="364841" y="76202"/>
                  </a:lnTo>
                  <a:lnTo>
                    <a:pt x="437809" y="91442"/>
                  </a:lnTo>
                  <a:lnTo>
                    <a:pt x="510777" y="106682"/>
                  </a:lnTo>
                  <a:lnTo>
                    <a:pt x="583745" y="121923"/>
                  </a:lnTo>
                  <a:lnTo>
                    <a:pt x="656713" y="137163"/>
                  </a:lnTo>
                  <a:lnTo>
                    <a:pt x="729682" y="152404"/>
                  </a:lnTo>
                  <a:lnTo>
                    <a:pt x="802650" y="167644"/>
                  </a:lnTo>
                  <a:lnTo>
                    <a:pt x="875618" y="182884"/>
                  </a:lnTo>
                  <a:lnTo>
                    <a:pt x="948586" y="198125"/>
                  </a:lnTo>
                  <a:lnTo>
                    <a:pt x="1021555" y="213365"/>
                  </a:lnTo>
                  <a:lnTo>
                    <a:pt x="1094523" y="228606"/>
                  </a:lnTo>
                  <a:lnTo>
                    <a:pt x="1167491" y="243846"/>
                  </a:lnTo>
                  <a:lnTo>
                    <a:pt x="1240459" y="259086"/>
                  </a:lnTo>
                  <a:lnTo>
                    <a:pt x="1313427" y="274327"/>
                  </a:lnTo>
                  <a:lnTo>
                    <a:pt x="1386396" y="289567"/>
                  </a:lnTo>
                  <a:lnTo>
                    <a:pt x="1459364" y="304808"/>
                  </a:lnTo>
                  <a:lnTo>
                    <a:pt x="1532332" y="320048"/>
                  </a:lnTo>
                  <a:lnTo>
                    <a:pt x="1605300" y="335289"/>
                  </a:lnTo>
                  <a:lnTo>
                    <a:pt x="1678268" y="350529"/>
                  </a:lnTo>
                  <a:lnTo>
                    <a:pt x="1751237" y="365769"/>
                  </a:lnTo>
                  <a:lnTo>
                    <a:pt x="1824205" y="381010"/>
                  </a:lnTo>
                  <a:lnTo>
                    <a:pt x="1897173" y="396250"/>
                  </a:lnTo>
                  <a:lnTo>
                    <a:pt x="1970141" y="411491"/>
                  </a:lnTo>
                  <a:lnTo>
                    <a:pt x="2043110" y="426731"/>
                  </a:lnTo>
                  <a:lnTo>
                    <a:pt x="2116078" y="441971"/>
                  </a:lnTo>
                  <a:lnTo>
                    <a:pt x="2189046" y="457212"/>
                  </a:lnTo>
                  <a:lnTo>
                    <a:pt x="2262014" y="472452"/>
                  </a:lnTo>
                  <a:lnTo>
                    <a:pt x="2334982" y="487693"/>
                  </a:lnTo>
                  <a:lnTo>
                    <a:pt x="2407951" y="502933"/>
                  </a:lnTo>
                  <a:lnTo>
                    <a:pt x="2480919" y="518173"/>
                  </a:lnTo>
                  <a:lnTo>
                    <a:pt x="2553887" y="533414"/>
                  </a:lnTo>
                  <a:lnTo>
                    <a:pt x="2626855" y="548654"/>
                  </a:lnTo>
                  <a:lnTo>
                    <a:pt x="2699823" y="563895"/>
                  </a:lnTo>
                  <a:lnTo>
                    <a:pt x="2772792" y="579135"/>
                  </a:lnTo>
                  <a:lnTo>
                    <a:pt x="2845760" y="594376"/>
                  </a:lnTo>
                  <a:lnTo>
                    <a:pt x="2918728" y="609616"/>
                  </a:lnTo>
                  <a:lnTo>
                    <a:pt x="2991696" y="624856"/>
                  </a:lnTo>
                  <a:lnTo>
                    <a:pt x="3064665" y="640097"/>
                  </a:lnTo>
                  <a:lnTo>
                    <a:pt x="3137633" y="655337"/>
                  </a:lnTo>
                  <a:lnTo>
                    <a:pt x="3210601" y="670578"/>
                  </a:lnTo>
                  <a:lnTo>
                    <a:pt x="3283569" y="685818"/>
                  </a:lnTo>
                  <a:lnTo>
                    <a:pt x="3356537" y="701058"/>
                  </a:lnTo>
                  <a:lnTo>
                    <a:pt x="3429506" y="716299"/>
                  </a:lnTo>
                  <a:lnTo>
                    <a:pt x="3502474" y="731539"/>
                  </a:lnTo>
                  <a:lnTo>
                    <a:pt x="3575442" y="746780"/>
                  </a:lnTo>
                  <a:lnTo>
                    <a:pt x="3648410" y="762020"/>
                  </a:lnTo>
                  <a:lnTo>
                    <a:pt x="3721379" y="777260"/>
                  </a:lnTo>
                  <a:lnTo>
                    <a:pt x="3794347" y="792501"/>
                  </a:lnTo>
                  <a:lnTo>
                    <a:pt x="3867315" y="807741"/>
                  </a:lnTo>
                  <a:lnTo>
                    <a:pt x="3940283" y="822982"/>
                  </a:lnTo>
                  <a:lnTo>
                    <a:pt x="4013251" y="838222"/>
                  </a:lnTo>
                  <a:lnTo>
                    <a:pt x="4086220" y="853463"/>
                  </a:lnTo>
                  <a:lnTo>
                    <a:pt x="4159188" y="868703"/>
                  </a:lnTo>
                  <a:lnTo>
                    <a:pt x="4232156" y="883943"/>
                  </a:lnTo>
                  <a:lnTo>
                    <a:pt x="4305124" y="899184"/>
                  </a:lnTo>
                  <a:lnTo>
                    <a:pt x="4378092" y="914424"/>
                  </a:lnTo>
                  <a:lnTo>
                    <a:pt x="4451061" y="929665"/>
                  </a:lnTo>
                  <a:lnTo>
                    <a:pt x="4524029" y="944905"/>
                  </a:lnTo>
                  <a:lnTo>
                    <a:pt x="4596997" y="960145"/>
                  </a:lnTo>
                  <a:lnTo>
                    <a:pt x="4669965" y="975386"/>
                  </a:lnTo>
                  <a:lnTo>
                    <a:pt x="4742934" y="990626"/>
                  </a:lnTo>
                  <a:lnTo>
                    <a:pt x="4815902" y="1005867"/>
                  </a:lnTo>
                  <a:lnTo>
                    <a:pt x="4888870" y="1021107"/>
                  </a:lnTo>
                  <a:lnTo>
                    <a:pt x="4961838" y="1036347"/>
                  </a:lnTo>
                  <a:lnTo>
                    <a:pt x="5034806" y="1051588"/>
                  </a:lnTo>
                  <a:lnTo>
                    <a:pt x="5107775" y="1066828"/>
                  </a:lnTo>
                  <a:lnTo>
                    <a:pt x="5180743" y="1082069"/>
                  </a:lnTo>
                  <a:lnTo>
                    <a:pt x="5253711" y="1097309"/>
                  </a:lnTo>
                  <a:lnTo>
                    <a:pt x="5326679" y="1112550"/>
                  </a:lnTo>
                  <a:lnTo>
                    <a:pt x="5399647" y="1127790"/>
                  </a:lnTo>
                  <a:lnTo>
                    <a:pt x="5472616" y="1143030"/>
                  </a:lnTo>
                  <a:lnTo>
                    <a:pt x="5545584" y="1158271"/>
                  </a:lnTo>
                  <a:lnTo>
                    <a:pt x="5618552" y="1173511"/>
                  </a:lnTo>
                  <a:lnTo>
                    <a:pt x="5691520" y="1188752"/>
                  </a:lnTo>
                  <a:lnTo>
                    <a:pt x="5764489" y="120399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76171" y="24316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776171" y="242265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776171" y="25870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610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952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502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873708" y="35837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873708" y="32508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73708" y="3335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0414" y="32790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0414" y="3392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0414" y="2880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8765" y="28624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328765" y="30087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328765" y="29639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171995" y="28663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71995" y="290656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71995" y="34552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14952" y="445138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314952" y="358040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25980" y="34273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25980" y="296835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295566"/>
              <a:ext cx="5764489" cy="1491265"/>
            </a:xfrm>
            <a:custGeom>
              <a:avLst/>
              <a:pathLst>
                <a:path w="5764489" h="1491265">
                  <a:moveTo>
                    <a:pt x="0" y="0"/>
                  </a:moveTo>
                  <a:lnTo>
                    <a:pt x="72968" y="16023"/>
                  </a:lnTo>
                  <a:lnTo>
                    <a:pt x="145936" y="32000"/>
                  </a:lnTo>
                  <a:lnTo>
                    <a:pt x="218904" y="47929"/>
                  </a:lnTo>
                  <a:lnTo>
                    <a:pt x="291872" y="63807"/>
                  </a:lnTo>
                  <a:lnTo>
                    <a:pt x="364841" y="79632"/>
                  </a:lnTo>
                  <a:lnTo>
                    <a:pt x="437809" y="95400"/>
                  </a:lnTo>
                  <a:lnTo>
                    <a:pt x="510777" y="111109"/>
                  </a:lnTo>
                  <a:lnTo>
                    <a:pt x="583745" y="126755"/>
                  </a:lnTo>
                  <a:lnTo>
                    <a:pt x="656713" y="142335"/>
                  </a:lnTo>
                  <a:lnTo>
                    <a:pt x="729682" y="157844"/>
                  </a:lnTo>
                  <a:lnTo>
                    <a:pt x="802650" y="173280"/>
                  </a:lnTo>
                  <a:lnTo>
                    <a:pt x="875618" y="188638"/>
                  </a:lnTo>
                  <a:lnTo>
                    <a:pt x="948586" y="203914"/>
                  </a:lnTo>
                  <a:lnTo>
                    <a:pt x="1021555" y="219102"/>
                  </a:lnTo>
                  <a:lnTo>
                    <a:pt x="1094523" y="234198"/>
                  </a:lnTo>
                  <a:lnTo>
                    <a:pt x="1167491" y="249197"/>
                  </a:lnTo>
                  <a:lnTo>
                    <a:pt x="1240459" y="264093"/>
                  </a:lnTo>
                  <a:lnTo>
                    <a:pt x="1313427" y="278880"/>
                  </a:lnTo>
                  <a:lnTo>
                    <a:pt x="1386396" y="293552"/>
                  </a:lnTo>
                  <a:lnTo>
                    <a:pt x="1459364" y="308102"/>
                  </a:lnTo>
                  <a:lnTo>
                    <a:pt x="1532332" y="322523"/>
                  </a:lnTo>
                  <a:lnTo>
                    <a:pt x="1605300" y="336809"/>
                  </a:lnTo>
                  <a:lnTo>
                    <a:pt x="1678268" y="350951"/>
                  </a:lnTo>
                  <a:lnTo>
                    <a:pt x="1751237" y="364942"/>
                  </a:lnTo>
                  <a:lnTo>
                    <a:pt x="1824205" y="378773"/>
                  </a:lnTo>
                  <a:lnTo>
                    <a:pt x="1897173" y="392437"/>
                  </a:lnTo>
                  <a:lnTo>
                    <a:pt x="1970141" y="405923"/>
                  </a:lnTo>
                  <a:lnTo>
                    <a:pt x="2043110" y="419224"/>
                  </a:lnTo>
                  <a:lnTo>
                    <a:pt x="2116078" y="432330"/>
                  </a:lnTo>
                  <a:lnTo>
                    <a:pt x="2189046" y="445232"/>
                  </a:lnTo>
                  <a:lnTo>
                    <a:pt x="2262014" y="457921"/>
                  </a:lnTo>
                  <a:lnTo>
                    <a:pt x="2334982" y="470387"/>
                  </a:lnTo>
                  <a:lnTo>
                    <a:pt x="2407951" y="482621"/>
                  </a:lnTo>
                  <a:lnTo>
                    <a:pt x="2480919" y="494616"/>
                  </a:lnTo>
                  <a:lnTo>
                    <a:pt x="2553887" y="506362"/>
                  </a:lnTo>
                  <a:lnTo>
                    <a:pt x="2626855" y="517851"/>
                  </a:lnTo>
                  <a:lnTo>
                    <a:pt x="2699823" y="529076"/>
                  </a:lnTo>
                  <a:lnTo>
                    <a:pt x="2772792" y="540031"/>
                  </a:lnTo>
                  <a:lnTo>
                    <a:pt x="2845760" y="550709"/>
                  </a:lnTo>
                  <a:lnTo>
                    <a:pt x="2918728" y="561107"/>
                  </a:lnTo>
                  <a:lnTo>
                    <a:pt x="2991696" y="571219"/>
                  </a:lnTo>
                  <a:lnTo>
                    <a:pt x="3064665" y="581044"/>
                  </a:lnTo>
                  <a:lnTo>
                    <a:pt x="3137633" y="590580"/>
                  </a:lnTo>
                  <a:lnTo>
                    <a:pt x="3210601" y="599827"/>
                  </a:lnTo>
                  <a:lnTo>
                    <a:pt x="3283569" y="608785"/>
                  </a:lnTo>
                  <a:lnTo>
                    <a:pt x="3356537" y="617457"/>
                  </a:lnTo>
                  <a:lnTo>
                    <a:pt x="3429506" y="625845"/>
                  </a:lnTo>
                  <a:lnTo>
                    <a:pt x="3502474" y="633954"/>
                  </a:lnTo>
                  <a:lnTo>
                    <a:pt x="3575442" y="641790"/>
                  </a:lnTo>
                  <a:lnTo>
                    <a:pt x="3648410" y="649358"/>
                  </a:lnTo>
                  <a:lnTo>
                    <a:pt x="3721379" y="656665"/>
                  </a:lnTo>
                  <a:lnTo>
                    <a:pt x="3794347" y="663719"/>
                  </a:lnTo>
                  <a:lnTo>
                    <a:pt x="3867315" y="670528"/>
                  </a:lnTo>
                  <a:lnTo>
                    <a:pt x="3940283" y="677101"/>
                  </a:lnTo>
                  <a:lnTo>
                    <a:pt x="4013251" y="683446"/>
                  </a:lnTo>
                  <a:lnTo>
                    <a:pt x="4086220" y="689572"/>
                  </a:lnTo>
                  <a:lnTo>
                    <a:pt x="4159188" y="695490"/>
                  </a:lnTo>
                  <a:lnTo>
                    <a:pt x="4232156" y="701208"/>
                  </a:lnTo>
                  <a:lnTo>
                    <a:pt x="4305124" y="706735"/>
                  </a:lnTo>
                  <a:lnTo>
                    <a:pt x="4378092" y="712080"/>
                  </a:lnTo>
                  <a:lnTo>
                    <a:pt x="4451061" y="717252"/>
                  </a:lnTo>
                  <a:lnTo>
                    <a:pt x="4524029" y="722260"/>
                  </a:lnTo>
                  <a:lnTo>
                    <a:pt x="4596997" y="727113"/>
                  </a:lnTo>
                  <a:lnTo>
                    <a:pt x="4669965" y="731817"/>
                  </a:lnTo>
                  <a:lnTo>
                    <a:pt x="4742934" y="736382"/>
                  </a:lnTo>
                  <a:lnTo>
                    <a:pt x="4815902" y="740814"/>
                  </a:lnTo>
                  <a:lnTo>
                    <a:pt x="4888870" y="745120"/>
                  </a:lnTo>
                  <a:lnTo>
                    <a:pt x="4961838" y="749308"/>
                  </a:lnTo>
                  <a:lnTo>
                    <a:pt x="5034806" y="753383"/>
                  </a:lnTo>
                  <a:lnTo>
                    <a:pt x="5107775" y="757352"/>
                  </a:lnTo>
                  <a:lnTo>
                    <a:pt x="5180743" y="761221"/>
                  </a:lnTo>
                  <a:lnTo>
                    <a:pt x="5253711" y="764995"/>
                  </a:lnTo>
                  <a:lnTo>
                    <a:pt x="5326679" y="768679"/>
                  </a:lnTo>
                  <a:lnTo>
                    <a:pt x="5399647" y="772278"/>
                  </a:lnTo>
                  <a:lnTo>
                    <a:pt x="5472616" y="775796"/>
                  </a:lnTo>
                  <a:lnTo>
                    <a:pt x="5545584" y="779238"/>
                  </a:lnTo>
                  <a:lnTo>
                    <a:pt x="5618552" y="782609"/>
                  </a:lnTo>
                  <a:lnTo>
                    <a:pt x="5691520" y="785911"/>
                  </a:lnTo>
                  <a:lnTo>
                    <a:pt x="5764489" y="789148"/>
                  </a:lnTo>
                  <a:lnTo>
                    <a:pt x="5764489" y="1491265"/>
                  </a:lnTo>
                  <a:lnTo>
                    <a:pt x="5691520" y="1475591"/>
                  </a:lnTo>
                  <a:lnTo>
                    <a:pt x="5618552" y="1459981"/>
                  </a:lnTo>
                  <a:lnTo>
                    <a:pt x="5545584" y="1444440"/>
                  </a:lnTo>
                  <a:lnTo>
                    <a:pt x="5472616" y="1428970"/>
                  </a:lnTo>
                  <a:lnTo>
                    <a:pt x="5399647" y="1413577"/>
                  </a:lnTo>
                  <a:lnTo>
                    <a:pt x="5326679" y="1398264"/>
                  </a:lnTo>
                  <a:lnTo>
                    <a:pt x="5253711" y="1383036"/>
                  </a:lnTo>
                  <a:lnTo>
                    <a:pt x="5180743" y="1367899"/>
                  </a:lnTo>
                  <a:lnTo>
                    <a:pt x="5107775" y="1352856"/>
                  </a:lnTo>
                  <a:lnTo>
                    <a:pt x="5034806" y="1337913"/>
                  </a:lnTo>
                  <a:lnTo>
                    <a:pt x="4961838" y="1323077"/>
                  </a:lnTo>
                  <a:lnTo>
                    <a:pt x="4888870" y="1308353"/>
                  </a:lnTo>
                  <a:lnTo>
                    <a:pt x="4815902" y="1293748"/>
                  </a:lnTo>
                  <a:lnTo>
                    <a:pt x="4742934" y="1279268"/>
                  </a:lnTo>
                  <a:lnTo>
                    <a:pt x="4669965" y="1264921"/>
                  </a:lnTo>
                  <a:lnTo>
                    <a:pt x="4596997" y="1250714"/>
                  </a:lnTo>
                  <a:lnTo>
                    <a:pt x="4524029" y="1236654"/>
                  </a:lnTo>
                  <a:lnTo>
                    <a:pt x="4451061" y="1222751"/>
                  </a:lnTo>
                  <a:lnTo>
                    <a:pt x="4378092" y="1209011"/>
                  </a:lnTo>
                  <a:lnTo>
                    <a:pt x="4305124" y="1195445"/>
                  </a:lnTo>
                  <a:lnTo>
                    <a:pt x="4232156" y="1182060"/>
                  </a:lnTo>
                  <a:lnTo>
                    <a:pt x="4159188" y="1168866"/>
                  </a:lnTo>
                  <a:lnTo>
                    <a:pt x="4086220" y="1155872"/>
                  </a:lnTo>
                  <a:lnTo>
                    <a:pt x="4013251" y="1143087"/>
                  </a:lnTo>
                  <a:lnTo>
                    <a:pt x="3940283" y="1130520"/>
                  </a:lnTo>
                  <a:lnTo>
                    <a:pt x="3867315" y="1118181"/>
                  </a:lnTo>
                  <a:lnTo>
                    <a:pt x="3794347" y="1106079"/>
                  </a:lnTo>
                  <a:lnTo>
                    <a:pt x="3721379" y="1094221"/>
                  </a:lnTo>
                  <a:lnTo>
                    <a:pt x="3648410" y="1082616"/>
                  </a:lnTo>
                  <a:lnTo>
                    <a:pt x="3575442" y="1071273"/>
                  </a:lnTo>
                  <a:lnTo>
                    <a:pt x="3502474" y="1060196"/>
                  </a:lnTo>
                  <a:lnTo>
                    <a:pt x="3429506" y="1049394"/>
                  </a:lnTo>
                  <a:lnTo>
                    <a:pt x="3356537" y="1038871"/>
                  </a:lnTo>
                  <a:lnTo>
                    <a:pt x="3283569" y="1028631"/>
                  </a:lnTo>
                  <a:lnTo>
                    <a:pt x="3210601" y="1018677"/>
                  </a:lnTo>
                  <a:lnTo>
                    <a:pt x="3137633" y="1009012"/>
                  </a:lnTo>
                  <a:lnTo>
                    <a:pt x="3064665" y="999636"/>
                  </a:lnTo>
                  <a:lnTo>
                    <a:pt x="2991696" y="990550"/>
                  </a:lnTo>
                  <a:lnTo>
                    <a:pt x="2918728" y="981751"/>
                  </a:lnTo>
                  <a:lnTo>
                    <a:pt x="2845760" y="973236"/>
                  </a:lnTo>
                  <a:lnTo>
                    <a:pt x="2772792" y="965003"/>
                  </a:lnTo>
                  <a:lnTo>
                    <a:pt x="2699823" y="957046"/>
                  </a:lnTo>
                  <a:lnTo>
                    <a:pt x="2626855" y="949360"/>
                  </a:lnTo>
                  <a:lnTo>
                    <a:pt x="2553887" y="941937"/>
                  </a:lnTo>
                  <a:lnTo>
                    <a:pt x="2480919" y="934771"/>
                  </a:lnTo>
                  <a:lnTo>
                    <a:pt x="2407951" y="927854"/>
                  </a:lnTo>
                  <a:lnTo>
                    <a:pt x="2334982" y="921177"/>
                  </a:lnTo>
                  <a:lnTo>
                    <a:pt x="2262014" y="914731"/>
                  </a:lnTo>
                  <a:lnTo>
                    <a:pt x="2189046" y="908508"/>
                  </a:lnTo>
                  <a:lnTo>
                    <a:pt x="2116078" y="902499"/>
                  </a:lnTo>
                  <a:lnTo>
                    <a:pt x="2043110" y="896693"/>
                  </a:lnTo>
                  <a:lnTo>
                    <a:pt x="1970141" y="891082"/>
                  </a:lnTo>
                  <a:lnTo>
                    <a:pt x="1897173" y="885657"/>
                  </a:lnTo>
                  <a:lnTo>
                    <a:pt x="1824205" y="880408"/>
                  </a:lnTo>
                  <a:lnTo>
                    <a:pt x="1751237" y="875328"/>
                  </a:lnTo>
                  <a:lnTo>
                    <a:pt x="1678268" y="870407"/>
                  </a:lnTo>
                  <a:lnTo>
                    <a:pt x="1605300" y="865638"/>
                  </a:lnTo>
                  <a:lnTo>
                    <a:pt x="1532332" y="861012"/>
                  </a:lnTo>
                  <a:lnTo>
                    <a:pt x="1459364" y="856522"/>
                  </a:lnTo>
                  <a:lnTo>
                    <a:pt x="1386396" y="852160"/>
                  </a:lnTo>
                  <a:lnTo>
                    <a:pt x="1313427" y="847920"/>
                  </a:lnTo>
                  <a:lnTo>
                    <a:pt x="1240459" y="843795"/>
                  </a:lnTo>
                  <a:lnTo>
                    <a:pt x="1167491" y="839780"/>
                  </a:lnTo>
                  <a:lnTo>
                    <a:pt x="1094523" y="835867"/>
                  </a:lnTo>
                  <a:lnTo>
                    <a:pt x="1021555" y="832051"/>
                  </a:lnTo>
                  <a:lnTo>
                    <a:pt x="948586" y="828328"/>
                  </a:lnTo>
                  <a:lnTo>
                    <a:pt x="875618" y="824692"/>
                  </a:lnTo>
                  <a:lnTo>
                    <a:pt x="802650" y="821138"/>
                  </a:lnTo>
                  <a:lnTo>
                    <a:pt x="729682" y="817662"/>
                  </a:lnTo>
                  <a:lnTo>
                    <a:pt x="656713" y="814260"/>
                  </a:lnTo>
                  <a:lnTo>
                    <a:pt x="583745" y="810928"/>
                  </a:lnTo>
                  <a:lnTo>
                    <a:pt x="510777" y="807662"/>
                  </a:lnTo>
                  <a:lnTo>
                    <a:pt x="437809" y="804459"/>
                  </a:lnTo>
                  <a:lnTo>
                    <a:pt x="364841" y="801316"/>
                  </a:lnTo>
                  <a:lnTo>
                    <a:pt x="291872" y="798229"/>
                  </a:lnTo>
                  <a:lnTo>
                    <a:pt x="218904" y="795195"/>
                  </a:lnTo>
                  <a:lnTo>
                    <a:pt x="145936" y="792213"/>
                  </a:lnTo>
                  <a:lnTo>
                    <a:pt x="72968" y="789278"/>
                  </a:lnTo>
                  <a:lnTo>
                    <a:pt x="0" y="78639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295566"/>
              <a:ext cx="5764489" cy="789148"/>
            </a:xfrm>
            <a:custGeom>
              <a:avLst/>
              <a:pathLst>
                <a:path w="5764489" h="789148">
                  <a:moveTo>
                    <a:pt x="0" y="0"/>
                  </a:moveTo>
                  <a:lnTo>
                    <a:pt x="72968" y="16023"/>
                  </a:lnTo>
                  <a:lnTo>
                    <a:pt x="145936" y="32000"/>
                  </a:lnTo>
                  <a:lnTo>
                    <a:pt x="218904" y="47929"/>
                  </a:lnTo>
                  <a:lnTo>
                    <a:pt x="291872" y="63807"/>
                  </a:lnTo>
                  <a:lnTo>
                    <a:pt x="364841" y="79632"/>
                  </a:lnTo>
                  <a:lnTo>
                    <a:pt x="437809" y="95400"/>
                  </a:lnTo>
                  <a:lnTo>
                    <a:pt x="510777" y="111109"/>
                  </a:lnTo>
                  <a:lnTo>
                    <a:pt x="583745" y="126755"/>
                  </a:lnTo>
                  <a:lnTo>
                    <a:pt x="656713" y="142335"/>
                  </a:lnTo>
                  <a:lnTo>
                    <a:pt x="729682" y="157844"/>
                  </a:lnTo>
                  <a:lnTo>
                    <a:pt x="802650" y="173280"/>
                  </a:lnTo>
                  <a:lnTo>
                    <a:pt x="875618" y="188638"/>
                  </a:lnTo>
                  <a:lnTo>
                    <a:pt x="948586" y="203914"/>
                  </a:lnTo>
                  <a:lnTo>
                    <a:pt x="1021555" y="219102"/>
                  </a:lnTo>
                  <a:lnTo>
                    <a:pt x="1094523" y="234198"/>
                  </a:lnTo>
                  <a:lnTo>
                    <a:pt x="1167491" y="249197"/>
                  </a:lnTo>
                  <a:lnTo>
                    <a:pt x="1240459" y="264093"/>
                  </a:lnTo>
                  <a:lnTo>
                    <a:pt x="1313427" y="278880"/>
                  </a:lnTo>
                  <a:lnTo>
                    <a:pt x="1386396" y="293552"/>
                  </a:lnTo>
                  <a:lnTo>
                    <a:pt x="1459364" y="308102"/>
                  </a:lnTo>
                  <a:lnTo>
                    <a:pt x="1532332" y="322523"/>
                  </a:lnTo>
                  <a:lnTo>
                    <a:pt x="1605300" y="336809"/>
                  </a:lnTo>
                  <a:lnTo>
                    <a:pt x="1678268" y="350951"/>
                  </a:lnTo>
                  <a:lnTo>
                    <a:pt x="1751237" y="364942"/>
                  </a:lnTo>
                  <a:lnTo>
                    <a:pt x="1824205" y="378773"/>
                  </a:lnTo>
                  <a:lnTo>
                    <a:pt x="1897173" y="392437"/>
                  </a:lnTo>
                  <a:lnTo>
                    <a:pt x="1970141" y="405923"/>
                  </a:lnTo>
                  <a:lnTo>
                    <a:pt x="2043110" y="419224"/>
                  </a:lnTo>
                  <a:lnTo>
                    <a:pt x="2116078" y="432330"/>
                  </a:lnTo>
                  <a:lnTo>
                    <a:pt x="2189046" y="445232"/>
                  </a:lnTo>
                  <a:lnTo>
                    <a:pt x="2262014" y="457921"/>
                  </a:lnTo>
                  <a:lnTo>
                    <a:pt x="2334982" y="470387"/>
                  </a:lnTo>
                  <a:lnTo>
                    <a:pt x="2407951" y="482621"/>
                  </a:lnTo>
                  <a:lnTo>
                    <a:pt x="2480919" y="494616"/>
                  </a:lnTo>
                  <a:lnTo>
                    <a:pt x="2553887" y="506362"/>
                  </a:lnTo>
                  <a:lnTo>
                    <a:pt x="2626855" y="517851"/>
                  </a:lnTo>
                  <a:lnTo>
                    <a:pt x="2699823" y="529076"/>
                  </a:lnTo>
                  <a:lnTo>
                    <a:pt x="2772792" y="540031"/>
                  </a:lnTo>
                  <a:lnTo>
                    <a:pt x="2845760" y="550709"/>
                  </a:lnTo>
                  <a:lnTo>
                    <a:pt x="2918728" y="561107"/>
                  </a:lnTo>
                  <a:lnTo>
                    <a:pt x="2991696" y="571219"/>
                  </a:lnTo>
                  <a:lnTo>
                    <a:pt x="3064665" y="581044"/>
                  </a:lnTo>
                  <a:lnTo>
                    <a:pt x="3137633" y="590580"/>
                  </a:lnTo>
                  <a:lnTo>
                    <a:pt x="3210601" y="599827"/>
                  </a:lnTo>
                  <a:lnTo>
                    <a:pt x="3283569" y="608785"/>
                  </a:lnTo>
                  <a:lnTo>
                    <a:pt x="3356537" y="617457"/>
                  </a:lnTo>
                  <a:lnTo>
                    <a:pt x="3429506" y="625845"/>
                  </a:lnTo>
                  <a:lnTo>
                    <a:pt x="3502474" y="633954"/>
                  </a:lnTo>
                  <a:lnTo>
                    <a:pt x="3575442" y="641790"/>
                  </a:lnTo>
                  <a:lnTo>
                    <a:pt x="3648410" y="649358"/>
                  </a:lnTo>
                  <a:lnTo>
                    <a:pt x="3721379" y="656665"/>
                  </a:lnTo>
                  <a:lnTo>
                    <a:pt x="3794347" y="663719"/>
                  </a:lnTo>
                  <a:lnTo>
                    <a:pt x="3867315" y="670528"/>
                  </a:lnTo>
                  <a:lnTo>
                    <a:pt x="3940283" y="677101"/>
                  </a:lnTo>
                  <a:lnTo>
                    <a:pt x="4013251" y="683446"/>
                  </a:lnTo>
                  <a:lnTo>
                    <a:pt x="4086220" y="689572"/>
                  </a:lnTo>
                  <a:lnTo>
                    <a:pt x="4159188" y="695490"/>
                  </a:lnTo>
                  <a:lnTo>
                    <a:pt x="4232156" y="701208"/>
                  </a:lnTo>
                  <a:lnTo>
                    <a:pt x="4305124" y="706735"/>
                  </a:lnTo>
                  <a:lnTo>
                    <a:pt x="4378092" y="712080"/>
                  </a:lnTo>
                  <a:lnTo>
                    <a:pt x="4451061" y="717252"/>
                  </a:lnTo>
                  <a:lnTo>
                    <a:pt x="4524029" y="722260"/>
                  </a:lnTo>
                  <a:lnTo>
                    <a:pt x="4596997" y="727113"/>
                  </a:lnTo>
                  <a:lnTo>
                    <a:pt x="4669965" y="731817"/>
                  </a:lnTo>
                  <a:lnTo>
                    <a:pt x="4742934" y="736382"/>
                  </a:lnTo>
                  <a:lnTo>
                    <a:pt x="4815902" y="740814"/>
                  </a:lnTo>
                  <a:lnTo>
                    <a:pt x="4888870" y="745120"/>
                  </a:lnTo>
                  <a:lnTo>
                    <a:pt x="4961838" y="749308"/>
                  </a:lnTo>
                  <a:lnTo>
                    <a:pt x="5034806" y="753383"/>
                  </a:lnTo>
                  <a:lnTo>
                    <a:pt x="5107775" y="757352"/>
                  </a:lnTo>
                  <a:lnTo>
                    <a:pt x="5180743" y="761221"/>
                  </a:lnTo>
                  <a:lnTo>
                    <a:pt x="5253711" y="764995"/>
                  </a:lnTo>
                  <a:lnTo>
                    <a:pt x="5326679" y="768679"/>
                  </a:lnTo>
                  <a:lnTo>
                    <a:pt x="5399647" y="772278"/>
                  </a:lnTo>
                  <a:lnTo>
                    <a:pt x="5472616" y="775796"/>
                  </a:lnTo>
                  <a:lnTo>
                    <a:pt x="5545584" y="779238"/>
                  </a:lnTo>
                  <a:lnTo>
                    <a:pt x="5618552" y="782609"/>
                  </a:lnTo>
                  <a:lnTo>
                    <a:pt x="5691520" y="785911"/>
                  </a:lnTo>
                  <a:lnTo>
                    <a:pt x="5764489" y="789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081956"/>
              <a:ext cx="5764489" cy="704875"/>
            </a:xfrm>
            <a:custGeom>
              <a:avLst/>
              <a:pathLst>
                <a:path w="5764489" h="704875">
                  <a:moveTo>
                    <a:pt x="5764489" y="704875"/>
                  </a:moveTo>
                  <a:lnTo>
                    <a:pt x="5691520" y="689200"/>
                  </a:lnTo>
                  <a:lnTo>
                    <a:pt x="5618552" y="673591"/>
                  </a:lnTo>
                  <a:lnTo>
                    <a:pt x="5545584" y="658049"/>
                  </a:lnTo>
                  <a:lnTo>
                    <a:pt x="5472616" y="642580"/>
                  </a:lnTo>
                  <a:lnTo>
                    <a:pt x="5399647" y="627187"/>
                  </a:lnTo>
                  <a:lnTo>
                    <a:pt x="5326679" y="611874"/>
                  </a:lnTo>
                  <a:lnTo>
                    <a:pt x="5253711" y="596646"/>
                  </a:lnTo>
                  <a:lnTo>
                    <a:pt x="5180743" y="581508"/>
                  </a:lnTo>
                  <a:lnTo>
                    <a:pt x="5107775" y="566465"/>
                  </a:lnTo>
                  <a:lnTo>
                    <a:pt x="5034806" y="551523"/>
                  </a:lnTo>
                  <a:lnTo>
                    <a:pt x="4961838" y="536686"/>
                  </a:lnTo>
                  <a:lnTo>
                    <a:pt x="4888870" y="521962"/>
                  </a:lnTo>
                  <a:lnTo>
                    <a:pt x="4815902" y="507357"/>
                  </a:lnTo>
                  <a:lnTo>
                    <a:pt x="4742934" y="492877"/>
                  </a:lnTo>
                  <a:lnTo>
                    <a:pt x="4669965" y="478530"/>
                  </a:lnTo>
                  <a:lnTo>
                    <a:pt x="4596997" y="464323"/>
                  </a:lnTo>
                  <a:lnTo>
                    <a:pt x="4524029" y="450264"/>
                  </a:lnTo>
                  <a:lnTo>
                    <a:pt x="4451061" y="436360"/>
                  </a:lnTo>
                  <a:lnTo>
                    <a:pt x="4378092" y="422621"/>
                  </a:lnTo>
                  <a:lnTo>
                    <a:pt x="4305124" y="409054"/>
                  </a:lnTo>
                  <a:lnTo>
                    <a:pt x="4232156" y="395669"/>
                  </a:lnTo>
                  <a:lnTo>
                    <a:pt x="4159188" y="382475"/>
                  </a:lnTo>
                  <a:lnTo>
                    <a:pt x="4086220" y="369481"/>
                  </a:lnTo>
                  <a:lnTo>
                    <a:pt x="4013251" y="356696"/>
                  </a:lnTo>
                  <a:lnTo>
                    <a:pt x="3940283" y="344130"/>
                  </a:lnTo>
                  <a:lnTo>
                    <a:pt x="3867315" y="331791"/>
                  </a:lnTo>
                  <a:lnTo>
                    <a:pt x="3794347" y="319688"/>
                  </a:lnTo>
                  <a:lnTo>
                    <a:pt x="3721379" y="307831"/>
                  </a:lnTo>
                  <a:lnTo>
                    <a:pt x="3648410" y="296226"/>
                  </a:lnTo>
                  <a:lnTo>
                    <a:pt x="3575442" y="284882"/>
                  </a:lnTo>
                  <a:lnTo>
                    <a:pt x="3502474" y="273806"/>
                  </a:lnTo>
                  <a:lnTo>
                    <a:pt x="3429506" y="263004"/>
                  </a:lnTo>
                  <a:lnTo>
                    <a:pt x="3356537" y="252480"/>
                  </a:lnTo>
                  <a:lnTo>
                    <a:pt x="3283569" y="242240"/>
                  </a:lnTo>
                  <a:lnTo>
                    <a:pt x="3210601" y="232286"/>
                  </a:lnTo>
                  <a:lnTo>
                    <a:pt x="3137633" y="222621"/>
                  </a:lnTo>
                  <a:lnTo>
                    <a:pt x="3064665" y="213246"/>
                  </a:lnTo>
                  <a:lnTo>
                    <a:pt x="2991696" y="204159"/>
                  </a:lnTo>
                  <a:lnTo>
                    <a:pt x="2918728" y="195360"/>
                  </a:lnTo>
                  <a:lnTo>
                    <a:pt x="2845760" y="186846"/>
                  </a:lnTo>
                  <a:lnTo>
                    <a:pt x="2772792" y="178613"/>
                  </a:lnTo>
                  <a:lnTo>
                    <a:pt x="2699823" y="170656"/>
                  </a:lnTo>
                  <a:lnTo>
                    <a:pt x="2626855" y="162969"/>
                  </a:lnTo>
                  <a:lnTo>
                    <a:pt x="2553887" y="155547"/>
                  </a:lnTo>
                  <a:lnTo>
                    <a:pt x="2480919" y="148381"/>
                  </a:lnTo>
                  <a:lnTo>
                    <a:pt x="2407951" y="141463"/>
                  </a:lnTo>
                  <a:lnTo>
                    <a:pt x="2334982" y="134786"/>
                  </a:lnTo>
                  <a:lnTo>
                    <a:pt x="2262014" y="128341"/>
                  </a:lnTo>
                  <a:lnTo>
                    <a:pt x="2189046" y="122118"/>
                  </a:lnTo>
                  <a:lnTo>
                    <a:pt x="2116078" y="116108"/>
                  </a:lnTo>
                  <a:lnTo>
                    <a:pt x="2043110" y="110302"/>
                  </a:lnTo>
                  <a:lnTo>
                    <a:pt x="1970141" y="104691"/>
                  </a:lnTo>
                  <a:lnTo>
                    <a:pt x="1897173" y="99266"/>
                  </a:lnTo>
                  <a:lnTo>
                    <a:pt x="1824205" y="94018"/>
                  </a:lnTo>
                  <a:lnTo>
                    <a:pt x="1751237" y="88938"/>
                  </a:lnTo>
                  <a:lnTo>
                    <a:pt x="1678268" y="84017"/>
                  </a:lnTo>
                  <a:lnTo>
                    <a:pt x="1605300" y="79247"/>
                  </a:lnTo>
                  <a:lnTo>
                    <a:pt x="1532332" y="74621"/>
                  </a:lnTo>
                  <a:lnTo>
                    <a:pt x="1459364" y="70131"/>
                  </a:lnTo>
                  <a:lnTo>
                    <a:pt x="1386396" y="65770"/>
                  </a:lnTo>
                  <a:lnTo>
                    <a:pt x="1313427" y="61530"/>
                  </a:lnTo>
                  <a:lnTo>
                    <a:pt x="1240459" y="57405"/>
                  </a:lnTo>
                  <a:lnTo>
                    <a:pt x="1167491" y="53389"/>
                  </a:lnTo>
                  <a:lnTo>
                    <a:pt x="1094523" y="49476"/>
                  </a:lnTo>
                  <a:lnTo>
                    <a:pt x="1021555" y="45661"/>
                  </a:lnTo>
                  <a:lnTo>
                    <a:pt x="948586" y="41937"/>
                  </a:lnTo>
                  <a:lnTo>
                    <a:pt x="875618" y="38301"/>
                  </a:lnTo>
                  <a:lnTo>
                    <a:pt x="802650" y="34747"/>
                  </a:lnTo>
                  <a:lnTo>
                    <a:pt x="729682" y="31272"/>
                  </a:lnTo>
                  <a:lnTo>
                    <a:pt x="656713" y="27870"/>
                  </a:lnTo>
                  <a:lnTo>
                    <a:pt x="583745" y="24538"/>
                  </a:lnTo>
                  <a:lnTo>
                    <a:pt x="510777" y="21272"/>
                  </a:lnTo>
                  <a:lnTo>
                    <a:pt x="437809" y="18069"/>
                  </a:lnTo>
                  <a:lnTo>
                    <a:pt x="364841" y="14925"/>
                  </a:lnTo>
                  <a:lnTo>
                    <a:pt x="291872" y="11838"/>
                  </a:lnTo>
                  <a:lnTo>
                    <a:pt x="218904" y="8805"/>
                  </a:lnTo>
                  <a:lnTo>
                    <a:pt x="145936" y="5822"/>
                  </a:lnTo>
                  <a:lnTo>
                    <a:pt x="72968" y="28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688761"/>
              <a:ext cx="5764489" cy="747011"/>
            </a:xfrm>
            <a:custGeom>
              <a:avLst/>
              <a:pathLst>
                <a:path w="5764489" h="747011">
                  <a:moveTo>
                    <a:pt x="0" y="0"/>
                  </a:moveTo>
                  <a:lnTo>
                    <a:pt x="72968" y="9455"/>
                  </a:lnTo>
                  <a:lnTo>
                    <a:pt x="145936" y="18911"/>
                  </a:lnTo>
                  <a:lnTo>
                    <a:pt x="218904" y="28367"/>
                  </a:lnTo>
                  <a:lnTo>
                    <a:pt x="291872" y="37823"/>
                  </a:lnTo>
                  <a:lnTo>
                    <a:pt x="364841" y="47279"/>
                  </a:lnTo>
                  <a:lnTo>
                    <a:pt x="437809" y="56735"/>
                  </a:lnTo>
                  <a:lnTo>
                    <a:pt x="510777" y="66190"/>
                  </a:lnTo>
                  <a:lnTo>
                    <a:pt x="583745" y="75646"/>
                  </a:lnTo>
                  <a:lnTo>
                    <a:pt x="656713" y="85102"/>
                  </a:lnTo>
                  <a:lnTo>
                    <a:pt x="729682" y="94558"/>
                  </a:lnTo>
                  <a:lnTo>
                    <a:pt x="802650" y="104014"/>
                  </a:lnTo>
                  <a:lnTo>
                    <a:pt x="875618" y="113470"/>
                  </a:lnTo>
                  <a:lnTo>
                    <a:pt x="948586" y="122926"/>
                  </a:lnTo>
                  <a:lnTo>
                    <a:pt x="1021555" y="132381"/>
                  </a:lnTo>
                  <a:lnTo>
                    <a:pt x="1094523" y="141837"/>
                  </a:lnTo>
                  <a:lnTo>
                    <a:pt x="1167491" y="151293"/>
                  </a:lnTo>
                  <a:lnTo>
                    <a:pt x="1240459" y="160749"/>
                  </a:lnTo>
                  <a:lnTo>
                    <a:pt x="1313427" y="170205"/>
                  </a:lnTo>
                  <a:lnTo>
                    <a:pt x="1386396" y="179661"/>
                  </a:lnTo>
                  <a:lnTo>
                    <a:pt x="1459364" y="189116"/>
                  </a:lnTo>
                  <a:lnTo>
                    <a:pt x="1532332" y="198572"/>
                  </a:lnTo>
                  <a:lnTo>
                    <a:pt x="1605300" y="208028"/>
                  </a:lnTo>
                  <a:lnTo>
                    <a:pt x="1678268" y="217484"/>
                  </a:lnTo>
                  <a:lnTo>
                    <a:pt x="1751237" y="226940"/>
                  </a:lnTo>
                  <a:lnTo>
                    <a:pt x="1824205" y="236396"/>
                  </a:lnTo>
                  <a:lnTo>
                    <a:pt x="1897173" y="245852"/>
                  </a:lnTo>
                  <a:lnTo>
                    <a:pt x="1970141" y="255307"/>
                  </a:lnTo>
                  <a:lnTo>
                    <a:pt x="2043110" y="264763"/>
                  </a:lnTo>
                  <a:lnTo>
                    <a:pt x="2116078" y="274219"/>
                  </a:lnTo>
                  <a:lnTo>
                    <a:pt x="2189046" y="283675"/>
                  </a:lnTo>
                  <a:lnTo>
                    <a:pt x="2262014" y="293131"/>
                  </a:lnTo>
                  <a:lnTo>
                    <a:pt x="2334982" y="302587"/>
                  </a:lnTo>
                  <a:lnTo>
                    <a:pt x="2407951" y="312042"/>
                  </a:lnTo>
                  <a:lnTo>
                    <a:pt x="2480919" y="321498"/>
                  </a:lnTo>
                  <a:lnTo>
                    <a:pt x="2553887" y="330954"/>
                  </a:lnTo>
                  <a:lnTo>
                    <a:pt x="2626855" y="340410"/>
                  </a:lnTo>
                  <a:lnTo>
                    <a:pt x="2699823" y="349866"/>
                  </a:lnTo>
                  <a:lnTo>
                    <a:pt x="2772792" y="359322"/>
                  </a:lnTo>
                  <a:lnTo>
                    <a:pt x="2845760" y="368778"/>
                  </a:lnTo>
                  <a:lnTo>
                    <a:pt x="2918728" y="378233"/>
                  </a:lnTo>
                  <a:lnTo>
                    <a:pt x="2991696" y="387689"/>
                  </a:lnTo>
                  <a:lnTo>
                    <a:pt x="3064665" y="397145"/>
                  </a:lnTo>
                  <a:lnTo>
                    <a:pt x="3137633" y="406601"/>
                  </a:lnTo>
                  <a:lnTo>
                    <a:pt x="3210601" y="416057"/>
                  </a:lnTo>
                  <a:lnTo>
                    <a:pt x="3283569" y="425513"/>
                  </a:lnTo>
                  <a:lnTo>
                    <a:pt x="3356537" y="434968"/>
                  </a:lnTo>
                  <a:lnTo>
                    <a:pt x="3429506" y="444424"/>
                  </a:lnTo>
                  <a:lnTo>
                    <a:pt x="3502474" y="453880"/>
                  </a:lnTo>
                  <a:lnTo>
                    <a:pt x="3575442" y="463336"/>
                  </a:lnTo>
                  <a:lnTo>
                    <a:pt x="3648410" y="472792"/>
                  </a:lnTo>
                  <a:lnTo>
                    <a:pt x="3721379" y="482248"/>
                  </a:lnTo>
                  <a:lnTo>
                    <a:pt x="3794347" y="491704"/>
                  </a:lnTo>
                  <a:lnTo>
                    <a:pt x="3867315" y="501159"/>
                  </a:lnTo>
                  <a:lnTo>
                    <a:pt x="3940283" y="510615"/>
                  </a:lnTo>
                  <a:lnTo>
                    <a:pt x="4013251" y="520071"/>
                  </a:lnTo>
                  <a:lnTo>
                    <a:pt x="4086220" y="529527"/>
                  </a:lnTo>
                  <a:lnTo>
                    <a:pt x="4159188" y="538983"/>
                  </a:lnTo>
                  <a:lnTo>
                    <a:pt x="4232156" y="548439"/>
                  </a:lnTo>
                  <a:lnTo>
                    <a:pt x="4305124" y="557894"/>
                  </a:lnTo>
                  <a:lnTo>
                    <a:pt x="4378092" y="567350"/>
                  </a:lnTo>
                  <a:lnTo>
                    <a:pt x="4451061" y="576806"/>
                  </a:lnTo>
                  <a:lnTo>
                    <a:pt x="4524029" y="586262"/>
                  </a:lnTo>
                  <a:lnTo>
                    <a:pt x="4596997" y="595718"/>
                  </a:lnTo>
                  <a:lnTo>
                    <a:pt x="4669965" y="605174"/>
                  </a:lnTo>
                  <a:lnTo>
                    <a:pt x="4742934" y="614630"/>
                  </a:lnTo>
                  <a:lnTo>
                    <a:pt x="4815902" y="624085"/>
                  </a:lnTo>
                  <a:lnTo>
                    <a:pt x="4888870" y="633541"/>
                  </a:lnTo>
                  <a:lnTo>
                    <a:pt x="4961838" y="642997"/>
                  </a:lnTo>
                  <a:lnTo>
                    <a:pt x="5034806" y="652453"/>
                  </a:lnTo>
                  <a:lnTo>
                    <a:pt x="5107775" y="661909"/>
                  </a:lnTo>
                  <a:lnTo>
                    <a:pt x="5180743" y="671365"/>
                  </a:lnTo>
                  <a:lnTo>
                    <a:pt x="5253711" y="680820"/>
                  </a:lnTo>
                  <a:lnTo>
                    <a:pt x="5326679" y="690276"/>
                  </a:lnTo>
                  <a:lnTo>
                    <a:pt x="5399647" y="699732"/>
                  </a:lnTo>
                  <a:lnTo>
                    <a:pt x="5472616" y="709188"/>
                  </a:lnTo>
                  <a:lnTo>
                    <a:pt x="5545584" y="718644"/>
                  </a:lnTo>
                  <a:lnTo>
                    <a:pt x="5618552" y="728100"/>
                  </a:lnTo>
                  <a:lnTo>
                    <a:pt x="5691520" y="737556"/>
                  </a:lnTo>
                  <a:lnTo>
                    <a:pt x="5764489" y="747011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936888"/>
              <a:ext cx="0" cy="3786254"/>
            </a:xfrm>
            <a:custGeom>
              <a:avLst/>
              <a:pathLst>
                <a:path w="0" h="3786254">
                  <a:moveTo>
                    <a:pt x="0" y="378625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1056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994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9321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870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808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456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394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332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30270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3208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1829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62117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62405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50952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51240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51528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47545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79906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21157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306199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9146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424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71091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61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3037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813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4982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2008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6113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8059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4000049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219505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73080"/>
              <a:ext cx="101470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Predicted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894406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24708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127030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192226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22477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257332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15945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81141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413694" y="1673080"/>
              <a:ext cx="178774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York River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5516"/>
              <a:ext cx="6278758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453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270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926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45940" y="50150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45940" y="52565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645940" y="49146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32418" y="48916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932418" y="47891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932418" y="49401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468397" y="48895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468397" y="4900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468397" y="48489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705766" y="48844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705766" y="4931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705766" y="49717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14248" y="51707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14248" y="52467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14248" y="51722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48226" y="54922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48226" y="53239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48226" y="54335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670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568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327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850031"/>
              <a:ext cx="5707962" cy="594361"/>
            </a:xfrm>
            <a:custGeom>
              <a:avLst/>
              <a:pathLst>
                <a:path w="5707962" h="594361">
                  <a:moveTo>
                    <a:pt x="0" y="0"/>
                  </a:moveTo>
                  <a:lnTo>
                    <a:pt x="72252" y="5820"/>
                  </a:lnTo>
                  <a:lnTo>
                    <a:pt x="144505" y="11597"/>
                  </a:lnTo>
                  <a:lnTo>
                    <a:pt x="216758" y="17330"/>
                  </a:lnTo>
                  <a:lnTo>
                    <a:pt x="289010" y="23015"/>
                  </a:lnTo>
                  <a:lnTo>
                    <a:pt x="361263" y="28649"/>
                  </a:lnTo>
                  <a:lnTo>
                    <a:pt x="433516" y="34230"/>
                  </a:lnTo>
                  <a:lnTo>
                    <a:pt x="505768" y="39754"/>
                  </a:lnTo>
                  <a:lnTo>
                    <a:pt x="578021" y="45218"/>
                  </a:lnTo>
                  <a:lnTo>
                    <a:pt x="650274" y="50619"/>
                  </a:lnTo>
                  <a:lnTo>
                    <a:pt x="722526" y="55953"/>
                  </a:lnTo>
                  <a:lnTo>
                    <a:pt x="794779" y="61216"/>
                  </a:lnTo>
                  <a:lnTo>
                    <a:pt x="867032" y="66404"/>
                  </a:lnTo>
                  <a:lnTo>
                    <a:pt x="939284" y="71514"/>
                  </a:lnTo>
                  <a:lnTo>
                    <a:pt x="1011537" y="76540"/>
                  </a:lnTo>
                  <a:lnTo>
                    <a:pt x="1083790" y="81479"/>
                  </a:lnTo>
                  <a:lnTo>
                    <a:pt x="1156043" y="86327"/>
                  </a:lnTo>
                  <a:lnTo>
                    <a:pt x="1228295" y="91078"/>
                  </a:lnTo>
                  <a:lnTo>
                    <a:pt x="1300548" y="95728"/>
                  </a:lnTo>
                  <a:lnTo>
                    <a:pt x="1372801" y="100274"/>
                  </a:lnTo>
                  <a:lnTo>
                    <a:pt x="1445053" y="104709"/>
                  </a:lnTo>
                  <a:lnTo>
                    <a:pt x="1517306" y="109031"/>
                  </a:lnTo>
                  <a:lnTo>
                    <a:pt x="1589559" y="113235"/>
                  </a:lnTo>
                  <a:lnTo>
                    <a:pt x="1661811" y="117317"/>
                  </a:lnTo>
                  <a:lnTo>
                    <a:pt x="1734064" y="121273"/>
                  </a:lnTo>
                  <a:lnTo>
                    <a:pt x="1806317" y="125100"/>
                  </a:lnTo>
                  <a:lnTo>
                    <a:pt x="1878569" y="128796"/>
                  </a:lnTo>
                  <a:lnTo>
                    <a:pt x="1950822" y="132358"/>
                  </a:lnTo>
                  <a:lnTo>
                    <a:pt x="2023075" y="135784"/>
                  </a:lnTo>
                  <a:lnTo>
                    <a:pt x="2095328" y="139073"/>
                  </a:lnTo>
                  <a:lnTo>
                    <a:pt x="2167580" y="142223"/>
                  </a:lnTo>
                  <a:lnTo>
                    <a:pt x="2239833" y="145236"/>
                  </a:lnTo>
                  <a:lnTo>
                    <a:pt x="2312086" y="148111"/>
                  </a:lnTo>
                  <a:lnTo>
                    <a:pt x="2384338" y="150849"/>
                  </a:lnTo>
                  <a:lnTo>
                    <a:pt x="2456591" y="153452"/>
                  </a:lnTo>
                  <a:lnTo>
                    <a:pt x="2528844" y="155922"/>
                  </a:lnTo>
                  <a:lnTo>
                    <a:pt x="2601096" y="158262"/>
                  </a:lnTo>
                  <a:lnTo>
                    <a:pt x="2673349" y="160474"/>
                  </a:lnTo>
                  <a:lnTo>
                    <a:pt x="2745602" y="162563"/>
                  </a:lnTo>
                  <a:lnTo>
                    <a:pt x="2817854" y="164531"/>
                  </a:lnTo>
                  <a:lnTo>
                    <a:pt x="2890107" y="166383"/>
                  </a:lnTo>
                  <a:lnTo>
                    <a:pt x="2962360" y="168123"/>
                  </a:lnTo>
                  <a:lnTo>
                    <a:pt x="3034612" y="169755"/>
                  </a:lnTo>
                  <a:lnTo>
                    <a:pt x="3106865" y="171284"/>
                  </a:lnTo>
                  <a:lnTo>
                    <a:pt x="3179118" y="172714"/>
                  </a:lnTo>
                  <a:lnTo>
                    <a:pt x="3251371" y="174050"/>
                  </a:lnTo>
                  <a:lnTo>
                    <a:pt x="3323623" y="175297"/>
                  </a:lnTo>
                  <a:lnTo>
                    <a:pt x="3395876" y="176458"/>
                  </a:lnTo>
                  <a:lnTo>
                    <a:pt x="3468129" y="177537"/>
                  </a:lnTo>
                  <a:lnTo>
                    <a:pt x="3540381" y="178540"/>
                  </a:lnTo>
                  <a:lnTo>
                    <a:pt x="3612634" y="179470"/>
                  </a:lnTo>
                  <a:lnTo>
                    <a:pt x="3684887" y="180331"/>
                  </a:lnTo>
                  <a:lnTo>
                    <a:pt x="3757139" y="181127"/>
                  </a:lnTo>
                  <a:lnTo>
                    <a:pt x="3829392" y="181860"/>
                  </a:lnTo>
                  <a:lnTo>
                    <a:pt x="3901645" y="182535"/>
                  </a:lnTo>
                  <a:lnTo>
                    <a:pt x="3973897" y="183156"/>
                  </a:lnTo>
                  <a:lnTo>
                    <a:pt x="4046150" y="183723"/>
                  </a:lnTo>
                  <a:lnTo>
                    <a:pt x="4118403" y="184242"/>
                  </a:lnTo>
                  <a:lnTo>
                    <a:pt x="4190656" y="184714"/>
                  </a:lnTo>
                  <a:lnTo>
                    <a:pt x="4262908" y="185142"/>
                  </a:lnTo>
                  <a:lnTo>
                    <a:pt x="4335161" y="185529"/>
                  </a:lnTo>
                  <a:lnTo>
                    <a:pt x="4407414" y="185876"/>
                  </a:lnTo>
                  <a:lnTo>
                    <a:pt x="4479666" y="186186"/>
                  </a:lnTo>
                  <a:lnTo>
                    <a:pt x="4551919" y="186461"/>
                  </a:lnTo>
                  <a:lnTo>
                    <a:pt x="4624172" y="186702"/>
                  </a:lnTo>
                  <a:lnTo>
                    <a:pt x="4696424" y="186913"/>
                  </a:lnTo>
                  <a:lnTo>
                    <a:pt x="4768677" y="187093"/>
                  </a:lnTo>
                  <a:lnTo>
                    <a:pt x="4840930" y="187246"/>
                  </a:lnTo>
                  <a:lnTo>
                    <a:pt x="4913182" y="187371"/>
                  </a:lnTo>
                  <a:lnTo>
                    <a:pt x="4985435" y="187472"/>
                  </a:lnTo>
                  <a:lnTo>
                    <a:pt x="5057688" y="187548"/>
                  </a:lnTo>
                  <a:lnTo>
                    <a:pt x="5129941" y="187601"/>
                  </a:lnTo>
                  <a:lnTo>
                    <a:pt x="5202193" y="187633"/>
                  </a:lnTo>
                  <a:lnTo>
                    <a:pt x="5274446" y="187645"/>
                  </a:lnTo>
                  <a:lnTo>
                    <a:pt x="5346699" y="187636"/>
                  </a:lnTo>
                  <a:lnTo>
                    <a:pt x="5418951" y="187610"/>
                  </a:lnTo>
                  <a:lnTo>
                    <a:pt x="5491204" y="187565"/>
                  </a:lnTo>
                  <a:lnTo>
                    <a:pt x="5563457" y="187504"/>
                  </a:lnTo>
                  <a:lnTo>
                    <a:pt x="5635709" y="187427"/>
                  </a:lnTo>
                  <a:lnTo>
                    <a:pt x="5707962" y="187334"/>
                  </a:lnTo>
                  <a:lnTo>
                    <a:pt x="5707962" y="594361"/>
                  </a:lnTo>
                  <a:lnTo>
                    <a:pt x="5635709" y="588043"/>
                  </a:lnTo>
                  <a:lnTo>
                    <a:pt x="5563457" y="581741"/>
                  </a:lnTo>
                  <a:lnTo>
                    <a:pt x="5491204" y="575455"/>
                  </a:lnTo>
                  <a:lnTo>
                    <a:pt x="5418951" y="569185"/>
                  </a:lnTo>
                  <a:lnTo>
                    <a:pt x="5346699" y="562934"/>
                  </a:lnTo>
                  <a:lnTo>
                    <a:pt x="5274446" y="556700"/>
                  </a:lnTo>
                  <a:lnTo>
                    <a:pt x="5202193" y="550487"/>
                  </a:lnTo>
                  <a:lnTo>
                    <a:pt x="5129941" y="544293"/>
                  </a:lnTo>
                  <a:lnTo>
                    <a:pt x="5057688" y="538122"/>
                  </a:lnTo>
                  <a:lnTo>
                    <a:pt x="4985435" y="531973"/>
                  </a:lnTo>
                  <a:lnTo>
                    <a:pt x="4913182" y="525848"/>
                  </a:lnTo>
                  <a:lnTo>
                    <a:pt x="4840930" y="519749"/>
                  </a:lnTo>
                  <a:lnTo>
                    <a:pt x="4768677" y="513676"/>
                  </a:lnTo>
                  <a:lnTo>
                    <a:pt x="4696424" y="507632"/>
                  </a:lnTo>
                  <a:lnTo>
                    <a:pt x="4624172" y="501617"/>
                  </a:lnTo>
                  <a:lnTo>
                    <a:pt x="4551919" y="495634"/>
                  </a:lnTo>
                  <a:lnTo>
                    <a:pt x="4479666" y="489683"/>
                  </a:lnTo>
                  <a:lnTo>
                    <a:pt x="4407414" y="483768"/>
                  </a:lnTo>
                  <a:lnTo>
                    <a:pt x="4335161" y="477891"/>
                  </a:lnTo>
                  <a:lnTo>
                    <a:pt x="4262908" y="472052"/>
                  </a:lnTo>
                  <a:lnTo>
                    <a:pt x="4190656" y="466255"/>
                  </a:lnTo>
                  <a:lnTo>
                    <a:pt x="4118403" y="460502"/>
                  </a:lnTo>
                  <a:lnTo>
                    <a:pt x="4046150" y="454795"/>
                  </a:lnTo>
                  <a:lnTo>
                    <a:pt x="3973897" y="449138"/>
                  </a:lnTo>
                  <a:lnTo>
                    <a:pt x="3901645" y="443533"/>
                  </a:lnTo>
                  <a:lnTo>
                    <a:pt x="3829392" y="437983"/>
                  </a:lnTo>
                  <a:lnTo>
                    <a:pt x="3757139" y="432492"/>
                  </a:lnTo>
                  <a:lnTo>
                    <a:pt x="3684887" y="427062"/>
                  </a:lnTo>
                  <a:lnTo>
                    <a:pt x="3612634" y="421698"/>
                  </a:lnTo>
                  <a:lnTo>
                    <a:pt x="3540381" y="416403"/>
                  </a:lnTo>
                  <a:lnTo>
                    <a:pt x="3468129" y="411181"/>
                  </a:lnTo>
                  <a:lnTo>
                    <a:pt x="3395876" y="406036"/>
                  </a:lnTo>
                  <a:lnTo>
                    <a:pt x="3323623" y="400972"/>
                  </a:lnTo>
                  <a:lnTo>
                    <a:pt x="3251371" y="395993"/>
                  </a:lnTo>
                  <a:lnTo>
                    <a:pt x="3179118" y="391104"/>
                  </a:lnTo>
                  <a:lnTo>
                    <a:pt x="3106865" y="386309"/>
                  </a:lnTo>
                  <a:lnTo>
                    <a:pt x="3034612" y="381613"/>
                  </a:lnTo>
                  <a:lnTo>
                    <a:pt x="2962360" y="377020"/>
                  </a:lnTo>
                  <a:lnTo>
                    <a:pt x="2890107" y="372535"/>
                  </a:lnTo>
                  <a:lnTo>
                    <a:pt x="2817854" y="368162"/>
                  </a:lnTo>
                  <a:lnTo>
                    <a:pt x="2745602" y="363905"/>
                  </a:lnTo>
                  <a:lnTo>
                    <a:pt x="2673349" y="359768"/>
                  </a:lnTo>
                  <a:lnTo>
                    <a:pt x="2601096" y="355756"/>
                  </a:lnTo>
                  <a:lnTo>
                    <a:pt x="2528844" y="351870"/>
                  </a:lnTo>
                  <a:lnTo>
                    <a:pt x="2456591" y="348115"/>
                  </a:lnTo>
                  <a:lnTo>
                    <a:pt x="2384338" y="344493"/>
                  </a:lnTo>
                  <a:lnTo>
                    <a:pt x="2312086" y="341007"/>
                  </a:lnTo>
                  <a:lnTo>
                    <a:pt x="2239833" y="337656"/>
                  </a:lnTo>
                  <a:lnTo>
                    <a:pt x="2167580" y="334444"/>
                  </a:lnTo>
                  <a:lnTo>
                    <a:pt x="2095328" y="331370"/>
                  </a:lnTo>
                  <a:lnTo>
                    <a:pt x="2023075" y="328433"/>
                  </a:lnTo>
                  <a:lnTo>
                    <a:pt x="1950822" y="325634"/>
                  </a:lnTo>
                  <a:lnTo>
                    <a:pt x="1878569" y="322971"/>
                  </a:lnTo>
                  <a:lnTo>
                    <a:pt x="1806317" y="320442"/>
                  </a:lnTo>
                  <a:lnTo>
                    <a:pt x="1734064" y="318044"/>
                  </a:lnTo>
                  <a:lnTo>
                    <a:pt x="1661811" y="315775"/>
                  </a:lnTo>
                  <a:lnTo>
                    <a:pt x="1589559" y="313632"/>
                  </a:lnTo>
                  <a:lnTo>
                    <a:pt x="1517306" y="311611"/>
                  </a:lnTo>
                  <a:lnTo>
                    <a:pt x="1445053" y="309707"/>
                  </a:lnTo>
                  <a:lnTo>
                    <a:pt x="1372801" y="307918"/>
                  </a:lnTo>
                  <a:lnTo>
                    <a:pt x="1300548" y="306238"/>
                  </a:lnTo>
                  <a:lnTo>
                    <a:pt x="1228295" y="304663"/>
                  </a:lnTo>
                  <a:lnTo>
                    <a:pt x="1156043" y="303190"/>
                  </a:lnTo>
                  <a:lnTo>
                    <a:pt x="1083790" y="301812"/>
                  </a:lnTo>
                  <a:lnTo>
                    <a:pt x="1011537" y="300526"/>
                  </a:lnTo>
                  <a:lnTo>
                    <a:pt x="939284" y="299327"/>
                  </a:lnTo>
                  <a:lnTo>
                    <a:pt x="867032" y="298212"/>
                  </a:lnTo>
                  <a:lnTo>
                    <a:pt x="794779" y="297175"/>
                  </a:lnTo>
                  <a:lnTo>
                    <a:pt x="722526" y="296213"/>
                  </a:lnTo>
                  <a:lnTo>
                    <a:pt x="650274" y="295322"/>
                  </a:lnTo>
                  <a:lnTo>
                    <a:pt x="578021" y="294498"/>
                  </a:lnTo>
                  <a:lnTo>
                    <a:pt x="505768" y="293737"/>
                  </a:lnTo>
                  <a:lnTo>
                    <a:pt x="433516" y="293036"/>
                  </a:lnTo>
                  <a:lnTo>
                    <a:pt x="361263" y="292392"/>
                  </a:lnTo>
                  <a:lnTo>
                    <a:pt x="289010" y="291801"/>
                  </a:lnTo>
                  <a:lnTo>
                    <a:pt x="216758" y="291260"/>
                  </a:lnTo>
                  <a:lnTo>
                    <a:pt x="144505" y="290768"/>
                  </a:lnTo>
                  <a:lnTo>
                    <a:pt x="72252" y="290321"/>
                  </a:lnTo>
                  <a:lnTo>
                    <a:pt x="0" y="28991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850031"/>
              <a:ext cx="5707962" cy="187645"/>
            </a:xfrm>
            <a:custGeom>
              <a:avLst/>
              <a:pathLst>
                <a:path w="5707962" h="187645">
                  <a:moveTo>
                    <a:pt x="0" y="0"/>
                  </a:moveTo>
                  <a:lnTo>
                    <a:pt x="72252" y="5820"/>
                  </a:lnTo>
                  <a:lnTo>
                    <a:pt x="144505" y="11597"/>
                  </a:lnTo>
                  <a:lnTo>
                    <a:pt x="216758" y="17330"/>
                  </a:lnTo>
                  <a:lnTo>
                    <a:pt x="289010" y="23015"/>
                  </a:lnTo>
                  <a:lnTo>
                    <a:pt x="361263" y="28649"/>
                  </a:lnTo>
                  <a:lnTo>
                    <a:pt x="433516" y="34230"/>
                  </a:lnTo>
                  <a:lnTo>
                    <a:pt x="505768" y="39754"/>
                  </a:lnTo>
                  <a:lnTo>
                    <a:pt x="578021" y="45218"/>
                  </a:lnTo>
                  <a:lnTo>
                    <a:pt x="650274" y="50619"/>
                  </a:lnTo>
                  <a:lnTo>
                    <a:pt x="722526" y="55953"/>
                  </a:lnTo>
                  <a:lnTo>
                    <a:pt x="794779" y="61216"/>
                  </a:lnTo>
                  <a:lnTo>
                    <a:pt x="867032" y="66404"/>
                  </a:lnTo>
                  <a:lnTo>
                    <a:pt x="939284" y="71514"/>
                  </a:lnTo>
                  <a:lnTo>
                    <a:pt x="1011537" y="76540"/>
                  </a:lnTo>
                  <a:lnTo>
                    <a:pt x="1083790" y="81479"/>
                  </a:lnTo>
                  <a:lnTo>
                    <a:pt x="1156043" y="86327"/>
                  </a:lnTo>
                  <a:lnTo>
                    <a:pt x="1228295" y="91078"/>
                  </a:lnTo>
                  <a:lnTo>
                    <a:pt x="1300548" y="95728"/>
                  </a:lnTo>
                  <a:lnTo>
                    <a:pt x="1372801" y="100274"/>
                  </a:lnTo>
                  <a:lnTo>
                    <a:pt x="1445053" y="104709"/>
                  </a:lnTo>
                  <a:lnTo>
                    <a:pt x="1517306" y="109031"/>
                  </a:lnTo>
                  <a:lnTo>
                    <a:pt x="1589559" y="113235"/>
                  </a:lnTo>
                  <a:lnTo>
                    <a:pt x="1661811" y="117317"/>
                  </a:lnTo>
                  <a:lnTo>
                    <a:pt x="1734064" y="121273"/>
                  </a:lnTo>
                  <a:lnTo>
                    <a:pt x="1806317" y="125100"/>
                  </a:lnTo>
                  <a:lnTo>
                    <a:pt x="1878569" y="128796"/>
                  </a:lnTo>
                  <a:lnTo>
                    <a:pt x="1950822" y="132358"/>
                  </a:lnTo>
                  <a:lnTo>
                    <a:pt x="2023075" y="135784"/>
                  </a:lnTo>
                  <a:lnTo>
                    <a:pt x="2095328" y="139073"/>
                  </a:lnTo>
                  <a:lnTo>
                    <a:pt x="2167580" y="142223"/>
                  </a:lnTo>
                  <a:lnTo>
                    <a:pt x="2239833" y="145236"/>
                  </a:lnTo>
                  <a:lnTo>
                    <a:pt x="2312086" y="148111"/>
                  </a:lnTo>
                  <a:lnTo>
                    <a:pt x="2384338" y="150849"/>
                  </a:lnTo>
                  <a:lnTo>
                    <a:pt x="2456591" y="153452"/>
                  </a:lnTo>
                  <a:lnTo>
                    <a:pt x="2528844" y="155922"/>
                  </a:lnTo>
                  <a:lnTo>
                    <a:pt x="2601096" y="158262"/>
                  </a:lnTo>
                  <a:lnTo>
                    <a:pt x="2673349" y="160474"/>
                  </a:lnTo>
                  <a:lnTo>
                    <a:pt x="2745602" y="162563"/>
                  </a:lnTo>
                  <a:lnTo>
                    <a:pt x="2817854" y="164531"/>
                  </a:lnTo>
                  <a:lnTo>
                    <a:pt x="2890107" y="166383"/>
                  </a:lnTo>
                  <a:lnTo>
                    <a:pt x="2962360" y="168123"/>
                  </a:lnTo>
                  <a:lnTo>
                    <a:pt x="3034612" y="169755"/>
                  </a:lnTo>
                  <a:lnTo>
                    <a:pt x="3106865" y="171284"/>
                  </a:lnTo>
                  <a:lnTo>
                    <a:pt x="3179118" y="172714"/>
                  </a:lnTo>
                  <a:lnTo>
                    <a:pt x="3251371" y="174050"/>
                  </a:lnTo>
                  <a:lnTo>
                    <a:pt x="3323623" y="175297"/>
                  </a:lnTo>
                  <a:lnTo>
                    <a:pt x="3395876" y="176458"/>
                  </a:lnTo>
                  <a:lnTo>
                    <a:pt x="3468129" y="177537"/>
                  </a:lnTo>
                  <a:lnTo>
                    <a:pt x="3540381" y="178540"/>
                  </a:lnTo>
                  <a:lnTo>
                    <a:pt x="3612634" y="179470"/>
                  </a:lnTo>
                  <a:lnTo>
                    <a:pt x="3684887" y="180331"/>
                  </a:lnTo>
                  <a:lnTo>
                    <a:pt x="3757139" y="181127"/>
                  </a:lnTo>
                  <a:lnTo>
                    <a:pt x="3829392" y="181860"/>
                  </a:lnTo>
                  <a:lnTo>
                    <a:pt x="3901645" y="182535"/>
                  </a:lnTo>
                  <a:lnTo>
                    <a:pt x="3973897" y="183156"/>
                  </a:lnTo>
                  <a:lnTo>
                    <a:pt x="4046150" y="183723"/>
                  </a:lnTo>
                  <a:lnTo>
                    <a:pt x="4118403" y="184242"/>
                  </a:lnTo>
                  <a:lnTo>
                    <a:pt x="4190656" y="184714"/>
                  </a:lnTo>
                  <a:lnTo>
                    <a:pt x="4262908" y="185142"/>
                  </a:lnTo>
                  <a:lnTo>
                    <a:pt x="4335161" y="185529"/>
                  </a:lnTo>
                  <a:lnTo>
                    <a:pt x="4407414" y="185876"/>
                  </a:lnTo>
                  <a:lnTo>
                    <a:pt x="4479666" y="186186"/>
                  </a:lnTo>
                  <a:lnTo>
                    <a:pt x="4551919" y="186461"/>
                  </a:lnTo>
                  <a:lnTo>
                    <a:pt x="4624172" y="186702"/>
                  </a:lnTo>
                  <a:lnTo>
                    <a:pt x="4696424" y="186913"/>
                  </a:lnTo>
                  <a:lnTo>
                    <a:pt x="4768677" y="187093"/>
                  </a:lnTo>
                  <a:lnTo>
                    <a:pt x="4840930" y="187246"/>
                  </a:lnTo>
                  <a:lnTo>
                    <a:pt x="4913182" y="187371"/>
                  </a:lnTo>
                  <a:lnTo>
                    <a:pt x="4985435" y="187472"/>
                  </a:lnTo>
                  <a:lnTo>
                    <a:pt x="5057688" y="187548"/>
                  </a:lnTo>
                  <a:lnTo>
                    <a:pt x="5129941" y="187601"/>
                  </a:lnTo>
                  <a:lnTo>
                    <a:pt x="5202193" y="187633"/>
                  </a:lnTo>
                  <a:lnTo>
                    <a:pt x="5274446" y="187645"/>
                  </a:lnTo>
                  <a:lnTo>
                    <a:pt x="5346699" y="187636"/>
                  </a:lnTo>
                  <a:lnTo>
                    <a:pt x="5418951" y="187610"/>
                  </a:lnTo>
                  <a:lnTo>
                    <a:pt x="5491204" y="187565"/>
                  </a:lnTo>
                  <a:lnTo>
                    <a:pt x="5563457" y="187504"/>
                  </a:lnTo>
                  <a:lnTo>
                    <a:pt x="5635709" y="187427"/>
                  </a:lnTo>
                  <a:lnTo>
                    <a:pt x="5707962" y="187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139947"/>
              <a:ext cx="5707962" cy="304445"/>
            </a:xfrm>
            <a:custGeom>
              <a:avLst/>
              <a:pathLst>
                <a:path w="5707962" h="304445">
                  <a:moveTo>
                    <a:pt x="5707962" y="304445"/>
                  </a:moveTo>
                  <a:lnTo>
                    <a:pt x="5635709" y="298127"/>
                  </a:lnTo>
                  <a:lnTo>
                    <a:pt x="5563457" y="291825"/>
                  </a:lnTo>
                  <a:lnTo>
                    <a:pt x="5491204" y="285539"/>
                  </a:lnTo>
                  <a:lnTo>
                    <a:pt x="5418951" y="279269"/>
                  </a:lnTo>
                  <a:lnTo>
                    <a:pt x="5346699" y="273017"/>
                  </a:lnTo>
                  <a:lnTo>
                    <a:pt x="5274446" y="266784"/>
                  </a:lnTo>
                  <a:lnTo>
                    <a:pt x="5202193" y="260570"/>
                  </a:lnTo>
                  <a:lnTo>
                    <a:pt x="5129941" y="254377"/>
                  </a:lnTo>
                  <a:lnTo>
                    <a:pt x="5057688" y="248206"/>
                  </a:lnTo>
                  <a:lnTo>
                    <a:pt x="4985435" y="242057"/>
                  </a:lnTo>
                  <a:lnTo>
                    <a:pt x="4913182" y="235932"/>
                  </a:lnTo>
                  <a:lnTo>
                    <a:pt x="4840930" y="229833"/>
                  </a:lnTo>
                  <a:lnTo>
                    <a:pt x="4768677" y="223760"/>
                  </a:lnTo>
                  <a:lnTo>
                    <a:pt x="4696424" y="217715"/>
                  </a:lnTo>
                  <a:lnTo>
                    <a:pt x="4624172" y="211701"/>
                  </a:lnTo>
                  <a:lnTo>
                    <a:pt x="4551919" y="205717"/>
                  </a:lnTo>
                  <a:lnTo>
                    <a:pt x="4479666" y="199767"/>
                  </a:lnTo>
                  <a:lnTo>
                    <a:pt x="4407414" y="193852"/>
                  </a:lnTo>
                  <a:lnTo>
                    <a:pt x="4335161" y="187974"/>
                  </a:lnTo>
                  <a:lnTo>
                    <a:pt x="4262908" y="182136"/>
                  </a:lnTo>
                  <a:lnTo>
                    <a:pt x="4190656" y="176339"/>
                  </a:lnTo>
                  <a:lnTo>
                    <a:pt x="4118403" y="170586"/>
                  </a:lnTo>
                  <a:lnTo>
                    <a:pt x="4046150" y="164879"/>
                  </a:lnTo>
                  <a:lnTo>
                    <a:pt x="3973897" y="159222"/>
                  </a:lnTo>
                  <a:lnTo>
                    <a:pt x="3901645" y="153617"/>
                  </a:lnTo>
                  <a:lnTo>
                    <a:pt x="3829392" y="148067"/>
                  </a:lnTo>
                  <a:lnTo>
                    <a:pt x="3757139" y="142576"/>
                  </a:lnTo>
                  <a:lnTo>
                    <a:pt x="3684887" y="137146"/>
                  </a:lnTo>
                  <a:lnTo>
                    <a:pt x="3612634" y="131782"/>
                  </a:lnTo>
                  <a:lnTo>
                    <a:pt x="3540381" y="126487"/>
                  </a:lnTo>
                  <a:lnTo>
                    <a:pt x="3468129" y="121265"/>
                  </a:lnTo>
                  <a:lnTo>
                    <a:pt x="3395876" y="116119"/>
                  </a:lnTo>
                  <a:lnTo>
                    <a:pt x="3323623" y="111055"/>
                  </a:lnTo>
                  <a:lnTo>
                    <a:pt x="3251371" y="106077"/>
                  </a:lnTo>
                  <a:lnTo>
                    <a:pt x="3179118" y="101188"/>
                  </a:lnTo>
                  <a:lnTo>
                    <a:pt x="3106865" y="96393"/>
                  </a:lnTo>
                  <a:lnTo>
                    <a:pt x="3034612" y="91697"/>
                  </a:lnTo>
                  <a:lnTo>
                    <a:pt x="2962360" y="87104"/>
                  </a:lnTo>
                  <a:lnTo>
                    <a:pt x="2890107" y="82619"/>
                  </a:lnTo>
                  <a:lnTo>
                    <a:pt x="2817854" y="78246"/>
                  </a:lnTo>
                  <a:lnTo>
                    <a:pt x="2745602" y="73989"/>
                  </a:lnTo>
                  <a:lnTo>
                    <a:pt x="2673349" y="69852"/>
                  </a:lnTo>
                  <a:lnTo>
                    <a:pt x="2601096" y="65839"/>
                  </a:lnTo>
                  <a:lnTo>
                    <a:pt x="2528844" y="61954"/>
                  </a:lnTo>
                  <a:lnTo>
                    <a:pt x="2456591" y="58199"/>
                  </a:lnTo>
                  <a:lnTo>
                    <a:pt x="2384338" y="54577"/>
                  </a:lnTo>
                  <a:lnTo>
                    <a:pt x="2312086" y="51090"/>
                  </a:lnTo>
                  <a:lnTo>
                    <a:pt x="2239833" y="47740"/>
                  </a:lnTo>
                  <a:lnTo>
                    <a:pt x="2167580" y="44528"/>
                  </a:lnTo>
                  <a:lnTo>
                    <a:pt x="2095328" y="41453"/>
                  </a:lnTo>
                  <a:lnTo>
                    <a:pt x="2023075" y="38517"/>
                  </a:lnTo>
                  <a:lnTo>
                    <a:pt x="1950822" y="35718"/>
                  </a:lnTo>
                  <a:lnTo>
                    <a:pt x="1878569" y="33055"/>
                  </a:lnTo>
                  <a:lnTo>
                    <a:pt x="1806317" y="30525"/>
                  </a:lnTo>
                  <a:lnTo>
                    <a:pt x="1734064" y="28128"/>
                  </a:lnTo>
                  <a:lnTo>
                    <a:pt x="1661811" y="25859"/>
                  </a:lnTo>
                  <a:lnTo>
                    <a:pt x="1589559" y="23716"/>
                  </a:lnTo>
                  <a:lnTo>
                    <a:pt x="1517306" y="21694"/>
                  </a:lnTo>
                  <a:lnTo>
                    <a:pt x="1445053" y="19791"/>
                  </a:lnTo>
                  <a:lnTo>
                    <a:pt x="1372801" y="18002"/>
                  </a:lnTo>
                  <a:lnTo>
                    <a:pt x="1300548" y="16322"/>
                  </a:lnTo>
                  <a:lnTo>
                    <a:pt x="1228295" y="14747"/>
                  </a:lnTo>
                  <a:lnTo>
                    <a:pt x="1156043" y="13273"/>
                  </a:lnTo>
                  <a:lnTo>
                    <a:pt x="1083790" y="11896"/>
                  </a:lnTo>
                  <a:lnTo>
                    <a:pt x="1011537" y="10610"/>
                  </a:lnTo>
                  <a:lnTo>
                    <a:pt x="939284" y="9411"/>
                  </a:lnTo>
                  <a:lnTo>
                    <a:pt x="867032" y="8296"/>
                  </a:lnTo>
                  <a:lnTo>
                    <a:pt x="794779" y="7259"/>
                  </a:lnTo>
                  <a:lnTo>
                    <a:pt x="722526" y="6297"/>
                  </a:lnTo>
                  <a:lnTo>
                    <a:pt x="650274" y="5406"/>
                  </a:lnTo>
                  <a:lnTo>
                    <a:pt x="578021" y="4581"/>
                  </a:lnTo>
                  <a:lnTo>
                    <a:pt x="505768" y="3821"/>
                  </a:lnTo>
                  <a:lnTo>
                    <a:pt x="433516" y="3120"/>
                  </a:lnTo>
                  <a:lnTo>
                    <a:pt x="361263" y="2475"/>
                  </a:lnTo>
                  <a:lnTo>
                    <a:pt x="289010" y="1884"/>
                  </a:lnTo>
                  <a:lnTo>
                    <a:pt x="216758" y="1344"/>
                  </a:lnTo>
                  <a:lnTo>
                    <a:pt x="144505" y="852"/>
                  </a:lnTo>
                  <a:lnTo>
                    <a:pt x="72252" y="4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94989"/>
              <a:ext cx="5707962" cy="245890"/>
            </a:xfrm>
            <a:custGeom>
              <a:avLst/>
              <a:pathLst>
                <a:path w="5707962" h="245890">
                  <a:moveTo>
                    <a:pt x="0" y="0"/>
                  </a:moveTo>
                  <a:lnTo>
                    <a:pt x="72252" y="3112"/>
                  </a:lnTo>
                  <a:lnTo>
                    <a:pt x="144505" y="6225"/>
                  </a:lnTo>
                  <a:lnTo>
                    <a:pt x="216758" y="9337"/>
                  </a:lnTo>
                  <a:lnTo>
                    <a:pt x="289010" y="12450"/>
                  </a:lnTo>
                  <a:lnTo>
                    <a:pt x="361263" y="15562"/>
                  </a:lnTo>
                  <a:lnTo>
                    <a:pt x="433516" y="18675"/>
                  </a:lnTo>
                  <a:lnTo>
                    <a:pt x="505768" y="21787"/>
                  </a:lnTo>
                  <a:lnTo>
                    <a:pt x="578021" y="24900"/>
                  </a:lnTo>
                  <a:lnTo>
                    <a:pt x="650274" y="28012"/>
                  </a:lnTo>
                  <a:lnTo>
                    <a:pt x="722526" y="31125"/>
                  </a:lnTo>
                  <a:lnTo>
                    <a:pt x="794779" y="34237"/>
                  </a:lnTo>
                  <a:lnTo>
                    <a:pt x="867032" y="37350"/>
                  </a:lnTo>
                  <a:lnTo>
                    <a:pt x="939284" y="40462"/>
                  </a:lnTo>
                  <a:lnTo>
                    <a:pt x="1011537" y="43575"/>
                  </a:lnTo>
                  <a:lnTo>
                    <a:pt x="1083790" y="46687"/>
                  </a:lnTo>
                  <a:lnTo>
                    <a:pt x="1156043" y="49800"/>
                  </a:lnTo>
                  <a:lnTo>
                    <a:pt x="1228295" y="52913"/>
                  </a:lnTo>
                  <a:lnTo>
                    <a:pt x="1300548" y="56025"/>
                  </a:lnTo>
                  <a:lnTo>
                    <a:pt x="1372801" y="59138"/>
                  </a:lnTo>
                  <a:lnTo>
                    <a:pt x="1445053" y="62250"/>
                  </a:lnTo>
                  <a:lnTo>
                    <a:pt x="1517306" y="65363"/>
                  </a:lnTo>
                  <a:lnTo>
                    <a:pt x="1589559" y="68475"/>
                  </a:lnTo>
                  <a:lnTo>
                    <a:pt x="1661811" y="71588"/>
                  </a:lnTo>
                  <a:lnTo>
                    <a:pt x="1734064" y="74700"/>
                  </a:lnTo>
                  <a:lnTo>
                    <a:pt x="1806317" y="77813"/>
                  </a:lnTo>
                  <a:lnTo>
                    <a:pt x="1878569" y="80925"/>
                  </a:lnTo>
                  <a:lnTo>
                    <a:pt x="1950822" y="84038"/>
                  </a:lnTo>
                  <a:lnTo>
                    <a:pt x="2023075" y="87150"/>
                  </a:lnTo>
                  <a:lnTo>
                    <a:pt x="2095328" y="90263"/>
                  </a:lnTo>
                  <a:lnTo>
                    <a:pt x="2167580" y="93375"/>
                  </a:lnTo>
                  <a:lnTo>
                    <a:pt x="2239833" y="96488"/>
                  </a:lnTo>
                  <a:lnTo>
                    <a:pt x="2312086" y="99601"/>
                  </a:lnTo>
                  <a:lnTo>
                    <a:pt x="2384338" y="102713"/>
                  </a:lnTo>
                  <a:lnTo>
                    <a:pt x="2456591" y="105826"/>
                  </a:lnTo>
                  <a:lnTo>
                    <a:pt x="2528844" y="108938"/>
                  </a:lnTo>
                  <a:lnTo>
                    <a:pt x="2601096" y="112051"/>
                  </a:lnTo>
                  <a:lnTo>
                    <a:pt x="2673349" y="115163"/>
                  </a:lnTo>
                  <a:lnTo>
                    <a:pt x="2745602" y="118276"/>
                  </a:lnTo>
                  <a:lnTo>
                    <a:pt x="2817854" y="121388"/>
                  </a:lnTo>
                  <a:lnTo>
                    <a:pt x="2890107" y="124501"/>
                  </a:lnTo>
                  <a:lnTo>
                    <a:pt x="2962360" y="127613"/>
                  </a:lnTo>
                  <a:lnTo>
                    <a:pt x="3034612" y="130726"/>
                  </a:lnTo>
                  <a:lnTo>
                    <a:pt x="3106865" y="133838"/>
                  </a:lnTo>
                  <a:lnTo>
                    <a:pt x="3179118" y="136951"/>
                  </a:lnTo>
                  <a:lnTo>
                    <a:pt x="3251371" y="140063"/>
                  </a:lnTo>
                  <a:lnTo>
                    <a:pt x="3323623" y="143176"/>
                  </a:lnTo>
                  <a:lnTo>
                    <a:pt x="3395876" y="146288"/>
                  </a:lnTo>
                  <a:lnTo>
                    <a:pt x="3468129" y="149401"/>
                  </a:lnTo>
                  <a:lnTo>
                    <a:pt x="3540381" y="152514"/>
                  </a:lnTo>
                  <a:lnTo>
                    <a:pt x="3612634" y="155626"/>
                  </a:lnTo>
                  <a:lnTo>
                    <a:pt x="3684887" y="158739"/>
                  </a:lnTo>
                  <a:lnTo>
                    <a:pt x="3757139" y="161851"/>
                  </a:lnTo>
                  <a:lnTo>
                    <a:pt x="3829392" y="164964"/>
                  </a:lnTo>
                  <a:lnTo>
                    <a:pt x="3901645" y="168076"/>
                  </a:lnTo>
                  <a:lnTo>
                    <a:pt x="3973897" y="171189"/>
                  </a:lnTo>
                  <a:lnTo>
                    <a:pt x="4046150" y="174301"/>
                  </a:lnTo>
                  <a:lnTo>
                    <a:pt x="4118403" y="177414"/>
                  </a:lnTo>
                  <a:lnTo>
                    <a:pt x="4190656" y="180526"/>
                  </a:lnTo>
                  <a:lnTo>
                    <a:pt x="4262908" y="183639"/>
                  </a:lnTo>
                  <a:lnTo>
                    <a:pt x="4335161" y="186751"/>
                  </a:lnTo>
                  <a:lnTo>
                    <a:pt x="4407414" y="189864"/>
                  </a:lnTo>
                  <a:lnTo>
                    <a:pt x="4479666" y="192976"/>
                  </a:lnTo>
                  <a:lnTo>
                    <a:pt x="4551919" y="196089"/>
                  </a:lnTo>
                  <a:lnTo>
                    <a:pt x="4624172" y="199202"/>
                  </a:lnTo>
                  <a:lnTo>
                    <a:pt x="4696424" y="202314"/>
                  </a:lnTo>
                  <a:lnTo>
                    <a:pt x="4768677" y="205427"/>
                  </a:lnTo>
                  <a:lnTo>
                    <a:pt x="4840930" y="208539"/>
                  </a:lnTo>
                  <a:lnTo>
                    <a:pt x="4913182" y="211652"/>
                  </a:lnTo>
                  <a:lnTo>
                    <a:pt x="4985435" y="214764"/>
                  </a:lnTo>
                  <a:lnTo>
                    <a:pt x="5057688" y="217877"/>
                  </a:lnTo>
                  <a:lnTo>
                    <a:pt x="5129941" y="220989"/>
                  </a:lnTo>
                  <a:lnTo>
                    <a:pt x="5202193" y="224102"/>
                  </a:lnTo>
                  <a:lnTo>
                    <a:pt x="5274446" y="227214"/>
                  </a:lnTo>
                  <a:lnTo>
                    <a:pt x="5346699" y="230327"/>
                  </a:lnTo>
                  <a:lnTo>
                    <a:pt x="5418951" y="233439"/>
                  </a:lnTo>
                  <a:lnTo>
                    <a:pt x="5491204" y="236552"/>
                  </a:lnTo>
                  <a:lnTo>
                    <a:pt x="5563457" y="239664"/>
                  </a:lnTo>
                  <a:lnTo>
                    <a:pt x="5635709" y="242777"/>
                  </a:lnTo>
                  <a:lnTo>
                    <a:pt x="5707962" y="24589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9937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327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653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645940" y="47195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645940" y="46092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645940" y="46466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932418" y="45368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932418" y="44767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932418" y="45983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468397" y="46442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468397" y="468463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468397" y="46677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05766" y="482637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705766" y="463966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705766" y="47569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214248" y="4990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214248" y="444808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214248" y="481504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548226" y="51018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548226" y="51502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48226" y="50466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9158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2186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9247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552485"/>
              <a:ext cx="5707962" cy="661985"/>
            </a:xfrm>
            <a:custGeom>
              <a:avLst/>
              <a:pathLst>
                <a:path w="5707962" h="661985">
                  <a:moveTo>
                    <a:pt x="0" y="0"/>
                  </a:moveTo>
                  <a:lnTo>
                    <a:pt x="72252" y="6935"/>
                  </a:lnTo>
                  <a:lnTo>
                    <a:pt x="144505" y="13834"/>
                  </a:lnTo>
                  <a:lnTo>
                    <a:pt x="216758" y="20695"/>
                  </a:lnTo>
                  <a:lnTo>
                    <a:pt x="289010" y="27515"/>
                  </a:lnTo>
                  <a:lnTo>
                    <a:pt x="361263" y="34293"/>
                  </a:lnTo>
                  <a:lnTo>
                    <a:pt x="433516" y="41025"/>
                  </a:lnTo>
                  <a:lnTo>
                    <a:pt x="505768" y="47709"/>
                  </a:lnTo>
                  <a:lnTo>
                    <a:pt x="578021" y="54342"/>
                  </a:lnTo>
                  <a:lnTo>
                    <a:pt x="650274" y="60922"/>
                  </a:lnTo>
                  <a:lnTo>
                    <a:pt x="722526" y="67445"/>
                  </a:lnTo>
                  <a:lnTo>
                    <a:pt x="794779" y="73908"/>
                  </a:lnTo>
                  <a:lnTo>
                    <a:pt x="867032" y="80307"/>
                  </a:lnTo>
                  <a:lnTo>
                    <a:pt x="939284" y="86640"/>
                  </a:lnTo>
                  <a:lnTo>
                    <a:pt x="1011537" y="92902"/>
                  </a:lnTo>
                  <a:lnTo>
                    <a:pt x="1083790" y="99090"/>
                  </a:lnTo>
                  <a:lnTo>
                    <a:pt x="1156043" y="105200"/>
                  </a:lnTo>
                  <a:lnTo>
                    <a:pt x="1228295" y="111229"/>
                  </a:lnTo>
                  <a:lnTo>
                    <a:pt x="1300548" y="117172"/>
                  </a:lnTo>
                  <a:lnTo>
                    <a:pt x="1372801" y="123027"/>
                  </a:lnTo>
                  <a:lnTo>
                    <a:pt x="1445053" y="128788"/>
                  </a:lnTo>
                  <a:lnTo>
                    <a:pt x="1517306" y="134452"/>
                  </a:lnTo>
                  <a:lnTo>
                    <a:pt x="1589559" y="140017"/>
                  </a:lnTo>
                  <a:lnTo>
                    <a:pt x="1661811" y="145478"/>
                  </a:lnTo>
                  <a:lnTo>
                    <a:pt x="1734064" y="150833"/>
                  </a:lnTo>
                  <a:lnTo>
                    <a:pt x="1806317" y="156078"/>
                  </a:lnTo>
                  <a:lnTo>
                    <a:pt x="1878569" y="161212"/>
                  </a:lnTo>
                  <a:lnTo>
                    <a:pt x="1950822" y="166232"/>
                  </a:lnTo>
                  <a:lnTo>
                    <a:pt x="2023075" y="171137"/>
                  </a:lnTo>
                  <a:lnTo>
                    <a:pt x="2095328" y="175926"/>
                  </a:lnTo>
                  <a:lnTo>
                    <a:pt x="2167580" y="180598"/>
                  </a:lnTo>
                  <a:lnTo>
                    <a:pt x="2239833" y="185152"/>
                  </a:lnTo>
                  <a:lnTo>
                    <a:pt x="2312086" y="189590"/>
                  </a:lnTo>
                  <a:lnTo>
                    <a:pt x="2384338" y="193912"/>
                  </a:lnTo>
                  <a:lnTo>
                    <a:pt x="2456591" y="198119"/>
                  </a:lnTo>
                  <a:lnTo>
                    <a:pt x="2528844" y="202214"/>
                  </a:lnTo>
                  <a:lnTo>
                    <a:pt x="2601096" y="206198"/>
                  </a:lnTo>
                  <a:lnTo>
                    <a:pt x="2673349" y="210074"/>
                  </a:lnTo>
                  <a:lnTo>
                    <a:pt x="2745602" y="213845"/>
                  </a:lnTo>
                  <a:lnTo>
                    <a:pt x="2817854" y="217513"/>
                  </a:lnTo>
                  <a:lnTo>
                    <a:pt x="2890107" y="221084"/>
                  </a:lnTo>
                  <a:lnTo>
                    <a:pt x="2962360" y="224559"/>
                  </a:lnTo>
                  <a:lnTo>
                    <a:pt x="3034612" y="227943"/>
                  </a:lnTo>
                  <a:lnTo>
                    <a:pt x="3106865" y="231240"/>
                  </a:lnTo>
                  <a:lnTo>
                    <a:pt x="3179118" y="234453"/>
                  </a:lnTo>
                  <a:lnTo>
                    <a:pt x="3251371" y="237586"/>
                  </a:lnTo>
                  <a:lnTo>
                    <a:pt x="3323623" y="240642"/>
                  </a:lnTo>
                  <a:lnTo>
                    <a:pt x="3395876" y="243627"/>
                  </a:lnTo>
                  <a:lnTo>
                    <a:pt x="3468129" y="246543"/>
                  </a:lnTo>
                  <a:lnTo>
                    <a:pt x="3540381" y="249393"/>
                  </a:lnTo>
                  <a:lnTo>
                    <a:pt x="3612634" y="252182"/>
                  </a:lnTo>
                  <a:lnTo>
                    <a:pt x="3684887" y="254912"/>
                  </a:lnTo>
                  <a:lnTo>
                    <a:pt x="3757139" y="257586"/>
                  </a:lnTo>
                  <a:lnTo>
                    <a:pt x="3829392" y="260208"/>
                  </a:lnTo>
                  <a:lnTo>
                    <a:pt x="3901645" y="262781"/>
                  </a:lnTo>
                  <a:lnTo>
                    <a:pt x="3973897" y="265307"/>
                  </a:lnTo>
                  <a:lnTo>
                    <a:pt x="4046150" y="267788"/>
                  </a:lnTo>
                  <a:lnTo>
                    <a:pt x="4118403" y="270228"/>
                  </a:lnTo>
                  <a:lnTo>
                    <a:pt x="4190656" y="272628"/>
                  </a:lnTo>
                  <a:lnTo>
                    <a:pt x="4262908" y="274991"/>
                  </a:lnTo>
                  <a:lnTo>
                    <a:pt x="4335161" y="277319"/>
                  </a:lnTo>
                  <a:lnTo>
                    <a:pt x="4407414" y="279613"/>
                  </a:lnTo>
                  <a:lnTo>
                    <a:pt x="4479666" y="281876"/>
                  </a:lnTo>
                  <a:lnTo>
                    <a:pt x="4551919" y="284110"/>
                  </a:lnTo>
                  <a:lnTo>
                    <a:pt x="4624172" y="286315"/>
                  </a:lnTo>
                  <a:lnTo>
                    <a:pt x="4696424" y="288493"/>
                  </a:lnTo>
                  <a:lnTo>
                    <a:pt x="4768677" y="290646"/>
                  </a:lnTo>
                  <a:lnTo>
                    <a:pt x="4840930" y="292775"/>
                  </a:lnTo>
                  <a:lnTo>
                    <a:pt x="4913182" y="294882"/>
                  </a:lnTo>
                  <a:lnTo>
                    <a:pt x="4985435" y="296967"/>
                  </a:lnTo>
                  <a:lnTo>
                    <a:pt x="5057688" y="299032"/>
                  </a:lnTo>
                  <a:lnTo>
                    <a:pt x="5129941" y="301077"/>
                  </a:lnTo>
                  <a:lnTo>
                    <a:pt x="5202193" y="303104"/>
                  </a:lnTo>
                  <a:lnTo>
                    <a:pt x="5274446" y="305114"/>
                  </a:lnTo>
                  <a:lnTo>
                    <a:pt x="5346699" y="307107"/>
                  </a:lnTo>
                  <a:lnTo>
                    <a:pt x="5418951" y="309084"/>
                  </a:lnTo>
                  <a:lnTo>
                    <a:pt x="5491204" y="311047"/>
                  </a:lnTo>
                  <a:lnTo>
                    <a:pt x="5563457" y="312995"/>
                  </a:lnTo>
                  <a:lnTo>
                    <a:pt x="5635709" y="314929"/>
                  </a:lnTo>
                  <a:lnTo>
                    <a:pt x="5707962" y="316851"/>
                  </a:lnTo>
                  <a:lnTo>
                    <a:pt x="5707962" y="661985"/>
                  </a:lnTo>
                  <a:lnTo>
                    <a:pt x="5635709" y="654628"/>
                  </a:lnTo>
                  <a:lnTo>
                    <a:pt x="5563457" y="647284"/>
                  </a:lnTo>
                  <a:lnTo>
                    <a:pt x="5491204" y="639954"/>
                  </a:lnTo>
                  <a:lnTo>
                    <a:pt x="5418951" y="632637"/>
                  </a:lnTo>
                  <a:lnTo>
                    <a:pt x="5346699" y="625336"/>
                  </a:lnTo>
                  <a:lnTo>
                    <a:pt x="5274446" y="618051"/>
                  </a:lnTo>
                  <a:lnTo>
                    <a:pt x="5202193" y="610782"/>
                  </a:lnTo>
                  <a:lnTo>
                    <a:pt x="5129941" y="603530"/>
                  </a:lnTo>
                  <a:lnTo>
                    <a:pt x="5057688" y="596297"/>
                  </a:lnTo>
                  <a:lnTo>
                    <a:pt x="4985435" y="589083"/>
                  </a:lnTo>
                  <a:lnTo>
                    <a:pt x="4913182" y="581890"/>
                  </a:lnTo>
                  <a:lnTo>
                    <a:pt x="4840930" y="574718"/>
                  </a:lnTo>
                  <a:lnTo>
                    <a:pt x="4768677" y="567569"/>
                  </a:lnTo>
                  <a:lnTo>
                    <a:pt x="4696424" y="560443"/>
                  </a:lnTo>
                  <a:lnTo>
                    <a:pt x="4624172" y="553343"/>
                  </a:lnTo>
                  <a:lnTo>
                    <a:pt x="4551919" y="546270"/>
                  </a:lnTo>
                  <a:lnTo>
                    <a:pt x="4479666" y="539224"/>
                  </a:lnTo>
                  <a:lnTo>
                    <a:pt x="4407414" y="532209"/>
                  </a:lnTo>
                  <a:lnTo>
                    <a:pt x="4335161" y="525224"/>
                  </a:lnTo>
                  <a:lnTo>
                    <a:pt x="4262908" y="518274"/>
                  </a:lnTo>
                  <a:lnTo>
                    <a:pt x="4190656" y="511358"/>
                  </a:lnTo>
                  <a:lnTo>
                    <a:pt x="4118403" y="504480"/>
                  </a:lnTo>
                  <a:lnTo>
                    <a:pt x="4046150" y="497641"/>
                  </a:lnTo>
                  <a:lnTo>
                    <a:pt x="3973897" y="490844"/>
                  </a:lnTo>
                  <a:lnTo>
                    <a:pt x="3901645" y="484091"/>
                  </a:lnTo>
                  <a:lnTo>
                    <a:pt x="3829392" y="477385"/>
                  </a:lnTo>
                  <a:lnTo>
                    <a:pt x="3757139" y="470729"/>
                  </a:lnTo>
                  <a:lnTo>
                    <a:pt x="3684887" y="464125"/>
                  </a:lnTo>
                  <a:lnTo>
                    <a:pt x="3612634" y="457576"/>
                  </a:lnTo>
                  <a:lnTo>
                    <a:pt x="3540381" y="451086"/>
                  </a:lnTo>
                  <a:lnTo>
                    <a:pt x="3468129" y="444658"/>
                  </a:lnTo>
                  <a:lnTo>
                    <a:pt x="3395876" y="438295"/>
                  </a:lnTo>
                  <a:lnTo>
                    <a:pt x="3323623" y="432001"/>
                  </a:lnTo>
                  <a:lnTo>
                    <a:pt x="3251371" y="425780"/>
                  </a:lnTo>
                  <a:lnTo>
                    <a:pt x="3179118" y="419634"/>
                  </a:lnTo>
                  <a:lnTo>
                    <a:pt x="3106865" y="413568"/>
                  </a:lnTo>
                  <a:lnTo>
                    <a:pt x="3034612" y="407586"/>
                  </a:lnTo>
                  <a:lnTo>
                    <a:pt x="2962360" y="401692"/>
                  </a:lnTo>
                  <a:lnTo>
                    <a:pt x="2890107" y="395889"/>
                  </a:lnTo>
                  <a:lnTo>
                    <a:pt x="2817854" y="390181"/>
                  </a:lnTo>
                  <a:lnTo>
                    <a:pt x="2745602" y="384571"/>
                  </a:lnTo>
                  <a:lnTo>
                    <a:pt x="2673349" y="379063"/>
                  </a:lnTo>
                  <a:lnTo>
                    <a:pt x="2601096" y="373661"/>
                  </a:lnTo>
                  <a:lnTo>
                    <a:pt x="2528844" y="368366"/>
                  </a:lnTo>
                  <a:lnTo>
                    <a:pt x="2456591" y="363182"/>
                  </a:lnTo>
                  <a:lnTo>
                    <a:pt x="2384338" y="358111"/>
                  </a:lnTo>
                  <a:lnTo>
                    <a:pt x="2312086" y="353154"/>
                  </a:lnTo>
                  <a:lnTo>
                    <a:pt x="2239833" y="348313"/>
                  </a:lnTo>
                  <a:lnTo>
                    <a:pt x="2167580" y="343589"/>
                  </a:lnTo>
                  <a:lnTo>
                    <a:pt x="2095328" y="338982"/>
                  </a:lnTo>
                  <a:lnTo>
                    <a:pt x="2023075" y="334493"/>
                  </a:lnTo>
                  <a:lnTo>
                    <a:pt x="1950822" y="330119"/>
                  </a:lnTo>
                  <a:lnTo>
                    <a:pt x="1878569" y="325861"/>
                  </a:lnTo>
                  <a:lnTo>
                    <a:pt x="1806317" y="321716"/>
                  </a:lnTo>
                  <a:lnTo>
                    <a:pt x="1734064" y="317683"/>
                  </a:lnTo>
                  <a:lnTo>
                    <a:pt x="1661811" y="313759"/>
                  </a:lnTo>
                  <a:lnTo>
                    <a:pt x="1589559" y="309942"/>
                  </a:lnTo>
                  <a:lnTo>
                    <a:pt x="1517306" y="306228"/>
                  </a:lnTo>
                  <a:lnTo>
                    <a:pt x="1445053" y="302614"/>
                  </a:lnTo>
                  <a:lnTo>
                    <a:pt x="1372801" y="299096"/>
                  </a:lnTo>
                  <a:lnTo>
                    <a:pt x="1300548" y="295672"/>
                  </a:lnTo>
                  <a:lnTo>
                    <a:pt x="1228295" y="292337"/>
                  </a:lnTo>
                  <a:lnTo>
                    <a:pt x="1156043" y="289087"/>
                  </a:lnTo>
                  <a:lnTo>
                    <a:pt x="1083790" y="285919"/>
                  </a:lnTo>
                  <a:lnTo>
                    <a:pt x="1011537" y="282828"/>
                  </a:lnTo>
                  <a:lnTo>
                    <a:pt x="939284" y="279812"/>
                  </a:lnTo>
                  <a:lnTo>
                    <a:pt x="867032" y="276866"/>
                  </a:lnTo>
                  <a:lnTo>
                    <a:pt x="794779" y="273987"/>
                  </a:lnTo>
                  <a:lnTo>
                    <a:pt x="722526" y="271171"/>
                  </a:lnTo>
                  <a:lnTo>
                    <a:pt x="650274" y="268416"/>
                  </a:lnTo>
                  <a:lnTo>
                    <a:pt x="578021" y="265717"/>
                  </a:lnTo>
                  <a:lnTo>
                    <a:pt x="505768" y="263071"/>
                  </a:lnTo>
                  <a:lnTo>
                    <a:pt x="433516" y="260477"/>
                  </a:lnTo>
                  <a:lnTo>
                    <a:pt x="361263" y="257931"/>
                  </a:lnTo>
                  <a:lnTo>
                    <a:pt x="289010" y="255430"/>
                  </a:lnTo>
                  <a:lnTo>
                    <a:pt x="216758" y="252971"/>
                  </a:lnTo>
                  <a:lnTo>
                    <a:pt x="144505" y="250554"/>
                  </a:lnTo>
                  <a:lnTo>
                    <a:pt x="72252" y="248174"/>
                  </a:lnTo>
                  <a:lnTo>
                    <a:pt x="0" y="245831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552485"/>
              <a:ext cx="5707962" cy="316851"/>
            </a:xfrm>
            <a:custGeom>
              <a:avLst/>
              <a:pathLst>
                <a:path w="5707962" h="316851">
                  <a:moveTo>
                    <a:pt x="0" y="0"/>
                  </a:moveTo>
                  <a:lnTo>
                    <a:pt x="72252" y="6935"/>
                  </a:lnTo>
                  <a:lnTo>
                    <a:pt x="144505" y="13834"/>
                  </a:lnTo>
                  <a:lnTo>
                    <a:pt x="216758" y="20695"/>
                  </a:lnTo>
                  <a:lnTo>
                    <a:pt x="289010" y="27515"/>
                  </a:lnTo>
                  <a:lnTo>
                    <a:pt x="361263" y="34293"/>
                  </a:lnTo>
                  <a:lnTo>
                    <a:pt x="433516" y="41025"/>
                  </a:lnTo>
                  <a:lnTo>
                    <a:pt x="505768" y="47709"/>
                  </a:lnTo>
                  <a:lnTo>
                    <a:pt x="578021" y="54342"/>
                  </a:lnTo>
                  <a:lnTo>
                    <a:pt x="650274" y="60922"/>
                  </a:lnTo>
                  <a:lnTo>
                    <a:pt x="722526" y="67445"/>
                  </a:lnTo>
                  <a:lnTo>
                    <a:pt x="794779" y="73908"/>
                  </a:lnTo>
                  <a:lnTo>
                    <a:pt x="867032" y="80307"/>
                  </a:lnTo>
                  <a:lnTo>
                    <a:pt x="939284" y="86640"/>
                  </a:lnTo>
                  <a:lnTo>
                    <a:pt x="1011537" y="92902"/>
                  </a:lnTo>
                  <a:lnTo>
                    <a:pt x="1083790" y="99090"/>
                  </a:lnTo>
                  <a:lnTo>
                    <a:pt x="1156043" y="105200"/>
                  </a:lnTo>
                  <a:lnTo>
                    <a:pt x="1228295" y="111229"/>
                  </a:lnTo>
                  <a:lnTo>
                    <a:pt x="1300548" y="117172"/>
                  </a:lnTo>
                  <a:lnTo>
                    <a:pt x="1372801" y="123027"/>
                  </a:lnTo>
                  <a:lnTo>
                    <a:pt x="1445053" y="128788"/>
                  </a:lnTo>
                  <a:lnTo>
                    <a:pt x="1517306" y="134452"/>
                  </a:lnTo>
                  <a:lnTo>
                    <a:pt x="1589559" y="140017"/>
                  </a:lnTo>
                  <a:lnTo>
                    <a:pt x="1661811" y="145478"/>
                  </a:lnTo>
                  <a:lnTo>
                    <a:pt x="1734064" y="150833"/>
                  </a:lnTo>
                  <a:lnTo>
                    <a:pt x="1806317" y="156078"/>
                  </a:lnTo>
                  <a:lnTo>
                    <a:pt x="1878569" y="161212"/>
                  </a:lnTo>
                  <a:lnTo>
                    <a:pt x="1950822" y="166232"/>
                  </a:lnTo>
                  <a:lnTo>
                    <a:pt x="2023075" y="171137"/>
                  </a:lnTo>
                  <a:lnTo>
                    <a:pt x="2095328" y="175926"/>
                  </a:lnTo>
                  <a:lnTo>
                    <a:pt x="2167580" y="180598"/>
                  </a:lnTo>
                  <a:lnTo>
                    <a:pt x="2239833" y="185152"/>
                  </a:lnTo>
                  <a:lnTo>
                    <a:pt x="2312086" y="189590"/>
                  </a:lnTo>
                  <a:lnTo>
                    <a:pt x="2384338" y="193912"/>
                  </a:lnTo>
                  <a:lnTo>
                    <a:pt x="2456591" y="198119"/>
                  </a:lnTo>
                  <a:lnTo>
                    <a:pt x="2528844" y="202214"/>
                  </a:lnTo>
                  <a:lnTo>
                    <a:pt x="2601096" y="206198"/>
                  </a:lnTo>
                  <a:lnTo>
                    <a:pt x="2673349" y="210074"/>
                  </a:lnTo>
                  <a:lnTo>
                    <a:pt x="2745602" y="213845"/>
                  </a:lnTo>
                  <a:lnTo>
                    <a:pt x="2817854" y="217513"/>
                  </a:lnTo>
                  <a:lnTo>
                    <a:pt x="2890107" y="221084"/>
                  </a:lnTo>
                  <a:lnTo>
                    <a:pt x="2962360" y="224559"/>
                  </a:lnTo>
                  <a:lnTo>
                    <a:pt x="3034612" y="227943"/>
                  </a:lnTo>
                  <a:lnTo>
                    <a:pt x="3106865" y="231240"/>
                  </a:lnTo>
                  <a:lnTo>
                    <a:pt x="3179118" y="234453"/>
                  </a:lnTo>
                  <a:lnTo>
                    <a:pt x="3251371" y="237586"/>
                  </a:lnTo>
                  <a:lnTo>
                    <a:pt x="3323623" y="240642"/>
                  </a:lnTo>
                  <a:lnTo>
                    <a:pt x="3395876" y="243627"/>
                  </a:lnTo>
                  <a:lnTo>
                    <a:pt x="3468129" y="246543"/>
                  </a:lnTo>
                  <a:lnTo>
                    <a:pt x="3540381" y="249393"/>
                  </a:lnTo>
                  <a:lnTo>
                    <a:pt x="3612634" y="252182"/>
                  </a:lnTo>
                  <a:lnTo>
                    <a:pt x="3684887" y="254912"/>
                  </a:lnTo>
                  <a:lnTo>
                    <a:pt x="3757139" y="257586"/>
                  </a:lnTo>
                  <a:lnTo>
                    <a:pt x="3829392" y="260208"/>
                  </a:lnTo>
                  <a:lnTo>
                    <a:pt x="3901645" y="262781"/>
                  </a:lnTo>
                  <a:lnTo>
                    <a:pt x="3973897" y="265307"/>
                  </a:lnTo>
                  <a:lnTo>
                    <a:pt x="4046150" y="267788"/>
                  </a:lnTo>
                  <a:lnTo>
                    <a:pt x="4118403" y="270228"/>
                  </a:lnTo>
                  <a:lnTo>
                    <a:pt x="4190656" y="272628"/>
                  </a:lnTo>
                  <a:lnTo>
                    <a:pt x="4262908" y="274991"/>
                  </a:lnTo>
                  <a:lnTo>
                    <a:pt x="4335161" y="277319"/>
                  </a:lnTo>
                  <a:lnTo>
                    <a:pt x="4407414" y="279613"/>
                  </a:lnTo>
                  <a:lnTo>
                    <a:pt x="4479666" y="281876"/>
                  </a:lnTo>
                  <a:lnTo>
                    <a:pt x="4551919" y="284110"/>
                  </a:lnTo>
                  <a:lnTo>
                    <a:pt x="4624172" y="286315"/>
                  </a:lnTo>
                  <a:lnTo>
                    <a:pt x="4696424" y="288493"/>
                  </a:lnTo>
                  <a:lnTo>
                    <a:pt x="4768677" y="290646"/>
                  </a:lnTo>
                  <a:lnTo>
                    <a:pt x="4840930" y="292775"/>
                  </a:lnTo>
                  <a:lnTo>
                    <a:pt x="4913182" y="294882"/>
                  </a:lnTo>
                  <a:lnTo>
                    <a:pt x="4985435" y="296967"/>
                  </a:lnTo>
                  <a:lnTo>
                    <a:pt x="5057688" y="299032"/>
                  </a:lnTo>
                  <a:lnTo>
                    <a:pt x="5129941" y="301077"/>
                  </a:lnTo>
                  <a:lnTo>
                    <a:pt x="5202193" y="303104"/>
                  </a:lnTo>
                  <a:lnTo>
                    <a:pt x="5274446" y="305114"/>
                  </a:lnTo>
                  <a:lnTo>
                    <a:pt x="5346699" y="307107"/>
                  </a:lnTo>
                  <a:lnTo>
                    <a:pt x="5418951" y="309084"/>
                  </a:lnTo>
                  <a:lnTo>
                    <a:pt x="5491204" y="311047"/>
                  </a:lnTo>
                  <a:lnTo>
                    <a:pt x="5563457" y="312995"/>
                  </a:lnTo>
                  <a:lnTo>
                    <a:pt x="5635709" y="314929"/>
                  </a:lnTo>
                  <a:lnTo>
                    <a:pt x="5707962" y="3168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798317"/>
              <a:ext cx="5707962" cy="416153"/>
            </a:xfrm>
            <a:custGeom>
              <a:avLst/>
              <a:pathLst>
                <a:path w="5707962" h="416153">
                  <a:moveTo>
                    <a:pt x="5707962" y="416153"/>
                  </a:moveTo>
                  <a:lnTo>
                    <a:pt x="5635709" y="408796"/>
                  </a:lnTo>
                  <a:lnTo>
                    <a:pt x="5563457" y="401452"/>
                  </a:lnTo>
                  <a:lnTo>
                    <a:pt x="5491204" y="394122"/>
                  </a:lnTo>
                  <a:lnTo>
                    <a:pt x="5418951" y="386806"/>
                  </a:lnTo>
                  <a:lnTo>
                    <a:pt x="5346699" y="379505"/>
                  </a:lnTo>
                  <a:lnTo>
                    <a:pt x="5274446" y="372219"/>
                  </a:lnTo>
                  <a:lnTo>
                    <a:pt x="5202193" y="364950"/>
                  </a:lnTo>
                  <a:lnTo>
                    <a:pt x="5129941" y="357699"/>
                  </a:lnTo>
                  <a:lnTo>
                    <a:pt x="5057688" y="350466"/>
                  </a:lnTo>
                  <a:lnTo>
                    <a:pt x="4985435" y="343252"/>
                  </a:lnTo>
                  <a:lnTo>
                    <a:pt x="4913182" y="336058"/>
                  </a:lnTo>
                  <a:lnTo>
                    <a:pt x="4840930" y="328886"/>
                  </a:lnTo>
                  <a:lnTo>
                    <a:pt x="4768677" y="321737"/>
                  </a:lnTo>
                  <a:lnTo>
                    <a:pt x="4696424" y="314612"/>
                  </a:lnTo>
                  <a:lnTo>
                    <a:pt x="4624172" y="307511"/>
                  </a:lnTo>
                  <a:lnTo>
                    <a:pt x="4551919" y="300438"/>
                  </a:lnTo>
                  <a:lnTo>
                    <a:pt x="4479666" y="293393"/>
                  </a:lnTo>
                  <a:lnTo>
                    <a:pt x="4407414" y="286377"/>
                  </a:lnTo>
                  <a:lnTo>
                    <a:pt x="4335161" y="279393"/>
                  </a:lnTo>
                  <a:lnTo>
                    <a:pt x="4262908" y="272442"/>
                  </a:lnTo>
                  <a:lnTo>
                    <a:pt x="4190656" y="265526"/>
                  </a:lnTo>
                  <a:lnTo>
                    <a:pt x="4118403" y="258648"/>
                  </a:lnTo>
                  <a:lnTo>
                    <a:pt x="4046150" y="251809"/>
                  </a:lnTo>
                  <a:lnTo>
                    <a:pt x="3973897" y="245012"/>
                  </a:lnTo>
                  <a:lnTo>
                    <a:pt x="3901645" y="238260"/>
                  </a:lnTo>
                  <a:lnTo>
                    <a:pt x="3829392" y="231554"/>
                  </a:lnTo>
                  <a:lnTo>
                    <a:pt x="3757139" y="224897"/>
                  </a:lnTo>
                  <a:lnTo>
                    <a:pt x="3684887" y="218293"/>
                  </a:lnTo>
                  <a:lnTo>
                    <a:pt x="3612634" y="211745"/>
                  </a:lnTo>
                  <a:lnTo>
                    <a:pt x="3540381" y="205255"/>
                  </a:lnTo>
                  <a:lnTo>
                    <a:pt x="3468129" y="198827"/>
                  </a:lnTo>
                  <a:lnTo>
                    <a:pt x="3395876" y="192464"/>
                  </a:lnTo>
                  <a:lnTo>
                    <a:pt x="3323623" y="186170"/>
                  </a:lnTo>
                  <a:lnTo>
                    <a:pt x="3251371" y="179948"/>
                  </a:lnTo>
                  <a:lnTo>
                    <a:pt x="3179118" y="173802"/>
                  </a:lnTo>
                  <a:lnTo>
                    <a:pt x="3106865" y="167737"/>
                  </a:lnTo>
                  <a:lnTo>
                    <a:pt x="3034612" y="161755"/>
                  </a:lnTo>
                  <a:lnTo>
                    <a:pt x="2962360" y="155860"/>
                  </a:lnTo>
                  <a:lnTo>
                    <a:pt x="2890107" y="150057"/>
                  </a:lnTo>
                  <a:lnTo>
                    <a:pt x="2817854" y="144349"/>
                  </a:lnTo>
                  <a:lnTo>
                    <a:pt x="2745602" y="138739"/>
                  </a:lnTo>
                  <a:lnTo>
                    <a:pt x="2673349" y="133232"/>
                  </a:lnTo>
                  <a:lnTo>
                    <a:pt x="2601096" y="127829"/>
                  </a:lnTo>
                  <a:lnTo>
                    <a:pt x="2528844" y="122534"/>
                  </a:lnTo>
                  <a:lnTo>
                    <a:pt x="2456591" y="117350"/>
                  </a:lnTo>
                  <a:lnTo>
                    <a:pt x="2384338" y="112279"/>
                  </a:lnTo>
                  <a:lnTo>
                    <a:pt x="2312086" y="107322"/>
                  </a:lnTo>
                  <a:lnTo>
                    <a:pt x="2239833" y="102482"/>
                  </a:lnTo>
                  <a:lnTo>
                    <a:pt x="2167580" y="97758"/>
                  </a:lnTo>
                  <a:lnTo>
                    <a:pt x="2095328" y="93151"/>
                  </a:lnTo>
                  <a:lnTo>
                    <a:pt x="2023075" y="88661"/>
                  </a:lnTo>
                  <a:lnTo>
                    <a:pt x="1950822" y="84287"/>
                  </a:lnTo>
                  <a:lnTo>
                    <a:pt x="1878569" y="80029"/>
                  </a:lnTo>
                  <a:lnTo>
                    <a:pt x="1806317" y="75884"/>
                  </a:lnTo>
                  <a:lnTo>
                    <a:pt x="1734064" y="71851"/>
                  </a:lnTo>
                  <a:lnTo>
                    <a:pt x="1661811" y="67928"/>
                  </a:lnTo>
                  <a:lnTo>
                    <a:pt x="1589559" y="64110"/>
                  </a:lnTo>
                  <a:lnTo>
                    <a:pt x="1517306" y="60396"/>
                  </a:lnTo>
                  <a:lnTo>
                    <a:pt x="1445053" y="56782"/>
                  </a:lnTo>
                  <a:lnTo>
                    <a:pt x="1372801" y="53265"/>
                  </a:lnTo>
                  <a:lnTo>
                    <a:pt x="1300548" y="49840"/>
                  </a:lnTo>
                  <a:lnTo>
                    <a:pt x="1228295" y="46505"/>
                  </a:lnTo>
                  <a:lnTo>
                    <a:pt x="1156043" y="43255"/>
                  </a:lnTo>
                  <a:lnTo>
                    <a:pt x="1083790" y="40087"/>
                  </a:lnTo>
                  <a:lnTo>
                    <a:pt x="1011537" y="36997"/>
                  </a:lnTo>
                  <a:lnTo>
                    <a:pt x="939284" y="33980"/>
                  </a:lnTo>
                  <a:lnTo>
                    <a:pt x="867032" y="31035"/>
                  </a:lnTo>
                  <a:lnTo>
                    <a:pt x="794779" y="28155"/>
                  </a:lnTo>
                  <a:lnTo>
                    <a:pt x="722526" y="25340"/>
                  </a:lnTo>
                  <a:lnTo>
                    <a:pt x="650274" y="22584"/>
                  </a:lnTo>
                  <a:lnTo>
                    <a:pt x="578021" y="19885"/>
                  </a:lnTo>
                  <a:lnTo>
                    <a:pt x="505768" y="17240"/>
                  </a:lnTo>
                  <a:lnTo>
                    <a:pt x="433516" y="14645"/>
                  </a:lnTo>
                  <a:lnTo>
                    <a:pt x="361263" y="12099"/>
                  </a:lnTo>
                  <a:lnTo>
                    <a:pt x="289010" y="9598"/>
                  </a:lnTo>
                  <a:lnTo>
                    <a:pt x="216758" y="7140"/>
                  </a:lnTo>
                  <a:lnTo>
                    <a:pt x="144505" y="4722"/>
                  </a:lnTo>
                  <a:lnTo>
                    <a:pt x="72252" y="23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75401"/>
              <a:ext cx="5707962" cy="366502"/>
            </a:xfrm>
            <a:custGeom>
              <a:avLst/>
              <a:pathLst>
                <a:path w="5707962" h="366502">
                  <a:moveTo>
                    <a:pt x="0" y="0"/>
                  </a:moveTo>
                  <a:lnTo>
                    <a:pt x="72252" y="4639"/>
                  </a:lnTo>
                  <a:lnTo>
                    <a:pt x="144505" y="9278"/>
                  </a:lnTo>
                  <a:lnTo>
                    <a:pt x="216758" y="13917"/>
                  </a:lnTo>
                  <a:lnTo>
                    <a:pt x="289010" y="18557"/>
                  </a:lnTo>
                  <a:lnTo>
                    <a:pt x="361263" y="23196"/>
                  </a:lnTo>
                  <a:lnTo>
                    <a:pt x="433516" y="27835"/>
                  </a:lnTo>
                  <a:lnTo>
                    <a:pt x="505768" y="32474"/>
                  </a:lnTo>
                  <a:lnTo>
                    <a:pt x="578021" y="37114"/>
                  </a:lnTo>
                  <a:lnTo>
                    <a:pt x="650274" y="41753"/>
                  </a:lnTo>
                  <a:lnTo>
                    <a:pt x="722526" y="46392"/>
                  </a:lnTo>
                  <a:lnTo>
                    <a:pt x="794779" y="51032"/>
                  </a:lnTo>
                  <a:lnTo>
                    <a:pt x="867032" y="55671"/>
                  </a:lnTo>
                  <a:lnTo>
                    <a:pt x="939284" y="60310"/>
                  </a:lnTo>
                  <a:lnTo>
                    <a:pt x="1011537" y="64949"/>
                  </a:lnTo>
                  <a:lnTo>
                    <a:pt x="1083790" y="69589"/>
                  </a:lnTo>
                  <a:lnTo>
                    <a:pt x="1156043" y="74228"/>
                  </a:lnTo>
                  <a:lnTo>
                    <a:pt x="1228295" y="78867"/>
                  </a:lnTo>
                  <a:lnTo>
                    <a:pt x="1300548" y="83506"/>
                  </a:lnTo>
                  <a:lnTo>
                    <a:pt x="1372801" y="88146"/>
                  </a:lnTo>
                  <a:lnTo>
                    <a:pt x="1445053" y="92785"/>
                  </a:lnTo>
                  <a:lnTo>
                    <a:pt x="1517306" y="97424"/>
                  </a:lnTo>
                  <a:lnTo>
                    <a:pt x="1589559" y="102064"/>
                  </a:lnTo>
                  <a:lnTo>
                    <a:pt x="1661811" y="106703"/>
                  </a:lnTo>
                  <a:lnTo>
                    <a:pt x="1734064" y="111342"/>
                  </a:lnTo>
                  <a:lnTo>
                    <a:pt x="1806317" y="115981"/>
                  </a:lnTo>
                  <a:lnTo>
                    <a:pt x="1878569" y="120621"/>
                  </a:lnTo>
                  <a:lnTo>
                    <a:pt x="1950822" y="125260"/>
                  </a:lnTo>
                  <a:lnTo>
                    <a:pt x="2023075" y="129899"/>
                  </a:lnTo>
                  <a:lnTo>
                    <a:pt x="2095328" y="134538"/>
                  </a:lnTo>
                  <a:lnTo>
                    <a:pt x="2167580" y="139178"/>
                  </a:lnTo>
                  <a:lnTo>
                    <a:pt x="2239833" y="143817"/>
                  </a:lnTo>
                  <a:lnTo>
                    <a:pt x="2312086" y="148456"/>
                  </a:lnTo>
                  <a:lnTo>
                    <a:pt x="2384338" y="153096"/>
                  </a:lnTo>
                  <a:lnTo>
                    <a:pt x="2456591" y="157735"/>
                  </a:lnTo>
                  <a:lnTo>
                    <a:pt x="2528844" y="162374"/>
                  </a:lnTo>
                  <a:lnTo>
                    <a:pt x="2601096" y="167013"/>
                  </a:lnTo>
                  <a:lnTo>
                    <a:pt x="2673349" y="171653"/>
                  </a:lnTo>
                  <a:lnTo>
                    <a:pt x="2745602" y="176292"/>
                  </a:lnTo>
                  <a:lnTo>
                    <a:pt x="2817854" y="180931"/>
                  </a:lnTo>
                  <a:lnTo>
                    <a:pt x="2890107" y="185570"/>
                  </a:lnTo>
                  <a:lnTo>
                    <a:pt x="2962360" y="190210"/>
                  </a:lnTo>
                  <a:lnTo>
                    <a:pt x="3034612" y="194849"/>
                  </a:lnTo>
                  <a:lnTo>
                    <a:pt x="3106865" y="199488"/>
                  </a:lnTo>
                  <a:lnTo>
                    <a:pt x="3179118" y="204128"/>
                  </a:lnTo>
                  <a:lnTo>
                    <a:pt x="3251371" y="208767"/>
                  </a:lnTo>
                  <a:lnTo>
                    <a:pt x="3323623" y="213406"/>
                  </a:lnTo>
                  <a:lnTo>
                    <a:pt x="3395876" y="218045"/>
                  </a:lnTo>
                  <a:lnTo>
                    <a:pt x="3468129" y="222685"/>
                  </a:lnTo>
                  <a:lnTo>
                    <a:pt x="3540381" y="227324"/>
                  </a:lnTo>
                  <a:lnTo>
                    <a:pt x="3612634" y="231963"/>
                  </a:lnTo>
                  <a:lnTo>
                    <a:pt x="3684887" y="236602"/>
                  </a:lnTo>
                  <a:lnTo>
                    <a:pt x="3757139" y="241242"/>
                  </a:lnTo>
                  <a:lnTo>
                    <a:pt x="3829392" y="245881"/>
                  </a:lnTo>
                  <a:lnTo>
                    <a:pt x="3901645" y="250520"/>
                  </a:lnTo>
                  <a:lnTo>
                    <a:pt x="3973897" y="255160"/>
                  </a:lnTo>
                  <a:lnTo>
                    <a:pt x="4046150" y="259799"/>
                  </a:lnTo>
                  <a:lnTo>
                    <a:pt x="4118403" y="264438"/>
                  </a:lnTo>
                  <a:lnTo>
                    <a:pt x="4190656" y="269077"/>
                  </a:lnTo>
                  <a:lnTo>
                    <a:pt x="4262908" y="273717"/>
                  </a:lnTo>
                  <a:lnTo>
                    <a:pt x="4335161" y="278356"/>
                  </a:lnTo>
                  <a:lnTo>
                    <a:pt x="4407414" y="282995"/>
                  </a:lnTo>
                  <a:lnTo>
                    <a:pt x="4479666" y="287634"/>
                  </a:lnTo>
                  <a:lnTo>
                    <a:pt x="4551919" y="292274"/>
                  </a:lnTo>
                  <a:lnTo>
                    <a:pt x="4624172" y="296913"/>
                  </a:lnTo>
                  <a:lnTo>
                    <a:pt x="4696424" y="301552"/>
                  </a:lnTo>
                  <a:lnTo>
                    <a:pt x="4768677" y="306192"/>
                  </a:lnTo>
                  <a:lnTo>
                    <a:pt x="4840930" y="310831"/>
                  </a:lnTo>
                  <a:lnTo>
                    <a:pt x="4913182" y="315470"/>
                  </a:lnTo>
                  <a:lnTo>
                    <a:pt x="4985435" y="320109"/>
                  </a:lnTo>
                  <a:lnTo>
                    <a:pt x="5057688" y="324749"/>
                  </a:lnTo>
                  <a:lnTo>
                    <a:pt x="5129941" y="329388"/>
                  </a:lnTo>
                  <a:lnTo>
                    <a:pt x="5202193" y="334027"/>
                  </a:lnTo>
                  <a:lnTo>
                    <a:pt x="5274446" y="338666"/>
                  </a:lnTo>
                  <a:lnTo>
                    <a:pt x="5346699" y="343306"/>
                  </a:lnTo>
                  <a:lnTo>
                    <a:pt x="5418951" y="347945"/>
                  </a:lnTo>
                  <a:lnTo>
                    <a:pt x="5491204" y="352584"/>
                  </a:lnTo>
                  <a:lnTo>
                    <a:pt x="5563457" y="357224"/>
                  </a:lnTo>
                  <a:lnTo>
                    <a:pt x="5635709" y="361863"/>
                  </a:lnTo>
                  <a:lnTo>
                    <a:pt x="5707962" y="366502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30221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6242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737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645940" y="36153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645940" y="31191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645940" y="36090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932418" y="37086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932418" y="35553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932418" y="34432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8397" y="257126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68397" y="34307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468397" y="32526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05766" y="36746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05766" y="437676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705766" y="37693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14248" y="36055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14248" y="38268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14248" y="39914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548226" y="4945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548226" y="45095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48226" y="523751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7165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545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443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3034554"/>
              <a:ext cx="5707962" cy="2079614"/>
            </a:xfrm>
            <a:custGeom>
              <a:avLst/>
              <a:pathLst>
                <a:path w="5707962" h="2079614">
                  <a:moveTo>
                    <a:pt x="0" y="0"/>
                  </a:moveTo>
                  <a:lnTo>
                    <a:pt x="72252" y="22473"/>
                  </a:lnTo>
                  <a:lnTo>
                    <a:pt x="144505" y="44850"/>
                  </a:lnTo>
                  <a:lnTo>
                    <a:pt x="216758" y="67126"/>
                  </a:lnTo>
                  <a:lnTo>
                    <a:pt x="289010" y="89293"/>
                  </a:lnTo>
                  <a:lnTo>
                    <a:pt x="361263" y="111346"/>
                  </a:lnTo>
                  <a:lnTo>
                    <a:pt x="433516" y="133278"/>
                  </a:lnTo>
                  <a:lnTo>
                    <a:pt x="505768" y="155082"/>
                  </a:lnTo>
                  <a:lnTo>
                    <a:pt x="578021" y="176751"/>
                  </a:lnTo>
                  <a:lnTo>
                    <a:pt x="650274" y="198276"/>
                  </a:lnTo>
                  <a:lnTo>
                    <a:pt x="722526" y="219650"/>
                  </a:lnTo>
                  <a:lnTo>
                    <a:pt x="794779" y="240864"/>
                  </a:lnTo>
                  <a:lnTo>
                    <a:pt x="867032" y="261909"/>
                  </a:lnTo>
                  <a:lnTo>
                    <a:pt x="939284" y="282776"/>
                  </a:lnTo>
                  <a:lnTo>
                    <a:pt x="1011537" y="303455"/>
                  </a:lnTo>
                  <a:lnTo>
                    <a:pt x="1083790" y="323937"/>
                  </a:lnTo>
                  <a:lnTo>
                    <a:pt x="1156043" y="344211"/>
                  </a:lnTo>
                  <a:lnTo>
                    <a:pt x="1228295" y="364268"/>
                  </a:lnTo>
                  <a:lnTo>
                    <a:pt x="1300548" y="384097"/>
                  </a:lnTo>
                  <a:lnTo>
                    <a:pt x="1372801" y="403688"/>
                  </a:lnTo>
                  <a:lnTo>
                    <a:pt x="1445053" y="423031"/>
                  </a:lnTo>
                  <a:lnTo>
                    <a:pt x="1517306" y="442117"/>
                  </a:lnTo>
                  <a:lnTo>
                    <a:pt x="1589559" y="460936"/>
                  </a:lnTo>
                  <a:lnTo>
                    <a:pt x="1661811" y="479479"/>
                  </a:lnTo>
                  <a:lnTo>
                    <a:pt x="1734064" y="497739"/>
                  </a:lnTo>
                  <a:lnTo>
                    <a:pt x="1806317" y="515708"/>
                  </a:lnTo>
                  <a:lnTo>
                    <a:pt x="1878569" y="533378"/>
                  </a:lnTo>
                  <a:lnTo>
                    <a:pt x="1950822" y="550746"/>
                  </a:lnTo>
                  <a:lnTo>
                    <a:pt x="2023075" y="567807"/>
                  </a:lnTo>
                  <a:lnTo>
                    <a:pt x="2095328" y="584558"/>
                  </a:lnTo>
                  <a:lnTo>
                    <a:pt x="2167580" y="600996"/>
                  </a:lnTo>
                  <a:lnTo>
                    <a:pt x="2239833" y="617123"/>
                  </a:lnTo>
                  <a:lnTo>
                    <a:pt x="2312086" y="632938"/>
                  </a:lnTo>
                  <a:lnTo>
                    <a:pt x="2384338" y="648444"/>
                  </a:lnTo>
                  <a:lnTo>
                    <a:pt x="2456591" y="663644"/>
                  </a:lnTo>
                  <a:lnTo>
                    <a:pt x="2528844" y="678544"/>
                  </a:lnTo>
                  <a:lnTo>
                    <a:pt x="2601096" y="693149"/>
                  </a:lnTo>
                  <a:lnTo>
                    <a:pt x="2673349" y="707466"/>
                  </a:lnTo>
                  <a:lnTo>
                    <a:pt x="2745602" y="721503"/>
                  </a:lnTo>
                  <a:lnTo>
                    <a:pt x="2817854" y="735268"/>
                  </a:lnTo>
                  <a:lnTo>
                    <a:pt x="2890107" y="748770"/>
                  </a:lnTo>
                  <a:lnTo>
                    <a:pt x="2962360" y="762020"/>
                  </a:lnTo>
                  <a:lnTo>
                    <a:pt x="3034612" y="775025"/>
                  </a:lnTo>
                  <a:lnTo>
                    <a:pt x="3106865" y="787798"/>
                  </a:lnTo>
                  <a:lnTo>
                    <a:pt x="3179118" y="800347"/>
                  </a:lnTo>
                  <a:lnTo>
                    <a:pt x="3251371" y="812683"/>
                  </a:lnTo>
                  <a:lnTo>
                    <a:pt x="3323623" y="824817"/>
                  </a:lnTo>
                  <a:lnTo>
                    <a:pt x="3395876" y="836757"/>
                  </a:lnTo>
                  <a:lnTo>
                    <a:pt x="3468129" y="848514"/>
                  </a:lnTo>
                  <a:lnTo>
                    <a:pt x="3540381" y="860097"/>
                  </a:lnTo>
                  <a:lnTo>
                    <a:pt x="3612634" y="871515"/>
                  </a:lnTo>
                  <a:lnTo>
                    <a:pt x="3684887" y="882776"/>
                  </a:lnTo>
                  <a:lnTo>
                    <a:pt x="3757139" y="893891"/>
                  </a:lnTo>
                  <a:lnTo>
                    <a:pt x="3829392" y="904865"/>
                  </a:lnTo>
                  <a:lnTo>
                    <a:pt x="3901645" y="915707"/>
                  </a:lnTo>
                  <a:lnTo>
                    <a:pt x="3973897" y="926425"/>
                  </a:lnTo>
                  <a:lnTo>
                    <a:pt x="4046150" y="937024"/>
                  </a:lnTo>
                  <a:lnTo>
                    <a:pt x="4118403" y="947512"/>
                  </a:lnTo>
                  <a:lnTo>
                    <a:pt x="4190656" y="957895"/>
                  </a:lnTo>
                  <a:lnTo>
                    <a:pt x="4262908" y="968179"/>
                  </a:lnTo>
                  <a:lnTo>
                    <a:pt x="4335161" y="978368"/>
                  </a:lnTo>
                  <a:lnTo>
                    <a:pt x="4407414" y="988469"/>
                  </a:lnTo>
                  <a:lnTo>
                    <a:pt x="4479666" y="998485"/>
                  </a:lnTo>
                  <a:lnTo>
                    <a:pt x="4551919" y="1008423"/>
                  </a:lnTo>
                  <a:lnTo>
                    <a:pt x="4624172" y="1018285"/>
                  </a:lnTo>
                  <a:lnTo>
                    <a:pt x="4696424" y="1028076"/>
                  </a:lnTo>
                  <a:lnTo>
                    <a:pt x="4768677" y="1037800"/>
                  </a:lnTo>
                  <a:lnTo>
                    <a:pt x="4840930" y="1047460"/>
                  </a:lnTo>
                  <a:lnTo>
                    <a:pt x="4913182" y="1057059"/>
                  </a:lnTo>
                  <a:lnTo>
                    <a:pt x="4985435" y="1066602"/>
                  </a:lnTo>
                  <a:lnTo>
                    <a:pt x="5057688" y="1076090"/>
                  </a:lnTo>
                  <a:lnTo>
                    <a:pt x="5129941" y="1085527"/>
                  </a:lnTo>
                  <a:lnTo>
                    <a:pt x="5202193" y="1094915"/>
                  </a:lnTo>
                  <a:lnTo>
                    <a:pt x="5274446" y="1104256"/>
                  </a:lnTo>
                  <a:lnTo>
                    <a:pt x="5346699" y="1113553"/>
                  </a:lnTo>
                  <a:lnTo>
                    <a:pt x="5418951" y="1122809"/>
                  </a:lnTo>
                  <a:lnTo>
                    <a:pt x="5491204" y="1132024"/>
                  </a:lnTo>
                  <a:lnTo>
                    <a:pt x="5563457" y="1141201"/>
                  </a:lnTo>
                  <a:lnTo>
                    <a:pt x="5635709" y="1150342"/>
                  </a:lnTo>
                  <a:lnTo>
                    <a:pt x="5707962" y="1159449"/>
                  </a:lnTo>
                  <a:lnTo>
                    <a:pt x="5707962" y="2079614"/>
                  </a:lnTo>
                  <a:lnTo>
                    <a:pt x="5635709" y="2056016"/>
                  </a:lnTo>
                  <a:lnTo>
                    <a:pt x="5563457" y="2032453"/>
                  </a:lnTo>
                  <a:lnTo>
                    <a:pt x="5491204" y="2008926"/>
                  </a:lnTo>
                  <a:lnTo>
                    <a:pt x="5418951" y="1985436"/>
                  </a:lnTo>
                  <a:lnTo>
                    <a:pt x="5346699" y="1961987"/>
                  </a:lnTo>
                  <a:lnTo>
                    <a:pt x="5274446" y="1938580"/>
                  </a:lnTo>
                  <a:lnTo>
                    <a:pt x="5202193" y="1915217"/>
                  </a:lnTo>
                  <a:lnTo>
                    <a:pt x="5129941" y="1891900"/>
                  </a:lnTo>
                  <a:lnTo>
                    <a:pt x="5057688" y="1868633"/>
                  </a:lnTo>
                  <a:lnTo>
                    <a:pt x="4985435" y="1845416"/>
                  </a:lnTo>
                  <a:lnTo>
                    <a:pt x="4913182" y="1822255"/>
                  </a:lnTo>
                  <a:lnTo>
                    <a:pt x="4840930" y="1799150"/>
                  </a:lnTo>
                  <a:lnTo>
                    <a:pt x="4768677" y="1776106"/>
                  </a:lnTo>
                  <a:lnTo>
                    <a:pt x="4696424" y="1753125"/>
                  </a:lnTo>
                  <a:lnTo>
                    <a:pt x="4624172" y="1730212"/>
                  </a:lnTo>
                  <a:lnTo>
                    <a:pt x="4551919" y="1707369"/>
                  </a:lnTo>
                  <a:lnTo>
                    <a:pt x="4479666" y="1684602"/>
                  </a:lnTo>
                  <a:lnTo>
                    <a:pt x="4407414" y="1661914"/>
                  </a:lnTo>
                  <a:lnTo>
                    <a:pt x="4335161" y="1639311"/>
                  </a:lnTo>
                  <a:lnTo>
                    <a:pt x="4262908" y="1616796"/>
                  </a:lnTo>
                  <a:lnTo>
                    <a:pt x="4190656" y="1594375"/>
                  </a:lnTo>
                  <a:lnTo>
                    <a:pt x="4118403" y="1572053"/>
                  </a:lnTo>
                  <a:lnTo>
                    <a:pt x="4046150" y="1549837"/>
                  </a:lnTo>
                  <a:lnTo>
                    <a:pt x="3973897" y="1527732"/>
                  </a:lnTo>
                  <a:lnTo>
                    <a:pt x="3901645" y="1505745"/>
                  </a:lnTo>
                  <a:lnTo>
                    <a:pt x="3829392" y="1483883"/>
                  </a:lnTo>
                  <a:lnTo>
                    <a:pt x="3757139" y="1462153"/>
                  </a:lnTo>
                  <a:lnTo>
                    <a:pt x="3684887" y="1440562"/>
                  </a:lnTo>
                  <a:lnTo>
                    <a:pt x="3612634" y="1419120"/>
                  </a:lnTo>
                  <a:lnTo>
                    <a:pt x="3540381" y="1397833"/>
                  </a:lnTo>
                  <a:lnTo>
                    <a:pt x="3468129" y="1376712"/>
                  </a:lnTo>
                  <a:lnTo>
                    <a:pt x="3395876" y="1355764"/>
                  </a:lnTo>
                  <a:lnTo>
                    <a:pt x="3323623" y="1335000"/>
                  </a:lnTo>
                  <a:lnTo>
                    <a:pt x="3251371" y="1314429"/>
                  </a:lnTo>
                  <a:lnTo>
                    <a:pt x="3179118" y="1294061"/>
                  </a:lnTo>
                  <a:lnTo>
                    <a:pt x="3106865" y="1273905"/>
                  </a:lnTo>
                  <a:lnTo>
                    <a:pt x="3034612" y="1253973"/>
                  </a:lnTo>
                  <a:lnTo>
                    <a:pt x="2962360" y="1234275"/>
                  </a:lnTo>
                  <a:lnTo>
                    <a:pt x="2890107" y="1214819"/>
                  </a:lnTo>
                  <a:lnTo>
                    <a:pt x="2817854" y="1195617"/>
                  </a:lnTo>
                  <a:lnTo>
                    <a:pt x="2745602" y="1176678"/>
                  </a:lnTo>
                  <a:lnTo>
                    <a:pt x="2673349" y="1158010"/>
                  </a:lnTo>
                  <a:lnTo>
                    <a:pt x="2601096" y="1139623"/>
                  </a:lnTo>
                  <a:lnTo>
                    <a:pt x="2528844" y="1121524"/>
                  </a:lnTo>
                  <a:lnTo>
                    <a:pt x="2456591" y="1103719"/>
                  </a:lnTo>
                  <a:lnTo>
                    <a:pt x="2384338" y="1086215"/>
                  </a:lnTo>
                  <a:lnTo>
                    <a:pt x="2312086" y="1069017"/>
                  </a:lnTo>
                  <a:lnTo>
                    <a:pt x="2239833" y="1052127"/>
                  </a:lnTo>
                  <a:lnTo>
                    <a:pt x="2167580" y="1035549"/>
                  </a:lnTo>
                  <a:lnTo>
                    <a:pt x="2095328" y="1019284"/>
                  </a:lnTo>
                  <a:lnTo>
                    <a:pt x="2023075" y="1003330"/>
                  </a:lnTo>
                  <a:lnTo>
                    <a:pt x="1950822" y="987686"/>
                  </a:lnTo>
                  <a:lnTo>
                    <a:pt x="1878569" y="972349"/>
                  </a:lnTo>
                  <a:lnTo>
                    <a:pt x="1806317" y="957316"/>
                  </a:lnTo>
                  <a:lnTo>
                    <a:pt x="1734064" y="942580"/>
                  </a:lnTo>
                  <a:lnTo>
                    <a:pt x="1661811" y="928135"/>
                  </a:lnTo>
                  <a:lnTo>
                    <a:pt x="1589559" y="913974"/>
                  </a:lnTo>
                  <a:lnTo>
                    <a:pt x="1517306" y="900089"/>
                  </a:lnTo>
                  <a:lnTo>
                    <a:pt x="1445053" y="886470"/>
                  </a:lnTo>
                  <a:lnTo>
                    <a:pt x="1372801" y="873109"/>
                  </a:lnTo>
                  <a:lnTo>
                    <a:pt x="1300548" y="859996"/>
                  </a:lnTo>
                  <a:lnTo>
                    <a:pt x="1228295" y="847120"/>
                  </a:lnTo>
                  <a:lnTo>
                    <a:pt x="1156043" y="834473"/>
                  </a:lnTo>
                  <a:lnTo>
                    <a:pt x="1083790" y="822042"/>
                  </a:lnTo>
                  <a:lnTo>
                    <a:pt x="1011537" y="809820"/>
                  </a:lnTo>
                  <a:lnTo>
                    <a:pt x="939284" y="797794"/>
                  </a:lnTo>
                  <a:lnTo>
                    <a:pt x="867032" y="785957"/>
                  </a:lnTo>
                  <a:lnTo>
                    <a:pt x="794779" y="774297"/>
                  </a:lnTo>
                  <a:lnTo>
                    <a:pt x="722526" y="762807"/>
                  </a:lnTo>
                  <a:lnTo>
                    <a:pt x="650274" y="751476"/>
                  </a:lnTo>
                  <a:lnTo>
                    <a:pt x="578021" y="740297"/>
                  </a:lnTo>
                  <a:lnTo>
                    <a:pt x="505768" y="729261"/>
                  </a:lnTo>
                  <a:lnTo>
                    <a:pt x="433516" y="718361"/>
                  </a:lnTo>
                  <a:lnTo>
                    <a:pt x="361263" y="707589"/>
                  </a:lnTo>
                  <a:lnTo>
                    <a:pt x="289010" y="696937"/>
                  </a:lnTo>
                  <a:lnTo>
                    <a:pt x="216758" y="686400"/>
                  </a:lnTo>
                  <a:lnTo>
                    <a:pt x="144505" y="675971"/>
                  </a:lnTo>
                  <a:lnTo>
                    <a:pt x="72252" y="665644"/>
                  </a:lnTo>
                  <a:lnTo>
                    <a:pt x="0" y="655413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3034554"/>
              <a:ext cx="5707962" cy="1159449"/>
            </a:xfrm>
            <a:custGeom>
              <a:avLst/>
              <a:pathLst>
                <a:path w="5707962" h="1159449">
                  <a:moveTo>
                    <a:pt x="0" y="0"/>
                  </a:moveTo>
                  <a:lnTo>
                    <a:pt x="72252" y="22473"/>
                  </a:lnTo>
                  <a:lnTo>
                    <a:pt x="144505" y="44850"/>
                  </a:lnTo>
                  <a:lnTo>
                    <a:pt x="216758" y="67126"/>
                  </a:lnTo>
                  <a:lnTo>
                    <a:pt x="289010" y="89293"/>
                  </a:lnTo>
                  <a:lnTo>
                    <a:pt x="361263" y="111346"/>
                  </a:lnTo>
                  <a:lnTo>
                    <a:pt x="433516" y="133278"/>
                  </a:lnTo>
                  <a:lnTo>
                    <a:pt x="505768" y="155082"/>
                  </a:lnTo>
                  <a:lnTo>
                    <a:pt x="578021" y="176751"/>
                  </a:lnTo>
                  <a:lnTo>
                    <a:pt x="650274" y="198276"/>
                  </a:lnTo>
                  <a:lnTo>
                    <a:pt x="722526" y="219650"/>
                  </a:lnTo>
                  <a:lnTo>
                    <a:pt x="794779" y="240864"/>
                  </a:lnTo>
                  <a:lnTo>
                    <a:pt x="867032" y="261909"/>
                  </a:lnTo>
                  <a:lnTo>
                    <a:pt x="939284" y="282776"/>
                  </a:lnTo>
                  <a:lnTo>
                    <a:pt x="1011537" y="303455"/>
                  </a:lnTo>
                  <a:lnTo>
                    <a:pt x="1083790" y="323937"/>
                  </a:lnTo>
                  <a:lnTo>
                    <a:pt x="1156043" y="344211"/>
                  </a:lnTo>
                  <a:lnTo>
                    <a:pt x="1228295" y="364268"/>
                  </a:lnTo>
                  <a:lnTo>
                    <a:pt x="1300548" y="384097"/>
                  </a:lnTo>
                  <a:lnTo>
                    <a:pt x="1372801" y="403688"/>
                  </a:lnTo>
                  <a:lnTo>
                    <a:pt x="1445053" y="423031"/>
                  </a:lnTo>
                  <a:lnTo>
                    <a:pt x="1517306" y="442117"/>
                  </a:lnTo>
                  <a:lnTo>
                    <a:pt x="1589559" y="460936"/>
                  </a:lnTo>
                  <a:lnTo>
                    <a:pt x="1661811" y="479479"/>
                  </a:lnTo>
                  <a:lnTo>
                    <a:pt x="1734064" y="497739"/>
                  </a:lnTo>
                  <a:lnTo>
                    <a:pt x="1806317" y="515708"/>
                  </a:lnTo>
                  <a:lnTo>
                    <a:pt x="1878569" y="533378"/>
                  </a:lnTo>
                  <a:lnTo>
                    <a:pt x="1950822" y="550746"/>
                  </a:lnTo>
                  <a:lnTo>
                    <a:pt x="2023075" y="567807"/>
                  </a:lnTo>
                  <a:lnTo>
                    <a:pt x="2095328" y="584558"/>
                  </a:lnTo>
                  <a:lnTo>
                    <a:pt x="2167580" y="600996"/>
                  </a:lnTo>
                  <a:lnTo>
                    <a:pt x="2239833" y="617123"/>
                  </a:lnTo>
                  <a:lnTo>
                    <a:pt x="2312086" y="632938"/>
                  </a:lnTo>
                  <a:lnTo>
                    <a:pt x="2384338" y="648444"/>
                  </a:lnTo>
                  <a:lnTo>
                    <a:pt x="2456591" y="663644"/>
                  </a:lnTo>
                  <a:lnTo>
                    <a:pt x="2528844" y="678544"/>
                  </a:lnTo>
                  <a:lnTo>
                    <a:pt x="2601096" y="693149"/>
                  </a:lnTo>
                  <a:lnTo>
                    <a:pt x="2673349" y="707466"/>
                  </a:lnTo>
                  <a:lnTo>
                    <a:pt x="2745602" y="721503"/>
                  </a:lnTo>
                  <a:lnTo>
                    <a:pt x="2817854" y="735268"/>
                  </a:lnTo>
                  <a:lnTo>
                    <a:pt x="2890107" y="748770"/>
                  </a:lnTo>
                  <a:lnTo>
                    <a:pt x="2962360" y="762020"/>
                  </a:lnTo>
                  <a:lnTo>
                    <a:pt x="3034612" y="775025"/>
                  </a:lnTo>
                  <a:lnTo>
                    <a:pt x="3106865" y="787798"/>
                  </a:lnTo>
                  <a:lnTo>
                    <a:pt x="3179118" y="800347"/>
                  </a:lnTo>
                  <a:lnTo>
                    <a:pt x="3251371" y="812683"/>
                  </a:lnTo>
                  <a:lnTo>
                    <a:pt x="3323623" y="824817"/>
                  </a:lnTo>
                  <a:lnTo>
                    <a:pt x="3395876" y="836757"/>
                  </a:lnTo>
                  <a:lnTo>
                    <a:pt x="3468129" y="848514"/>
                  </a:lnTo>
                  <a:lnTo>
                    <a:pt x="3540381" y="860097"/>
                  </a:lnTo>
                  <a:lnTo>
                    <a:pt x="3612634" y="871515"/>
                  </a:lnTo>
                  <a:lnTo>
                    <a:pt x="3684887" y="882776"/>
                  </a:lnTo>
                  <a:lnTo>
                    <a:pt x="3757139" y="893891"/>
                  </a:lnTo>
                  <a:lnTo>
                    <a:pt x="3829392" y="904865"/>
                  </a:lnTo>
                  <a:lnTo>
                    <a:pt x="3901645" y="915707"/>
                  </a:lnTo>
                  <a:lnTo>
                    <a:pt x="3973897" y="926425"/>
                  </a:lnTo>
                  <a:lnTo>
                    <a:pt x="4046150" y="937024"/>
                  </a:lnTo>
                  <a:lnTo>
                    <a:pt x="4118403" y="947512"/>
                  </a:lnTo>
                  <a:lnTo>
                    <a:pt x="4190656" y="957895"/>
                  </a:lnTo>
                  <a:lnTo>
                    <a:pt x="4262908" y="968179"/>
                  </a:lnTo>
                  <a:lnTo>
                    <a:pt x="4335161" y="978368"/>
                  </a:lnTo>
                  <a:lnTo>
                    <a:pt x="4407414" y="988469"/>
                  </a:lnTo>
                  <a:lnTo>
                    <a:pt x="4479666" y="998485"/>
                  </a:lnTo>
                  <a:lnTo>
                    <a:pt x="4551919" y="1008423"/>
                  </a:lnTo>
                  <a:lnTo>
                    <a:pt x="4624172" y="1018285"/>
                  </a:lnTo>
                  <a:lnTo>
                    <a:pt x="4696424" y="1028076"/>
                  </a:lnTo>
                  <a:lnTo>
                    <a:pt x="4768677" y="1037800"/>
                  </a:lnTo>
                  <a:lnTo>
                    <a:pt x="4840930" y="1047460"/>
                  </a:lnTo>
                  <a:lnTo>
                    <a:pt x="4913182" y="1057059"/>
                  </a:lnTo>
                  <a:lnTo>
                    <a:pt x="4985435" y="1066602"/>
                  </a:lnTo>
                  <a:lnTo>
                    <a:pt x="5057688" y="1076090"/>
                  </a:lnTo>
                  <a:lnTo>
                    <a:pt x="5129941" y="1085527"/>
                  </a:lnTo>
                  <a:lnTo>
                    <a:pt x="5202193" y="1094915"/>
                  </a:lnTo>
                  <a:lnTo>
                    <a:pt x="5274446" y="1104256"/>
                  </a:lnTo>
                  <a:lnTo>
                    <a:pt x="5346699" y="1113553"/>
                  </a:lnTo>
                  <a:lnTo>
                    <a:pt x="5418951" y="1122809"/>
                  </a:lnTo>
                  <a:lnTo>
                    <a:pt x="5491204" y="1132024"/>
                  </a:lnTo>
                  <a:lnTo>
                    <a:pt x="5563457" y="1141201"/>
                  </a:lnTo>
                  <a:lnTo>
                    <a:pt x="5635709" y="1150342"/>
                  </a:lnTo>
                  <a:lnTo>
                    <a:pt x="5707962" y="1159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689967"/>
              <a:ext cx="5707962" cy="1424200"/>
            </a:xfrm>
            <a:custGeom>
              <a:avLst/>
              <a:pathLst>
                <a:path w="5707962" h="1424200">
                  <a:moveTo>
                    <a:pt x="5707962" y="1424200"/>
                  </a:moveTo>
                  <a:lnTo>
                    <a:pt x="5635709" y="1400603"/>
                  </a:lnTo>
                  <a:lnTo>
                    <a:pt x="5563457" y="1377039"/>
                  </a:lnTo>
                  <a:lnTo>
                    <a:pt x="5491204" y="1353512"/>
                  </a:lnTo>
                  <a:lnTo>
                    <a:pt x="5418951" y="1330023"/>
                  </a:lnTo>
                  <a:lnTo>
                    <a:pt x="5346699" y="1306574"/>
                  </a:lnTo>
                  <a:lnTo>
                    <a:pt x="5274446" y="1283166"/>
                  </a:lnTo>
                  <a:lnTo>
                    <a:pt x="5202193" y="1259803"/>
                  </a:lnTo>
                  <a:lnTo>
                    <a:pt x="5129941" y="1236487"/>
                  </a:lnTo>
                  <a:lnTo>
                    <a:pt x="5057688" y="1213219"/>
                  </a:lnTo>
                  <a:lnTo>
                    <a:pt x="4985435" y="1190003"/>
                  </a:lnTo>
                  <a:lnTo>
                    <a:pt x="4913182" y="1166841"/>
                  </a:lnTo>
                  <a:lnTo>
                    <a:pt x="4840930" y="1143736"/>
                  </a:lnTo>
                  <a:lnTo>
                    <a:pt x="4768677" y="1120692"/>
                  </a:lnTo>
                  <a:lnTo>
                    <a:pt x="4696424" y="1097711"/>
                  </a:lnTo>
                  <a:lnTo>
                    <a:pt x="4624172" y="1074798"/>
                  </a:lnTo>
                  <a:lnTo>
                    <a:pt x="4551919" y="1051956"/>
                  </a:lnTo>
                  <a:lnTo>
                    <a:pt x="4479666" y="1029189"/>
                  </a:lnTo>
                  <a:lnTo>
                    <a:pt x="4407414" y="1006501"/>
                  </a:lnTo>
                  <a:lnTo>
                    <a:pt x="4335161" y="983897"/>
                  </a:lnTo>
                  <a:lnTo>
                    <a:pt x="4262908" y="961382"/>
                  </a:lnTo>
                  <a:lnTo>
                    <a:pt x="4190656" y="938961"/>
                  </a:lnTo>
                  <a:lnTo>
                    <a:pt x="4118403" y="916639"/>
                  </a:lnTo>
                  <a:lnTo>
                    <a:pt x="4046150" y="894423"/>
                  </a:lnTo>
                  <a:lnTo>
                    <a:pt x="3973897" y="872318"/>
                  </a:lnTo>
                  <a:lnTo>
                    <a:pt x="3901645" y="850331"/>
                  </a:lnTo>
                  <a:lnTo>
                    <a:pt x="3829392" y="828469"/>
                  </a:lnTo>
                  <a:lnTo>
                    <a:pt x="3757139" y="806739"/>
                  </a:lnTo>
                  <a:lnTo>
                    <a:pt x="3684887" y="785149"/>
                  </a:lnTo>
                  <a:lnTo>
                    <a:pt x="3612634" y="763706"/>
                  </a:lnTo>
                  <a:lnTo>
                    <a:pt x="3540381" y="742420"/>
                  </a:lnTo>
                  <a:lnTo>
                    <a:pt x="3468129" y="721298"/>
                  </a:lnTo>
                  <a:lnTo>
                    <a:pt x="3395876" y="700350"/>
                  </a:lnTo>
                  <a:lnTo>
                    <a:pt x="3323623" y="679586"/>
                  </a:lnTo>
                  <a:lnTo>
                    <a:pt x="3251371" y="659015"/>
                  </a:lnTo>
                  <a:lnTo>
                    <a:pt x="3179118" y="638647"/>
                  </a:lnTo>
                  <a:lnTo>
                    <a:pt x="3106865" y="618492"/>
                  </a:lnTo>
                  <a:lnTo>
                    <a:pt x="3034612" y="598560"/>
                  </a:lnTo>
                  <a:lnTo>
                    <a:pt x="2962360" y="578861"/>
                  </a:lnTo>
                  <a:lnTo>
                    <a:pt x="2890107" y="559406"/>
                  </a:lnTo>
                  <a:lnTo>
                    <a:pt x="2817854" y="540204"/>
                  </a:lnTo>
                  <a:lnTo>
                    <a:pt x="2745602" y="521264"/>
                  </a:lnTo>
                  <a:lnTo>
                    <a:pt x="2673349" y="502597"/>
                  </a:lnTo>
                  <a:lnTo>
                    <a:pt x="2601096" y="484209"/>
                  </a:lnTo>
                  <a:lnTo>
                    <a:pt x="2528844" y="466110"/>
                  </a:lnTo>
                  <a:lnTo>
                    <a:pt x="2456591" y="448306"/>
                  </a:lnTo>
                  <a:lnTo>
                    <a:pt x="2384338" y="430802"/>
                  </a:lnTo>
                  <a:lnTo>
                    <a:pt x="2312086" y="413603"/>
                  </a:lnTo>
                  <a:lnTo>
                    <a:pt x="2239833" y="396714"/>
                  </a:lnTo>
                  <a:lnTo>
                    <a:pt x="2167580" y="380136"/>
                  </a:lnTo>
                  <a:lnTo>
                    <a:pt x="2095328" y="363870"/>
                  </a:lnTo>
                  <a:lnTo>
                    <a:pt x="2023075" y="347916"/>
                  </a:lnTo>
                  <a:lnTo>
                    <a:pt x="1950822" y="332272"/>
                  </a:lnTo>
                  <a:lnTo>
                    <a:pt x="1878569" y="316936"/>
                  </a:lnTo>
                  <a:lnTo>
                    <a:pt x="1806317" y="301902"/>
                  </a:lnTo>
                  <a:lnTo>
                    <a:pt x="1734064" y="287166"/>
                  </a:lnTo>
                  <a:lnTo>
                    <a:pt x="1661811" y="272721"/>
                  </a:lnTo>
                  <a:lnTo>
                    <a:pt x="1589559" y="258560"/>
                  </a:lnTo>
                  <a:lnTo>
                    <a:pt x="1517306" y="244675"/>
                  </a:lnTo>
                  <a:lnTo>
                    <a:pt x="1445053" y="231056"/>
                  </a:lnTo>
                  <a:lnTo>
                    <a:pt x="1372801" y="217695"/>
                  </a:lnTo>
                  <a:lnTo>
                    <a:pt x="1300548" y="204582"/>
                  </a:lnTo>
                  <a:lnTo>
                    <a:pt x="1228295" y="191707"/>
                  </a:lnTo>
                  <a:lnTo>
                    <a:pt x="1156043" y="179059"/>
                  </a:lnTo>
                  <a:lnTo>
                    <a:pt x="1083790" y="166629"/>
                  </a:lnTo>
                  <a:lnTo>
                    <a:pt x="1011537" y="154406"/>
                  </a:lnTo>
                  <a:lnTo>
                    <a:pt x="939284" y="142381"/>
                  </a:lnTo>
                  <a:lnTo>
                    <a:pt x="867032" y="130543"/>
                  </a:lnTo>
                  <a:lnTo>
                    <a:pt x="794779" y="118884"/>
                  </a:lnTo>
                  <a:lnTo>
                    <a:pt x="722526" y="107393"/>
                  </a:lnTo>
                  <a:lnTo>
                    <a:pt x="650274" y="96063"/>
                  </a:lnTo>
                  <a:lnTo>
                    <a:pt x="578021" y="84884"/>
                  </a:lnTo>
                  <a:lnTo>
                    <a:pt x="505768" y="73848"/>
                  </a:lnTo>
                  <a:lnTo>
                    <a:pt x="433516" y="62947"/>
                  </a:lnTo>
                  <a:lnTo>
                    <a:pt x="361263" y="52175"/>
                  </a:lnTo>
                  <a:lnTo>
                    <a:pt x="289010" y="41524"/>
                  </a:lnTo>
                  <a:lnTo>
                    <a:pt x="216758" y="30986"/>
                  </a:lnTo>
                  <a:lnTo>
                    <a:pt x="144505" y="20557"/>
                  </a:lnTo>
                  <a:lnTo>
                    <a:pt x="72252" y="10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362260"/>
              <a:ext cx="5707962" cy="1291825"/>
            </a:xfrm>
            <a:custGeom>
              <a:avLst/>
              <a:pathLst>
                <a:path w="5707962" h="1291825">
                  <a:moveTo>
                    <a:pt x="0" y="0"/>
                  </a:moveTo>
                  <a:lnTo>
                    <a:pt x="72252" y="16352"/>
                  </a:lnTo>
                  <a:lnTo>
                    <a:pt x="144505" y="32704"/>
                  </a:lnTo>
                  <a:lnTo>
                    <a:pt x="216758" y="49056"/>
                  </a:lnTo>
                  <a:lnTo>
                    <a:pt x="289010" y="65408"/>
                  </a:lnTo>
                  <a:lnTo>
                    <a:pt x="361263" y="81761"/>
                  </a:lnTo>
                  <a:lnTo>
                    <a:pt x="433516" y="98113"/>
                  </a:lnTo>
                  <a:lnTo>
                    <a:pt x="505768" y="114465"/>
                  </a:lnTo>
                  <a:lnTo>
                    <a:pt x="578021" y="130817"/>
                  </a:lnTo>
                  <a:lnTo>
                    <a:pt x="650274" y="147169"/>
                  </a:lnTo>
                  <a:lnTo>
                    <a:pt x="722526" y="163522"/>
                  </a:lnTo>
                  <a:lnTo>
                    <a:pt x="794779" y="179874"/>
                  </a:lnTo>
                  <a:lnTo>
                    <a:pt x="867032" y="196226"/>
                  </a:lnTo>
                  <a:lnTo>
                    <a:pt x="939284" y="212578"/>
                  </a:lnTo>
                  <a:lnTo>
                    <a:pt x="1011537" y="228931"/>
                  </a:lnTo>
                  <a:lnTo>
                    <a:pt x="1083790" y="245283"/>
                  </a:lnTo>
                  <a:lnTo>
                    <a:pt x="1156043" y="261635"/>
                  </a:lnTo>
                  <a:lnTo>
                    <a:pt x="1228295" y="277987"/>
                  </a:lnTo>
                  <a:lnTo>
                    <a:pt x="1300548" y="294339"/>
                  </a:lnTo>
                  <a:lnTo>
                    <a:pt x="1372801" y="310692"/>
                  </a:lnTo>
                  <a:lnTo>
                    <a:pt x="1445053" y="327044"/>
                  </a:lnTo>
                  <a:lnTo>
                    <a:pt x="1517306" y="343396"/>
                  </a:lnTo>
                  <a:lnTo>
                    <a:pt x="1589559" y="359748"/>
                  </a:lnTo>
                  <a:lnTo>
                    <a:pt x="1661811" y="376100"/>
                  </a:lnTo>
                  <a:lnTo>
                    <a:pt x="1734064" y="392453"/>
                  </a:lnTo>
                  <a:lnTo>
                    <a:pt x="1806317" y="408805"/>
                  </a:lnTo>
                  <a:lnTo>
                    <a:pt x="1878569" y="425157"/>
                  </a:lnTo>
                  <a:lnTo>
                    <a:pt x="1950822" y="441509"/>
                  </a:lnTo>
                  <a:lnTo>
                    <a:pt x="2023075" y="457862"/>
                  </a:lnTo>
                  <a:lnTo>
                    <a:pt x="2095328" y="474214"/>
                  </a:lnTo>
                  <a:lnTo>
                    <a:pt x="2167580" y="490566"/>
                  </a:lnTo>
                  <a:lnTo>
                    <a:pt x="2239833" y="506918"/>
                  </a:lnTo>
                  <a:lnTo>
                    <a:pt x="2312086" y="523270"/>
                  </a:lnTo>
                  <a:lnTo>
                    <a:pt x="2384338" y="539623"/>
                  </a:lnTo>
                  <a:lnTo>
                    <a:pt x="2456591" y="555975"/>
                  </a:lnTo>
                  <a:lnTo>
                    <a:pt x="2528844" y="572327"/>
                  </a:lnTo>
                  <a:lnTo>
                    <a:pt x="2601096" y="588679"/>
                  </a:lnTo>
                  <a:lnTo>
                    <a:pt x="2673349" y="605031"/>
                  </a:lnTo>
                  <a:lnTo>
                    <a:pt x="2745602" y="621384"/>
                  </a:lnTo>
                  <a:lnTo>
                    <a:pt x="2817854" y="637736"/>
                  </a:lnTo>
                  <a:lnTo>
                    <a:pt x="2890107" y="654088"/>
                  </a:lnTo>
                  <a:lnTo>
                    <a:pt x="2962360" y="670440"/>
                  </a:lnTo>
                  <a:lnTo>
                    <a:pt x="3034612" y="686793"/>
                  </a:lnTo>
                  <a:lnTo>
                    <a:pt x="3106865" y="703145"/>
                  </a:lnTo>
                  <a:lnTo>
                    <a:pt x="3179118" y="719497"/>
                  </a:lnTo>
                  <a:lnTo>
                    <a:pt x="3251371" y="735849"/>
                  </a:lnTo>
                  <a:lnTo>
                    <a:pt x="3323623" y="752201"/>
                  </a:lnTo>
                  <a:lnTo>
                    <a:pt x="3395876" y="768554"/>
                  </a:lnTo>
                  <a:lnTo>
                    <a:pt x="3468129" y="784906"/>
                  </a:lnTo>
                  <a:lnTo>
                    <a:pt x="3540381" y="801258"/>
                  </a:lnTo>
                  <a:lnTo>
                    <a:pt x="3612634" y="817610"/>
                  </a:lnTo>
                  <a:lnTo>
                    <a:pt x="3684887" y="833963"/>
                  </a:lnTo>
                  <a:lnTo>
                    <a:pt x="3757139" y="850315"/>
                  </a:lnTo>
                  <a:lnTo>
                    <a:pt x="3829392" y="866667"/>
                  </a:lnTo>
                  <a:lnTo>
                    <a:pt x="3901645" y="883019"/>
                  </a:lnTo>
                  <a:lnTo>
                    <a:pt x="3973897" y="899371"/>
                  </a:lnTo>
                  <a:lnTo>
                    <a:pt x="4046150" y="915724"/>
                  </a:lnTo>
                  <a:lnTo>
                    <a:pt x="4118403" y="932076"/>
                  </a:lnTo>
                  <a:lnTo>
                    <a:pt x="4190656" y="948428"/>
                  </a:lnTo>
                  <a:lnTo>
                    <a:pt x="4262908" y="964780"/>
                  </a:lnTo>
                  <a:lnTo>
                    <a:pt x="4335161" y="981132"/>
                  </a:lnTo>
                  <a:lnTo>
                    <a:pt x="4407414" y="997485"/>
                  </a:lnTo>
                  <a:lnTo>
                    <a:pt x="4479666" y="1013837"/>
                  </a:lnTo>
                  <a:lnTo>
                    <a:pt x="4551919" y="1030189"/>
                  </a:lnTo>
                  <a:lnTo>
                    <a:pt x="4624172" y="1046541"/>
                  </a:lnTo>
                  <a:lnTo>
                    <a:pt x="4696424" y="1062894"/>
                  </a:lnTo>
                  <a:lnTo>
                    <a:pt x="4768677" y="1079246"/>
                  </a:lnTo>
                  <a:lnTo>
                    <a:pt x="4840930" y="1095598"/>
                  </a:lnTo>
                  <a:lnTo>
                    <a:pt x="4913182" y="1111950"/>
                  </a:lnTo>
                  <a:lnTo>
                    <a:pt x="4985435" y="1128302"/>
                  </a:lnTo>
                  <a:lnTo>
                    <a:pt x="5057688" y="1144655"/>
                  </a:lnTo>
                  <a:lnTo>
                    <a:pt x="5129941" y="1161007"/>
                  </a:lnTo>
                  <a:lnTo>
                    <a:pt x="5202193" y="1177359"/>
                  </a:lnTo>
                  <a:lnTo>
                    <a:pt x="5274446" y="1193711"/>
                  </a:lnTo>
                  <a:lnTo>
                    <a:pt x="5346699" y="1210063"/>
                  </a:lnTo>
                  <a:lnTo>
                    <a:pt x="5418951" y="1226416"/>
                  </a:lnTo>
                  <a:lnTo>
                    <a:pt x="5491204" y="1242768"/>
                  </a:lnTo>
                  <a:lnTo>
                    <a:pt x="5563457" y="1259120"/>
                  </a:lnTo>
                  <a:lnTo>
                    <a:pt x="5635709" y="1275472"/>
                  </a:lnTo>
                  <a:lnTo>
                    <a:pt x="5707962" y="129182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534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558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420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645940" y="257773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645940" y="27234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645940" y="2556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32418" y="286061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32418" y="28137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932418" y="29438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468397" y="20489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68397" y="27484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468397" y="27849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05766" y="30191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705766" y="2998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05766" y="31786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214248" y="28849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214248" y="29012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214248" y="27337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548226" y="48788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548226" y="41220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48226" y="394983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381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743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496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335955"/>
              <a:ext cx="5707962" cy="1851919"/>
            </a:xfrm>
            <a:custGeom>
              <a:avLst/>
              <a:pathLst>
                <a:path w="5707962" h="1851919">
                  <a:moveTo>
                    <a:pt x="0" y="0"/>
                  </a:moveTo>
                  <a:lnTo>
                    <a:pt x="72252" y="19624"/>
                  </a:lnTo>
                  <a:lnTo>
                    <a:pt x="144505" y="39152"/>
                  </a:lnTo>
                  <a:lnTo>
                    <a:pt x="216758" y="58580"/>
                  </a:lnTo>
                  <a:lnTo>
                    <a:pt x="289010" y="77900"/>
                  </a:lnTo>
                  <a:lnTo>
                    <a:pt x="361263" y="97107"/>
                  </a:lnTo>
                  <a:lnTo>
                    <a:pt x="433516" y="116195"/>
                  </a:lnTo>
                  <a:lnTo>
                    <a:pt x="505768" y="135155"/>
                  </a:lnTo>
                  <a:lnTo>
                    <a:pt x="578021" y="153981"/>
                  </a:lnTo>
                  <a:lnTo>
                    <a:pt x="650274" y="172665"/>
                  </a:lnTo>
                  <a:lnTo>
                    <a:pt x="722526" y="191199"/>
                  </a:lnTo>
                  <a:lnTo>
                    <a:pt x="794779" y="209574"/>
                  </a:lnTo>
                  <a:lnTo>
                    <a:pt x="867032" y="227781"/>
                  </a:lnTo>
                  <a:lnTo>
                    <a:pt x="939284" y="245812"/>
                  </a:lnTo>
                  <a:lnTo>
                    <a:pt x="1011537" y="263657"/>
                  </a:lnTo>
                  <a:lnTo>
                    <a:pt x="1083790" y="281306"/>
                  </a:lnTo>
                  <a:lnTo>
                    <a:pt x="1156043" y="298750"/>
                  </a:lnTo>
                  <a:lnTo>
                    <a:pt x="1228295" y="315978"/>
                  </a:lnTo>
                  <a:lnTo>
                    <a:pt x="1300548" y="332979"/>
                  </a:lnTo>
                  <a:lnTo>
                    <a:pt x="1372801" y="349746"/>
                  </a:lnTo>
                  <a:lnTo>
                    <a:pt x="1445053" y="366266"/>
                  </a:lnTo>
                  <a:lnTo>
                    <a:pt x="1517306" y="382531"/>
                  </a:lnTo>
                  <a:lnTo>
                    <a:pt x="1589559" y="398532"/>
                  </a:lnTo>
                  <a:lnTo>
                    <a:pt x="1661811" y="414259"/>
                  </a:lnTo>
                  <a:lnTo>
                    <a:pt x="1734064" y="429705"/>
                  </a:lnTo>
                  <a:lnTo>
                    <a:pt x="1806317" y="444862"/>
                  </a:lnTo>
                  <a:lnTo>
                    <a:pt x="1878569" y="459725"/>
                  </a:lnTo>
                  <a:lnTo>
                    <a:pt x="1950822" y="474286"/>
                  </a:lnTo>
                  <a:lnTo>
                    <a:pt x="2023075" y="488544"/>
                  </a:lnTo>
                  <a:lnTo>
                    <a:pt x="2095328" y="502493"/>
                  </a:lnTo>
                  <a:lnTo>
                    <a:pt x="2167580" y="516134"/>
                  </a:lnTo>
                  <a:lnTo>
                    <a:pt x="2239833" y="529465"/>
                  </a:lnTo>
                  <a:lnTo>
                    <a:pt x="2312086" y="542487"/>
                  </a:lnTo>
                  <a:lnTo>
                    <a:pt x="2384338" y="555202"/>
                  </a:lnTo>
                  <a:lnTo>
                    <a:pt x="2456591" y="567615"/>
                  </a:lnTo>
                  <a:lnTo>
                    <a:pt x="2528844" y="579730"/>
                  </a:lnTo>
                  <a:lnTo>
                    <a:pt x="2601096" y="591553"/>
                  </a:lnTo>
                  <a:lnTo>
                    <a:pt x="2673349" y="603089"/>
                  </a:lnTo>
                  <a:lnTo>
                    <a:pt x="2745602" y="614349"/>
                  </a:lnTo>
                  <a:lnTo>
                    <a:pt x="2817854" y="625338"/>
                  </a:lnTo>
                  <a:lnTo>
                    <a:pt x="2890107" y="636067"/>
                  </a:lnTo>
                  <a:lnTo>
                    <a:pt x="2962360" y="646545"/>
                  </a:lnTo>
                  <a:lnTo>
                    <a:pt x="3034612" y="656782"/>
                  </a:lnTo>
                  <a:lnTo>
                    <a:pt x="3106865" y="666787"/>
                  </a:lnTo>
                  <a:lnTo>
                    <a:pt x="3179118" y="676572"/>
                  </a:lnTo>
                  <a:lnTo>
                    <a:pt x="3251371" y="686145"/>
                  </a:lnTo>
                  <a:lnTo>
                    <a:pt x="3323623" y="695516"/>
                  </a:lnTo>
                  <a:lnTo>
                    <a:pt x="3395876" y="704697"/>
                  </a:lnTo>
                  <a:lnTo>
                    <a:pt x="3468129" y="713695"/>
                  </a:lnTo>
                  <a:lnTo>
                    <a:pt x="3540381" y="722521"/>
                  </a:lnTo>
                  <a:lnTo>
                    <a:pt x="3612634" y="731183"/>
                  </a:lnTo>
                  <a:lnTo>
                    <a:pt x="3684887" y="739691"/>
                  </a:lnTo>
                  <a:lnTo>
                    <a:pt x="3757139" y="748052"/>
                  </a:lnTo>
                  <a:lnTo>
                    <a:pt x="3829392" y="756275"/>
                  </a:lnTo>
                  <a:lnTo>
                    <a:pt x="3901645" y="764366"/>
                  </a:lnTo>
                  <a:lnTo>
                    <a:pt x="3973897" y="772334"/>
                  </a:lnTo>
                  <a:lnTo>
                    <a:pt x="4046150" y="780185"/>
                  </a:lnTo>
                  <a:lnTo>
                    <a:pt x="4118403" y="787926"/>
                  </a:lnTo>
                  <a:lnTo>
                    <a:pt x="4190656" y="795562"/>
                  </a:lnTo>
                  <a:lnTo>
                    <a:pt x="4262908" y="803099"/>
                  </a:lnTo>
                  <a:lnTo>
                    <a:pt x="4335161" y="810544"/>
                  </a:lnTo>
                  <a:lnTo>
                    <a:pt x="4407414" y="817900"/>
                  </a:lnTo>
                  <a:lnTo>
                    <a:pt x="4479666" y="825173"/>
                  </a:lnTo>
                  <a:lnTo>
                    <a:pt x="4551919" y="832367"/>
                  </a:lnTo>
                  <a:lnTo>
                    <a:pt x="4624172" y="839487"/>
                  </a:lnTo>
                  <a:lnTo>
                    <a:pt x="4696424" y="846537"/>
                  </a:lnTo>
                  <a:lnTo>
                    <a:pt x="4768677" y="853519"/>
                  </a:lnTo>
                  <a:lnTo>
                    <a:pt x="4840930" y="860439"/>
                  </a:lnTo>
                  <a:lnTo>
                    <a:pt x="4913182" y="867299"/>
                  </a:lnTo>
                  <a:lnTo>
                    <a:pt x="4985435" y="874101"/>
                  </a:lnTo>
                  <a:lnTo>
                    <a:pt x="5057688" y="880851"/>
                  </a:lnTo>
                  <a:lnTo>
                    <a:pt x="5129941" y="887549"/>
                  </a:lnTo>
                  <a:lnTo>
                    <a:pt x="5202193" y="894198"/>
                  </a:lnTo>
                  <a:lnTo>
                    <a:pt x="5274446" y="900802"/>
                  </a:lnTo>
                  <a:lnTo>
                    <a:pt x="5346699" y="907361"/>
                  </a:lnTo>
                  <a:lnTo>
                    <a:pt x="5418951" y="913879"/>
                  </a:lnTo>
                  <a:lnTo>
                    <a:pt x="5491204" y="920358"/>
                  </a:lnTo>
                  <a:lnTo>
                    <a:pt x="5563457" y="926799"/>
                  </a:lnTo>
                  <a:lnTo>
                    <a:pt x="5635709" y="933204"/>
                  </a:lnTo>
                  <a:lnTo>
                    <a:pt x="5707962" y="939574"/>
                  </a:lnTo>
                  <a:lnTo>
                    <a:pt x="5707962" y="1851919"/>
                  </a:lnTo>
                  <a:lnTo>
                    <a:pt x="5635709" y="1831180"/>
                  </a:lnTo>
                  <a:lnTo>
                    <a:pt x="5563457" y="1810475"/>
                  </a:lnTo>
                  <a:lnTo>
                    <a:pt x="5491204" y="1789807"/>
                  </a:lnTo>
                  <a:lnTo>
                    <a:pt x="5418951" y="1769176"/>
                  </a:lnTo>
                  <a:lnTo>
                    <a:pt x="5346699" y="1748584"/>
                  </a:lnTo>
                  <a:lnTo>
                    <a:pt x="5274446" y="1728035"/>
                  </a:lnTo>
                  <a:lnTo>
                    <a:pt x="5202193" y="1707529"/>
                  </a:lnTo>
                  <a:lnTo>
                    <a:pt x="5129941" y="1687069"/>
                  </a:lnTo>
                  <a:lnTo>
                    <a:pt x="5057688" y="1666657"/>
                  </a:lnTo>
                  <a:lnTo>
                    <a:pt x="4985435" y="1646297"/>
                  </a:lnTo>
                  <a:lnTo>
                    <a:pt x="4913182" y="1625990"/>
                  </a:lnTo>
                  <a:lnTo>
                    <a:pt x="4840930" y="1605740"/>
                  </a:lnTo>
                  <a:lnTo>
                    <a:pt x="4768677" y="1585550"/>
                  </a:lnTo>
                  <a:lnTo>
                    <a:pt x="4696424" y="1565424"/>
                  </a:lnTo>
                  <a:lnTo>
                    <a:pt x="4624172" y="1545363"/>
                  </a:lnTo>
                  <a:lnTo>
                    <a:pt x="4551919" y="1525374"/>
                  </a:lnTo>
                  <a:lnTo>
                    <a:pt x="4479666" y="1505459"/>
                  </a:lnTo>
                  <a:lnTo>
                    <a:pt x="4407414" y="1485622"/>
                  </a:lnTo>
                  <a:lnTo>
                    <a:pt x="4335161" y="1465869"/>
                  </a:lnTo>
                  <a:lnTo>
                    <a:pt x="4262908" y="1446204"/>
                  </a:lnTo>
                  <a:lnTo>
                    <a:pt x="4190656" y="1426632"/>
                  </a:lnTo>
                  <a:lnTo>
                    <a:pt x="4118403" y="1407158"/>
                  </a:lnTo>
                  <a:lnTo>
                    <a:pt x="4046150" y="1387789"/>
                  </a:lnTo>
                  <a:lnTo>
                    <a:pt x="3973897" y="1368531"/>
                  </a:lnTo>
                  <a:lnTo>
                    <a:pt x="3901645" y="1349389"/>
                  </a:lnTo>
                  <a:lnTo>
                    <a:pt x="3829392" y="1330371"/>
                  </a:lnTo>
                  <a:lnTo>
                    <a:pt x="3757139" y="1311484"/>
                  </a:lnTo>
                  <a:lnTo>
                    <a:pt x="3684887" y="1292736"/>
                  </a:lnTo>
                  <a:lnTo>
                    <a:pt x="3612634" y="1274134"/>
                  </a:lnTo>
                  <a:lnTo>
                    <a:pt x="3540381" y="1255687"/>
                  </a:lnTo>
                  <a:lnTo>
                    <a:pt x="3468129" y="1237404"/>
                  </a:lnTo>
                  <a:lnTo>
                    <a:pt x="3395876" y="1219292"/>
                  </a:lnTo>
                  <a:lnTo>
                    <a:pt x="3323623" y="1201363"/>
                  </a:lnTo>
                  <a:lnTo>
                    <a:pt x="3251371" y="1183625"/>
                  </a:lnTo>
                  <a:lnTo>
                    <a:pt x="3179118" y="1166089"/>
                  </a:lnTo>
                  <a:lnTo>
                    <a:pt x="3106865" y="1148764"/>
                  </a:lnTo>
                  <a:lnTo>
                    <a:pt x="3034612" y="1131659"/>
                  </a:lnTo>
                  <a:lnTo>
                    <a:pt x="2962360" y="1114787"/>
                  </a:lnTo>
                  <a:lnTo>
                    <a:pt x="2890107" y="1098155"/>
                  </a:lnTo>
                  <a:lnTo>
                    <a:pt x="2817854" y="1081775"/>
                  </a:lnTo>
                  <a:lnTo>
                    <a:pt x="2745602" y="1065655"/>
                  </a:lnTo>
                  <a:lnTo>
                    <a:pt x="2673349" y="1049804"/>
                  </a:lnTo>
                  <a:lnTo>
                    <a:pt x="2601096" y="1034232"/>
                  </a:lnTo>
                  <a:lnTo>
                    <a:pt x="2528844" y="1018945"/>
                  </a:lnTo>
                  <a:lnTo>
                    <a:pt x="2456591" y="1003950"/>
                  </a:lnTo>
                  <a:lnTo>
                    <a:pt x="2384338" y="989253"/>
                  </a:lnTo>
                  <a:lnTo>
                    <a:pt x="2312086" y="974860"/>
                  </a:lnTo>
                  <a:lnTo>
                    <a:pt x="2239833" y="960772"/>
                  </a:lnTo>
                  <a:lnTo>
                    <a:pt x="2167580" y="946994"/>
                  </a:lnTo>
                  <a:lnTo>
                    <a:pt x="2095328" y="933524"/>
                  </a:lnTo>
                  <a:lnTo>
                    <a:pt x="2023075" y="920365"/>
                  </a:lnTo>
                  <a:lnTo>
                    <a:pt x="1950822" y="907512"/>
                  </a:lnTo>
                  <a:lnTo>
                    <a:pt x="1878569" y="894965"/>
                  </a:lnTo>
                  <a:lnTo>
                    <a:pt x="1806317" y="882717"/>
                  </a:lnTo>
                  <a:lnTo>
                    <a:pt x="1734064" y="870765"/>
                  </a:lnTo>
                  <a:lnTo>
                    <a:pt x="1661811" y="859102"/>
                  </a:lnTo>
                  <a:lnTo>
                    <a:pt x="1589559" y="847719"/>
                  </a:lnTo>
                  <a:lnTo>
                    <a:pt x="1517306" y="836611"/>
                  </a:lnTo>
                  <a:lnTo>
                    <a:pt x="1445053" y="825766"/>
                  </a:lnTo>
                  <a:lnTo>
                    <a:pt x="1372801" y="815177"/>
                  </a:lnTo>
                  <a:lnTo>
                    <a:pt x="1300548" y="804834"/>
                  </a:lnTo>
                  <a:lnTo>
                    <a:pt x="1228295" y="794726"/>
                  </a:lnTo>
                  <a:lnTo>
                    <a:pt x="1156043" y="784845"/>
                  </a:lnTo>
                  <a:lnTo>
                    <a:pt x="1083790" y="775179"/>
                  </a:lnTo>
                  <a:lnTo>
                    <a:pt x="1011537" y="765718"/>
                  </a:lnTo>
                  <a:lnTo>
                    <a:pt x="939284" y="756454"/>
                  </a:lnTo>
                  <a:lnTo>
                    <a:pt x="867032" y="747375"/>
                  </a:lnTo>
                  <a:lnTo>
                    <a:pt x="794779" y="738473"/>
                  </a:lnTo>
                  <a:lnTo>
                    <a:pt x="722526" y="729739"/>
                  </a:lnTo>
                  <a:lnTo>
                    <a:pt x="650274" y="721163"/>
                  </a:lnTo>
                  <a:lnTo>
                    <a:pt x="578021" y="712737"/>
                  </a:lnTo>
                  <a:lnTo>
                    <a:pt x="505768" y="704454"/>
                  </a:lnTo>
                  <a:lnTo>
                    <a:pt x="433516" y="696305"/>
                  </a:lnTo>
                  <a:lnTo>
                    <a:pt x="361263" y="688282"/>
                  </a:lnTo>
                  <a:lnTo>
                    <a:pt x="289010" y="680380"/>
                  </a:lnTo>
                  <a:lnTo>
                    <a:pt x="216758" y="672591"/>
                  </a:lnTo>
                  <a:lnTo>
                    <a:pt x="144505" y="664909"/>
                  </a:lnTo>
                  <a:lnTo>
                    <a:pt x="72252" y="657328"/>
                  </a:lnTo>
                  <a:lnTo>
                    <a:pt x="0" y="649843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335955"/>
              <a:ext cx="5707962" cy="939574"/>
            </a:xfrm>
            <a:custGeom>
              <a:avLst/>
              <a:pathLst>
                <a:path w="5707962" h="939574">
                  <a:moveTo>
                    <a:pt x="0" y="0"/>
                  </a:moveTo>
                  <a:lnTo>
                    <a:pt x="72252" y="19624"/>
                  </a:lnTo>
                  <a:lnTo>
                    <a:pt x="144505" y="39152"/>
                  </a:lnTo>
                  <a:lnTo>
                    <a:pt x="216758" y="58580"/>
                  </a:lnTo>
                  <a:lnTo>
                    <a:pt x="289010" y="77900"/>
                  </a:lnTo>
                  <a:lnTo>
                    <a:pt x="361263" y="97107"/>
                  </a:lnTo>
                  <a:lnTo>
                    <a:pt x="433516" y="116195"/>
                  </a:lnTo>
                  <a:lnTo>
                    <a:pt x="505768" y="135155"/>
                  </a:lnTo>
                  <a:lnTo>
                    <a:pt x="578021" y="153981"/>
                  </a:lnTo>
                  <a:lnTo>
                    <a:pt x="650274" y="172665"/>
                  </a:lnTo>
                  <a:lnTo>
                    <a:pt x="722526" y="191199"/>
                  </a:lnTo>
                  <a:lnTo>
                    <a:pt x="794779" y="209574"/>
                  </a:lnTo>
                  <a:lnTo>
                    <a:pt x="867032" y="227781"/>
                  </a:lnTo>
                  <a:lnTo>
                    <a:pt x="939284" y="245812"/>
                  </a:lnTo>
                  <a:lnTo>
                    <a:pt x="1011537" y="263657"/>
                  </a:lnTo>
                  <a:lnTo>
                    <a:pt x="1083790" y="281306"/>
                  </a:lnTo>
                  <a:lnTo>
                    <a:pt x="1156043" y="298750"/>
                  </a:lnTo>
                  <a:lnTo>
                    <a:pt x="1228295" y="315978"/>
                  </a:lnTo>
                  <a:lnTo>
                    <a:pt x="1300548" y="332979"/>
                  </a:lnTo>
                  <a:lnTo>
                    <a:pt x="1372801" y="349746"/>
                  </a:lnTo>
                  <a:lnTo>
                    <a:pt x="1445053" y="366266"/>
                  </a:lnTo>
                  <a:lnTo>
                    <a:pt x="1517306" y="382531"/>
                  </a:lnTo>
                  <a:lnTo>
                    <a:pt x="1589559" y="398532"/>
                  </a:lnTo>
                  <a:lnTo>
                    <a:pt x="1661811" y="414259"/>
                  </a:lnTo>
                  <a:lnTo>
                    <a:pt x="1734064" y="429705"/>
                  </a:lnTo>
                  <a:lnTo>
                    <a:pt x="1806317" y="444862"/>
                  </a:lnTo>
                  <a:lnTo>
                    <a:pt x="1878569" y="459725"/>
                  </a:lnTo>
                  <a:lnTo>
                    <a:pt x="1950822" y="474286"/>
                  </a:lnTo>
                  <a:lnTo>
                    <a:pt x="2023075" y="488544"/>
                  </a:lnTo>
                  <a:lnTo>
                    <a:pt x="2095328" y="502493"/>
                  </a:lnTo>
                  <a:lnTo>
                    <a:pt x="2167580" y="516134"/>
                  </a:lnTo>
                  <a:lnTo>
                    <a:pt x="2239833" y="529465"/>
                  </a:lnTo>
                  <a:lnTo>
                    <a:pt x="2312086" y="542487"/>
                  </a:lnTo>
                  <a:lnTo>
                    <a:pt x="2384338" y="555202"/>
                  </a:lnTo>
                  <a:lnTo>
                    <a:pt x="2456591" y="567615"/>
                  </a:lnTo>
                  <a:lnTo>
                    <a:pt x="2528844" y="579730"/>
                  </a:lnTo>
                  <a:lnTo>
                    <a:pt x="2601096" y="591553"/>
                  </a:lnTo>
                  <a:lnTo>
                    <a:pt x="2673349" y="603089"/>
                  </a:lnTo>
                  <a:lnTo>
                    <a:pt x="2745602" y="614349"/>
                  </a:lnTo>
                  <a:lnTo>
                    <a:pt x="2817854" y="625338"/>
                  </a:lnTo>
                  <a:lnTo>
                    <a:pt x="2890107" y="636067"/>
                  </a:lnTo>
                  <a:lnTo>
                    <a:pt x="2962360" y="646545"/>
                  </a:lnTo>
                  <a:lnTo>
                    <a:pt x="3034612" y="656782"/>
                  </a:lnTo>
                  <a:lnTo>
                    <a:pt x="3106865" y="666787"/>
                  </a:lnTo>
                  <a:lnTo>
                    <a:pt x="3179118" y="676572"/>
                  </a:lnTo>
                  <a:lnTo>
                    <a:pt x="3251371" y="686145"/>
                  </a:lnTo>
                  <a:lnTo>
                    <a:pt x="3323623" y="695516"/>
                  </a:lnTo>
                  <a:lnTo>
                    <a:pt x="3395876" y="704697"/>
                  </a:lnTo>
                  <a:lnTo>
                    <a:pt x="3468129" y="713695"/>
                  </a:lnTo>
                  <a:lnTo>
                    <a:pt x="3540381" y="722521"/>
                  </a:lnTo>
                  <a:lnTo>
                    <a:pt x="3612634" y="731183"/>
                  </a:lnTo>
                  <a:lnTo>
                    <a:pt x="3684887" y="739691"/>
                  </a:lnTo>
                  <a:lnTo>
                    <a:pt x="3757139" y="748052"/>
                  </a:lnTo>
                  <a:lnTo>
                    <a:pt x="3829392" y="756275"/>
                  </a:lnTo>
                  <a:lnTo>
                    <a:pt x="3901645" y="764366"/>
                  </a:lnTo>
                  <a:lnTo>
                    <a:pt x="3973897" y="772334"/>
                  </a:lnTo>
                  <a:lnTo>
                    <a:pt x="4046150" y="780185"/>
                  </a:lnTo>
                  <a:lnTo>
                    <a:pt x="4118403" y="787926"/>
                  </a:lnTo>
                  <a:lnTo>
                    <a:pt x="4190656" y="795562"/>
                  </a:lnTo>
                  <a:lnTo>
                    <a:pt x="4262908" y="803099"/>
                  </a:lnTo>
                  <a:lnTo>
                    <a:pt x="4335161" y="810544"/>
                  </a:lnTo>
                  <a:lnTo>
                    <a:pt x="4407414" y="817900"/>
                  </a:lnTo>
                  <a:lnTo>
                    <a:pt x="4479666" y="825173"/>
                  </a:lnTo>
                  <a:lnTo>
                    <a:pt x="4551919" y="832367"/>
                  </a:lnTo>
                  <a:lnTo>
                    <a:pt x="4624172" y="839487"/>
                  </a:lnTo>
                  <a:lnTo>
                    <a:pt x="4696424" y="846537"/>
                  </a:lnTo>
                  <a:lnTo>
                    <a:pt x="4768677" y="853519"/>
                  </a:lnTo>
                  <a:lnTo>
                    <a:pt x="4840930" y="860439"/>
                  </a:lnTo>
                  <a:lnTo>
                    <a:pt x="4913182" y="867299"/>
                  </a:lnTo>
                  <a:lnTo>
                    <a:pt x="4985435" y="874101"/>
                  </a:lnTo>
                  <a:lnTo>
                    <a:pt x="5057688" y="880851"/>
                  </a:lnTo>
                  <a:lnTo>
                    <a:pt x="5129941" y="887549"/>
                  </a:lnTo>
                  <a:lnTo>
                    <a:pt x="5202193" y="894198"/>
                  </a:lnTo>
                  <a:lnTo>
                    <a:pt x="5274446" y="900802"/>
                  </a:lnTo>
                  <a:lnTo>
                    <a:pt x="5346699" y="907361"/>
                  </a:lnTo>
                  <a:lnTo>
                    <a:pt x="5418951" y="913879"/>
                  </a:lnTo>
                  <a:lnTo>
                    <a:pt x="5491204" y="920358"/>
                  </a:lnTo>
                  <a:lnTo>
                    <a:pt x="5563457" y="926799"/>
                  </a:lnTo>
                  <a:lnTo>
                    <a:pt x="5635709" y="933204"/>
                  </a:lnTo>
                  <a:lnTo>
                    <a:pt x="5707962" y="939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2985798"/>
              <a:ext cx="5707962" cy="1202076"/>
            </a:xfrm>
            <a:custGeom>
              <a:avLst/>
              <a:pathLst>
                <a:path w="5707962" h="1202076">
                  <a:moveTo>
                    <a:pt x="5707962" y="1202076"/>
                  </a:moveTo>
                  <a:lnTo>
                    <a:pt x="5635709" y="1181337"/>
                  </a:lnTo>
                  <a:lnTo>
                    <a:pt x="5563457" y="1160632"/>
                  </a:lnTo>
                  <a:lnTo>
                    <a:pt x="5491204" y="1139964"/>
                  </a:lnTo>
                  <a:lnTo>
                    <a:pt x="5418951" y="1119333"/>
                  </a:lnTo>
                  <a:lnTo>
                    <a:pt x="5346699" y="1098741"/>
                  </a:lnTo>
                  <a:lnTo>
                    <a:pt x="5274446" y="1078191"/>
                  </a:lnTo>
                  <a:lnTo>
                    <a:pt x="5202193" y="1057685"/>
                  </a:lnTo>
                  <a:lnTo>
                    <a:pt x="5129941" y="1037225"/>
                  </a:lnTo>
                  <a:lnTo>
                    <a:pt x="5057688" y="1016814"/>
                  </a:lnTo>
                  <a:lnTo>
                    <a:pt x="4985435" y="996454"/>
                  </a:lnTo>
                  <a:lnTo>
                    <a:pt x="4913182" y="976147"/>
                  </a:lnTo>
                  <a:lnTo>
                    <a:pt x="4840930" y="955897"/>
                  </a:lnTo>
                  <a:lnTo>
                    <a:pt x="4768677" y="935707"/>
                  </a:lnTo>
                  <a:lnTo>
                    <a:pt x="4696424" y="915580"/>
                  </a:lnTo>
                  <a:lnTo>
                    <a:pt x="4624172" y="895520"/>
                  </a:lnTo>
                  <a:lnTo>
                    <a:pt x="4551919" y="875531"/>
                  </a:lnTo>
                  <a:lnTo>
                    <a:pt x="4479666" y="855615"/>
                  </a:lnTo>
                  <a:lnTo>
                    <a:pt x="4407414" y="835779"/>
                  </a:lnTo>
                  <a:lnTo>
                    <a:pt x="4335161" y="816026"/>
                  </a:lnTo>
                  <a:lnTo>
                    <a:pt x="4262908" y="796361"/>
                  </a:lnTo>
                  <a:lnTo>
                    <a:pt x="4190656" y="776789"/>
                  </a:lnTo>
                  <a:lnTo>
                    <a:pt x="4118403" y="757315"/>
                  </a:lnTo>
                  <a:lnTo>
                    <a:pt x="4046150" y="737946"/>
                  </a:lnTo>
                  <a:lnTo>
                    <a:pt x="3973897" y="718688"/>
                  </a:lnTo>
                  <a:lnTo>
                    <a:pt x="3901645" y="699546"/>
                  </a:lnTo>
                  <a:lnTo>
                    <a:pt x="3829392" y="680528"/>
                  </a:lnTo>
                  <a:lnTo>
                    <a:pt x="3757139" y="661641"/>
                  </a:lnTo>
                  <a:lnTo>
                    <a:pt x="3684887" y="642893"/>
                  </a:lnTo>
                  <a:lnTo>
                    <a:pt x="3612634" y="624291"/>
                  </a:lnTo>
                  <a:lnTo>
                    <a:pt x="3540381" y="605844"/>
                  </a:lnTo>
                  <a:lnTo>
                    <a:pt x="3468129" y="587560"/>
                  </a:lnTo>
                  <a:lnTo>
                    <a:pt x="3395876" y="569449"/>
                  </a:lnTo>
                  <a:lnTo>
                    <a:pt x="3323623" y="551520"/>
                  </a:lnTo>
                  <a:lnTo>
                    <a:pt x="3251371" y="533782"/>
                  </a:lnTo>
                  <a:lnTo>
                    <a:pt x="3179118" y="516246"/>
                  </a:lnTo>
                  <a:lnTo>
                    <a:pt x="3106865" y="498920"/>
                  </a:lnTo>
                  <a:lnTo>
                    <a:pt x="3034612" y="481816"/>
                  </a:lnTo>
                  <a:lnTo>
                    <a:pt x="2962360" y="464943"/>
                  </a:lnTo>
                  <a:lnTo>
                    <a:pt x="2890107" y="448312"/>
                  </a:lnTo>
                  <a:lnTo>
                    <a:pt x="2817854" y="431932"/>
                  </a:lnTo>
                  <a:lnTo>
                    <a:pt x="2745602" y="415812"/>
                  </a:lnTo>
                  <a:lnTo>
                    <a:pt x="2673349" y="399961"/>
                  </a:lnTo>
                  <a:lnTo>
                    <a:pt x="2601096" y="384389"/>
                  </a:lnTo>
                  <a:lnTo>
                    <a:pt x="2528844" y="369102"/>
                  </a:lnTo>
                  <a:lnTo>
                    <a:pt x="2456591" y="354107"/>
                  </a:lnTo>
                  <a:lnTo>
                    <a:pt x="2384338" y="339410"/>
                  </a:lnTo>
                  <a:lnTo>
                    <a:pt x="2312086" y="325016"/>
                  </a:lnTo>
                  <a:lnTo>
                    <a:pt x="2239833" y="310929"/>
                  </a:lnTo>
                  <a:lnTo>
                    <a:pt x="2167580" y="297150"/>
                  </a:lnTo>
                  <a:lnTo>
                    <a:pt x="2095328" y="283681"/>
                  </a:lnTo>
                  <a:lnTo>
                    <a:pt x="2023075" y="270521"/>
                  </a:lnTo>
                  <a:lnTo>
                    <a:pt x="1950822" y="257669"/>
                  </a:lnTo>
                  <a:lnTo>
                    <a:pt x="1878569" y="245122"/>
                  </a:lnTo>
                  <a:lnTo>
                    <a:pt x="1806317" y="232874"/>
                  </a:lnTo>
                  <a:lnTo>
                    <a:pt x="1734064" y="220922"/>
                  </a:lnTo>
                  <a:lnTo>
                    <a:pt x="1661811" y="209258"/>
                  </a:lnTo>
                  <a:lnTo>
                    <a:pt x="1589559" y="197876"/>
                  </a:lnTo>
                  <a:lnTo>
                    <a:pt x="1517306" y="186767"/>
                  </a:lnTo>
                  <a:lnTo>
                    <a:pt x="1445053" y="175923"/>
                  </a:lnTo>
                  <a:lnTo>
                    <a:pt x="1372801" y="165334"/>
                  </a:lnTo>
                  <a:lnTo>
                    <a:pt x="1300548" y="154991"/>
                  </a:lnTo>
                  <a:lnTo>
                    <a:pt x="1228295" y="144883"/>
                  </a:lnTo>
                  <a:lnTo>
                    <a:pt x="1156043" y="135001"/>
                  </a:lnTo>
                  <a:lnTo>
                    <a:pt x="1083790" y="125335"/>
                  </a:lnTo>
                  <a:lnTo>
                    <a:pt x="1011537" y="115875"/>
                  </a:lnTo>
                  <a:lnTo>
                    <a:pt x="939284" y="106610"/>
                  </a:lnTo>
                  <a:lnTo>
                    <a:pt x="867032" y="97532"/>
                  </a:lnTo>
                  <a:lnTo>
                    <a:pt x="794779" y="88630"/>
                  </a:lnTo>
                  <a:lnTo>
                    <a:pt x="722526" y="79896"/>
                  </a:lnTo>
                  <a:lnTo>
                    <a:pt x="650274" y="71320"/>
                  </a:lnTo>
                  <a:lnTo>
                    <a:pt x="578021" y="62894"/>
                  </a:lnTo>
                  <a:lnTo>
                    <a:pt x="505768" y="54611"/>
                  </a:lnTo>
                  <a:lnTo>
                    <a:pt x="433516" y="46461"/>
                  </a:lnTo>
                  <a:lnTo>
                    <a:pt x="361263" y="38439"/>
                  </a:lnTo>
                  <a:lnTo>
                    <a:pt x="289010" y="30537"/>
                  </a:lnTo>
                  <a:lnTo>
                    <a:pt x="216758" y="22748"/>
                  </a:lnTo>
                  <a:lnTo>
                    <a:pt x="144505" y="15066"/>
                  </a:lnTo>
                  <a:lnTo>
                    <a:pt x="72252" y="7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660876"/>
              <a:ext cx="5707962" cy="1070825"/>
            </a:xfrm>
            <a:custGeom>
              <a:avLst/>
              <a:pathLst>
                <a:path w="5707962" h="1070825">
                  <a:moveTo>
                    <a:pt x="0" y="0"/>
                  </a:moveTo>
                  <a:lnTo>
                    <a:pt x="72252" y="13554"/>
                  </a:lnTo>
                  <a:lnTo>
                    <a:pt x="144505" y="27109"/>
                  </a:lnTo>
                  <a:lnTo>
                    <a:pt x="216758" y="40664"/>
                  </a:lnTo>
                  <a:lnTo>
                    <a:pt x="289010" y="54219"/>
                  </a:lnTo>
                  <a:lnTo>
                    <a:pt x="361263" y="67773"/>
                  </a:lnTo>
                  <a:lnTo>
                    <a:pt x="433516" y="81328"/>
                  </a:lnTo>
                  <a:lnTo>
                    <a:pt x="505768" y="94883"/>
                  </a:lnTo>
                  <a:lnTo>
                    <a:pt x="578021" y="108438"/>
                  </a:lnTo>
                  <a:lnTo>
                    <a:pt x="650274" y="121992"/>
                  </a:lnTo>
                  <a:lnTo>
                    <a:pt x="722526" y="135547"/>
                  </a:lnTo>
                  <a:lnTo>
                    <a:pt x="794779" y="149102"/>
                  </a:lnTo>
                  <a:lnTo>
                    <a:pt x="867032" y="162657"/>
                  </a:lnTo>
                  <a:lnTo>
                    <a:pt x="939284" y="176211"/>
                  </a:lnTo>
                  <a:lnTo>
                    <a:pt x="1011537" y="189766"/>
                  </a:lnTo>
                  <a:lnTo>
                    <a:pt x="1083790" y="203321"/>
                  </a:lnTo>
                  <a:lnTo>
                    <a:pt x="1156043" y="216876"/>
                  </a:lnTo>
                  <a:lnTo>
                    <a:pt x="1228295" y="230430"/>
                  </a:lnTo>
                  <a:lnTo>
                    <a:pt x="1300548" y="243985"/>
                  </a:lnTo>
                  <a:lnTo>
                    <a:pt x="1372801" y="257540"/>
                  </a:lnTo>
                  <a:lnTo>
                    <a:pt x="1445053" y="271095"/>
                  </a:lnTo>
                  <a:lnTo>
                    <a:pt x="1517306" y="284649"/>
                  </a:lnTo>
                  <a:lnTo>
                    <a:pt x="1589559" y="298204"/>
                  </a:lnTo>
                  <a:lnTo>
                    <a:pt x="1661811" y="311759"/>
                  </a:lnTo>
                  <a:lnTo>
                    <a:pt x="1734064" y="325314"/>
                  </a:lnTo>
                  <a:lnTo>
                    <a:pt x="1806317" y="338868"/>
                  </a:lnTo>
                  <a:lnTo>
                    <a:pt x="1878569" y="352423"/>
                  </a:lnTo>
                  <a:lnTo>
                    <a:pt x="1950822" y="365978"/>
                  </a:lnTo>
                  <a:lnTo>
                    <a:pt x="2023075" y="379533"/>
                  </a:lnTo>
                  <a:lnTo>
                    <a:pt x="2095328" y="393087"/>
                  </a:lnTo>
                  <a:lnTo>
                    <a:pt x="2167580" y="406642"/>
                  </a:lnTo>
                  <a:lnTo>
                    <a:pt x="2239833" y="420197"/>
                  </a:lnTo>
                  <a:lnTo>
                    <a:pt x="2312086" y="433752"/>
                  </a:lnTo>
                  <a:lnTo>
                    <a:pt x="2384338" y="447306"/>
                  </a:lnTo>
                  <a:lnTo>
                    <a:pt x="2456591" y="460861"/>
                  </a:lnTo>
                  <a:lnTo>
                    <a:pt x="2528844" y="474416"/>
                  </a:lnTo>
                  <a:lnTo>
                    <a:pt x="2601096" y="487971"/>
                  </a:lnTo>
                  <a:lnTo>
                    <a:pt x="2673349" y="501525"/>
                  </a:lnTo>
                  <a:lnTo>
                    <a:pt x="2745602" y="515080"/>
                  </a:lnTo>
                  <a:lnTo>
                    <a:pt x="2817854" y="528635"/>
                  </a:lnTo>
                  <a:lnTo>
                    <a:pt x="2890107" y="542190"/>
                  </a:lnTo>
                  <a:lnTo>
                    <a:pt x="2962360" y="555744"/>
                  </a:lnTo>
                  <a:lnTo>
                    <a:pt x="3034612" y="569299"/>
                  </a:lnTo>
                  <a:lnTo>
                    <a:pt x="3106865" y="582854"/>
                  </a:lnTo>
                  <a:lnTo>
                    <a:pt x="3179118" y="596409"/>
                  </a:lnTo>
                  <a:lnTo>
                    <a:pt x="3251371" y="609963"/>
                  </a:lnTo>
                  <a:lnTo>
                    <a:pt x="3323623" y="623518"/>
                  </a:lnTo>
                  <a:lnTo>
                    <a:pt x="3395876" y="637073"/>
                  </a:lnTo>
                  <a:lnTo>
                    <a:pt x="3468129" y="650628"/>
                  </a:lnTo>
                  <a:lnTo>
                    <a:pt x="3540381" y="664182"/>
                  </a:lnTo>
                  <a:lnTo>
                    <a:pt x="3612634" y="677737"/>
                  </a:lnTo>
                  <a:lnTo>
                    <a:pt x="3684887" y="691292"/>
                  </a:lnTo>
                  <a:lnTo>
                    <a:pt x="3757139" y="704847"/>
                  </a:lnTo>
                  <a:lnTo>
                    <a:pt x="3829392" y="718401"/>
                  </a:lnTo>
                  <a:lnTo>
                    <a:pt x="3901645" y="731956"/>
                  </a:lnTo>
                  <a:lnTo>
                    <a:pt x="3973897" y="745511"/>
                  </a:lnTo>
                  <a:lnTo>
                    <a:pt x="4046150" y="759066"/>
                  </a:lnTo>
                  <a:lnTo>
                    <a:pt x="4118403" y="772620"/>
                  </a:lnTo>
                  <a:lnTo>
                    <a:pt x="4190656" y="786175"/>
                  </a:lnTo>
                  <a:lnTo>
                    <a:pt x="4262908" y="799730"/>
                  </a:lnTo>
                  <a:lnTo>
                    <a:pt x="4335161" y="813285"/>
                  </a:lnTo>
                  <a:lnTo>
                    <a:pt x="4407414" y="826839"/>
                  </a:lnTo>
                  <a:lnTo>
                    <a:pt x="4479666" y="840394"/>
                  </a:lnTo>
                  <a:lnTo>
                    <a:pt x="4551919" y="853949"/>
                  </a:lnTo>
                  <a:lnTo>
                    <a:pt x="4624172" y="867504"/>
                  </a:lnTo>
                  <a:lnTo>
                    <a:pt x="4696424" y="881058"/>
                  </a:lnTo>
                  <a:lnTo>
                    <a:pt x="4768677" y="894613"/>
                  </a:lnTo>
                  <a:lnTo>
                    <a:pt x="4840930" y="908168"/>
                  </a:lnTo>
                  <a:lnTo>
                    <a:pt x="4913182" y="921723"/>
                  </a:lnTo>
                  <a:lnTo>
                    <a:pt x="4985435" y="935278"/>
                  </a:lnTo>
                  <a:lnTo>
                    <a:pt x="5057688" y="948832"/>
                  </a:lnTo>
                  <a:lnTo>
                    <a:pt x="5129941" y="962387"/>
                  </a:lnTo>
                  <a:lnTo>
                    <a:pt x="5202193" y="975942"/>
                  </a:lnTo>
                  <a:lnTo>
                    <a:pt x="5274446" y="989497"/>
                  </a:lnTo>
                  <a:lnTo>
                    <a:pt x="5346699" y="1003051"/>
                  </a:lnTo>
                  <a:lnTo>
                    <a:pt x="5418951" y="1016606"/>
                  </a:lnTo>
                  <a:lnTo>
                    <a:pt x="5491204" y="1030161"/>
                  </a:lnTo>
                  <a:lnTo>
                    <a:pt x="5563457" y="1043716"/>
                  </a:lnTo>
                  <a:lnTo>
                    <a:pt x="5635709" y="1057270"/>
                  </a:lnTo>
                  <a:lnTo>
                    <a:pt x="5707962" y="107082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926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594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3972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91995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000181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93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995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797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600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402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119431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28982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38534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48085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57636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67187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tx136"/>
            <p:cNvSpPr/>
            <p:nvPr/>
          </p:nvSpPr>
          <p:spPr>
            <a:xfrm>
              <a:off x="108554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218106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27657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437208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546759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656310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743567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43" name="tx143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4" name="rc144"/>
            <p:cNvSpPr/>
            <p:nvPr/>
          </p:nvSpPr>
          <p:spPr>
            <a:xfrm>
              <a:off x="7359813" y="3220471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429402" y="3305514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49077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5418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37612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429402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480427" y="39807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29402" y="41491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480427" y="42001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7718447" y="3560452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18447" y="3779908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718447" y="399936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718447" y="421882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941876" y="1671709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Predicted 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966004" y="1671709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059181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170921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282660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347857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380410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2412962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2471576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2536772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69325" y="1671709"/>
              <a:ext cx="17135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Lewisetta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935516"/>
              <a:ext cx="6340937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2536532" y="47154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2536532" y="46381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2536532" y="46376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113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93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92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835518" y="50129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835518" y="5160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835518" y="49984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381339" y="53256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381339" y="52833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381339" y="51114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871613" y="46174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871613" y="46227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871613" y="46440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743805" y="50266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743805" y="49925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43805" y="51156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716311" y="53630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716311" y="52233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311" y="54922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3708" y="51285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3708" y="487329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3708" y="47335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826472"/>
              <a:ext cx="5764489" cy="460293"/>
            </a:xfrm>
            <a:custGeom>
              <a:avLst/>
              <a:pathLst>
                <a:path w="5764489" h="460293">
                  <a:moveTo>
                    <a:pt x="0" y="8979"/>
                  </a:moveTo>
                  <a:lnTo>
                    <a:pt x="72968" y="12980"/>
                  </a:lnTo>
                  <a:lnTo>
                    <a:pt x="145936" y="16943"/>
                  </a:lnTo>
                  <a:lnTo>
                    <a:pt x="218904" y="20866"/>
                  </a:lnTo>
                  <a:lnTo>
                    <a:pt x="291872" y="24745"/>
                  </a:lnTo>
                  <a:lnTo>
                    <a:pt x="364841" y="28578"/>
                  </a:lnTo>
                  <a:lnTo>
                    <a:pt x="437809" y="32363"/>
                  </a:lnTo>
                  <a:lnTo>
                    <a:pt x="510777" y="36096"/>
                  </a:lnTo>
                  <a:lnTo>
                    <a:pt x="583745" y="39775"/>
                  </a:lnTo>
                  <a:lnTo>
                    <a:pt x="656713" y="43395"/>
                  </a:lnTo>
                  <a:lnTo>
                    <a:pt x="729682" y="46954"/>
                  </a:lnTo>
                  <a:lnTo>
                    <a:pt x="802650" y="50448"/>
                  </a:lnTo>
                  <a:lnTo>
                    <a:pt x="875618" y="53872"/>
                  </a:lnTo>
                  <a:lnTo>
                    <a:pt x="948586" y="57222"/>
                  </a:lnTo>
                  <a:lnTo>
                    <a:pt x="1021555" y="60494"/>
                  </a:lnTo>
                  <a:lnTo>
                    <a:pt x="1094523" y="63682"/>
                  </a:lnTo>
                  <a:lnTo>
                    <a:pt x="1167491" y="66783"/>
                  </a:lnTo>
                  <a:lnTo>
                    <a:pt x="1240459" y="69790"/>
                  </a:lnTo>
                  <a:lnTo>
                    <a:pt x="1313427" y="72699"/>
                  </a:lnTo>
                  <a:lnTo>
                    <a:pt x="1386396" y="75503"/>
                  </a:lnTo>
                  <a:lnTo>
                    <a:pt x="1459364" y="78197"/>
                  </a:lnTo>
                  <a:lnTo>
                    <a:pt x="1532332" y="80774"/>
                  </a:lnTo>
                  <a:lnTo>
                    <a:pt x="1605300" y="83229"/>
                  </a:lnTo>
                  <a:lnTo>
                    <a:pt x="1678268" y="85555"/>
                  </a:lnTo>
                  <a:lnTo>
                    <a:pt x="1751237" y="87746"/>
                  </a:lnTo>
                  <a:lnTo>
                    <a:pt x="1824205" y="89796"/>
                  </a:lnTo>
                  <a:lnTo>
                    <a:pt x="1897173" y="91699"/>
                  </a:lnTo>
                  <a:lnTo>
                    <a:pt x="1970141" y="93450"/>
                  </a:lnTo>
                  <a:lnTo>
                    <a:pt x="2043110" y="95042"/>
                  </a:lnTo>
                  <a:lnTo>
                    <a:pt x="2116078" y="96471"/>
                  </a:lnTo>
                  <a:lnTo>
                    <a:pt x="2189046" y="97732"/>
                  </a:lnTo>
                  <a:lnTo>
                    <a:pt x="2262014" y="98822"/>
                  </a:lnTo>
                  <a:lnTo>
                    <a:pt x="2334982" y="99736"/>
                  </a:lnTo>
                  <a:lnTo>
                    <a:pt x="2407951" y="100472"/>
                  </a:lnTo>
                  <a:lnTo>
                    <a:pt x="2480919" y="101029"/>
                  </a:lnTo>
                  <a:lnTo>
                    <a:pt x="2553887" y="101406"/>
                  </a:lnTo>
                  <a:lnTo>
                    <a:pt x="2626855" y="101602"/>
                  </a:lnTo>
                  <a:lnTo>
                    <a:pt x="2699823" y="101618"/>
                  </a:lnTo>
                  <a:lnTo>
                    <a:pt x="2772792" y="101456"/>
                  </a:lnTo>
                  <a:lnTo>
                    <a:pt x="2845760" y="101119"/>
                  </a:lnTo>
                  <a:lnTo>
                    <a:pt x="2918728" y="100609"/>
                  </a:lnTo>
                  <a:lnTo>
                    <a:pt x="2991696" y="99930"/>
                  </a:lnTo>
                  <a:lnTo>
                    <a:pt x="3064665" y="99088"/>
                  </a:lnTo>
                  <a:lnTo>
                    <a:pt x="3137633" y="98086"/>
                  </a:lnTo>
                  <a:lnTo>
                    <a:pt x="3210601" y="96930"/>
                  </a:lnTo>
                  <a:lnTo>
                    <a:pt x="3283569" y="95626"/>
                  </a:lnTo>
                  <a:lnTo>
                    <a:pt x="3356537" y="94180"/>
                  </a:lnTo>
                  <a:lnTo>
                    <a:pt x="3429506" y="92598"/>
                  </a:lnTo>
                  <a:lnTo>
                    <a:pt x="3502474" y="90886"/>
                  </a:lnTo>
                  <a:lnTo>
                    <a:pt x="3575442" y="89051"/>
                  </a:lnTo>
                  <a:lnTo>
                    <a:pt x="3648410" y="87098"/>
                  </a:lnTo>
                  <a:lnTo>
                    <a:pt x="3721379" y="85033"/>
                  </a:lnTo>
                  <a:lnTo>
                    <a:pt x="3794347" y="82863"/>
                  </a:lnTo>
                  <a:lnTo>
                    <a:pt x="3867315" y="80593"/>
                  </a:lnTo>
                  <a:lnTo>
                    <a:pt x="3940283" y="78229"/>
                  </a:lnTo>
                  <a:lnTo>
                    <a:pt x="4013251" y="75775"/>
                  </a:lnTo>
                  <a:lnTo>
                    <a:pt x="4086220" y="73238"/>
                  </a:lnTo>
                  <a:lnTo>
                    <a:pt x="4159188" y="70621"/>
                  </a:lnTo>
                  <a:lnTo>
                    <a:pt x="4232156" y="67930"/>
                  </a:lnTo>
                  <a:lnTo>
                    <a:pt x="4305124" y="65168"/>
                  </a:lnTo>
                  <a:lnTo>
                    <a:pt x="4378092" y="62340"/>
                  </a:lnTo>
                  <a:lnTo>
                    <a:pt x="4451061" y="59450"/>
                  </a:lnTo>
                  <a:lnTo>
                    <a:pt x="4524029" y="56501"/>
                  </a:lnTo>
                  <a:lnTo>
                    <a:pt x="4596997" y="53497"/>
                  </a:lnTo>
                  <a:lnTo>
                    <a:pt x="4669965" y="50441"/>
                  </a:lnTo>
                  <a:lnTo>
                    <a:pt x="4742934" y="47336"/>
                  </a:lnTo>
                  <a:lnTo>
                    <a:pt x="4815902" y="44184"/>
                  </a:lnTo>
                  <a:lnTo>
                    <a:pt x="4888870" y="40989"/>
                  </a:lnTo>
                  <a:lnTo>
                    <a:pt x="4961838" y="37752"/>
                  </a:lnTo>
                  <a:lnTo>
                    <a:pt x="5034806" y="34477"/>
                  </a:lnTo>
                  <a:lnTo>
                    <a:pt x="5107775" y="31165"/>
                  </a:lnTo>
                  <a:lnTo>
                    <a:pt x="5180743" y="27818"/>
                  </a:lnTo>
                  <a:lnTo>
                    <a:pt x="5253711" y="24438"/>
                  </a:lnTo>
                  <a:lnTo>
                    <a:pt x="5326679" y="21028"/>
                  </a:lnTo>
                  <a:lnTo>
                    <a:pt x="5399647" y="17588"/>
                  </a:lnTo>
                  <a:lnTo>
                    <a:pt x="5472616" y="14120"/>
                  </a:lnTo>
                  <a:lnTo>
                    <a:pt x="5545584" y="10626"/>
                  </a:lnTo>
                  <a:lnTo>
                    <a:pt x="5618552" y="7107"/>
                  </a:lnTo>
                  <a:lnTo>
                    <a:pt x="5691520" y="3565"/>
                  </a:lnTo>
                  <a:lnTo>
                    <a:pt x="5764489" y="0"/>
                  </a:lnTo>
                  <a:lnTo>
                    <a:pt x="5764489" y="460293"/>
                  </a:lnTo>
                  <a:lnTo>
                    <a:pt x="5691520" y="456009"/>
                  </a:lnTo>
                  <a:lnTo>
                    <a:pt x="5618552" y="451747"/>
                  </a:lnTo>
                  <a:lnTo>
                    <a:pt x="5545584" y="447509"/>
                  </a:lnTo>
                  <a:lnTo>
                    <a:pt x="5472616" y="443296"/>
                  </a:lnTo>
                  <a:lnTo>
                    <a:pt x="5399647" y="439110"/>
                  </a:lnTo>
                  <a:lnTo>
                    <a:pt x="5326679" y="434951"/>
                  </a:lnTo>
                  <a:lnTo>
                    <a:pt x="5253711" y="430821"/>
                  </a:lnTo>
                  <a:lnTo>
                    <a:pt x="5180743" y="426722"/>
                  </a:lnTo>
                  <a:lnTo>
                    <a:pt x="5107775" y="422656"/>
                  </a:lnTo>
                  <a:lnTo>
                    <a:pt x="5034806" y="418625"/>
                  </a:lnTo>
                  <a:lnTo>
                    <a:pt x="4961838" y="414631"/>
                  </a:lnTo>
                  <a:lnTo>
                    <a:pt x="4888870" y="410675"/>
                  </a:lnTo>
                  <a:lnTo>
                    <a:pt x="4815902" y="406761"/>
                  </a:lnTo>
                  <a:lnTo>
                    <a:pt x="4742934" y="402890"/>
                  </a:lnTo>
                  <a:lnTo>
                    <a:pt x="4669965" y="399066"/>
                  </a:lnTo>
                  <a:lnTo>
                    <a:pt x="4596997" y="395290"/>
                  </a:lnTo>
                  <a:lnTo>
                    <a:pt x="4524029" y="391567"/>
                  </a:lnTo>
                  <a:lnTo>
                    <a:pt x="4451061" y="387899"/>
                  </a:lnTo>
                  <a:lnTo>
                    <a:pt x="4378092" y="384290"/>
                  </a:lnTo>
                  <a:lnTo>
                    <a:pt x="4305124" y="380743"/>
                  </a:lnTo>
                  <a:lnTo>
                    <a:pt x="4232156" y="377262"/>
                  </a:lnTo>
                  <a:lnTo>
                    <a:pt x="4159188" y="373852"/>
                  </a:lnTo>
                  <a:lnTo>
                    <a:pt x="4086220" y="370516"/>
                  </a:lnTo>
                  <a:lnTo>
                    <a:pt x="4013251" y="367260"/>
                  </a:lnTo>
                  <a:lnTo>
                    <a:pt x="3940283" y="364087"/>
                  </a:lnTo>
                  <a:lnTo>
                    <a:pt x="3867315" y="361004"/>
                  </a:lnTo>
                  <a:lnTo>
                    <a:pt x="3794347" y="358015"/>
                  </a:lnTo>
                  <a:lnTo>
                    <a:pt x="3721379" y="355126"/>
                  </a:lnTo>
                  <a:lnTo>
                    <a:pt x="3648410" y="352342"/>
                  </a:lnTo>
                  <a:lnTo>
                    <a:pt x="3575442" y="349670"/>
                  </a:lnTo>
                  <a:lnTo>
                    <a:pt x="3502474" y="347115"/>
                  </a:lnTo>
                  <a:lnTo>
                    <a:pt x="3429506" y="344684"/>
                  </a:lnTo>
                  <a:lnTo>
                    <a:pt x="3356537" y="342383"/>
                  </a:lnTo>
                  <a:lnTo>
                    <a:pt x="3283569" y="340218"/>
                  </a:lnTo>
                  <a:lnTo>
                    <a:pt x="3210601" y="338195"/>
                  </a:lnTo>
                  <a:lnTo>
                    <a:pt x="3137633" y="336320"/>
                  </a:lnTo>
                  <a:lnTo>
                    <a:pt x="3064665" y="334599"/>
                  </a:lnTo>
                  <a:lnTo>
                    <a:pt x="2991696" y="333037"/>
                  </a:lnTo>
                  <a:lnTo>
                    <a:pt x="2918728" y="331640"/>
                  </a:lnTo>
                  <a:lnTo>
                    <a:pt x="2845760" y="330411"/>
                  </a:lnTo>
                  <a:lnTo>
                    <a:pt x="2772792" y="329354"/>
                  </a:lnTo>
                  <a:lnTo>
                    <a:pt x="2699823" y="328473"/>
                  </a:lnTo>
                  <a:lnTo>
                    <a:pt x="2626855" y="327771"/>
                  </a:lnTo>
                  <a:lnTo>
                    <a:pt x="2553887" y="327248"/>
                  </a:lnTo>
                  <a:lnTo>
                    <a:pt x="2480919" y="326905"/>
                  </a:lnTo>
                  <a:lnTo>
                    <a:pt x="2407951" y="326743"/>
                  </a:lnTo>
                  <a:lnTo>
                    <a:pt x="2334982" y="326760"/>
                  </a:lnTo>
                  <a:lnTo>
                    <a:pt x="2262014" y="326956"/>
                  </a:lnTo>
                  <a:lnTo>
                    <a:pt x="2189046" y="327326"/>
                  </a:lnTo>
                  <a:lnTo>
                    <a:pt x="2116078" y="327868"/>
                  </a:lnTo>
                  <a:lnTo>
                    <a:pt x="2043110" y="328578"/>
                  </a:lnTo>
                  <a:lnTo>
                    <a:pt x="1970141" y="329451"/>
                  </a:lnTo>
                  <a:lnTo>
                    <a:pt x="1897173" y="330482"/>
                  </a:lnTo>
                  <a:lnTo>
                    <a:pt x="1824205" y="331667"/>
                  </a:lnTo>
                  <a:lnTo>
                    <a:pt x="1751237" y="332998"/>
                  </a:lnTo>
                  <a:lnTo>
                    <a:pt x="1678268" y="334470"/>
                  </a:lnTo>
                  <a:lnTo>
                    <a:pt x="1605300" y="336077"/>
                  </a:lnTo>
                  <a:lnTo>
                    <a:pt x="1532332" y="337813"/>
                  </a:lnTo>
                  <a:lnTo>
                    <a:pt x="1459364" y="339671"/>
                  </a:lnTo>
                  <a:lnTo>
                    <a:pt x="1386396" y="341645"/>
                  </a:lnTo>
                  <a:lnTo>
                    <a:pt x="1313427" y="343730"/>
                  </a:lnTo>
                  <a:lnTo>
                    <a:pt x="1240459" y="345920"/>
                  </a:lnTo>
                  <a:lnTo>
                    <a:pt x="1167491" y="348208"/>
                  </a:lnTo>
                  <a:lnTo>
                    <a:pt x="1094523" y="350589"/>
                  </a:lnTo>
                  <a:lnTo>
                    <a:pt x="1021555" y="353059"/>
                  </a:lnTo>
                  <a:lnTo>
                    <a:pt x="948586" y="355612"/>
                  </a:lnTo>
                  <a:lnTo>
                    <a:pt x="875618" y="358243"/>
                  </a:lnTo>
                  <a:lnTo>
                    <a:pt x="802650" y="360948"/>
                  </a:lnTo>
                  <a:lnTo>
                    <a:pt x="729682" y="363722"/>
                  </a:lnTo>
                  <a:lnTo>
                    <a:pt x="656713" y="366562"/>
                  </a:lnTo>
                  <a:lnTo>
                    <a:pt x="583745" y="369463"/>
                  </a:lnTo>
                  <a:lnTo>
                    <a:pt x="510777" y="372423"/>
                  </a:lnTo>
                  <a:lnTo>
                    <a:pt x="437809" y="375437"/>
                  </a:lnTo>
                  <a:lnTo>
                    <a:pt x="364841" y="378503"/>
                  </a:lnTo>
                  <a:lnTo>
                    <a:pt x="291872" y="381617"/>
                  </a:lnTo>
                  <a:lnTo>
                    <a:pt x="218904" y="384777"/>
                  </a:lnTo>
                  <a:lnTo>
                    <a:pt x="145936" y="387981"/>
                  </a:lnTo>
                  <a:lnTo>
                    <a:pt x="72968" y="391225"/>
                  </a:lnTo>
                  <a:lnTo>
                    <a:pt x="0" y="39450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826472"/>
              <a:ext cx="5764489" cy="101618"/>
            </a:xfrm>
            <a:custGeom>
              <a:avLst/>
              <a:pathLst>
                <a:path w="5764489" h="101618">
                  <a:moveTo>
                    <a:pt x="0" y="8979"/>
                  </a:moveTo>
                  <a:lnTo>
                    <a:pt x="72968" y="12980"/>
                  </a:lnTo>
                  <a:lnTo>
                    <a:pt x="145936" y="16943"/>
                  </a:lnTo>
                  <a:lnTo>
                    <a:pt x="218904" y="20866"/>
                  </a:lnTo>
                  <a:lnTo>
                    <a:pt x="291872" y="24745"/>
                  </a:lnTo>
                  <a:lnTo>
                    <a:pt x="364841" y="28578"/>
                  </a:lnTo>
                  <a:lnTo>
                    <a:pt x="437809" y="32363"/>
                  </a:lnTo>
                  <a:lnTo>
                    <a:pt x="510777" y="36096"/>
                  </a:lnTo>
                  <a:lnTo>
                    <a:pt x="583745" y="39775"/>
                  </a:lnTo>
                  <a:lnTo>
                    <a:pt x="656713" y="43395"/>
                  </a:lnTo>
                  <a:lnTo>
                    <a:pt x="729682" y="46954"/>
                  </a:lnTo>
                  <a:lnTo>
                    <a:pt x="802650" y="50448"/>
                  </a:lnTo>
                  <a:lnTo>
                    <a:pt x="875618" y="53872"/>
                  </a:lnTo>
                  <a:lnTo>
                    <a:pt x="948586" y="57222"/>
                  </a:lnTo>
                  <a:lnTo>
                    <a:pt x="1021555" y="60494"/>
                  </a:lnTo>
                  <a:lnTo>
                    <a:pt x="1094523" y="63682"/>
                  </a:lnTo>
                  <a:lnTo>
                    <a:pt x="1167491" y="66783"/>
                  </a:lnTo>
                  <a:lnTo>
                    <a:pt x="1240459" y="69790"/>
                  </a:lnTo>
                  <a:lnTo>
                    <a:pt x="1313427" y="72699"/>
                  </a:lnTo>
                  <a:lnTo>
                    <a:pt x="1386396" y="75503"/>
                  </a:lnTo>
                  <a:lnTo>
                    <a:pt x="1459364" y="78197"/>
                  </a:lnTo>
                  <a:lnTo>
                    <a:pt x="1532332" y="80774"/>
                  </a:lnTo>
                  <a:lnTo>
                    <a:pt x="1605300" y="83229"/>
                  </a:lnTo>
                  <a:lnTo>
                    <a:pt x="1678268" y="85555"/>
                  </a:lnTo>
                  <a:lnTo>
                    <a:pt x="1751237" y="87746"/>
                  </a:lnTo>
                  <a:lnTo>
                    <a:pt x="1824205" y="89796"/>
                  </a:lnTo>
                  <a:lnTo>
                    <a:pt x="1897173" y="91699"/>
                  </a:lnTo>
                  <a:lnTo>
                    <a:pt x="1970141" y="93450"/>
                  </a:lnTo>
                  <a:lnTo>
                    <a:pt x="2043110" y="95042"/>
                  </a:lnTo>
                  <a:lnTo>
                    <a:pt x="2116078" y="96471"/>
                  </a:lnTo>
                  <a:lnTo>
                    <a:pt x="2189046" y="97732"/>
                  </a:lnTo>
                  <a:lnTo>
                    <a:pt x="2262014" y="98822"/>
                  </a:lnTo>
                  <a:lnTo>
                    <a:pt x="2334982" y="99736"/>
                  </a:lnTo>
                  <a:lnTo>
                    <a:pt x="2407951" y="100472"/>
                  </a:lnTo>
                  <a:lnTo>
                    <a:pt x="2480919" y="101029"/>
                  </a:lnTo>
                  <a:lnTo>
                    <a:pt x="2553887" y="101406"/>
                  </a:lnTo>
                  <a:lnTo>
                    <a:pt x="2626855" y="101602"/>
                  </a:lnTo>
                  <a:lnTo>
                    <a:pt x="2699823" y="101618"/>
                  </a:lnTo>
                  <a:lnTo>
                    <a:pt x="2772792" y="101456"/>
                  </a:lnTo>
                  <a:lnTo>
                    <a:pt x="2845760" y="101119"/>
                  </a:lnTo>
                  <a:lnTo>
                    <a:pt x="2918728" y="100609"/>
                  </a:lnTo>
                  <a:lnTo>
                    <a:pt x="2991696" y="99930"/>
                  </a:lnTo>
                  <a:lnTo>
                    <a:pt x="3064665" y="99088"/>
                  </a:lnTo>
                  <a:lnTo>
                    <a:pt x="3137633" y="98086"/>
                  </a:lnTo>
                  <a:lnTo>
                    <a:pt x="3210601" y="96930"/>
                  </a:lnTo>
                  <a:lnTo>
                    <a:pt x="3283569" y="95626"/>
                  </a:lnTo>
                  <a:lnTo>
                    <a:pt x="3356537" y="94180"/>
                  </a:lnTo>
                  <a:lnTo>
                    <a:pt x="3429506" y="92598"/>
                  </a:lnTo>
                  <a:lnTo>
                    <a:pt x="3502474" y="90886"/>
                  </a:lnTo>
                  <a:lnTo>
                    <a:pt x="3575442" y="89051"/>
                  </a:lnTo>
                  <a:lnTo>
                    <a:pt x="3648410" y="87098"/>
                  </a:lnTo>
                  <a:lnTo>
                    <a:pt x="3721379" y="85033"/>
                  </a:lnTo>
                  <a:lnTo>
                    <a:pt x="3794347" y="82863"/>
                  </a:lnTo>
                  <a:lnTo>
                    <a:pt x="3867315" y="80593"/>
                  </a:lnTo>
                  <a:lnTo>
                    <a:pt x="3940283" y="78229"/>
                  </a:lnTo>
                  <a:lnTo>
                    <a:pt x="4013251" y="75775"/>
                  </a:lnTo>
                  <a:lnTo>
                    <a:pt x="4086220" y="73238"/>
                  </a:lnTo>
                  <a:lnTo>
                    <a:pt x="4159188" y="70621"/>
                  </a:lnTo>
                  <a:lnTo>
                    <a:pt x="4232156" y="67930"/>
                  </a:lnTo>
                  <a:lnTo>
                    <a:pt x="4305124" y="65168"/>
                  </a:lnTo>
                  <a:lnTo>
                    <a:pt x="4378092" y="62340"/>
                  </a:lnTo>
                  <a:lnTo>
                    <a:pt x="4451061" y="59450"/>
                  </a:lnTo>
                  <a:lnTo>
                    <a:pt x="4524029" y="56501"/>
                  </a:lnTo>
                  <a:lnTo>
                    <a:pt x="4596997" y="53497"/>
                  </a:lnTo>
                  <a:lnTo>
                    <a:pt x="4669965" y="50441"/>
                  </a:lnTo>
                  <a:lnTo>
                    <a:pt x="4742934" y="47336"/>
                  </a:lnTo>
                  <a:lnTo>
                    <a:pt x="4815902" y="44184"/>
                  </a:lnTo>
                  <a:lnTo>
                    <a:pt x="4888870" y="40989"/>
                  </a:lnTo>
                  <a:lnTo>
                    <a:pt x="4961838" y="37752"/>
                  </a:lnTo>
                  <a:lnTo>
                    <a:pt x="5034806" y="34477"/>
                  </a:lnTo>
                  <a:lnTo>
                    <a:pt x="5107775" y="31165"/>
                  </a:lnTo>
                  <a:lnTo>
                    <a:pt x="5180743" y="27818"/>
                  </a:lnTo>
                  <a:lnTo>
                    <a:pt x="5253711" y="24438"/>
                  </a:lnTo>
                  <a:lnTo>
                    <a:pt x="5326679" y="21028"/>
                  </a:lnTo>
                  <a:lnTo>
                    <a:pt x="5399647" y="17588"/>
                  </a:lnTo>
                  <a:lnTo>
                    <a:pt x="5472616" y="14120"/>
                  </a:lnTo>
                  <a:lnTo>
                    <a:pt x="5545584" y="10626"/>
                  </a:lnTo>
                  <a:lnTo>
                    <a:pt x="5618552" y="7107"/>
                  </a:lnTo>
                  <a:lnTo>
                    <a:pt x="5691520" y="3565"/>
                  </a:lnTo>
                  <a:lnTo>
                    <a:pt x="57644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53216"/>
              <a:ext cx="5764489" cy="133550"/>
            </a:xfrm>
            <a:custGeom>
              <a:avLst/>
              <a:pathLst>
                <a:path w="5764489" h="133550">
                  <a:moveTo>
                    <a:pt x="5764489" y="133550"/>
                  </a:moveTo>
                  <a:lnTo>
                    <a:pt x="5691520" y="129266"/>
                  </a:lnTo>
                  <a:lnTo>
                    <a:pt x="5618552" y="125004"/>
                  </a:lnTo>
                  <a:lnTo>
                    <a:pt x="5545584" y="120766"/>
                  </a:lnTo>
                  <a:lnTo>
                    <a:pt x="5472616" y="116553"/>
                  </a:lnTo>
                  <a:lnTo>
                    <a:pt x="5399647" y="112366"/>
                  </a:lnTo>
                  <a:lnTo>
                    <a:pt x="5326679" y="108207"/>
                  </a:lnTo>
                  <a:lnTo>
                    <a:pt x="5253711" y="104077"/>
                  </a:lnTo>
                  <a:lnTo>
                    <a:pt x="5180743" y="99979"/>
                  </a:lnTo>
                  <a:lnTo>
                    <a:pt x="5107775" y="95913"/>
                  </a:lnTo>
                  <a:lnTo>
                    <a:pt x="5034806" y="91882"/>
                  </a:lnTo>
                  <a:lnTo>
                    <a:pt x="4961838" y="87887"/>
                  </a:lnTo>
                  <a:lnTo>
                    <a:pt x="4888870" y="83932"/>
                  </a:lnTo>
                  <a:lnTo>
                    <a:pt x="4815902" y="80017"/>
                  </a:lnTo>
                  <a:lnTo>
                    <a:pt x="4742934" y="76147"/>
                  </a:lnTo>
                  <a:lnTo>
                    <a:pt x="4669965" y="72322"/>
                  </a:lnTo>
                  <a:lnTo>
                    <a:pt x="4596997" y="68547"/>
                  </a:lnTo>
                  <a:lnTo>
                    <a:pt x="4524029" y="64824"/>
                  </a:lnTo>
                  <a:lnTo>
                    <a:pt x="4451061" y="61156"/>
                  </a:lnTo>
                  <a:lnTo>
                    <a:pt x="4378092" y="57546"/>
                  </a:lnTo>
                  <a:lnTo>
                    <a:pt x="4305124" y="54000"/>
                  </a:lnTo>
                  <a:lnTo>
                    <a:pt x="4232156" y="50519"/>
                  </a:lnTo>
                  <a:lnTo>
                    <a:pt x="4159188" y="47109"/>
                  </a:lnTo>
                  <a:lnTo>
                    <a:pt x="4086220" y="43773"/>
                  </a:lnTo>
                  <a:lnTo>
                    <a:pt x="4013251" y="40516"/>
                  </a:lnTo>
                  <a:lnTo>
                    <a:pt x="3940283" y="37344"/>
                  </a:lnTo>
                  <a:lnTo>
                    <a:pt x="3867315" y="34260"/>
                  </a:lnTo>
                  <a:lnTo>
                    <a:pt x="3794347" y="31271"/>
                  </a:lnTo>
                  <a:lnTo>
                    <a:pt x="3721379" y="28382"/>
                  </a:lnTo>
                  <a:lnTo>
                    <a:pt x="3648410" y="25598"/>
                  </a:lnTo>
                  <a:lnTo>
                    <a:pt x="3575442" y="22926"/>
                  </a:lnTo>
                  <a:lnTo>
                    <a:pt x="3502474" y="20372"/>
                  </a:lnTo>
                  <a:lnTo>
                    <a:pt x="3429506" y="17941"/>
                  </a:lnTo>
                  <a:lnTo>
                    <a:pt x="3356537" y="15640"/>
                  </a:lnTo>
                  <a:lnTo>
                    <a:pt x="3283569" y="13474"/>
                  </a:lnTo>
                  <a:lnTo>
                    <a:pt x="3210601" y="11452"/>
                  </a:lnTo>
                  <a:lnTo>
                    <a:pt x="3137633" y="9577"/>
                  </a:lnTo>
                  <a:lnTo>
                    <a:pt x="3064665" y="7856"/>
                  </a:lnTo>
                  <a:lnTo>
                    <a:pt x="2991696" y="6294"/>
                  </a:lnTo>
                  <a:lnTo>
                    <a:pt x="2918728" y="4896"/>
                  </a:lnTo>
                  <a:lnTo>
                    <a:pt x="2845760" y="3667"/>
                  </a:lnTo>
                  <a:lnTo>
                    <a:pt x="2772792" y="2611"/>
                  </a:lnTo>
                  <a:lnTo>
                    <a:pt x="2699823" y="1730"/>
                  </a:lnTo>
                  <a:lnTo>
                    <a:pt x="2626855" y="1027"/>
                  </a:lnTo>
                  <a:lnTo>
                    <a:pt x="2553887" y="504"/>
                  </a:lnTo>
                  <a:lnTo>
                    <a:pt x="2480919" y="162"/>
                  </a:lnTo>
                  <a:lnTo>
                    <a:pt x="2407951" y="0"/>
                  </a:lnTo>
                  <a:lnTo>
                    <a:pt x="2334982" y="17"/>
                  </a:lnTo>
                  <a:lnTo>
                    <a:pt x="2262014" y="212"/>
                  </a:lnTo>
                  <a:lnTo>
                    <a:pt x="2189046" y="582"/>
                  </a:lnTo>
                  <a:lnTo>
                    <a:pt x="2116078" y="1124"/>
                  </a:lnTo>
                  <a:lnTo>
                    <a:pt x="2043110" y="1834"/>
                  </a:lnTo>
                  <a:lnTo>
                    <a:pt x="1970141" y="2707"/>
                  </a:lnTo>
                  <a:lnTo>
                    <a:pt x="1897173" y="3739"/>
                  </a:lnTo>
                  <a:lnTo>
                    <a:pt x="1824205" y="4923"/>
                  </a:lnTo>
                  <a:lnTo>
                    <a:pt x="1751237" y="6254"/>
                  </a:lnTo>
                  <a:lnTo>
                    <a:pt x="1678268" y="7726"/>
                  </a:lnTo>
                  <a:lnTo>
                    <a:pt x="1605300" y="9333"/>
                  </a:lnTo>
                  <a:lnTo>
                    <a:pt x="1532332" y="11069"/>
                  </a:lnTo>
                  <a:lnTo>
                    <a:pt x="1459364" y="12927"/>
                  </a:lnTo>
                  <a:lnTo>
                    <a:pt x="1386396" y="14902"/>
                  </a:lnTo>
                  <a:lnTo>
                    <a:pt x="1313427" y="16987"/>
                  </a:lnTo>
                  <a:lnTo>
                    <a:pt x="1240459" y="19176"/>
                  </a:lnTo>
                  <a:lnTo>
                    <a:pt x="1167491" y="21464"/>
                  </a:lnTo>
                  <a:lnTo>
                    <a:pt x="1094523" y="23846"/>
                  </a:lnTo>
                  <a:lnTo>
                    <a:pt x="1021555" y="26316"/>
                  </a:lnTo>
                  <a:lnTo>
                    <a:pt x="948586" y="28868"/>
                  </a:lnTo>
                  <a:lnTo>
                    <a:pt x="875618" y="31499"/>
                  </a:lnTo>
                  <a:lnTo>
                    <a:pt x="802650" y="34204"/>
                  </a:lnTo>
                  <a:lnTo>
                    <a:pt x="729682" y="36979"/>
                  </a:lnTo>
                  <a:lnTo>
                    <a:pt x="656713" y="39818"/>
                  </a:lnTo>
                  <a:lnTo>
                    <a:pt x="583745" y="42720"/>
                  </a:lnTo>
                  <a:lnTo>
                    <a:pt x="510777" y="45679"/>
                  </a:lnTo>
                  <a:lnTo>
                    <a:pt x="437809" y="48694"/>
                  </a:lnTo>
                  <a:lnTo>
                    <a:pt x="364841" y="51759"/>
                  </a:lnTo>
                  <a:lnTo>
                    <a:pt x="291872" y="54874"/>
                  </a:lnTo>
                  <a:lnTo>
                    <a:pt x="218904" y="58034"/>
                  </a:lnTo>
                  <a:lnTo>
                    <a:pt x="145936" y="61237"/>
                  </a:lnTo>
                  <a:lnTo>
                    <a:pt x="72968" y="64481"/>
                  </a:lnTo>
                  <a:lnTo>
                    <a:pt x="0" y="67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5028215"/>
              <a:ext cx="5764489" cy="28403"/>
            </a:xfrm>
            <a:custGeom>
              <a:avLst/>
              <a:pathLst>
                <a:path w="5764489" h="28403">
                  <a:moveTo>
                    <a:pt x="0" y="0"/>
                  </a:moveTo>
                  <a:lnTo>
                    <a:pt x="72968" y="359"/>
                  </a:lnTo>
                  <a:lnTo>
                    <a:pt x="145936" y="719"/>
                  </a:lnTo>
                  <a:lnTo>
                    <a:pt x="218904" y="1078"/>
                  </a:lnTo>
                  <a:lnTo>
                    <a:pt x="291872" y="1438"/>
                  </a:lnTo>
                  <a:lnTo>
                    <a:pt x="364841" y="1797"/>
                  </a:lnTo>
                  <a:lnTo>
                    <a:pt x="437809" y="2157"/>
                  </a:lnTo>
                  <a:lnTo>
                    <a:pt x="510777" y="2516"/>
                  </a:lnTo>
                  <a:lnTo>
                    <a:pt x="583745" y="2876"/>
                  </a:lnTo>
                  <a:lnTo>
                    <a:pt x="656713" y="3235"/>
                  </a:lnTo>
                  <a:lnTo>
                    <a:pt x="729682" y="3595"/>
                  </a:lnTo>
                  <a:lnTo>
                    <a:pt x="802650" y="3954"/>
                  </a:lnTo>
                  <a:lnTo>
                    <a:pt x="875618" y="4314"/>
                  </a:lnTo>
                  <a:lnTo>
                    <a:pt x="948586" y="4673"/>
                  </a:lnTo>
                  <a:lnTo>
                    <a:pt x="1021555" y="5033"/>
                  </a:lnTo>
                  <a:lnTo>
                    <a:pt x="1094523" y="5393"/>
                  </a:lnTo>
                  <a:lnTo>
                    <a:pt x="1167491" y="5752"/>
                  </a:lnTo>
                  <a:lnTo>
                    <a:pt x="1240459" y="6112"/>
                  </a:lnTo>
                  <a:lnTo>
                    <a:pt x="1313427" y="6471"/>
                  </a:lnTo>
                  <a:lnTo>
                    <a:pt x="1386396" y="6831"/>
                  </a:lnTo>
                  <a:lnTo>
                    <a:pt x="1459364" y="7190"/>
                  </a:lnTo>
                  <a:lnTo>
                    <a:pt x="1532332" y="7550"/>
                  </a:lnTo>
                  <a:lnTo>
                    <a:pt x="1605300" y="7909"/>
                  </a:lnTo>
                  <a:lnTo>
                    <a:pt x="1678268" y="8269"/>
                  </a:lnTo>
                  <a:lnTo>
                    <a:pt x="1751237" y="8628"/>
                  </a:lnTo>
                  <a:lnTo>
                    <a:pt x="1824205" y="8988"/>
                  </a:lnTo>
                  <a:lnTo>
                    <a:pt x="1897173" y="9347"/>
                  </a:lnTo>
                  <a:lnTo>
                    <a:pt x="1970141" y="9707"/>
                  </a:lnTo>
                  <a:lnTo>
                    <a:pt x="2043110" y="10067"/>
                  </a:lnTo>
                  <a:lnTo>
                    <a:pt x="2116078" y="10426"/>
                  </a:lnTo>
                  <a:lnTo>
                    <a:pt x="2189046" y="10786"/>
                  </a:lnTo>
                  <a:lnTo>
                    <a:pt x="2262014" y="11145"/>
                  </a:lnTo>
                  <a:lnTo>
                    <a:pt x="2334982" y="11505"/>
                  </a:lnTo>
                  <a:lnTo>
                    <a:pt x="2407951" y="11864"/>
                  </a:lnTo>
                  <a:lnTo>
                    <a:pt x="2480919" y="12224"/>
                  </a:lnTo>
                  <a:lnTo>
                    <a:pt x="2553887" y="12583"/>
                  </a:lnTo>
                  <a:lnTo>
                    <a:pt x="2626855" y="12943"/>
                  </a:lnTo>
                  <a:lnTo>
                    <a:pt x="2699823" y="13302"/>
                  </a:lnTo>
                  <a:lnTo>
                    <a:pt x="2772792" y="13662"/>
                  </a:lnTo>
                  <a:lnTo>
                    <a:pt x="2845760" y="14021"/>
                  </a:lnTo>
                  <a:lnTo>
                    <a:pt x="2918728" y="14381"/>
                  </a:lnTo>
                  <a:lnTo>
                    <a:pt x="2991696" y="14741"/>
                  </a:lnTo>
                  <a:lnTo>
                    <a:pt x="3064665" y="15100"/>
                  </a:lnTo>
                  <a:lnTo>
                    <a:pt x="3137633" y="15460"/>
                  </a:lnTo>
                  <a:lnTo>
                    <a:pt x="3210601" y="15819"/>
                  </a:lnTo>
                  <a:lnTo>
                    <a:pt x="3283569" y="16179"/>
                  </a:lnTo>
                  <a:lnTo>
                    <a:pt x="3356537" y="16538"/>
                  </a:lnTo>
                  <a:lnTo>
                    <a:pt x="3429506" y="16898"/>
                  </a:lnTo>
                  <a:lnTo>
                    <a:pt x="3502474" y="17257"/>
                  </a:lnTo>
                  <a:lnTo>
                    <a:pt x="3575442" y="17617"/>
                  </a:lnTo>
                  <a:lnTo>
                    <a:pt x="3648410" y="17976"/>
                  </a:lnTo>
                  <a:lnTo>
                    <a:pt x="3721379" y="18336"/>
                  </a:lnTo>
                  <a:lnTo>
                    <a:pt x="3794347" y="18695"/>
                  </a:lnTo>
                  <a:lnTo>
                    <a:pt x="3867315" y="19055"/>
                  </a:lnTo>
                  <a:lnTo>
                    <a:pt x="3940283" y="19415"/>
                  </a:lnTo>
                  <a:lnTo>
                    <a:pt x="4013251" y="19774"/>
                  </a:lnTo>
                  <a:lnTo>
                    <a:pt x="4086220" y="20134"/>
                  </a:lnTo>
                  <a:lnTo>
                    <a:pt x="4159188" y="20493"/>
                  </a:lnTo>
                  <a:lnTo>
                    <a:pt x="4232156" y="20853"/>
                  </a:lnTo>
                  <a:lnTo>
                    <a:pt x="4305124" y="21212"/>
                  </a:lnTo>
                  <a:lnTo>
                    <a:pt x="4378092" y="21572"/>
                  </a:lnTo>
                  <a:lnTo>
                    <a:pt x="4451061" y="21931"/>
                  </a:lnTo>
                  <a:lnTo>
                    <a:pt x="4524029" y="22291"/>
                  </a:lnTo>
                  <a:lnTo>
                    <a:pt x="4596997" y="22650"/>
                  </a:lnTo>
                  <a:lnTo>
                    <a:pt x="4669965" y="23010"/>
                  </a:lnTo>
                  <a:lnTo>
                    <a:pt x="4742934" y="23369"/>
                  </a:lnTo>
                  <a:lnTo>
                    <a:pt x="4815902" y="23729"/>
                  </a:lnTo>
                  <a:lnTo>
                    <a:pt x="4888870" y="24089"/>
                  </a:lnTo>
                  <a:lnTo>
                    <a:pt x="4961838" y="24448"/>
                  </a:lnTo>
                  <a:lnTo>
                    <a:pt x="5034806" y="24808"/>
                  </a:lnTo>
                  <a:lnTo>
                    <a:pt x="5107775" y="25167"/>
                  </a:lnTo>
                  <a:lnTo>
                    <a:pt x="5180743" y="25527"/>
                  </a:lnTo>
                  <a:lnTo>
                    <a:pt x="5253711" y="25886"/>
                  </a:lnTo>
                  <a:lnTo>
                    <a:pt x="5326679" y="26246"/>
                  </a:lnTo>
                  <a:lnTo>
                    <a:pt x="5399647" y="26605"/>
                  </a:lnTo>
                  <a:lnTo>
                    <a:pt x="5472616" y="26965"/>
                  </a:lnTo>
                  <a:lnTo>
                    <a:pt x="5545584" y="27324"/>
                  </a:lnTo>
                  <a:lnTo>
                    <a:pt x="5618552" y="27684"/>
                  </a:lnTo>
                  <a:lnTo>
                    <a:pt x="5691520" y="28043"/>
                  </a:lnTo>
                  <a:lnTo>
                    <a:pt x="5764489" y="28403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36532" y="44527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536532" y="45940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536532" y="4518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9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809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5064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35518" y="45886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835518" y="4634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835518" y="45463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81339" y="49119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1339" y="48536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81339" y="482360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871613" y="41375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871613" y="4369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71613" y="42717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743805" y="46099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43805" y="47176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43805" y="45551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716311" y="517228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6311" y="514328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716311" y="52336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3708" y="48662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3708" y="46310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3708" y="47776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494046"/>
              <a:ext cx="5764489" cy="529955"/>
            </a:xfrm>
            <a:custGeom>
              <a:avLst/>
              <a:pathLst>
                <a:path w="5764489" h="529955">
                  <a:moveTo>
                    <a:pt x="0" y="0"/>
                  </a:moveTo>
                  <a:lnTo>
                    <a:pt x="72968" y="4938"/>
                  </a:lnTo>
                  <a:lnTo>
                    <a:pt x="145936" y="9838"/>
                  </a:lnTo>
                  <a:lnTo>
                    <a:pt x="218904" y="14695"/>
                  </a:lnTo>
                  <a:lnTo>
                    <a:pt x="291872" y="19507"/>
                  </a:lnTo>
                  <a:lnTo>
                    <a:pt x="364841" y="24272"/>
                  </a:lnTo>
                  <a:lnTo>
                    <a:pt x="437809" y="28987"/>
                  </a:lnTo>
                  <a:lnTo>
                    <a:pt x="510777" y="33649"/>
                  </a:lnTo>
                  <a:lnTo>
                    <a:pt x="583745" y="38254"/>
                  </a:lnTo>
                  <a:lnTo>
                    <a:pt x="656713" y="42799"/>
                  </a:lnTo>
                  <a:lnTo>
                    <a:pt x="729682" y="47280"/>
                  </a:lnTo>
                  <a:lnTo>
                    <a:pt x="802650" y="51693"/>
                  </a:lnTo>
                  <a:lnTo>
                    <a:pt x="875618" y="56035"/>
                  </a:lnTo>
                  <a:lnTo>
                    <a:pt x="948586" y="60300"/>
                  </a:lnTo>
                  <a:lnTo>
                    <a:pt x="1021555" y="64485"/>
                  </a:lnTo>
                  <a:lnTo>
                    <a:pt x="1094523" y="68583"/>
                  </a:lnTo>
                  <a:lnTo>
                    <a:pt x="1167491" y="72591"/>
                  </a:lnTo>
                  <a:lnTo>
                    <a:pt x="1240459" y="76502"/>
                  </a:lnTo>
                  <a:lnTo>
                    <a:pt x="1313427" y="80311"/>
                  </a:lnTo>
                  <a:lnTo>
                    <a:pt x="1386396" y="84011"/>
                  </a:lnTo>
                  <a:lnTo>
                    <a:pt x="1459364" y="87598"/>
                  </a:lnTo>
                  <a:lnTo>
                    <a:pt x="1532332" y="91064"/>
                  </a:lnTo>
                  <a:lnTo>
                    <a:pt x="1605300" y="94404"/>
                  </a:lnTo>
                  <a:lnTo>
                    <a:pt x="1678268" y="97610"/>
                  </a:lnTo>
                  <a:lnTo>
                    <a:pt x="1751237" y="100678"/>
                  </a:lnTo>
                  <a:lnTo>
                    <a:pt x="1824205" y="103599"/>
                  </a:lnTo>
                  <a:lnTo>
                    <a:pt x="1897173" y="106368"/>
                  </a:lnTo>
                  <a:lnTo>
                    <a:pt x="1970141" y="108980"/>
                  </a:lnTo>
                  <a:lnTo>
                    <a:pt x="2043110" y="111428"/>
                  </a:lnTo>
                  <a:lnTo>
                    <a:pt x="2116078" y="113707"/>
                  </a:lnTo>
                  <a:lnTo>
                    <a:pt x="2189046" y="115812"/>
                  </a:lnTo>
                  <a:lnTo>
                    <a:pt x="2262014" y="117740"/>
                  </a:lnTo>
                  <a:lnTo>
                    <a:pt x="2334982" y="119487"/>
                  </a:lnTo>
                  <a:lnTo>
                    <a:pt x="2407951" y="121050"/>
                  </a:lnTo>
                  <a:lnTo>
                    <a:pt x="2480919" y="122427"/>
                  </a:lnTo>
                  <a:lnTo>
                    <a:pt x="2553887" y="123618"/>
                  </a:lnTo>
                  <a:lnTo>
                    <a:pt x="2626855" y="124622"/>
                  </a:lnTo>
                  <a:lnTo>
                    <a:pt x="2699823" y="125441"/>
                  </a:lnTo>
                  <a:lnTo>
                    <a:pt x="2772792" y="126075"/>
                  </a:lnTo>
                  <a:lnTo>
                    <a:pt x="2845760" y="126528"/>
                  </a:lnTo>
                  <a:lnTo>
                    <a:pt x="2918728" y="126802"/>
                  </a:lnTo>
                  <a:lnTo>
                    <a:pt x="2991696" y="126902"/>
                  </a:lnTo>
                  <a:lnTo>
                    <a:pt x="3064665" y="126832"/>
                  </a:lnTo>
                  <a:lnTo>
                    <a:pt x="3137633" y="126598"/>
                  </a:lnTo>
                  <a:lnTo>
                    <a:pt x="3210601" y="126204"/>
                  </a:lnTo>
                  <a:lnTo>
                    <a:pt x="3283569" y="125658"/>
                  </a:lnTo>
                  <a:lnTo>
                    <a:pt x="3356537" y="124964"/>
                  </a:lnTo>
                  <a:lnTo>
                    <a:pt x="3429506" y="124130"/>
                  </a:lnTo>
                  <a:lnTo>
                    <a:pt x="3502474" y="123162"/>
                  </a:lnTo>
                  <a:lnTo>
                    <a:pt x="3575442" y="122065"/>
                  </a:lnTo>
                  <a:lnTo>
                    <a:pt x="3648410" y="120848"/>
                  </a:lnTo>
                  <a:lnTo>
                    <a:pt x="3721379" y="119515"/>
                  </a:lnTo>
                  <a:lnTo>
                    <a:pt x="3794347" y="118072"/>
                  </a:lnTo>
                  <a:lnTo>
                    <a:pt x="3867315" y="116527"/>
                  </a:lnTo>
                  <a:lnTo>
                    <a:pt x="3940283" y="114884"/>
                  </a:lnTo>
                  <a:lnTo>
                    <a:pt x="4013251" y="113149"/>
                  </a:lnTo>
                  <a:lnTo>
                    <a:pt x="4086220" y="111327"/>
                  </a:lnTo>
                  <a:lnTo>
                    <a:pt x="4159188" y="109423"/>
                  </a:lnTo>
                  <a:lnTo>
                    <a:pt x="4232156" y="107442"/>
                  </a:lnTo>
                  <a:lnTo>
                    <a:pt x="4305124" y="105388"/>
                  </a:lnTo>
                  <a:lnTo>
                    <a:pt x="4378092" y="103266"/>
                  </a:lnTo>
                  <a:lnTo>
                    <a:pt x="4451061" y="101079"/>
                  </a:lnTo>
                  <a:lnTo>
                    <a:pt x="4524029" y="98832"/>
                  </a:lnTo>
                  <a:lnTo>
                    <a:pt x="4596997" y="96527"/>
                  </a:lnTo>
                  <a:lnTo>
                    <a:pt x="4669965" y="94169"/>
                  </a:lnTo>
                  <a:lnTo>
                    <a:pt x="4742934" y="91759"/>
                  </a:lnTo>
                  <a:lnTo>
                    <a:pt x="4815902" y="89302"/>
                  </a:lnTo>
                  <a:lnTo>
                    <a:pt x="4888870" y="86800"/>
                  </a:lnTo>
                  <a:lnTo>
                    <a:pt x="4961838" y="84255"/>
                  </a:lnTo>
                  <a:lnTo>
                    <a:pt x="5034806" y="81670"/>
                  </a:lnTo>
                  <a:lnTo>
                    <a:pt x="5107775" y="79047"/>
                  </a:lnTo>
                  <a:lnTo>
                    <a:pt x="5180743" y="76389"/>
                  </a:lnTo>
                  <a:lnTo>
                    <a:pt x="5253711" y="73696"/>
                  </a:lnTo>
                  <a:lnTo>
                    <a:pt x="5326679" y="70971"/>
                  </a:lnTo>
                  <a:lnTo>
                    <a:pt x="5399647" y="68216"/>
                  </a:lnTo>
                  <a:lnTo>
                    <a:pt x="5472616" y="65432"/>
                  </a:lnTo>
                  <a:lnTo>
                    <a:pt x="5545584" y="62621"/>
                  </a:lnTo>
                  <a:lnTo>
                    <a:pt x="5618552" y="59784"/>
                  </a:lnTo>
                  <a:lnTo>
                    <a:pt x="5691520" y="56923"/>
                  </a:lnTo>
                  <a:lnTo>
                    <a:pt x="5764489" y="54039"/>
                  </a:lnTo>
                  <a:lnTo>
                    <a:pt x="5764489" y="529955"/>
                  </a:lnTo>
                  <a:lnTo>
                    <a:pt x="5691520" y="524724"/>
                  </a:lnTo>
                  <a:lnTo>
                    <a:pt x="5618552" y="519516"/>
                  </a:lnTo>
                  <a:lnTo>
                    <a:pt x="5545584" y="514333"/>
                  </a:lnTo>
                  <a:lnTo>
                    <a:pt x="5472616" y="509175"/>
                  </a:lnTo>
                  <a:lnTo>
                    <a:pt x="5399647" y="504044"/>
                  </a:lnTo>
                  <a:lnTo>
                    <a:pt x="5326679" y="498943"/>
                  </a:lnTo>
                  <a:lnTo>
                    <a:pt x="5253711" y="493871"/>
                  </a:lnTo>
                  <a:lnTo>
                    <a:pt x="5180743" y="488832"/>
                  </a:lnTo>
                  <a:lnTo>
                    <a:pt x="5107775" y="483827"/>
                  </a:lnTo>
                  <a:lnTo>
                    <a:pt x="5034806" y="478857"/>
                  </a:lnTo>
                  <a:lnTo>
                    <a:pt x="4961838" y="473926"/>
                  </a:lnTo>
                  <a:lnTo>
                    <a:pt x="4888870" y="469034"/>
                  </a:lnTo>
                  <a:lnTo>
                    <a:pt x="4815902" y="464185"/>
                  </a:lnTo>
                  <a:lnTo>
                    <a:pt x="4742934" y="459382"/>
                  </a:lnTo>
                  <a:lnTo>
                    <a:pt x="4669965" y="454626"/>
                  </a:lnTo>
                  <a:lnTo>
                    <a:pt x="4596997" y="449921"/>
                  </a:lnTo>
                  <a:lnTo>
                    <a:pt x="4524029" y="445270"/>
                  </a:lnTo>
                  <a:lnTo>
                    <a:pt x="4451061" y="440676"/>
                  </a:lnTo>
                  <a:lnTo>
                    <a:pt x="4378092" y="436142"/>
                  </a:lnTo>
                  <a:lnTo>
                    <a:pt x="4305124" y="431674"/>
                  </a:lnTo>
                  <a:lnTo>
                    <a:pt x="4232156" y="427273"/>
                  </a:lnTo>
                  <a:lnTo>
                    <a:pt x="4159188" y="422946"/>
                  </a:lnTo>
                  <a:lnTo>
                    <a:pt x="4086220" y="418695"/>
                  </a:lnTo>
                  <a:lnTo>
                    <a:pt x="4013251" y="414527"/>
                  </a:lnTo>
                  <a:lnTo>
                    <a:pt x="3940283" y="410445"/>
                  </a:lnTo>
                  <a:lnTo>
                    <a:pt x="3867315" y="406455"/>
                  </a:lnTo>
                  <a:lnTo>
                    <a:pt x="3794347" y="402563"/>
                  </a:lnTo>
                  <a:lnTo>
                    <a:pt x="3721379" y="398774"/>
                  </a:lnTo>
                  <a:lnTo>
                    <a:pt x="3648410" y="395095"/>
                  </a:lnTo>
                  <a:lnTo>
                    <a:pt x="3575442" y="391530"/>
                  </a:lnTo>
                  <a:lnTo>
                    <a:pt x="3502474" y="388087"/>
                  </a:lnTo>
                  <a:lnTo>
                    <a:pt x="3429506" y="384772"/>
                  </a:lnTo>
                  <a:lnTo>
                    <a:pt x="3356537" y="381592"/>
                  </a:lnTo>
                  <a:lnTo>
                    <a:pt x="3283569" y="378551"/>
                  </a:lnTo>
                  <a:lnTo>
                    <a:pt x="3210601" y="375658"/>
                  </a:lnTo>
                  <a:lnTo>
                    <a:pt x="3137633" y="372918"/>
                  </a:lnTo>
                  <a:lnTo>
                    <a:pt x="3064665" y="370337"/>
                  </a:lnTo>
                  <a:lnTo>
                    <a:pt x="2991696" y="367921"/>
                  </a:lnTo>
                  <a:lnTo>
                    <a:pt x="2918728" y="365674"/>
                  </a:lnTo>
                  <a:lnTo>
                    <a:pt x="2845760" y="363602"/>
                  </a:lnTo>
                  <a:lnTo>
                    <a:pt x="2772792" y="361708"/>
                  </a:lnTo>
                  <a:lnTo>
                    <a:pt x="2699823" y="359996"/>
                  </a:lnTo>
                  <a:lnTo>
                    <a:pt x="2626855" y="358468"/>
                  </a:lnTo>
                  <a:lnTo>
                    <a:pt x="2553887" y="357125"/>
                  </a:lnTo>
                  <a:lnTo>
                    <a:pt x="2480919" y="355970"/>
                  </a:lnTo>
                  <a:lnTo>
                    <a:pt x="2407951" y="355000"/>
                  </a:lnTo>
                  <a:lnTo>
                    <a:pt x="2334982" y="354217"/>
                  </a:lnTo>
                  <a:lnTo>
                    <a:pt x="2262014" y="353617"/>
                  </a:lnTo>
                  <a:lnTo>
                    <a:pt x="2189046" y="353198"/>
                  </a:lnTo>
                  <a:lnTo>
                    <a:pt x="2116078" y="352957"/>
                  </a:lnTo>
                  <a:lnTo>
                    <a:pt x="2043110" y="352890"/>
                  </a:lnTo>
                  <a:lnTo>
                    <a:pt x="1970141" y="352991"/>
                  </a:lnTo>
                  <a:lnTo>
                    <a:pt x="1897173" y="353256"/>
                  </a:lnTo>
                  <a:lnTo>
                    <a:pt x="1824205" y="353679"/>
                  </a:lnTo>
                  <a:lnTo>
                    <a:pt x="1751237" y="354253"/>
                  </a:lnTo>
                  <a:lnTo>
                    <a:pt x="1678268" y="354974"/>
                  </a:lnTo>
                  <a:lnTo>
                    <a:pt x="1605300" y="355834"/>
                  </a:lnTo>
                  <a:lnTo>
                    <a:pt x="1532332" y="356827"/>
                  </a:lnTo>
                  <a:lnTo>
                    <a:pt x="1459364" y="357947"/>
                  </a:lnTo>
                  <a:lnTo>
                    <a:pt x="1386396" y="359187"/>
                  </a:lnTo>
                  <a:lnTo>
                    <a:pt x="1313427" y="360541"/>
                  </a:lnTo>
                  <a:lnTo>
                    <a:pt x="1240459" y="362003"/>
                  </a:lnTo>
                  <a:lnTo>
                    <a:pt x="1167491" y="363567"/>
                  </a:lnTo>
                  <a:lnTo>
                    <a:pt x="1094523" y="365228"/>
                  </a:lnTo>
                  <a:lnTo>
                    <a:pt x="1021555" y="366980"/>
                  </a:lnTo>
                  <a:lnTo>
                    <a:pt x="948586" y="368818"/>
                  </a:lnTo>
                  <a:lnTo>
                    <a:pt x="875618" y="370737"/>
                  </a:lnTo>
                  <a:lnTo>
                    <a:pt x="802650" y="372732"/>
                  </a:lnTo>
                  <a:lnTo>
                    <a:pt x="729682" y="374799"/>
                  </a:lnTo>
                  <a:lnTo>
                    <a:pt x="656713" y="376933"/>
                  </a:lnTo>
                  <a:lnTo>
                    <a:pt x="583745" y="379132"/>
                  </a:lnTo>
                  <a:lnTo>
                    <a:pt x="510777" y="381390"/>
                  </a:lnTo>
                  <a:lnTo>
                    <a:pt x="437809" y="383705"/>
                  </a:lnTo>
                  <a:lnTo>
                    <a:pt x="364841" y="386074"/>
                  </a:lnTo>
                  <a:lnTo>
                    <a:pt x="291872" y="388492"/>
                  </a:lnTo>
                  <a:lnTo>
                    <a:pt x="218904" y="390958"/>
                  </a:lnTo>
                  <a:lnTo>
                    <a:pt x="145936" y="393468"/>
                  </a:lnTo>
                  <a:lnTo>
                    <a:pt x="72968" y="396021"/>
                  </a:lnTo>
                  <a:lnTo>
                    <a:pt x="0" y="398613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494046"/>
              <a:ext cx="5764489" cy="126902"/>
            </a:xfrm>
            <a:custGeom>
              <a:avLst/>
              <a:pathLst>
                <a:path w="5764489" h="126902">
                  <a:moveTo>
                    <a:pt x="0" y="0"/>
                  </a:moveTo>
                  <a:lnTo>
                    <a:pt x="72968" y="4938"/>
                  </a:lnTo>
                  <a:lnTo>
                    <a:pt x="145936" y="9838"/>
                  </a:lnTo>
                  <a:lnTo>
                    <a:pt x="218904" y="14695"/>
                  </a:lnTo>
                  <a:lnTo>
                    <a:pt x="291872" y="19507"/>
                  </a:lnTo>
                  <a:lnTo>
                    <a:pt x="364841" y="24272"/>
                  </a:lnTo>
                  <a:lnTo>
                    <a:pt x="437809" y="28987"/>
                  </a:lnTo>
                  <a:lnTo>
                    <a:pt x="510777" y="33649"/>
                  </a:lnTo>
                  <a:lnTo>
                    <a:pt x="583745" y="38254"/>
                  </a:lnTo>
                  <a:lnTo>
                    <a:pt x="656713" y="42799"/>
                  </a:lnTo>
                  <a:lnTo>
                    <a:pt x="729682" y="47280"/>
                  </a:lnTo>
                  <a:lnTo>
                    <a:pt x="802650" y="51693"/>
                  </a:lnTo>
                  <a:lnTo>
                    <a:pt x="875618" y="56035"/>
                  </a:lnTo>
                  <a:lnTo>
                    <a:pt x="948586" y="60300"/>
                  </a:lnTo>
                  <a:lnTo>
                    <a:pt x="1021555" y="64485"/>
                  </a:lnTo>
                  <a:lnTo>
                    <a:pt x="1094523" y="68583"/>
                  </a:lnTo>
                  <a:lnTo>
                    <a:pt x="1167491" y="72591"/>
                  </a:lnTo>
                  <a:lnTo>
                    <a:pt x="1240459" y="76502"/>
                  </a:lnTo>
                  <a:lnTo>
                    <a:pt x="1313427" y="80311"/>
                  </a:lnTo>
                  <a:lnTo>
                    <a:pt x="1386396" y="84011"/>
                  </a:lnTo>
                  <a:lnTo>
                    <a:pt x="1459364" y="87598"/>
                  </a:lnTo>
                  <a:lnTo>
                    <a:pt x="1532332" y="91064"/>
                  </a:lnTo>
                  <a:lnTo>
                    <a:pt x="1605300" y="94404"/>
                  </a:lnTo>
                  <a:lnTo>
                    <a:pt x="1678268" y="97610"/>
                  </a:lnTo>
                  <a:lnTo>
                    <a:pt x="1751237" y="100678"/>
                  </a:lnTo>
                  <a:lnTo>
                    <a:pt x="1824205" y="103599"/>
                  </a:lnTo>
                  <a:lnTo>
                    <a:pt x="1897173" y="106368"/>
                  </a:lnTo>
                  <a:lnTo>
                    <a:pt x="1970141" y="108980"/>
                  </a:lnTo>
                  <a:lnTo>
                    <a:pt x="2043110" y="111428"/>
                  </a:lnTo>
                  <a:lnTo>
                    <a:pt x="2116078" y="113707"/>
                  </a:lnTo>
                  <a:lnTo>
                    <a:pt x="2189046" y="115812"/>
                  </a:lnTo>
                  <a:lnTo>
                    <a:pt x="2262014" y="117740"/>
                  </a:lnTo>
                  <a:lnTo>
                    <a:pt x="2334982" y="119487"/>
                  </a:lnTo>
                  <a:lnTo>
                    <a:pt x="2407951" y="121050"/>
                  </a:lnTo>
                  <a:lnTo>
                    <a:pt x="2480919" y="122427"/>
                  </a:lnTo>
                  <a:lnTo>
                    <a:pt x="2553887" y="123618"/>
                  </a:lnTo>
                  <a:lnTo>
                    <a:pt x="2626855" y="124622"/>
                  </a:lnTo>
                  <a:lnTo>
                    <a:pt x="2699823" y="125441"/>
                  </a:lnTo>
                  <a:lnTo>
                    <a:pt x="2772792" y="126075"/>
                  </a:lnTo>
                  <a:lnTo>
                    <a:pt x="2845760" y="126528"/>
                  </a:lnTo>
                  <a:lnTo>
                    <a:pt x="2918728" y="126802"/>
                  </a:lnTo>
                  <a:lnTo>
                    <a:pt x="2991696" y="126902"/>
                  </a:lnTo>
                  <a:lnTo>
                    <a:pt x="3064665" y="126832"/>
                  </a:lnTo>
                  <a:lnTo>
                    <a:pt x="3137633" y="126598"/>
                  </a:lnTo>
                  <a:lnTo>
                    <a:pt x="3210601" y="126204"/>
                  </a:lnTo>
                  <a:lnTo>
                    <a:pt x="3283569" y="125658"/>
                  </a:lnTo>
                  <a:lnTo>
                    <a:pt x="3356537" y="124964"/>
                  </a:lnTo>
                  <a:lnTo>
                    <a:pt x="3429506" y="124130"/>
                  </a:lnTo>
                  <a:lnTo>
                    <a:pt x="3502474" y="123162"/>
                  </a:lnTo>
                  <a:lnTo>
                    <a:pt x="3575442" y="122065"/>
                  </a:lnTo>
                  <a:lnTo>
                    <a:pt x="3648410" y="120848"/>
                  </a:lnTo>
                  <a:lnTo>
                    <a:pt x="3721379" y="119515"/>
                  </a:lnTo>
                  <a:lnTo>
                    <a:pt x="3794347" y="118072"/>
                  </a:lnTo>
                  <a:lnTo>
                    <a:pt x="3867315" y="116527"/>
                  </a:lnTo>
                  <a:lnTo>
                    <a:pt x="3940283" y="114884"/>
                  </a:lnTo>
                  <a:lnTo>
                    <a:pt x="4013251" y="113149"/>
                  </a:lnTo>
                  <a:lnTo>
                    <a:pt x="4086220" y="111327"/>
                  </a:lnTo>
                  <a:lnTo>
                    <a:pt x="4159188" y="109423"/>
                  </a:lnTo>
                  <a:lnTo>
                    <a:pt x="4232156" y="107442"/>
                  </a:lnTo>
                  <a:lnTo>
                    <a:pt x="4305124" y="105388"/>
                  </a:lnTo>
                  <a:lnTo>
                    <a:pt x="4378092" y="103266"/>
                  </a:lnTo>
                  <a:lnTo>
                    <a:pt x="4451061" y="101079"/>
                  </a:lnTo>
                  <a:lnTo>
                    <a:pt x="4524029" y="98832"/>
                  </a:lnTo>
                  <a:lnTo>
                    <a:pt x="4596997" y="96527"/>
                  </a:lnTo>
                  <a:lnTo>
                    <a:pt x="4669965" y="94169"/>
                  </a:lnTo>
                  <a:lnTo>
                    <a:pt x="4742934" y="91759"/>
                  </a:lnTo>
                  <a:lnTo>
                    <a:pt x="4815902" y="89302"/>
                  </a:lnTo>
                  <a:lnTo>
                    <a:pt x="4888870" y="86800"/>
                  </a:lnTo>
                  <a:lnTo>
                    <a:pt x="4961838" y="84255"/>
                  </a:lnTo>
                  <a:lnTo>
                    <a:pt x="5034806" y="81670"/>
                  </a:lnTo>
                  <a:lnTo>
                    <a:pt x="5107775" y="79047"/>
                  </a:lnTo>
                  <a:lnTo>
                    <a:pt x="5180743" y="76389"/>
                  </a:lnTo>
                  <a:lnTo>
                    <a:pt x="5253711" y="73696"/>
                  </a:lnTo>
                  <a:lnTo>
                    <a:pt x="5326679" y="70971"/>
                  </a:lnTo>
                  <a:lnTo>
                    <a:pt x="5399647" y="68216"/>
                  </a:lnTo>
                  <a:lnTo>
                    <a:pt x="5472616" y="65432"/>
                  </a:lnTo>
                  <a:lnTo>
                    <a:pt x="5545584" y="62621"/>
                  </a:lnTo>
                  <a:lnTo>
                    <a:pt x="5618552" y="59784"/>
                  </a:lnTo>
                  <a:lnTo>
                    <a:pt x="5691520" y="56923"/>
                  </a:lnTo>
                  <a:lnTo>
                    <a:pt x="5764489" y="54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46936"/>
              <a:ext cx="5764489" cy="177065"/>
            </a:xfrm>
            <a:custGeom>
              <a:avLst/>
              <a:pathLst>
                <a:path w="5764489" h="177065">
                  <a:moveTo>
                    <a:pt x="5764489" y="177065"/>
                  </a:moveTo>
                  <a:lnTo>
                    <a:pt x="5691520" y="171834"/>
                  </a:lnTo>
                  <a:lnTo>
                    <a:pt x="5618552" y="166626"/>
                  </a:lnTo>
                  <a:lnTo>
                    <a:pt x="5545584" y="161442"/>
                  </a:lnTo>
                  <a:lnTo>
                    <a:pt x="5472616" y="156285"/>
                  </a:lnTo>
                  <a:lnTo>
                    <a:pt x="5399647" y="151154"/>
                  </a:lnTo>
                  <a:lnTo>
                    <a:pt x="5326679" y="146053"/>
                  </a:lnTo>
                  <a:lnTo>
                    <a:pt x="5253711" y="140981"/>
                  </a:lnTo>
                  <a:lnTo>
                    <a:pt x="5180743" y="135942"/>
                  </a:lnTo>
                  <a:lnTo>
                    <a:pt x="5107775" y="130937"/>
                  </a:lnTo>
                  <a:lnTo>
                    <a:pt x="5034806" y="125967"/>
                  </a:lnTo>
                  <a:lnTo>
                    <a:pt x="4961838" y="121035"/>
                  </a:lnTo>
                  <a:lnTo>
                    <a:pt x="4888870" y="116144"/>
                  </a:lnTo>
                  <a:lnTo>
                    <a:pt x="4815902" y="111295"/>
                  </a:lnTo>
                  <a:lnTo>
                    <a:pt x="4742934" y="106492"/>
                  </a:lnTo>
                  <a:lnTo>
                    <a:pt x="4669965" y="101736"/>
                  </a:lnTo>
                  <a:lnTo>
                    <a:pt x="4596997" y="97031"/>
                  </a:lnTo>
                  <a:lnTo>
                    <a:pt x="4524029" y="92380"/>
                  </a:lnTo>
                  <a:lnTo>
                    <a:pt x="4451061" y="87786"/>
                  </a:lnTo>
                  <a:lnTo>
                    <a:pt x="4378092" y="83252"/>
                  </a:lnTo>
                  <a:lnTo>
                    <a:pt x="4305124" y="78783"/>
                  </a:lnTo>
                  <a:lnTo>
                    <a:pt x="4232156" y="74383"/>
                  </a:lnTo>
                  <a:lnTo>
                    <a:pt x="4159188" y="70056"/>
                  </a:lnTo>
                  <a:lnTo>
                    <a:pt x="4086220" y="65805"/>
                  </a:lnTo>
                  <a:lnTo>
                    <a:pt x="4013251" y="61636"/>
                  </a:lnTo>
                  <a:lnTo>
                    <a:pt x="3940283" y="57555"/>
                  </a:lnTo>
                  <a:lnTo>
                    <a:pt x="3867315" y="53565"/>
                  </a:lnTo>
                  <a:lnTo>
                    <a:pt x="3794347" y="49673"/>
                  </a:lnTo>
                  <a:lnTo>
                    <a:pt x="3721379" y="45884"/>
                  </a:lnTo>
                  <a:lnTo>
                    <a:pt x="3648410" y="42204"/>
                  </a:lnTo>
                  <a:lnTo>
                    <a:pt x="3575442" y="38640"/>
                  </a:lnTo>
                  <a:lnTo>
                    <a:pt x="3502474" y="35197"/>
                  </a:lnTo>
                  <a:lnTo>
                    <a:pt x="3429506" y="31882"/>
                  </a:lnTo>
                  <a:lnTo>
                    <a:pt x="3356537" y="28701"/>
                  </a:lnTo>
                  <a:lnTo>
                    <a:pt x="3283569" y="25661"/>
                  </a:lnTo>
                  <a:lnTo>
                    <a:pt x="3210601" y="22768"/>
                  </a:lnTo>
                  <a:lnTo>
                    <a:pt x="3137633" y="20028"/>
                  </a:lnTo>
                  <a:lnTo>
                    <a:pt x="3064665" y="17447"/>
                  </a:lnTo>
                  <a:lnTo>
                    <a:pt x="2991696" y="15031"/>
                  </a:lnTo>
                  <a:lnTo>
                    <a:pt x="2918728" y="12784"/>
                  </a:lnTo>
                  <a:lnTo>
                    <a:pt x="2845760" y="10712"/>
                  </a:lnTo>
                  <a:lnTo>
                    <a:pt x="2772792" y="8818"/>
                  </a:lnTo>
                  <a:lnTo>
                    <a:pt x="2699823" y="7105"/>
                  </a:lnTo>
                  <a:lnTo>
                    <a:pt x="2626855" y="5577"/>
                  </a:lnTo>
                  <a:lnTo>
                    <a:pt x="2553887" y="4235"/>
                  </a:lnTo>
                  <a:lnTo>
                    <a:pt x="2480919" y="3079"/>
                  </a:lnTo>
                  <a:lnTo>
                    <a:pt x="2407951" y="2110"/>
                  </a:lnTo>
                  <a:lnTo>
                    <a:pt x="2334982" y="1327"/>
                  </a:lnTo>
                  <a:lnTo>
                    <a:pt x="2262014" y="727"/>
                  </a:lnTo>
                  <a:lnTo>
                    <a:pt x="2189046" y="308"/>
                  </a:lnTo>
                  <a:lnTo>
                    <a:pt x="2116078" y="67"/>
                  </a:lnTo>
                  <a:lnTo>
                    <a:pt x="2043110" y="0"/>
                  </a:lnTo>
                  <a:lnTo>
                    <a:pt x="1970141" y="101"/>
                  </a:lnTo>
                  <a:lnTo>
                    <a:pt x="1897173" y="366"/>
                  </a:lnTo>
                  <a:lnTo>
                    <a:pt x="1824205" y="788"/>
                  </a:lnTo>
                  <a:lnTo>
                    <a:pt x="1751237" y="1363"/>
                  </a:lnTo>
                  <a:lnTo>
                    <a:pt x="1678268" y="2084"/>
                  </a:lnTo>
                  <a:lnTo>
                    <a:pt x="1605300" y="2944"/>
                  </a:lnTo>
                  <a:lnTo>
                    <a:pt x="1532332" y="3937"/>
                  </a:lnTo>
                  <a:lnTo>
                    <a:pt x="1459364" y="5057"/>
                  </a:lnTo>
                  <a:lnTo>
                    <a:pt x="1386396" y="6297"/>
                  </a:lnTo>
                  <a:lnTo>
                    <a:pt x="1313427" y="7651"/>
                  </a:lnTo>
                  <a:lnTo>
                    <a:pt x="1240459" y="9113"/>
                  </a:lnTo>
                  <a:lnTo>
                    <a:pt x="1167491" y="10677"/>
                  </a:lnTo>
                  <a:lnTo>
                    <a:pt x="1094523" y="12338"/>
                  </a:lnTo>
                  <a:lnTo>
                    <a:pt x="1021555" y="14090"/>
                  </a:lnTo>
                  <a:lnTo>
                    <a:pt x="948586" y="15928"/>
                  </a:lnTo>
                  <a:lnTo>
                    <a:pt x="875618" y="17847"/>
                  </a:lnTo>
                  <a:lnTo>
                    <a:pt x="802650" y="19842"/>
                  </a:lnTo>
                  <a:lnTo>
                    <a:pt x="729682" y="21909"/>
                  </a:lnTo>
                  <a:lnTo>
                    <a:pt x="656713" y="24043"/>
                  </a:lnTo>
                  <a:lnTo>
                    <a:pt x="583745" y="26242"/>
                  </a:lnTo>
                  <a:lnTo>
                    <a:pt x="510777" y="28500"/>
                  </a:lnTo>
                  <a:lnTo>
                    <a:pt x="437809" y="30815"/>
                  </a:lnTo>
                  <a:lnTo>
                    <a:pt x="364841" y="33183"/>
                  </a:lnTo>
                  <a:lnTo>
                    <a:pt x="291872" y="35602"/>
                  </a:lnTo>
                  <a:lnTo>
                    <a:pt x="218904" y="38068"/>
                  </a:lnTo>
                  <a:lnTo>
                    <a:pt x="145936" y="40578"/>
                  </a:lnTo>
                  <a:lnTo>
                    <a:pt x="72968" y="43131"/>
                  </a:lnTo>
                  <a:lnTo>
                    <a:pt x="0" y="45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93353"/>
              <a:ext cx="5764489" cy="92690"/>
            </a:xfrm>
            <a:custGeom>
              <a:avLst/>
              <a:pathLst>
                <a:path w="5764489" h="92690">
                  <a:moveTo>
                    <a:pt x="0" y="0"/>
                  </a:moveTo>
                  <a:lnTo>
                    <a:pt x="72968" y="1173"/>
                  </a:lnTo>
                  <a:lnTo>
                    <a:pt x="145936" y="2346"/>
                  </a:lnTo>
                  <a:lnTo>
                    <a:pt x="218904" y="3519"/>
                  </a:lnTo>
                  <a:lnTo>
                    <a:pt x="291872" y="4693"/>
                  </a:lnTo>
                  <a:lnTo>
                    <a:pt x="364841" y="5866"/>
                  </a:lnTo>
                  <a:lnTo>
                    <a:pt x="437809" y="7039"/>
                  </a:lnTo>
                  <a:lnTo>
                    <a:pt x="510777" y="8213"/>
                  </a:lnTo>
                  <a:lnTo>
                    <a:pt x="583745" y="9386"/>
                  </a:lnTo>
                  <a:lnTo>
                    <a:pt x="656713" y="10559"/>
                  </a:lnTo>
                  <a:lnTo>
                    <a:pt x="729682" y="11732"/>
                  </a:lnTo>
                  <a:lnTo>
                    <a:pt x="802650" y="12906"/>
                  </a:lnTo>
                  <a:lnTo>
                    <a:pt x="875618" y="14079"/>
                  </a:lnTo>
                  <a:lnTo>
                    <a:pt x="948586" y="15252"/>
                  </a:lnTo>
                  <a:lnTo>
                    <a:pt x="1021555" y="16426"/>
                  </a:lnTo>
                  <a:lnTo>
                    <a:pt x="1094523" y="17599"/>
                  </a:lnTo>
                  <a:lnTo>
                    <a:pt x="1167491" y="18772"/>
                  </a:lnTo>
                  <a:lnTo>
                    <a:pt x="1240459" y="19946"/>
                  </a:lnTo>
                  <a:lnTo>
                    <a:pt x="1313427" y="21119"/>
                  </a:lnTo>
                  <a:lnTo>
                    <a:pt x="1386396" y="22292"/>
                  </a:lnTo>
                  <a:lnTo>
                    <a:pt x="1459364" y="23465"/>
                  </a:lnTo>
                  <a:lnTo>
                    <a:pt x="1532332" y="24639"/>
                  </a:lnTo>
                  <a:lnTo>
                    <a:pt x="1605300" y="25812"/>
                  </a:lnTo>
                  <a:lnTo>
                    <a:pt x="1678268" y="26985"/>
                  </a:lnTo>
                  <a:lnTo>
                    <a:pt x="1751237" y="28159"/>
                  </a:lnTo>
                  <a:lnTo>
                    <a:pt x="1824205" y="29332"/>
                  </a:lnTo>
                  <a:lnTo>
                    <a:pt x="1897173" y="30505"/>
                  </a:lnTo>
                  <a:lnTo>
                    <a:pt x="1970141" y="31678"/>
                  </a:lnTo>
                  <a:lnTo>
                    <a:pt x="2043110" y="32852"/>
                  </a:lnTo>
                  <a:lnTo>
                    <a:pt x="2116078" y="34025"/>
                  </a:lnTo>
                  <a:lnTo>
                    <a:pt x="2189046" y="35198"/>
                  </a:lnTo>
                  <a:lnTo>
                    <a:pt x="2262014" y="36372"/>
                  </a:lnTo>
                  <a:lnTo>
                    <a:pt x="2334982" y="37545"/>
                  </a:lnTo>
                  <a:lnTo>
                    <a:pt x="2407951" y="38718"/>
                  </a:lnTo>
                  <a:lnTo>
                    <a:pt x="2480919" y="39892"/>
                  </a:lnTo>
                  <a:lnTo>
                    <a:pt x="2553887" y="41065"/>
                  </a:lnTo>
                  <a:lnTo>
                    <a:pt x="2626855" y="42238"/>
                  </a:lnTo>
                  <a:lnTo>
                    <a:pt x="2699823" y="43411"/>
                  </a:lnTo>
                  <a:lnTo>
                    <a:pt x="2772792" y="44585"/>
                  </a:lnTo>
                  <a:lnTo>
                    <a:pt x="2845760" y="45758"/>
                  </a:lnTo>
                  <a:lnTo>
                    <a:pt x="2918728" y="46931"/>
                  </a:lnTo>
                  <a:lnTo>
                    <a:pt x="2991696" y="48105"/>
                  </a:lnTo>
                  <a:lnTo>
                    <a:pt x="3064665" y="49278"/>
                  </a:lnTo>
                  <a:lnTo>
                    <a:pt x="3137633" y="50451"/>
                  </a:lnTo>
                  <a:lnTo>
                    <a:pt x="3210601" y="51625"/>
                  </a:lnTo>
                  <a:lnTo>
                    <a:pt x="3283569" y="52798"/>
                  </a:lnTo>
                  <a:lnTo>
                    <a:pt x="3356537" y="53971"/>
                  </a:lnTo>
                  <a:lnTo>
                    <a:pt x="3429506" y="55144"/>
                  </a:lnTo>
                  <a:lnTo>
                    <a:pt x="3502474" y="56318"/>
                  </a:lnTo>
                  <a:lnTo>
                    <a:pt x="3575442" y="57491"/>
                  </a:lnTo>
                  <a:lnTo>
                    <a:pt x="3648410" y="58664"/>
                  </a:lnTo>
                  <a:lnTo>
                    <a:pt x="3721379" y="59838"/>
                  </a:lnTo>
                  <a:lnTo>
                    <a:pt x="3794347" y="61011"/>
                  </a:lnTo>
                  <a:lnTo>
                    <a:pt x="3867315" y="62184"/>
                  </a:lnTo>
                  <a:lnTo>
                    <a:pt x="3940283" y="63357"/>
                  </a:lnTo>
                  <a:lnTo>
                    <a:pt x="4013251" y="64531"/>
                  </a:lnTo>
                  <a:lnTo>
                    <a:pt x="4086220" y="65704"/>
                  </a:lnTo>
                  <a:lnTo>
                    <a:pt x="4159188" y="66877"/>
                  </a:lnTo>
                  <a:lnTo>
                    <a:pt x="4232156" y="68051"/>
                  </a:lnTo>
                  <a:lnTo>
                    <a:pt x="4305124" y="69224"/>
                  </a:lnTo>
                  <a:lnTo>
                    <a:pt x="4378092" y="70397"/>
                  </a:lnTo>
                  <a:lnTo>
                    <a:pt x="4451061" y="71571"/>
                  </a:lnTo>
                  <a:lnTo>
                    <a:pt x="4524029" y="72744"/>
                  </a:lnTo>
                  <a:lnTo>
                    <a:pt x="4596997" y="73917"/>
                  </a:lnTo>
                  <a:lnTo>
                    <a:pt x="4669965" y="75090"/>
                  </a:lnTo>
                  <a:lnTo>
                    <a:pt x="4742934" y="76264"/>
                  </a:lnTo>
                  <a:lnTo>
                    <a:pt x="4815902" y="77437"/>
                  </a:lnTo>
                  <a:lnTo>
                    <a:pt x="4888870" y="78610"/>
                  </a:lnTo>
                  <a:lnTo>
                    <a:pt x="4961838" y="79784"/>
                  </a:lnTo>
                  <a:lnTo>
                    <a:pt x="5034806" y="80957"/>
                  </a:lnTo>
                  <a:lnTo>
                    <a:pt x="5107775" y="82130"/>
                  </a:lnTo>
                  <a:lnTo>
                    <a:pt x="5180743" y="83304"/>
                  </a:lnTo>
                  <a:lnTo>
                    <a:pt x="5253711" y="84477"/>
                  </a:lnTo>
                  <a:lnTo>
                    <a:pt x="5326679" y="85650"/>
                  </a:lnTo>
                  <a:lnTo>
                    <a:pt x="5399647" y="86823"/>
                  </a:lnTo>
                  <a:lnTo>
                    <a:pt x="5472616" y="87997"/>
                  </a:lnTo>
                  <a:lnTo>
                    <a:pt x="5545584" y="89170"/>
                  </a:lnTo>
                  <a:lnTo>
                    <a:pt x="5618552" y="90343"/>
                  </a:lnTo>
                  <a:lnTo>
                    <a:pt x="5691520" y="91517"/>
                  </a:lnTo>
                  <a:lnTo>
                    <a:pt x="5764489" y="9269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536532" y="42625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36532" y="357602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36532" y="36555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864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541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856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835518" y="44896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35518" y="4603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835518" y="46713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81339" y="44307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81339" y="43305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381339" y="48078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871613" y="3360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871613" y="31890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871613" y="385687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743805" y="3894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743805" y="32923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743805" y="39587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716311" y="4375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716311" y="42978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16311" y="47405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3708" y="47172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3708" y="48008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3708" y="41565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273826"/>
              <a:ext cx="5764489" cy="1895074"/>
            </a:xfrm>
            <a:custGeom>
              <a:avLst/>
              <a:pathLst>
                <a:path w="5764489" h="1895074">
                  <a:moveTo>
                    <a:pt x="0" y="0"/>
                  </a:moveTo>
                  <a:lnTo>
                    <a:pt x="72968" y="21010"/>
                  </a:lnTo>
                  <a:lnTo>
                    <a:pt x="145936" y="41953"/>
                  </a:lnTo>
                  <a:lnTo>
                    <a:pt x="218904" y="62825"/>
                  </a:lnTo>
                  <a:lnTo>
                    <a:pt x="291872" y="83622"/>
                  </a:lnTo>
                  <a:lnTo>
                    <a:pt x="364841" y="104339"/>
                  </a:lnTo>
                  <a:lnTo>
                    <a:pt x="437809" y="124972"/>
                  </a:lnTo>
                  <a:lnTo>
                    <a:pt x="510777" y="145516"/>
                  </a:lnTo>
                  <a:lnTo>
                    <a:pt x="583745" y="165964"/>
                  </a:lnTo>
                  <a:lnTo>
                    <a:pt x="656713" y="186311"/>
                  </a:lnTo>
                  <a:lnTo>
                    <a:pt x="729682" y="206550"/>
                  </a:lnTo>
                  <a:lnTo>
                    <a:pt x="802650" y="226676"/>
                  </a:lnTo>
                  <a:lnTo>
                    <a:pt x="875618" y="246681"/>
                  </a:lnTo>
                  <a:lnTo>
                    <a:pt x="948586" y="266557"/>
                  </a:lnTo>
                  <a:lnTo>
                    <a:pt x="1021555" y="286297"/>
                  </a:lnTo>
                  <a:lnTo>
                    <a:pt x="1094523" y="305893"/>
                  </a:lnTo>
                  <a:lnTo>
                    <a:pt x="1167491" y="325335"/>
                  </a:lnTo>
                  <a:lnTo>
                    <a:pt x="1240459" y="344615"/>
                  </a:lnTo>
                  <a:lnTo>
                    <a:pt x="1313427" y="363722"/>
                  </a:lnTo>
                  <a:lnTo>
                    <a:pt x="1386396" y="382648"/>
                  </a:lnTo>
                  <a:lnTo>
                    <a:pt x="1459364" y="401382"/>
                  </a:lnTo>
                  <a:lnTo>
                    <a:pt x="1532332" y="419913"/>
                  </a:lnTo>
                  <a:lnTo>
                    <a:pt x="1605300" y="438231"/>
                  </a:lnTo>
                  <a:lnTo>
                    <a:pt x="1678268" y="456326"/>
                  </a:lnTo>
                  <a:lnTo>
                    <a:pt x="1751237" y="474185"/>
                  </a:lnTo>
                  <a:lnTo>
                    <a:pt x="1824205" y="491799"/>
                  </a:lnTo>
                  <a:lnTo>
                    <a:pt x="1897173" y="509157"/>
                  </a:lnTo>
                  <a:lnTo>
                    <a:pt x="1970141" y="526250"/>
                  </a:lnTo>
                  <a:lnTo>
                    <a:pt x="2043110" y="543067"/>
                  </a:lnTo>
                  <a:lnTo>
                    <a:pt x="2116078" y="559600"/>
                  </a:lnTo>
                  <a:lnTo>
                    <a:pt x="2189046" y="575841"/>
                  </a:lnTo>
                  <a:lnTo>
                    <a:pt x="2262014" y="591782"/>
                  </a:lnTo>
                  <a:lnTo>
                    <a:pt x="2334982" y="607419"/>
                  </a:lnTo>
                  <a:lnTo>
                    <a:pt x="2407951" y="622747"/>
                  </a:lnTo>
                  <a:lnTo>
                    <a:pt x="2480919" y="637763"/>
                  </a:lnTo>
                  <a:lnTo>
                    <a:pt x="2553887" y="652464"/>
                  </a:lnTo>
                  <a:lnTo>
                    <a:pt x="2626855" y="666851"/>
                  </a:lnTo>
                  <a:lnTo>
                    <a:pt x="2699823" y="680926"/>
                  </a:lnTo>
                  <a:lnTo>
                    <a:pt x="2772792" y="694690"/>
                  </a:lnTo>
                  <a:lnTo>
                    <a:pt x="2845760" y="708149"/>
                  </a:lnTo>
                  <a:lnTo>
                    <a:pt x="2918728" y="721307"/>
                  </a:lnTo>
                  <a:lnTo>
                    <a:pt x="2991696" y="734172"/>
                  </a:lnTo>
                  <a:lnTo>
                    <a:pt x="3064665" y="746752"/>
                  </a:lnTo>
                  <a:lnTo>
                    <a:pt x="3137633" y="759054"/>
                  </a:lnTo>
                  <a:lnTo>
                    <a:pt x="3210601" y="771088"/>
                  </a:lnTo>
                  <a:lnTo>
                    <a:pt x="3283569" y="782865"/>
                  </a:lnTo>
                  <a:lnTo>
                    <a:pt x="3356537" y="794395"/>
                  </a:lnTo>
                  <a:lnTo>
                    <a:pt x="3429506" y="805687"/>
                  </a:lnTo>
                  <a:lnTo>
                    <a:pt x="3502474" y="816754"/>
                  </a:lnTo>
                  <a:lnTo>
                    <a:pt x="3575442" y="827606"/>
                  </a:lnTo>
                  <a:lnTo>
                    <a:pt x="3648410" y="838253"/>
                  </a:lnTo>
                  <a:lnTo>
                    <a:pt x="3721379" y="848706"/>
                  </a:lnTo>
                  <a:lnTo>
                    <a:pt x="3794347" y="858975"/>
                  </a:lnTo>
                  <a:lnTo>
                    <a:pt x="3867315" y="869070"/>
                  </a:lnTo>
                  <a:lnTo>
                    <a:pt x="3940283" y="879001"/>
                  </a:lnTo>
                  <a:lnTo>
                    <a:pt x="4013251" y="888778"/>
                  </a:lnTo>
                  <a:lnTo>
                    <a:pt x="4086220" y="898408"/>
                  </a:lnTo>
                  <a:lnTo>
                    <a:pt x="4159188" y="907900"/>
                  </a:lnTo>
                  <a:lnTo>
                    <a:pt x="4232156" y="917262"/>
                  </a:lnTo>
                  <a:lnTo>
                    <a:pt x="4305124" y="926502"/>
                  </a:lnTo>
                  <a:lnTo>
                    <a:pt x="4378092" y="935627"/>
                  </a:lnTo>
                  <a:lnTo>
                    <a:pt x="4451061" y="944643"/>
                  </a:lnTo>
                  <a:lnTo>
                    <a:pt x="4524029" y="953557"/>
                  </a:lnTo>
                  <a:lnTo>
                    <a:pt x="4596997" y="962374"/>
                  </a:lnTo>
                  <a:lnTo>
                    <a:pt x="4669965" y="971101"/>
                  </a:lnTo>
                  <a:lnTo>
                    <a:pt x="4742934" y="979743"/>
                  </a:lnTo>
                  <a:lnTo>
                    <a:pt x="4815902" y="988304"/>
                  </a:lnTo>
                  <a:lnTo>
                    <a:pt x="4888870" y="996789"/>
                  </a:lnTo>
                  <a:lnTo>
                    <a:pt x="4961838" y="1005202"/>
                  </a:lnTo>
                  <a:lnTo>
                    <a:pt x="5034806" y="1013548"/>
                  </a:lnTo>
                  <a:lnTo>
                    <a:pt x="5107775" y="1021830"/>
                  </a:lnTo>
                  <a:lnTo>
                    <a:pt x="5180743" y="1030051"/>
                  </a:lnTo>
                  <a:lnTo>
                    <a:pt x="5253711" y="1038216"/>
                  </a:lnTo>
                  <a:lnTo>
                    <a:pt x="5326679" y="1046326"/>
                  </a:lnTo>
                  <a:lnTo>
                    <a:pt x="5399647" y="1054386"/>
                  </a:lnTo>
                  <a:lnTo>
                    <a:pt x="5472616" y="1062397"/>
                  </a:lnTo>
                  <a:lnTo>
                    <a:pt x="5545584" y="1070362"/>
                  </a:lnTo>
                  <a:lnTo>
                    <a:pt x="5618552" y="1078284"/>
                  </a:lnTo>
                  <a:lnTo>
                    <a:pt x="5691520" y="1086165"/>
                  </a:lnTo>
                  <a:lnTo>
                    <a:pt x="5764489" y="1094006"/>
                  </a:lnTo>
                  <a:lnTo>
                    <a:pt x="5764489" y="1895074"/>
                  </a:lnTo>
                  <a:lnTo>
                    <a:pt x="5691520" y="1873572"/>
                  </a:lnTo>
                  <a:lnTo>
                    <a:pt x="5618552" y="1852109"/>
                  </a:lnTo>
                  <a:lnTo>
                    <a:pt x="5545584" y="1830687"/>
                  </a:lnTo>
                  <a:lnTo>
                    <a:pt x="5472616" y="1809309"/>
                  </a:lnTo>
                  <a:lnTo>
                    <a:pt x="5399647" y="1787977"/>
                  </a:lnTo>
                  <a:lnTo>
                    <a:pt x="5326679" y="1766693"/>
                  </a:lnTo>
                  <a:lnTo>
                    <a:pt x="5253711" y="1745460"/>
                  </a:lnTo>
                  <a:lnTo>
                    <a:pt x="5180743" y="1724281"/>
                  </a:lnTo>
                  <a:lnTo>
                    <a:pt x="5107775" y="1703159"/>
                  </a:lnTo>
                  <a:lnTo>
                    <a:pt x="5034806" y="1682097"/>
                  </a:lnTo>
                  <a:lnTo>
                    <a:pt x="4961838" y="1661100"/>
                  </a:lnTo>
                  <a:lnTo>
                    <a:pt x="4888870" y="1640170"/>
                  </a:lnTo>
                  <a:lnTo>
                    <a:pt x="4815902" y="1619311"/>
                  </a:lnTo>
                  <a:lnTo>
                    <a:pt x="4742934" y="1598529"/>
                  </a:lnTo>
                  <a:lnTo>
                    <a:pt x="4669965" y="1577827"/>
                  </a:lnTo>
                  <a:lnTo>
                    <a:pt x="4596997" y="1557210"/>
                  </a:lnTo>
                  <a:lnTo>
                    <a:pt x="4524029" y="1536685"/>
                  </a:lnTo>
                  <a:lnTo>
                    <a:pt x="4451061" y="1516255"/>
                  </a:lnTo>
                  <a:lnTo>
                    <a:pt x="4378092" y="1495928"/>
                  </a:lnTo>
                  <a:lnTo>
                    <a:pt x="4305124" y="1475709"/>
                  </a:lnTo>
                  <a:lnTo>
                    <a:pt x="4232156" y="1455606"/>
                  </a:lnTo>
                  <a:lnTo>
                    <a:pt x="4159188" y="1435625"/>
                  </a:lnTo>
                  <a:lnTo>
                    <a:pt x="4086220" y="1415774"/>
                  </a:lnTo>
                  <a:lnTo>
                    <a:pt x="4013251" y="1396060"/>
                  </a:lnTo>
                  <a:lnTo>
                    <a:pt x="3940283" y="1376493"/>
                  </a:lnTo>
                  <a:lnTo>
                    <a:pt x="3867315" y="1357081"/>
                  </a:lnTo>
                  <a:lnTo>
                    <a:pt x="3794347" y="1337833"/>
                  </a:lnTo>
                  <a:lnTo>
                    <a:pt x="3721379" y="1318758"/>
                  </a:lnTo>
                  <a:lnTo>
                    <a:pt x="3648410" y="1299868"/>
                  </a:lnTo>
                  <a:lnTo>
                    <a:pt x="3575442" y="1281172"/>
                  </a:lnTo>
                  <a:lnTo>
                    <a:pt x="3502474" y="1262680"/>
                  </a:lnTo>
                  <a:lnTo>
                    <a:pt x="3429506" y="1244403"/>
                  </a:lnTo>
                  <a:lnTo>
                    <a:pt x="3356537" y="1226352"/>
                  </a:lnTo>
                  <a:lnTo>
                    <a:pt x="3283569" y="1208538"/>
                  </a:lnTo>
                  <a:lnTo>
                    <a:pt x="3210601" y="1190972"/>
                  </a:lnTo>
                  <a:lnTo>
                    <a:pt x="3137633" y="1173663"/>
                  </a:lnTo>
                  <a:lnTo>
                    <a:pt x="3064665" y="1156622"/>
                  </a:lnTo>
                  <a:lnTo>
                    <a:pt x="2991696" y="1139858"/>
                  </a:lnTo>
                  <a:lnTo>
                    <a:pt x="2918728" y="1123379"/>
                  </a:lnTo>
                  <a:lnTo>
                    <a:pt x="2845760" y="1107194"/>
                  </a:lnTo>
                  <a:lnTo>
                    <a:pt x="2772792" y="1091310"/>
                  </a:lnTo>
                  <a:lnTo>
                    <a:pt x="2699823" y="1075731"/>
                  </a:lnTo>
                  <a:lnTo>
                    <a:pt x="2626855" y="1060462"/>
                  </a:lnTo>
                  <a:lnTo>
                    <a:pt x="2553887" y="1045505"/>
                  </a:lnTo>
                  <a:lnTo>
                    <a:pt x="2480919" y="1030863"/>
                  </a:lnTo>
                  <a:lnTo>
                    <a:pt x="2407951" y="1016535"/>
                  </a:lnTo>
                  <a:lnTo>
                    <a:pt x="2334982" y="1002520"/>
                  </a:lnTo>
                  <a:lnTo>
                    <a:pt x="2262014" y="988813"/>
                  </a:lnTo>
                  <a:lnTo>
                    <a:pt x="2189046" y="975412"/>
                  </a:lnTo>
                  <a:lnTo>
                    <a:pt x="2116078" y="962309"/>
                  </a:lnTo>
                  <a:lnTo>
                    <a:pt x="2043110" y="949498"/>
                  </a:lnTo>
                  <a:lnTo>
                    <a:pt x="1970141" y="936972"/>
                  </a:lnTo>
                  <a:lnTo>
                    <a:pt x="1897173" y="924721"/>
                  </a:lnTo>
                  <a:lnTo>
                    <a:pt x="1824205" y="912736"/>
                  </a:lnTo>
                  <a:lnTo>
                    <a:pt x="1751237" y="901007"/>
                  </a:lnTo>
                  <a:lnTo>
                    <a:pt x="1678268" y="889523"/>
                  </a:lnTo>
                  <a:lnTo>
                    <a:pt x="1605300" y="878273"/>
                  </a:lnTo>
                  <a:lnTo>
                    <a:pt x="1532332" y="867248"/>
                  </a:lnTo>
                  <a:lnTo>
                    <a:pt x="1459364" y="856436"/>
                  </a:lnTo>
                  <a:lnTo>
                    <a:pt x="1386396" y="845826"/>
                  </a:lnTo>
                  <a:lnTo>
                    <a:pt x="1313427" y="835409"/>
                  </a:lnTo>
                  <a:lnTo>
                    <a:pt x="1240459" y="825173"/>
                  </a:lnTo>
                  <a:lnTo>
                    <a:pt x="1167491" y="815110"/>
                  </a:lnTo>
                  <a:lnTo>
                    <a:pt x="1094523" y="805208"/>
                  </a:lnTo>
                  <a:lnTo>
                    <a:pt x="1021555" y="795460"/>
                  </a:lnTo>
                  <a:lnTo>
                    <a:pt x="948586" y="785857"/>
                  </a:lnTo>
                  <a:lnTo>
                    <a:pt x="875618" y="776390"/>
                  </a:lnTo>
                  <a:lnTo>
                    <a:pt x="802650" y="767051"/>
                  </a:lnTo>
                  <a:lnTo>
                    <a:pt x="729682" y="757834"/>
                  </a:lnTo>
                  <a:lnTo>
                    <a:pt x="656713" y="748730"/>
                  </a:lnTo>
                  <a:lnTo>
                    <a:pt x="583745" y="739734"/>
                  </a:lnTo>
                  <a:lnTo>
                    <a:pt x="510777" y="730838"/>
                  </a:lnTo>
                  <a:lnTo>
                    <a:pt x="437809" y="722038"/>
                  </a:lnTo>
                  <a:lnTo>
                    <a:pt x="364841" y="713327"/>
                  </a:lnTo>
                  <a:lnTo>
                    <a:pt x="291872" y="704701"/>
                  </a:lnTo>
                  <a:lnTo>
                    <a:pt x="218904" y="696155"/>
                  </a:lnTo>
                  <a:lnTo>
                    <a:pt x="145936" y="687684"/>
                  </a:lnTo>
                  <a:lnTo>
                    <a:pt x="72968" y="679284"/>
                  </a:lnTo>
                  <a:lnTo>
                    <a:pt x="0" y="670950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273826"/>
              <a:ext cx="5764489" cy="1094006"/>
            </a:xfrm>
            <a:custGeom>
              <a:avLst/>
              <a:pathLst>
                <a:path w="5764489" h="1094006">
                  <a:moveTo>
                    <a:pt x="0" y="0"/>
                  </a:moveTo>
                  <a:lnTo>
                    <a:pt x="72968" y="21010"/>
                  </a:lnTo>
                  <a:lnTo>
                    <a:pt x="145936" y="41953"/>
                  </a:lnTo>
                  <a:lnTo>
                    <a:pt x="218904" y="62825"/>
                  </a:lnTo>
                  <a:lnTo>
                    <a:pt x="291872" y="83622"/>
                  </a:lnTo>
                  <a:lnTo>
                    <a:pt x="364841" y="104339"/>
                  </a:lnTo>
                  <a:lnTo>
                    <a:pt x="437809" y="124972"/>
                  </a:lnTo>
                  <a:lnTo>
                    <a:pt x="510777" y="145516"/>
                  </a:lnTo>
                  <a:lnTo>
                    <a:pt x="583745" y="165964"/>
                  </a:lnTo>
                  <a:lnTo>
                    <a:pt x="656713" y="186311"/>
                  </a:lnTo>
                  <a:lnTo>
                    <a:pt x="729682" y="206550"/>
                  </a:lnTo>
                  <a:lnTo>
                    <a:pt x="802650" y="226676"/>
                  </a:lnTo>
                  <a:lnTo>
                    <a:pt x="875618" y="246681"/>
                  </a:lnTo>
                  <a:lnTo>
                    <a:pt x="948586" y="266557"/>
                  </a:lnTo>
                  <a:lnTo>
                    <a:pt x="1021555" y="286297"/>
                  </a:lnTo>
                  <a:lnTo>
                    <a:pt x="1094523" y="305893"/>
                  </a:lnTo>
                  <a:lnTo>
                    <a:pt x="1167491" y="325335"/>
                  </a:lnTo>
                  <a:lnTo>
                    <a:pt x="1240459" y="344615"/>
                  </a:lnTo>
                  <a:lnTo>
                    <a:pt x="1313427" y="363722"/>
                  </a:lnTo>
                  <a:lnTo>
                    <a:pt x="1386396" y="382648"/>
                  </a:lnTo>
                  <a:lnTo>
                    <a:pt x="1459364" y="401382"/>
                  </a:lnTo>
                  <a:lnTo>
                    <a:pt x="1532332" y="419913"/>
                  </a:lnTo>
                  <a:lnTo>
                    <a:pt x="1605300" y="438231"/>
                  </a:lnTo>
                  <a:lnTo>
                    <a:pt x="1678268" y="456326"/>
                  </a:lnTo>
                  <a:lnTo>
                    <a:pt x="1751237" y="474185"/>
                  </a:lnTo>
                  <a:lnTo>
                    <a:pt x="1824205" y="491799"/>
                  </a:lnTo>
                  <a:lnTo>
                    <a:pt x="1897173" y="509157"/>
                  </a:lnTo>
                  <a:lnTo>
                    <a:pt x="1970141" y="526250"/>
                  </a:lnTo>
                  <a:lnTo>
                    <a:pt x="2043110" y="543067"/>
                  </a:lnTo>
                  <a:lnTo>
                    <a:pt x="2116078" y="559600"/>
                  </a:lnTo>
                  <a:lnTo>
                    <a:pt x="2189046" y="575841"/>
                  </a:lnTo>
                  <a:lnTo>
                    <a:pt x="2262014" y="591782"/>
                  </a:lnTo>
                  <a:lnTo>
                    <a:pt x="2334982" y="607419"/>
                  </a:lnTo>
                  <a:lnTo>
                    <a:pt x="2407951" y="622747"/>
                  </a:lnTo>
                  <a:lnTo>
                    <a:pt x="2480919" y="637763"/>
                  </a:lnTo>
                  <a:lnTo>
                    <a:pt x="2553887" y="652464"/>
                  </a:lnTo>
                  <a:lnTo>
                    <a:pt x="2626855" y="666851"/>
                  </a:lnTo>
                  <a:lnTo>
                    <a:pt x="2699823" y="680926"/>
                  </a:lnTo>
                  <a:lnTo>
                    <a:pt x="2772792" y="694690"/>
                  </a:lnTo>
                  <a:lnTo>
                    <a:pt x="2845760" y="708149"/>
                  </a:lnTo>
                  <a:lnTo>
                    <a:pt x="2918728" y="721307"/>
                  </a:lnTo>
                  <a:lnTo>
                    <a:pt x="2991696" y="734172"/>
                  </a:lnTo>
                  <a:lnTo>
                    <a:pt x="3064665" y="746752"/>
                  </a:lnTo>
                  <a:lnTo>
                    <a:pt x="3137633" y="759054"/>
                  </a:lnTo>
                  <a:lnTo>
                    <a:pt x="3210601" y="771088"/>
                  </a:lnTo>
                  <a:lnTo>
                    <a:pt x="3283569" y="782865"/>
                  </a:lnTo>
                  <a:lnTo>
                    <a:pt x="3356537" y="794395"/>
                  </a:lnTo>
                  <a:lnTo>
                    <a:pt x="3429506" y="805687"/>
                  </a:lnTo>
                  <a:lnTo>
                    <a:pt x="3502474" y="816754"/>
                  </a:lnTo>
                  <a:lnTo>
                    <a:pt x="3575442" y="827606"/>
                  </a:lnTo>
                  <a:lnTo>
                    <a:pt x="3648410" y="838253"/>
                  </a:lnTo>
                  <a:lnTo>
                    <a:pt x="3721379" y="848706"/>
                  </a:lnTo>
                  <a:lnTo>
                    <a:pt x="3794347" y="858975"/>
                  </a:lnTo>
                  <a:lnTo>
                    <a:pt x="3867315" y="869070"/>
                  </a:lnTo>
                  <a:lnTo>
                    <a:pt x="3940283" y="879001"/>
                  </a:lnTo>
                  <a:lnTo>
                    <a:pt x="4013251" y="888778"/>
                  </a:lnTo>
                  <a:lnTo>
                    <a:pt x="4086220" y="898408"/>
                  </a:lnTo>
                  <a:lnTo>
                    <a:pt x="4159188" y="907900"/>
                  </a:lnTo>
                  <a:lnTo>
                    <a:pt x="4232156" y="917262"/>
                  </a:lnTo>
                  <a:lnTo>
                    <a:pt x="4305124" y="926502"/>
                  </a:lnTo>
                  <a:lnTo>
                    <a:pt x="4378092" y="935627"/>
                  </a:lnTo>
                  <a:lnTo>
                    <a:pt x="4451061" y="944643"/>
                  </a:lnTo>
                  <a:lnTo>
                    <a:pt x="4524029" y="953557"/>
                  </a:lnTo>
                  <a:lnTo>
                    <a:pt x="4596997" y="962374"/>
                  </a:lnTo>
                  <a:lnTo>
                    <a:pt x="4669965" y="971101"/>
                  </a:lnTo>
                  <a:lnTo>
                    <a:pt x="4742934" y="979743"/>
                  </a:lnTo>
                  <a:lnTo>
                    <a:pt x="4815902" y="988304"/>
                  </a:lnTo>
                  <a:lnTo>
                    <a:pt x="4888870" y="996789"/>
                  </a:lnTo>
                  <a:lnTo>
                    <a:pt x="4961838" y="1005202"/>
                  </a:lnTo>
                  <a:lnTo>
                    <a:pt x="5034806" y="1013548"/>
                  </a:lnTo>
                  <a:lnTo>
                    <a:pt x="5107775" y="1021830"/>
                  </a:lnTo>
                  <a:lnTo>
                    <a:pt x="5180743" y="1030051"/>
                  </a:lnTo>
                  <a:lnTo>
                    <a:pt x="5253711" y="1038216"/>
                  </a:lnTo>
                  <a:lnTo>
                    <a:pt x="5326679" y="1046326"/>
                  </a:lnTo>
                  <a:lnTo>
                    <a:pt x="5399647" y="1054386"/>
                  </a:lnTo>
                  <a:lnTo>
                    <a:pt x="5472616" y="1062397"/>
                  </a:lnTo>
                  <a:lnTo>
                    <a:pt x="5545584" y="1070362"/>
                  </a:lnTo>
                  <a:lnTo>
                    <a:pt x="5618552" y="1078284"/>
                  </a:lnTo>
                  <a:lnTo>
                    <a:pt x="5691520" y="1086165"/>
                  </a:lnTo>
                  <a:lnTo>
                    <a:pt x="5764489" y="1094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3944776"/>
              <a:ext cx="5764489" cy="1224123"/>
            </a:xfrm>
            <a:custGeom>
              <a:avLst/>
              <a:pathLst>
                <a:path w="5764489" h="1224123">
                  <a:moveTo>
                    <a:pt x="5764489" y="1224123"/>
                  </a:moveTo>
                  <a:lnTo>
                    <a:pt x="5691520" y="1202621"/>
                  </a:lnTo>
                  <a:lnTo>
                    <a:pt x="5618552" y="1181158"/>
                  </a:lnTo>
                  <a:lnTo>
                    <a:pt x="5545584" y="1159736"/>
                  </a:lnTo>
                  <a:lnTo>
                    <a:pt x="5472616" y="1138358"/>
                  </a:lnTo>
                  <a:lnTo>
                    <a:pt x="5399647" y="1117026"/>
                  </a:lnTo>
                  <a:lnTo>
                    <a:pt x="5326679" y="1095742"/>
                  </a:lnTo>
                  <a:lnTo>
                    <a:pt x="5253711" y="1074509"/>
                  </a:lnTo>
                  <a:lnTo>
                    <a:pt x="5180743" y="1053330"/>
                  </a:lnTo>
                  <a:lnTo>
                    <a:pt x="5107775" y="1032208"/>
                  </a:lnTo>
                  <a:lnTo>
                    <a:pt x="5034806" y="1011146"/>
                  </a:lnTo>
                  <a:lnTo>
                    <a:pt x="4961838" y="990149"/>
                  </a:lnTo>
                  <a:lnTo>
                    <a:pt x="4888870" y="969219"/>
                  </a:lnTo>
                  <a:lnTo>
                    <a:pt x="4815902" y="948360"/>
                  </a:lnTo>
                  <a:lnTo>
                    <a:pt x="4742934" y="927578"/>
                  </a:lnTo>
                  <a:lnTo>
                    <a:pt x="4669965" y="906876"/>
                  </a:lnTo>
                  <a:lnTo>
                    <a:pt x="4596997" y="886260"/>
                  </a:lnTo>
                  <a:lnTo>
                    <a:pt x="4524029" y="865734"/>
                  </a:lnTo>
                  <a:lnTo>
                    <a:pt x="4451061" y="845305"/>
                  </a:lnTo>
                  <a:lnTo>
                    <a:pt x="4378092" y="824977"/>
                  </a:lnTo>
                  <a:lnTo>
                    <a:pt x="4305124" y="804759"/>
                  </a:lnTo>
                  <a:lnTo>
                    <a:pt x="4232156" y="784655"/>
                  </a:lnTo>
                  <a:lnTo>
                    <a:pt x="4159188" y="764674"/>
                  </a:lnTo>
                  <a:lnTo>
                    <a:pt x="4086220" y="744823"/>
                  </a:lnTo>
                  <a:lnTo>
                    <a:pt x="4013251" y="725109"/>
                  </a:lnTo>
                  <a:lnTo>
                    <a:pt x="3940283" y="705542"/>
                  </a:lnTo>
                  <a:lnTo>
                    <a:pt x="3867315" y="686130"/>
                  </a:lnTo>
                  <a:lnTo>
                    <a:pt x="3794347" y="666882"/>
                  </a:lnTo>
                  <a:lnTo>
                    <a:pt x="3721379" y="647808"/>
                  </a:lnTo>
                  <a:lnTo>
                    <a:pt x="3648410" y="628917"/>
                  </a:lnTo>
                  <a:lnTo>
                    <a:pt x="3575442" y="610221"/>
                  </a:lnTo>
                  <a:lnTo>
                    <a:pt x="3502474" y="591729"/>
                  </a:lnTo>
                  <a:lnTo>
                    <a:pt x="3429506" y="573452"/>
                  </a:lnTo>
                  <a:lnTo>
                    <a:pt x="3356537" y="555401"/>
                  </a:lnTo>
                  <a:lnTo>
                    <a:pt x="3283569" y="537587"/>
                  </a:lnTo>
                  <a:lnTo>
                    <a:pt x="3210601" y="520021"/>
                  </a:lnTo>
                  <a:lnTo>
                    <a:pt x="3137633" y="502712"/>
                  </a:lnTo>
                  <a:lnTo>
                    <a:pt x="3064665" y="485671"/>
                  </a:lnTo>
                  <a:lnTo>
                    <a:pt x="2991696" y="468907"/>
                  </a:lnTo>
                  <a:lnTo>
                    <a:pt x="2918728" y="452428"/>
                  </a:lnTo>
                  <a:lnTo>
                    <a:pt x="2845760" y="436243"/>
                  </a:lnTo>
                  <a:lnTo>
                    <a:pt x="2772792" y="420359"/>
                  </a:lnTo>
                  <a:lnTo>
                    <a:pt x="2699823" y="404780"/>
                  </a:lnTo>
                  <a:lnTo>
                    <a:pt x="2626855" y="389511"/>
                  </a:lnTo>
                  <a:lnTo>
                    <a:pt x="2553887" y="374555"/>
                  </a:lnTo>
                  <a:lnTo>
                    <a:pt x="2480919" y="359913"/>
                  </a:lnTo>
                  <a:lnTo>
                    <a:pt x="2407951" y="345584"/>
                  </a:lnTo>
                  <a:lnTo>
                    <a:pt x="2334982" y="331569"/>
                  </a:lnTo>
                  <a:lnTo>
                    <a:pt x="2262014" y="317862"/>
                  </a:lnTo>
                  <a:lnTo>
                    <a:pt x="2189046" y="304461"/>
                  </a:lnTo>
                  <a:lnTo>
                    <a:pt x="2116078" y="291358"/>
                  </a:lnTo>
                  <a:lnTo>
                    <a:pt x="2043110" y="278548"/>
                  </a:lnTo>
                  <a:lnTo>
                    <a:pt x="1970141" y="266021"/>
                  </a:lnTo>
                  <a:lnTo>
                    <a:pt x="1897173" y="253770"/>
                  </a:lnTo>
                  <a:lnTo>
                    <a:pt x="1824205" y="241785"/>
                  </a:lnTo>
                  <a:lnTo>
                    <a:pt x="1751237" y="230056"/>
                  </a:lnTo>
                  <a:lnTo>
                    <a:pt x="1678268" y="218572"/>
                  </a:lnTo>
                  <a:lnTo>
                    <a:pt x="1605300" y="207323"/>
                  </a:lnTo>
                  <a:lnTo>
                    <a:pt x="1532332" y="196297"/>
                  </a:lnTo>
                  <a:lnTo>
                    <a:pt x="1459364" y="185485"/>
                  </a:lnTo>
                  <a:lnTo>
                    <a:pt x="1386396" y="174876"/>
                  </a:lnTo>
                  <a:lnTo>
                    <a:pt x="1313427" y="164458"/>
                  </a:lnTo>
                  <a:lnTo>
                    <a:pt x="1240459" y="154222"/>
                  </a:lnTo>
                  <a:lnTo>
                    <a:pt x="1167491" y="144159"/>
                  </a:lnTo>
                  <a:lnTo>
                    <a:pt x="1094523" y="134258"/>
                  </a:lnTo>
                  <a:lnTo>
                    <a:pt x="1021555" y="124510"/>
                  </a:lnTo>
                  <a:lnTo>
                    <a:pt x="948586" y="114906"/>
                  </a:lnTo>
                  <a:lnTo>
                    <a:pt x="875618" y="105439"/>
                  </a:lnTo>
                  <a:lnTo>
                    <a:pt x="802650" y="96101"/>
                  </a:lnTo>
                  <a:lnTo>
                    <a:pt x="729682" y="86883"/>
                  </a:lnTo>
                  <a:lnTo>
                    <a:pt x="656713" y="77779"/>
                  </a:lnTo>
                  <a:lnTo>
                    <a:pt x="583745" y="68783"/>
                  </a:lnTo>
                  <a:lnTo>
                    <a:pt x="510777" y="59887"/>
                  </a:lnTo>
                  <a:lnTo>
                    <a:pt x="437809" y="51087"/>
                  </a:lnTo>
                  <a:lnTo>
                    <a:pt x="364841" y="42377"/>
                  </a:lnTo>
                  <a:lnTo>
                    <a:pt x="291872" y="33751"/>
                  </a:lnTo>
                  <a:lnTo>
                    <a:pt x="218904" y="25204"/>
                  </a:lnTo>
                  <a:lnTo>
                    <a:pt x="145936" y="16733"/>
                  </a:lnTo>
                  <a:lnTo>
                    <a:pt x="72968" y="83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609301"/>
              <a:ext cx="5764489" cy="1159064"/>
            </a:xfrm>
            <a:custGeom>
              <a:avLst/>
              <a:pathLst>
                <a:path w="5764489" h="1159064">
                  <a:moveTo>
                    <a:pt x="0" y="0"/>
                  </a:moveTo>
                  <a:lnTo>
                    <a:pt x="72968" y="14671"/>
                  </a:lnTo>
                  <a:lnTo>
                    <a:pt x="145936" y="29343"/>
                  </a:lnTo>
                  <a:lnTo>
                    <a:pt x="218904" y="44015"/>
                  </a:lnTo>
                  <a:lnTo>
                    <a:pt x="291872" y="58686"/>
                  </a:lnTo>
                  <a:lnTo>
                    <a:pt x="364841" y="73358"/>
                  </a:lnTo>
                  <a:lnTo>
                    <a:pt x="437809" y="88030"/>
                  </a:lnTo>
                  <a:lnTo>
                    <a:pt x="510777" y="102701"/>
                  </a:lnTo>
                  <a:lnTo>
                    <a:pt x="583745" y="117373"/>
                  </a:lnTo>
                  <a:lnTo>
                    <a:pt x="656713" y="132045"/>
                  </a:lnTo>
                  <a:lnTo>
                    <a:pt x="729682" y="146717"/>
                  </a:lnTo>
                  <a:lnTo>
                    <a:pt x="802650" y="161388"/>
                  </a:lnTo>
                  <a:lnTo>
                    <a:pt x="875618" y="176060"/>
                  </a:lnTo>
                  <a:lnTo>
                    <a:pt x="948586" y="190732"/>
                  </a:lnTo>
                  <a:lnTo>
                    <a:pt x="1021555" y="205403"/>
                  </a:lnTo>
                  <a:lnTo>
                    <a:pt x="1094523" y="220075"/>
                  </a:lnTo>
                  <a:lnTo>
                    <a:pt x="1167491" y="234747"/>
                  </a:lnTo>
                  <a:lnTo>
                    <a:pt x="1240459" y="249419"/>
                  </a:lnTo>
                  <a:lnTo>
                    <a:pt x="1313427" y="264090"/>
                  </a:lnTo>
                  <a:lnTo>
                    <a:pt x="1386396" y="278762"/>
                  </a:lnTo>
                  <a:lnTo>
                    <a:pt x="1459364" y="293434"/>
                  </a:lnTo>
                  <a:lnTo>
                    <a:pt x="1532332" y="308105"/>
                  </a:lnTo>
                  <a:lnTo>
                    <a:pt x="1605300" y="322777"/>
                  </a:lnTo>
                  <a:lnTo>
                    <a:pt x="1678268" y="337449"/>
                  </a:lnTo>
                  <a:lnTo>
                    <a:pt x="1751237" y="352120"/>
                  </a:lnTo>
                  <a:lnTo>
                    <a:pt x="1824205" y="366792"/>
                  </a:lnTo>
                  <a:lnTo>
                    <a:pt x="1897173" y="381464"/>
                  </a:lnTo>
                  <a:lnTo>
                    <a:pt x="1970141" y="396136"/>
                  </a:lnTo>
                  <a:lnTo>
                    <a:pt x="2043110" y="410807"/>
                  </a:lnTo>
                  <a:lnTo>
                    <a:pt x="2116078" y="425479"/>
                  </a:lnTo>
                  <a:lnTo>
                    <a:pt x="2189046" y="440151"/>
                  </a:lnTo>
                  <a:lnTo>
                    <a:pt x="2262014" y="454822"/>
                  </a:lnTo>
                  <a:lnTo>
                    <a:pt x="2334982" y="469494"/>
                  </a:lnTo>
                  <a:lnTo>
                    <a:pt x="2407951" y="484166"/>
                  </a:lnTo>
                  <a:lnTo>
                    <a:pt x="2480919" y="498838"/>
                  </a:lnTo>
                  <a:lnTo>
                    <a:pt x="2553887" y="513509"/>
                  </a:lnTo>
                  <a:lnTo>
                    <a:pt x="2626855" y="528181"/>
                  </a:lnTo>
                  <a:lnTo>
                    <a:pt x="2699823" y="542853"/>
                  </a:lnTo>
                  <a:lnTo>
                    <a:pt x="2772792" y="557524"/>
                  </a:lnTo>
                  <a:lnTo>
                    <a:pt x="2845760" y="572196"/>
                  </a:lnTo>
                  <a:lnTo>
                    <a:pt x="2918728" y="586868"/>
                  </a:lnTo>
                  <a:lnTo>
                    <a:pt x="2991696" y="601539"/>
                  </a:lnTo>
                  <a:lnTo>
                    <a:pt x="3064665" y="616211"/>
                  </a:lnTo>
                  <a:lnTo>
                    <a:pt x="3137633" y="630883"/>
                  </a:lnTo>
                  <a:lnTo>
                    <a:pt x="3210601" y="645555"/>
                  </a:lnTo>
                  <a:lnTo>
                    <a:pt x="3283569" y="660226"/>
                  </a:lnTo>
                  <a:lnTo>
                    <a:pt x="3356537" y="674898"/>
                  </a:lnTo>
                  <a:lnTo>
                    <a:pt x="3429506" y="689570"/>
                  </a:lnTo>
                  <a:lnTo>
                    <a:pt x="3502474" y="704241"/>
                  </a:lnTo>
                  <a:lnTo>
                    <a:pt x="3575442" y="718913"/>
                  </a:lnTo>
                  <a:lnTo>
                    <a:pt x="3648410" y="733585"/>
                  </a:lnTo>
                  <a:lnTo>
                    <a:pt x="3721379" y="748257"/>
                  </a:lnTo>
                  <a:lnTo>
                    <a:pt x="3794347" y="762928"/>
                  </a:lnTo>
                  <a:lnTo>
                    <a:pt x="3867315" y="777600"/>
                  </a:lnTo>
                  <a:lnTo>
                    <a:pt x="3940283" y="792272"/>
                  </a:lnTo>
                  <a:lnTo>
                    <a:pt x="4013251" y="806943"/>
                  </a:lnTo>
                  <a:lnTo>
                    <a:pt x="4086220" y="821615"/>
                  </a:lnTo>
                  <a:lnTo>
                    <a:pt x="4159188" y="836287"/>
                  </a:lnTo>
                  <a:lnTo>
                    <a:pt x="4232156" y="850959"/>
                  </a:lnTo>
                  <a:lnTo>
                    <a:pt x="4305124" y="865630"/>
                  </a:lnTo>
                  <a:lnTo>
                    <a:pt x="4378092" y="880302"/>
                  </a:lnTo>
                  <a:lnTo>
                    <a:pt x="4451061" y="894974"/>
                  </a:lnTo>
                  <a:lnTo>
                    <a:pt x="4524029" y="909645"/>
                  </a:lnTo>
                  <a:lnTo>
                    <a:pt x="4596997" y="924317"/>
                  </a:lnTo>
                  <a:lnTo>
                    <a:pt x="4669965" y="938989"/>
                  </a:lnTo>
                  <a:lnTo>
                    <a:pt x="4742934" y="953660"/>
                  </a:lnTo>
                  <a:lnTo>
                    <a:pt x="4815902" y="968332"/>
                  </a:lnTo>
                  <a:lnTo>
                    <a:pt x="4888870" y="983004"/>
                  </a:lnTo>
                  <a:lnTo>
                    <a:pt x="4961838" y="997676"/>
                  </a:lnTo>
                  <a:lnTo>
                    <a:pt x="5034806" y="1012347"/>
                  </a:lnTo>
                  <a:lnTo>
                    <a:pt x="5107775" y="1027019"/>
                  </a:lnTo>
                  <a:lnTo>
                    <a:pt x="5180743" y="1041691"/>
                  </a:lnTo>
                  <a:lnTo>
                    <a:pt x="5253711" y="1056362"/>
                  </a:lnTo>
                  <a:lnTo>
                    <a:pt x="5326679" y="1071034"/>
                  </a:lnTo>
                  <a:lnTo>
                    <a:pt x="5399647" y="1085706"/>
                  </a:lnTo>
                  <a:lnTo>
                    <a:pt x="5472616" y="1100378"/>
                  </a:lnTo>
                  <a:lnTo>
                    <a:pt x="5545584" y="1115049"/>
                  </a:lnTo>
                  <a:lnTo>
                    <a:pt x="5618552" y="1129721"/>
                  </a:lnTo>
                  <a:lnTo>
                    <a:pt x="5691520" y="1144393"/>
                  </a:lnTo>
                  <a:lnTo>
                    <a:pt x="5764489" y="1159064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36532" y="24304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536532" y="24214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36532" y="25858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598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942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489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835518" y="35830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835518" y="32499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35518" y="33347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81339" y="3278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1339" y="33912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381339" y="28790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871613" y="286141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871613" y="30077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871613" y="29629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743805" y="28653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743805" y="29055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743805" y="34544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716311" y="44509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716311" y="357964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3708" y="34265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3708" y="29673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398056"/>
              <a:ext cx="5764489" cy="1638596"/>
            </a:xfrm>
            <a:custGeom>
              <a:avLst/>
              <a:pathLst>
                <a:path w="5764489" h="1638596">
                  <a:moveTo>
                    <a:pt x="0" y="0"/>
                  </a:moveTo>
                  <a:lnTo>
                    <a:pt x="72968" y="17477"/>
                  </a:lnTo>
                  <a:lnTo>
                    <a:pt x="145936" y="34874"/>
                  </a:lnTo>
                  <a:lnTo>
                    <a:pt x="218904" y="52185"/>
                  </a:lnTo>
                  <a:lnTo>
                    <a:pt x="291872" y="69406"/>
                  </a:lnTo>
                  <a:lnTo>
                    <a:pt x="364841" y="86531"/>
                  </a:lnTo>
                  <a:lnTo>
                    <a:pt x="437809" y="103553"/>
                  </a:lnTo>
                  <a:lnTo>
                    <a:pt x="510777" y="120466"/>
                  </a:lnTo>
                  <a:lnTo>
                    <a:pt x="583745" y="137264"/>
                  </a:lnTo>
                  <a:lnTo>
                    <a:pt x="656713" y="153938"/>
                  </a:lnTo>
                  <a:lnTo>
                    <a:pt x="729682" y="170481"/>
                  </a:lnTo>
                  <a:lnTo>
                    <a:pt x="802650" y="186884"/>
                  </a:lnTo>
                  <a:lnTo>
                    <a:pt x="875618" y="203140"/>
                  </a:lnTo>
                  <a:lnTo>
                    <a:pt x="948586" y="219237"/>
                  </a:lnTo>
                  <a:lnTo>
                    <a:pt x="1021555" y="235167"/>
                  </a:lnTo>
                  <a:lnTo>
                    <a:pt x="1094523" y="250919"/>
                  </a:lnTo>
                  <a:lnTo>
                    <a:pt x="1167491" y="266483"/>
                  </a:lnTo>
                  <a:lnTo>
                    <a:pt x="1240459" y="281846"/>
                  </a:lnTo>
                  <a:lnTo>
                    <a:pt x="1313427" y="296998"/>
                  </a:lnTo>
                  <a:lnTo>
                    <a:pt x="1386396" y="311925"/>
                  </a:lnTo>
                  <a:lnTo>
                    <a:pt x="1459364" y="326617"/>
                  </a:lnTo>
                  <a:lnTo>
                    <a:pt x="1532332" y="341060"/>
                  </a:lnTo>
                  <a:lnTo>
                    <a:pt x="1605300" y="355242"/>
                  </a:lnTo>
                  <a:lnTo>
                    <a:pt x="1678268" y="369150"/>
                  </a:lnTo>
                  <a:lnTo>
                    <a:pt x="1751237" y="382772"/>
                  </a:lnTo>
                  <a:lnTo>
                    <a:pt x="1824205" y="396097"/>
                  </a:lnTo>
                  <a:lnTo>
                    <a:pt x="1897173" y="409113"/>
                  </a:lnTo>
                  <a:lnTo>
                    <a:pt x="1970141" y="421809"/>
                  </a:lnTo>
                  <a:lnTo>
                    <a:pt x="2043110" y="434178"/>
                  </a:lnTo>
                  <a:lnTo>
                    <a:pt x="2116078" y="446209"/>
                  </a:lnTo>
                  <a:lnTo>
                    <a:pt x="2189046" y="457897"/>
                  </a:lnTo>
                  <a:lnTo>
                    <a:pt x="2262014" y="469237"/>
                  </a:lnTo>
                  <a:lnTo>
                    <a:pt x="2334982" y="480224"/>
                  </a:lnTo>
                  <a:lnTo>
                    <a:pt x="2407951" y="490857"/>
                  </a:lnTo>
                  <a:lnTo>
                    <a:pt x="2480919" y="501136"/>
                  </a:lnTo>
                  <a:lnTo>
                    <a:pt x="2553887" y="511062"/>
                  </a:lnTo>
                  <a:lnTo>
                    <a:pt x="2626855" y="520640"/>
                  </a:lnTo>
                  <a:lnTo>
                    <a:pt x="2699823" y="529873"/>
                  </a:lnTo>
                  <a:lnTo>
                    <a:pt x="2772792" y="538770"/>
                  </a:lnTo>
                  <a:lnTo>
                    <a:pt x="2845760" y="547338"/>
                  </a:lnTo>
                  <a:lnTo>
                    <a:pt x="2918728" y="555586"/>
                  </a:lnTo>
                  <a:lnTo>
                    <a:pt x="2991696" y="563525"/>
                  </a:lnTo>
                  <a:lnTo>
                    <a:pt x="3064665" y="571165"/>
                  </a:lnTo>
                  <a:lnTo>
                    <a:pt x="3137633" y="578520"/>
                  </a:lnTo>
                  <a:lnTo>
                    <a:pt x="3210601" y="585600"/>
                  </a:lnTo>
                  <a:lnTo>
                    <a:pt x="3283569" y="592418"/>
                  </a:lnTo>
                  <a:lnTo>
                    <a:pt x="3356537" y="598987"/>
                  </a:lnTo>
                  <a:lnTo>
                    <a:pt x="3429506" y="605319"/>
                  </a:lnTo>
                  <a:lnTo>
                    <a:pt x="3502474" y="611427"/>
                  </a:lnTo>
                  <a:lnTo>
                    <a:pt x="3575442" y="617323"/>
                  </a:lnTo>
                  <a:lnTo>
                    <a:pt x="3648410" y="623017"/>
                  </a:lnTo>
                  <a:lnTo>
                    <a:pt x="3721379" y="628523"/>
                  </a:lnTo>
                  <a:lnTo>
                    <a:pt x="3794347" y="633850"/>
                  </a:lnTo>
                  <a:lnTo>
                    <a:pt x="3867315" y="639009"/>
                  </a:lnTo>
                  <a:lnTo>
                    <a:pt x="3940283" y="644010"/>
                  </a:lnTo>
                  <a:lnTo>
                    <a:pt x="4013251" y="648862"/>
                  </a:lnTo>
                  <a:lnTo>
                    <a:pt x="4086220" y="653574"/>
                  </a:lnTo>
                  <a:lnTo>
                    <a:pt x="4159188" y="658155"/>
                  </a:lnTo>
                  <a:lnTo>
                    <a:pt x="4232156" y="662612"/>
                  </a:lnTo>
                  <a:lnTo>
                    <a:pt x="4305124" y="666953"/>
                  </a:lnTo>
                  <a:lnTo>
                    <a:pt x="4378092" y="671185"/>
                  </a:lnTo>
                  <a:lnTo>
                    <a:pt x="4451061" y="675314"/>
                  </a:lnTo>
                  <a:lnTo>
                    <a:pt x="4524029" y="679347"/>
                  </a:lnTo>
                  <a:lnTo>
                    <a:pt x="4596997" y="683288"/>
                  </a:lnTo>
                  <a:lnTo>
                    <a:pt x="4669965" y="687144"/>
                  </a:lnTo>
                  <a:lnTo>
                    <a:pt x="4742934" y="690919"/>
                  </a:lnTo>
                  <a:lnTo>
                    <a:pt x="4815902" y="694619"/>
                  </a:lnTo>
                  <a:lnTo>
                    <a:pt x="4888870" y="698246"/>
                  </a:lnTo>
                  <a:lnTo>
                    <a:pt x="4961838" y="701807"/>
                  </a:lnTo>
                  <a:lnTo>
                    <a:pt x="5034806" y="705303"/>
                  </a:lnTo>
                  <a:lnTo>
                    <a:pt x="5107775" y="708740"/>
                  </a:lnTo>
                  <a:lnTo>
                    <a:pt x="5180743" y="712119"/>
                  </a:lnTo>
                  <a:lnTo>
                    <a:pt x="5253711" y="715445"/>
                  </a:lnTo>
                  <a:lnTo>
                    <a:pt x="5326679" y="718720"/>
                  </a:lnTo>
                  <a:lnTo>
                    <a:pt x="5399647" y="721947"/>
                  </a:lnTo>
                  <a:lnTo>
                    <a:pt x="5472616" y="725128"/>
                  </a:lnTo>
                  <a:lnTo>
                    <a:pt x="5545584" y="728266"/>
                  </a:lnTo>
                  <a:lnTo>
                    <a:pt x="5618552" y="731364"/>
                  </a:lnTo>
                  <a:lnTo>
                    <a:pt x="5691520" y="734422"/>
                  </a:lnTo>
                  <a:lnTo>
                    <a:pt x="5764489" y="737443"/>
                  </a:lnTo>
                  <a:lnTo>
                    <a:pt x="5764489" y="1638596"/>
                  </a:lnTo>
                  <a:lnTo>
                    <a:pt x="5691520" y="1620369"/>
                  </a:lnTo>
                  <a:lnTo>
                    <a:pt x="5618552" y="1602178"/>
                  </a:lnTo>
                  <a:lnTo>
                    <a:pt x="5545584" y="1584027"/>
                  </a:lnTo>
                  <a:lnTo>
                    <a:pt x="5472616" y="1565916"/>
                  </a:lnTo>
                  <a:lnTo>
                    <a:pt x="5399647" y="1547849"/>
                  </a:lnTo>
                  <a:lnTo>
                    <a:pt x="5326679" y="1529827"/>
                  </a:lnTo>
                  <a:lnTo>
                    <a:pt x="5253711" y="1511853"/>
                  </a:lnTo>
                  <a:lnTo>
                    <a:pt x="5180743" y="1493930"/>
                  </a:lnTo>
                  <a:lnTo>
                    <a:pt x="5107775" y="1476061"/>
                  </a:lnTo>
                  <a:lnTo>
                    <a:pt x="5034806" y="1458249"/>
                  </a:lnTo>
                  <a:lnTo>
                    <a:pt x="4961838" y="1440497"/>
                  </a:lnTo>
                  <a:lnTo>
                    <a:pt x="4888870" y="1422808"/>
                  </a:lnTo>
                  <a:lnTo>
                    <a:pt x="4815902" y="1405187"/>
                  </a:lnTo>
                  <a:lnTo>
                    <a:pt x="4742934" y="1387638"/>
                  </a:lnTo>
                  <a:lnTo>
                    <a:pt x="4669965" y="1370164"/>
                  </a:lnTo>
                  <a:lnTo>
                    <a:pt x="4596997" y="1352771"/>
                  </a:lnTo>
                  <a:lnTo>
                    <a:pt x="4524029" y="1335464"/>
                  </a:lnTo>
                  <a:lnTo>
                    <a:pt x="4451061" y="1318248"/>
                  </a:lnTo>
                  <a:lnTo>
                    <a:pt x="4378092" y="1301128"/>
                  </a:lnTo>
                  <a:lnTo>
                    <a:pt x="4305124" y="1284111"/>
                  </a:lnTo>
                  <a:lnTo>
                    <a:pt x="4232156" y="1267203"/>
                  </a:lnTo>
                  <a:lnTo>
                    <a:pt x="4159188" y="1250412"/>
                  </a:lnTo>
                  <a:lnTo>
                    <a:pt x="4086220" y="1233744"/>
                  </a:lnTo>
                  <a:lnTo>
                    <a:pt x="4013251" y="1217207"/>
                  </a:lnTo>
                  <a:lnTo>
                    <a:pt x="3940283" y="1200811"/>
                  </a:lnTo>
                  <a:lnTo>
                    <a:pt x="3867315" y="1184563"/>
                  </a:lnTo>
                  <a:lnTo>
                    <a:pt x="3794347" y="1168473"/>
                  </a:lnTo>
                  <a:lnTo>
                    <a:pt x="3721379" y="1152551"/>
                  </a:lnTo>
                  <a:lnTo>
                    <a:pt x="3648410" y="1136808"/>
                  </a:lnTo>
                  <a:lnTo>
                    <a:pt x="3575442" y="1121254"/>
                  </a:lnTo>
                  <a:lnTo>
                    <a:pt x="3502474" y="1105901"/>
                  </a:lnTo>
                  <a:lnTo>
                    <a:pt x="3429506" y="1090760"/>
                  </a:lnTo>
                  <a:lnTo>
                    <a:pt x="3356537" y="1075843"/>
                  </a:lnTo>
                  <a:lnTo>
                    <a:pt x="3283569" y="1061164"/>
                  </a:lnTo>
                  <a:lnTo>
                    <a:pt x="3210601" y="1046733"/>
                  </a:lnTo>
                  <a:lnTo>
                    <a:pt x="3137633" y="1032564"/>
                  </a:lnTo>
                  <a:lnTo>
                    <a:pt x="3064665" y="1018670"/>
                  </a:lnTo>
                  <a:lnTo>
                    <a:pt x="2991696" y="1005062"/>
                  </a:lnTo>
                  <a:lnTo>
                    <a:pt x="2918728" y="991752"/>
                  </a:lnTo>
                  <a:lnTo>
                    <a:pt x="2845760" y="978751"/>
                  </a:lnTo>
                  <a:lnTo>
                    <a:pt x="2772792" y="966070"/>
                  </a:lnTo>
                  <a:lnTo>
                    <a:pt x="2699823" y="953718"/>
                  </a:lnTo>
                  <a:lnTo>
                    <a:pt x="2626855" y="941703"/>
                  </a:lnTo>
                  <a:lnTo>
                    <a:pt x="2553887" y="930032"/>
                  </a:lnTo>
                  <a:lnTo>
                    <a:pt x="2480919" y="918710"/>
                  </a:lnTo>
                  <a:lnTo>
                    <a:pt x="2407951" y="907740"/>
                  </a:lnTo>
                  <a:lnTo>
                    <a:pt x="2334982" y="897124"/>
                  </a:lnTo>
                  <a:lnTo>
                    <a:pt x="2262014" y="886862"/>
                  </a:lnTo>
                  <a:lnTo>
                    <a:pt x="2189046" y="876953"/>
                  </a:lnTo>
                  <a:lnTo>
                    <a:pt x="2116078" y="867392"/>
                  </a:lnTo>
                  <a:lnTo>
                    <a:pt x="2043110" y="858175"/>
                  </a:lnTo>
                  <a:lnTo>
                    <a:pt x="1970141" y="849295"/>
                  </a:lnTo>
                  <a:lnTo>
                    <a:pt x="1897173" y="840743"/>
                  </a:lnTo>
                  <a:lnTo>
                    <a:pt x="1824205" y="832510"/>
                  </a:lnTo>
                  <a:lnTo>
                    <a:pt x="1751237" y="824586"/>
                  </a:lnTo>
                  <a:lnTo>
                    <a:pt x="1678268" y="816959"/>
                  </a:lnTo>
                  <a:lnTo>
                    <a:pt x="1605300" y="809619"/>
                  </a:lnTo>
                  <a:lnTo>
                    <a:pt x="1532332" y="802552"/>
                  </a:lnTo>
                  <a:lnTo>
                    <a:pt x="1459364" y="795746"/>
                  </a:lnTo>
                  <a:lnTo>
                    <a:pt x="1386396" y="789189"/>
                  </a:lnTo>
                  <a:lnTo>
                    <a:pt x="1313427" y="782867"/>
                  </a:lnTo>
                  <a:lnTo>
                    <a:pt x="1240459" y="776770"/>
                  </a:lnTo>
                  <a:lnTo>
                    <a:pt x="1167491" y="770885"/>
                  </a:lnTo>
                  <a:lnTo>
                    <a:pt x="1094523" y="765199"/>
                  </a:lnTo>
                  <a:lnTo>
                    <a:pt x="1021555" y="759703"/>
                  </a:lnTo>
                  <a:lnTo>
                    <a:pt x="948586" y="754384"/>
                  </a:lnTo>
                  <a:lnTo>
                    <a:pt x="875618" y="749233"/>
                  </a:lnTo>
                  <a:lnTo>
                    <a:pt x="802650" y="744240"/>
                  </a:lnTo>
                  <a:lnTo>
                    <a:pt x="729682" y="739394"/>
                  </a:lnTo>
                  <a:lnTo>
                    <a:pt x="656713" y="734689"/>
                  </a:lnTo>
                  <a:lnTo>
                    <a:pt x="583745" y="730114"/>
                  </a:lnTo>
                  <a:lnTo>
                    <a:pt x="510777" y="725663"/>
                  </a:lnTo>
                  <a:lnTo>
                    <a:pt x="437809" y="721327"/>
                  </a:lnTo>
                  <a:lnTo>
                    <a:pt x="364841" y="717101"/>
                  </a:lnTo>
                  <a:lnTo>
                    <a:pt x="291872" y="712976"/>
                  </a:lnTo>
                  <a:lnTo>
                    <a:pt x="218904" y="708949"/>
                  </a:lnTo>
                  <a:lnTo>
                    <a:pt x="145936" y="705011"/>
                  </a:lnTo>
                  <a:lnTo>
                    <a:pt x="72968" y="701160"/>
                  </a:lnTo>
                  <a:lnTo>
                    <a:pt x="0" y="697388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398056"/>
              <a:ext cx="5764489" cy="737443"/>
            </a:xfrm>
            <a:custGeom>
              <a:avLst/>
              <a:pathLst>
                <a:path w="5764489" h="737443">
                  <a:moveTo>
                    <a:pt x="0" y="0"/>
                  </a:moveTo>
                  <a:lnTo>
                    <a:pt x="72968" y="17477"/>
                  </a:lnTo>
                  <a:lnTo>
                    <a:pt x="145936" y="34874"/>
                  </a:lnTo>
                  <a:lnTo>
                    <a:pt x="218904" y="52185"/>
                  </a:lnTo>
                  <a:lnTo>
                    <a:pt x="291872" y="69406"/>
                  </a:lnTo>
                  <a:lnTo>
                    <a:pt x="364841" y="86531"/>
                  </a:lnTo>
                  <a:lnTo>
                    <a:pt x="437809" y="103553"/>
                  </a:lnTo>
                  <a:lnTo>
                    <a:pt x="510777" y="120466"/>
                  </a:lnTo>
                  <a:lnTo>
                    <a:pt x="583745" y="137264"/>
                  </a:lnTo>
                  <a:lnTo>
                    <a:pt x="656713" y="153938"/>
                  </a:lnTo>
                  <a:lnTo>
                    <a:pt x="729682" y="170481"/>
                  </a:lnTo>
                  <a:lnTo>
                    <a:pt x="802650" y="186884"/>
                  </a:lnTo>
                  <a:lnTo>
                    <a:pt x="875618" y="203140"/>
                  </a:lnTo>
                  <a:lnTo>
                    <a:pt x="948586" y="219237"/>
                  </a:lnTo>
                  <a:lnTo>
                    <a:pt x="1021555" y="235167"/>
                  </a:lnTo>
                  <a:lnTo>
                    <a:pt x="1094523" y="250919"/>
                  </a:lnTo>
                  <a:lnTo>
                    <a:pt x="1167491" y="266483"/>
                  </a:lnTo>
                  <a:lnTo>
                    <a:pt x="1240459" y="281846"/>
                  </a:lnTo>
                  <a:lnTo>
                    <a:pt x="1313427" y="296998"/>
                  </a:lnTo>
                  <a:lnTo>
                    <a:pt x="1386396" y="311925"/>
                  </a:lnTo>
                  <a:lnTo>
                    <a:pt x="1459364" y="326617"/>
                  </a:lnTo>
                  <a:lnTo>
                    <a:pt x="1532332" y="341060"/>
                  </a:lnTo>
                  <a:lnTo>
                    <a:pt x="1605300" y="355242"/>
                  </a:lnTo>
                  <a:lnTo>
                    <a:pt x="1678268" y="369150"/>
                  </a:lnTo>
                  <a:lnTo>
                    <a:pt x="1751237" y="382772"/>
                  </a:lnTo>
                  <a:lnTo>
                    <a:pt x="1824205" y="396097"/>
                  </a:lnTo>
                  <a:lnTo>
                    <a:pt x="1897173" y="409113"/>
                  </a:lnTo>
                  <a:lnTo>
                    <a:pt x="1970141" y="421809"/>
                  </a:lnTo>
                  <a:lnTo>
                    <a:pt x="2043110" y="434178"/>
                  </a:lnTo>
                  <a:lnTo>
                    <a:pt x="2116078" y="446209"/>
                  </a:lnTo>
                  <a:lnTo>
                    <a:pt x="2189046" y="457897"/>
                  </a:lnTo>
                  <a:lnTo>
                    <a:pt x="2262014" y="469237"/>
                  </a:lnTo>
                  <a:lnTo>
                    <a:pt x="2334982" y="480224"/>
                  </a:lnTo>
                  <a:lnTo>
                    <a:pt x="2407951" y="490857"/>
                  </a:lnTo>
                  <a:lnTo>
                    <a:pt x="2480919" y="501136"/>
                  </a:lnTo>
                  <a:lnTo>
                    <a:pt x="2553887" y="511062"/>
                  </a:lnTo>
                  <a:lnTo>
                    <a:pt x="2626855" y="520640"/>
                  </a:lnTo>
                  <a:lnTo>
                    <a:pt x="2699823" y="529873"/>
                  </a:lnTo>
                  <a:lnTo>
                    <a:pt x="2772792" y="538770"/>
                  </a:lnTo>
                  <a:lnTo>
                    <a:pt x="2845760" y="547338"/>
                  </a:lnTo>
                  <a:lnTo>
                    <a:pt x="2918728" y="555586"/>
                  </a:lnTo>
                  <a:lnTo>
                    <a:pt x="2991696" y="563525"/>
                  </a:lnTo>
                  <a:lnTo>
                    <a:pt x="3064665" y="571165"/>
                  </a:lnTo>
                  <a:lnTo>
                    <a:pt x="3137633" y="578520"/>
                  </a:lnTo>
                  <a:lnTo>
                    <a:pt x="3210601" y="585600"/>
                  </a:lnTo>
                  <a:lnTo>
                    <a:pt x="3283569" y="592418"/>
                  </a:lnTo>
                  <a:lnTo>
                    <a:pt x="3356537" y="598987"/>
                  </a:lnTo>
                  <a:lnTo>
                    <a:pt x="3429506" y="605319"/>
                  </a:lnTo>
                  <a:lnTo>
                    <a:pt x="3502474" y="611427"/>
                  </a:lnTo>
                  <a:lnTo>
                    <a:pt x="3575442" y="617323"/>
                  </a:lnTo>
                  <a:lnTo>
                    <a:pt x="3648410" y="623017"/>
                  </a:lnTo>
                  <a:lnTo>
                    <a:pt x="3721379" y="628523"/>
                  </a:lnTo>
                  <a:lnTo>
                    <a:pt x="3794347" y="633850"/>
                  </a:lnTo>
                  <a:lnTo>
                    <a:pt x="3867315" y="639009"/>
                  </a:lnTo>
                  <a:lnTo>
                    <a:pt x="3940283" y="644010"/>
                  </a:lnTo>
                  <a:lnTo>
                    <a:pt x="4013251" y="648862"/>
                  </a:lnTo>
                  <a:lnTo>
                    <a:pt x="4086220" y="653574"/>
                  </a:lnTo>
                  <a:lnTo>
                    <a:pt x="4159188" y="658155"/>
                  </a:lnTo>
                  <a:lnTo>
                    <a:pt x="4232156" y="662612"/>
                  </a:lnTo>
                  <a:lnTo>
                    <a:pt x="4305124" y="666953"/>
                  </a:lnTo>
                  <a:lnTo>
                    <a:pt x="4378092" y="671185"/>
                  </a:lnTo>
                  <a:lnTo>
                    <a:pt x="4451061" y="675314"/>
                  </a:lnTo>
                  <a:lnTo>
                    <a:pt x="4524029" y="679347"/>
                  </a:lnTo>
                  <a:lnTo>
                    <a:pt x="4596997" y="683288"/>
                  </a:lnTo>
                  <a:lnTo>
                    <a:pt x="4669965" y="687144"/>
                  </a:lnTo>
                  <a:lnTo>
                    <a:pt x="4742934" y="690919"/>
                  </a:lnTo>
                  <a:lnTo>
                    <a:pt x="4815902" y="694619"/>
                  </a:lnTo>
                  <a:lnTo>
                    <a:pt x="4888870" y="698246"/>
                  </a:lnTo>
                  <a:lnTo>
                    <a:pt x="4961838" y="701807"/>
                  </a:lnTo>
                  <a:lnTo>
                    <a:pt x="5034806" y="705303"/>
                  </a:lnTo>
                  <a:lnTo>
                    <a:pt x="5107775" y="708740"/>
                  </a:lnTo>
                  <a:lnTo>
                    <a:pt x="5180743" y="712119"/>
                  </a:lnTo>
                  <a:lnTo>
                    <a:pt x="5253711" y="715445"/>
                  </a:lnTo>
                  <a:lnTo>
                    <a:pt x="5326679" y="718720"/>
                  </a:lnTo>
                  <a:lnTo>
                    <a:pt x="5399647" y="721947"/>
                  </a:lnTo>
                  <a:lnTo>
                    <a:pt x="5472616" y="725128"/>
                  </a:lnTo>
                  <a:lnTo>
                    <a:pt x="5545584" y="728266"/>
                  </a:lnTo>
                  <a:lnTo>
                    <a:pt x="5618552" y="731364"/>
                  </a:lnTo>
                  <a:lnTo>
                    <a:pt x="5691520" y="734422"/>
                  </a:lnTo>
                  <a:lnTo>
                    <a:pt x="5764489" y="737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095444"/>
              <a:ext cx="5764489" cy="941208"/>
            </a:xfrm>
            <a:custGeom>
              <a:avLst/>
              <a:pathLst>
                <a:path w="5764489" h="941208">
                  <a:moveTo>
                    <a:pt x="5764489" y="941208"/>
                  </a:moveTo>
                  <a:lnTo>
                    <a:pt x="5691520" y="922980"/>
                  </a:lnTo>
                  <a:lnTo>
                    <a:pt x="5618552" y="904790"/>
                  </a:lnTo>
                  <a:lnTo>
                    <a:pt x="5545584" y="886638"/>
                  </a:lnTo>
                  <a:lnTo>
                    <a:pt x="5472616" y="868528"/>
                  </a:lnTo>
                  <a:lnTo>
                    <a:pt x="5399647" y="850460"/>
                  </a:lnTo>
                  <a:lnTo>
                    <a:pt x="5326679" y="832438"/>
                  </a:lnTo>
                  <a:lnTo>
                    <a:pt x="5253711" y="814465"/>
                  </a:lnTo>
                  <a:lnTo>
                    <a:pt x="5180743" y="796542"/>
                  </a:lnTo>
                  <a:lnTo>
                    <a:pt x="5107775" y="778672"/>
                  </a:lnTo>
                  <a:lnTo>
                    <a:pt x="5034806" y="760860"/>
                  </a:lnTo>
                  <a:lnTo>
                    <a:pt x="4961838" y="743108"/>
                  </a:lnTo>
                  <a:lnTo>
                    <a:pt x="4888870" y="725419"/>
                  </a:lnTo>
                  <a:lnTo>
                    <a:pt x="4815902" y="707798"/>
                  </a:lnTo>
                  <a:lnTo>
                    <a:pt x="4742934" y="690249"/>
                  </a:lnTo>
                  <a:lnTo>
                    <a:pt x="4669965" y="672776"/>
                  </a:lnTo>
                  <a:lnTo>
                    <a:pt x="4596997" y="655383"/>
                  </a:lnTo>
                  <a:lnTo>
                    <a:pt x="4524029" y="638075"/>
                  </a:lnTo>
                  <a:lnTo>
                    <a:pt x="4451061" y="620859"/>
                  </a:lnTo>
                  <a:lnTo>
                    <a:pt x="4378092" y="603739"/>
                  </a:lnTo>
                  <a:lnTo>
                    <a:pt x="4305124" y="586722"/>
                  </a:lnTo>
                  <a:lnTo>
                    <a:pt x="4232156" y="569815"/>
                  </a:lnTo>
                  <a:lnTo>
                    <a:pt x="4159188" y="553023"/>
                  </a:lnTo>
                  <a:lnTo>
                    <a:pt x="4086220" y="536355"/>
                  </a:lnTo>
                  <a:lnTo>
                    <a:pt x="4013251" y="519819"/>
                  </a:lnTo>
                  <a:lnTo>
                    <a:pt x="3940283" y="503422"/>
                  </a:lnTo>
                  <a:lnTo>
                    <a:pt x="3867315" y="487174"/>
                  </a:lnTo>
                  <a:lnTo>
                    <a:pt x="3794347" y="471084"/>
                  </a:lnTo>
                  <a:lnTo>
                    <a:pt x="3721379" y="455163"/>
                  </a:lnTo>
                  <a:lnTo>
                    <a:pt x="3648410" y="439420"/>
                  </a:lnTo>
                  <a:lnTo>
                    <a:pt x="3575442" y="423866"/>
                  </a:lnTo>
                  <a:lnTo>
                    <a:pt x="3502474" y="408512"/>
                  </a:lnTo>
                  <a:lnTo>
                    <a:pt x="3429506" y="393371"/>
                  </a:lnTo>
                  <a:lnTo>
                    <a:pt x="3356537" y="378455"/>
                  </a:lnTo>
                  <a:lnTo>
                    <a:pt x="3283569" y="363775"/>
                  </a:lnTo>
                  <a:lnTo>
                    <a:pt x="3210601" y="349345"/>
                  </a:lnTo>
                  <a:lnTo>
                    <a:pt x="3137633" y="335176"/>
                  </a:lnTo>
                  <a:lnTo>
                    <a:pt x="3064665" y="321281"/>
                  </a:lnTo>
                  <a:lnTo>
                    <a:pt x="2991696" y="307673"/>
                  </a:lnTo>
                  <a:lnTo>
                    <a:pt x="2918728" y="294363"/>
                  </a:lnTo>
                  <a:lnTo>
                    <a:pt x="2845760" y="281363"/>
                  </a:lnTo>
                  <a:lnTo>
                    <a:pt x="2772792" y="268682"/>
                  </a:lnTo>
                  <a:lnTo>
                    <a:pt x="2699823" y="256330"/>
                  </a:lnTo>
                  <a:lnTo>
                    <a:pt x="2626855" y="244315"/>
                  </a:lnTo>
                  <a:lnTo>
                    <a:pt x="2553887" y="232644"/>
                  </a:lnTo>
                  <a:lnTo>
                    <a:pt x="2480919" y="221321"/>
                  </a:lnTo>
                  <a:lnTo>
                    <a:pt x="2407951" y="210351"/>
                  </a:lnTo>
                  <a:lnTo>
                    <a:pt x="2334982" y="199735"/>
                  </a:lnTo>
                  <a:lnTo>
                    <a:pt x="2262014" y="189474"/>
                  </a:lnTo>
                  <a:lnTo>
                    <a:pt x="2189046" y="179564"/>
                  </a:lnTo>
                  <a:lnTo>
                    <a:pt x="2116078" y="170004"/>
                  </a:lnTo>
                  <a:lnTo>
                    <a:pt x="2043110" y="160787"/>
                  </a:lnTo>
                  <a:lnTo>
                    <a:pt x="1970141" y="151906"/>
                  </a:lnTo>
                  <a:lnTo>
                    <a:pt x="1897173" y="143354"/>
                  </a:lnTo>
                  <a:lnTo>
                    <a:pt x="1824205" y="135121"/>
                  </a:lnTo>
                  <a:lnTo>
                    <a:pt x="1751237" y="127197"/>
                  </a:lnTo>
                  <a:lnTo>
                    <a:pt x="1678268" y="119571"/>
                  </a:lnTo>
                  <a:lnTo>
                    <a:pt x="1605300" y="112230"/>
                  </a:lnTo>
                  <a:lnTo>
                    <a:pt x="1532332" y="105163"/>
                  </a:lnTo>
                  <a:lnTo>
                    <a:pt x="1459364" y="98357"/>
                  </a:lnTo>
                  <a:lnTo>
                    <a:pt x="1386396" y="91800"/>
                  </a:lnTo>
                  <a:lnTo>
                    <a:pt x="1313427" y="85479"/>
                  </a:lnTo>
                  <a:lnTo>
                    <a:pt x="1240459" y="79382"/>
                  </a:lnTo>
                  <a:lnTo>
                    <a:pt x="1167491" y="73496"/>
                  </a:lnTo>
                  <a:lnTo>
                    <a:pt x="1094523" y="67811"/>
                  </a:lnTo>
                  <a:lnTo>
                    <a:pt x="1021555" y="62314"/>
                  </a:lnTo>
                  <a:lnTo>
                    <a:pt x="948586" y="56996"/>
                  </a:lnTo>
                  <a:lnTo>
                    <a:pt x="875618" y="51844"/>
                  </a:lnTo>
                  <a:lnTo>
                    <a:pt x="802650" y="46851"/>
                  </a:lnTo>
                  <a:lnTo>
                    <a:pt x="729682" y="42006"/>
                  </a:lnTo>
                  <a:lnTo>
                    <a:pt x="656713" y="37300"/>
                  </a:lnTo>
                  <a:lnTo>
                    <a:pt x="583745" y="32726"/>
                  </a:lnTo>
                  <a:lnTo>
                    <a:pt x="510777" y="28274"/>
                  </a:lnTo>
                  <a:lnTo>
                    <a:pt x="437809" y="23939"/>
                  </a:lnTo>
                  <a:lnTo>
                    <a:pt x="364841" y="19712"/>
                  </a:lnTo>
                  <a:lnTo>
                    <a:pt x="291872" y="15588"/>
                  </a:lnTo>
                  <a:lnTo>
                    <a:pt x="218904" y="11560"/>
                  </a:lnTo>
                  <a:lnTo>
                    <a:pt x="145936" y="7623"/>
                  </a:lnTo>
                  <a:lnTo>
                    <a:pt x="72968" y="37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746750"/>
              <a:ext cx="5764489" cy="839325"/>
            </a:xfrm>
            <a:custGeom>
              <a:avLst/>
              <a:pathLst>
                <a:path w="5764489" h="839325">
                  <a:moveTo>
                    <a:pt x="0" y="0"/>
                  </a:moveTo>
                  <a:lnTo>
                    <a:pt x="72968" y="10624"/>
                  </a:lnTo>
                  <a:lnTo>
                    <a:pt x="145936" y="21248"/>
                  </a:lnTo>
                  <a:lnTo>
                    <a:pt x="218904" y="31873"/>
                  </a:lnTo>
                  <a:lnTo>
                    <a:pt x="291872" y="42497"/>
                  </a:lnTo>
                  <a:lnTo>
                    <a:pt x="364841" y="53121"/>
                  </a:lnTo>
                  <a:lnTo>
                    <a:pt x="437809" y="63746"/>
                  </a:lnTo>
                  <a:lnTo>
                    <a:pt x="510777" y="74370"/>
                  </a:lnTo>
                  <a:lnTo>
                    <a:pt x="583745" y="84995"/>
                  </a:lnTo>
                  <a:lnTo>
                    <a:pt x="656713" y="95619"/>
                  </a:lnTo>
                  <a:lnTo>
                    <a:pt x="729682" y="106243"/>
                  </a:lnTo>
                  <a:lnTo>
                    <a:pt x="802650" y="116868"/>
                  </a:lnTo>
                  <a:lnTo>
                    <a:pt x="875618" y="127492"/>
                  </a:lnTo>
                  <a:lnTo>
                    <a:pt x="948586" y="138116"/>
                  </a:lnTo>
                  <a:lnTo>
                    <a:pt x="1021555" y="148741"/>
                  </a:lnTo>
                  <a:lnTo>
                    <a:pt x="1094523" y="159365"/>
                  </a:lnTo>
                  <a:lnTo>
                    <a:pt x="1167491" y="169990"/>
                  </a:lnTo>
                  <a:lnTo>
                    <a:pt x="1240459" y="180614"/>
                  </a:lnTo>
                  <a:lnTo>
                    <a:pt x="1313427" y="191238"/>
                  </a:lnTo>
                  <a:lnTo>
                    <a:pt x="1386396" y="201863"/>
                  </a:lnTo>
                  <a:lnTo>
                    <a:pt x="1459364" y="212487"/>
                  </a:lnTo>
                  <a:lnTo>
                    <a:pt x="1532332" y="223111"/>
                  </a:lnTo>
                  <a:lnTo>
                    <a:pt x="1605300" y="233736"/>
                  </a:lnTo>
                  <a:lnTo>
                    <a:pt x="1678268" y="244360"/>
                  </a:lnTo>
                  <a:lnTo>
                    <a:pt x="1751237" y="254985"/>
                  </a:lnTo>
                  <a:lnTo>
                    <a:pt x="1824205" y="265609"/>
                  </a:lnTo>
                  <a:lnTo>
                    <a:pt x="1897173" y="276233"/>
                  </a:lnTo>
                  <a:lnTo>
                    <a:pt x="1970141" y="286858"/>
                  </a:lnTo>
                  <a:lnTo>
                    <a:pt x="2043110" y="297482"/>
                  </a:lnTo>
                  <a:lnTo>
                    <a:pt x="2116078" y="308106"/>
                  </a:lnTo>
                  <a:lnTo>
                    <a:pt x="2189046" y="318731"/>
                  </a:lnTo>
                  <a:lnTo>
                    <a:pt x="2262014" y="329355"/>
                  </a:lnTo>
                  <a:lnTo>
                    <a:pt x="2334982" y="339980"/>
                  </a:lnTo>
                  <a:lnTo>
                    <a:pt x="2407951" y="350604"/>
                  </a:lnTo>
                  <a:lnTo>
                    <a:pt x="2480919" y="361228"/>
                  </a:lnTo>
                  <a:lnTo>
                    <a:pt x="2553887" y="371853"/>
                  </a:lnTo>
                  <a:lnTo>
                    <a:pt x="2626855" y="382477"/>
                  </a:lnTo>
                  <a:lnTo>
                    <a:pt x="2699823" y="393102"/>
                  </a:lnTo>
                  <a:lnTo>
                    <a:pt x="2772792" y="403726"/>
                  </a:lnTo>
                  <a:lnTo>
                    <a:pt x="2845760" y="414350"/>
                  </a:lnTo>
                  <a:lnTo>
                    <a:pt x="2918728" y="424975"/>
                  </a:lnTo>
                  <a:lnTo>
                    <a:pt x="2991696" y="435599"/>
                  </a:lnTo>
                  <a:lnTo>
                    <a:pt x="3064665" y="446223"/>
                  </a:lnTo>
                  <a:lnTo>
                    <a:pt x="3137633" y="456848"/>
                  </a:lnTo>
                  <a:lnTo>
                    <a:pt x="3210601" y="467472"/>
                  </a:lnTo>
                  <a:lnTo>
                    <a:pt x="3283569" y="478097"/>
                  </a:lnTo>
                  <a:lnTo>
                    <a:pt x="3356537" y="488721"/>
                  </a:lnTo>
                  <a:lnTo>
                    <a:pt x="3429506" y="499345"/>
                  </a:lnTo>
                  <a:lnTo>
                    <a:pt x="3502474" y="509970"/>
                  </a:lnTo>
                  <a:lnTo>
                    <a:pt x="3575442" y="520594"/>
                  </a:lnTo>
                  <a:lnTo>
                    <a:pt x="3648410" y="531218"/>
                  </a:lnTo>
                  <a:lnTo>
                    <a:pt x="3721379" y="541843"/>
                  </a:lnTo>
                  <a:lnTo>
                    <a:pt x="3794347" y="552467"/>
                  </a:lnTo>
                  <a:lnTo>
                    <a:pt x="3867315" y="563092"/>
                  </a:lnTo>
                  <a:lnTo>
                    <a:pt x="3940283" y="573716"/>
                  </a:lnTo>
                  <a:lnTo>
                    <a:pt x="4013251" y="584340"/>
                  </a:lnTo>
                  <a:lnTo>
                    <a:pt x="4086220" y="594965"/>
                  </a:lnTo>
                  <a:lnTo>
                    <a:pt x="4159188" y="605589"/>
                  </a:lnTo>
                  <a:lnTo>
                    <a:pt x="4232156" y="616213"/>
                  </a:lnTo>
                  <a:lnTo>
                    <a:pt x="4305124" y="626838"/>
                  </a:lnTo>
                  <a:lnTo>
                    <a:pt x="4378092" y="637462"/>
                  </a:lnTo>
                  <a:lnTo>
                    <a:pt x="4451061" y="648087"/>
                  </a:lnTo>
                  <a:lnTo>
                    <a:pt x="4524029" y="658711"/>
                  </a:lnTo>
                  <a:lnTo>
                    <a:pt x="4596997" y="669335"/>
                  </a:lnTo>
                  <a:lnTo>
                    <a:pt x="4669965" y="679960"/>
                  </a:lnTo>
                  <a:lnTo>
                    <a:pt x="4742934" y="690584"/>
                  </a:lnTo>
                  <a:lnTo>
                    <a:pt x="4815902" y="701209"/>
                  </a:lnTo>
                  <a:lnTo>
                    <a:pt x="4888870" y="711833"/>
                  </a:lnTo>
                  <a:lnTo>
                    <a:pt x="4961838" y="722457"/>
                  </a:lnTo>
                  <a:lnTo>
                    <a:pt x="5034806" y="733082"/>
                  </a:lnTo>
                  <a:lnTo>
                    <a:pt x="5107775" y="743706"/>
                  </a:lnTo>
                  <a:lnTo>
                    <a:pt x="5180743" y="754330"/>
                  </a:lnTo>
                  <a:lnTo>
                    <a:pt x="5253711" y="764955"/>
                  </a:lnTo>
                  <a:lnTo>
                    <a:pt x="5326679" y="775579"/>
                  </a:lnTo>
                  <a:lnTo>
                    <a:pt x="5399647" y="786204"/>
                  </a:lnTo>
                  <a:lnTo>
                    <a:pt x="5472616" y="796828"/>
                  </a:lnTo>
                  <a:lnTo>
                    <a:pt x="5545584" y="807452"/>
                  </a:lnTo>
                  <a:lnTo>
                    <a:pt x="5618552" y="818077"/>
                  </a:lnTo>
                  <a:lnTo>
                    <a:pt x="5691520" y="828701"/>
                  </a:lnTo>
                  <a:lnTo>
                    <a:pt x="5764489" y="83932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10541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989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9249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860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795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454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390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325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3026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3196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9978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0423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20867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81311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89102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249546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09990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570434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12478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20471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305514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9077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418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612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807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491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2001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60452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79908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9936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21882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879697" y="1671709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Predicted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903825" y="1671709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997002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108742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220481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85678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18231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350783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09396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474593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07146" y="1671709"/>
              <a:ext cx="178774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York River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6888"/>
              <a:ext cx="6278758" cy="37862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457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273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928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130439" y="50153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130439" y="525671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130439" y="491497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388335" y="48919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388335" y="4789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388335" y="49403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116182" y="48897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16182" y="49009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116182" y="4849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08462" y="48846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08462" y="49319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08462" y="497195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787533" y="51709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787533" y="52468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87533" y="517239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09803" y="54923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09803" y="5324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09803" y="543362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671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57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328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792838"/>
              <a:ext cx="5707962" cy="743651"/>
            </a:xfrm>
            <a:custGeom>
              <a:avLst/>
              <a:pathLst>
                <a:path w="5707962" h="743651">
                  <a:moveTo>
                    <a:pt x="0" y="0"/>
                  </a:moveTo>
                  <a:lnTo>
                    <a:pt x="72252" y="7958"/>
                  </a:lnTo>
                  <a:lnTo>
                    <a:pt x="144505" y="15878"/>
                  </a:lnTo>
                  <a:lnTo>
                    <a:pt x="216758" y="23755"/>
                  </a:lnTo>
                  <a:lnTo>
                    <a:pt x="289010" y="31588"/>
                  </a:lnTo>
                  <a:lnTo>
                    <a:pt x="361263" y="39373"/>
                  </a:lnTo>
                  <a:lnTo>
                    <a:pt x="433516" y="47107"/>
                  </a:lnTo>
                  <a:lnTo>
                    <a:pt x="505768" y="54787"/>
                  </a:lnTo>
                  <a:lnTo>
                    <a:pt x="578021" y="62409"/>
                  </a:lnTo>
                  <a:lnTo>
                    <a:pt x="650274" y="69970"/>
                  </a:lnTo>
                  <a:lnTo>
                    <a:pt x="722526" y="77465"/>
                  </a:lnTo>
                  <a:lnTo>
                    <a:pt x="794779" y="84890"/>
                  </a:lnTo>
                  <a:lnTo>
                    <a:pt x="867032" y="92241"/>
                  </a:lnTo>
                  <a:lnTo>
                    <a:pt x="939284" y="99514"/>
                  </a:lnTo>
                  <a:lnTo>
                    <a:pt x="1011537" y="106702"/>
                  </a:lnTo>
                  <a:lnTo>
                    <a:pt x="1083790" y="113800"/>
                  </a:lnTo>
                  <a:lnTo>
                    <a:pt x="1156043" y="120805"/>
                  </a:lnTo>
                  <a:lnTo>
                    <a:pt x="1228295" y="127709"/>
                  </a:lnTo>
                  <a:lnTo>
                    <a:pt x="1300548" y="134507"/>
                  </a:lnTo>
                  <a:lnTo>
                    <a:pt x="1372801" y="141194"/>
                  </a:lnTo>
                  <a:lnTo>
                    <a:pt x="1445053" y="147763"/>
                  </a:lnTo>
                  <a:lnTo>
                    <a:pt x="1517306" y="154209"/>
                  </a:lnTo>
                  <a:lnTo>
                    <a:pt x="1589559" y="160526"/>
                  </a:lnTo>
                  <a:lnTo>
                    <a:pt x="1661811" y="166709"/>
                  </a:lnTo>
                  <a:lnTo>
                    <a:pt x="1734064" y="172753"/>
                  </a:lnTo>
                  <a:lnTo>
                    <a:pt x="1806317" y="178653"/>
                  </a:lnTo>
                  <a:lnTo>
                    <a:pt x="1878569" y="184405"/>
                  </a:lnTo>
                  <a:lnTo>
                    <a:pt x="1950822" y="190005"/>
                  </a:lnTo>
                  <a:lnTo>
                    <a:pt x="2023075" y="195450"/>
                  </a:lnTo>
                  <a:lnTo>
                    <a:pt x="2095328" y="200738"/>
                  </a:lnTo>
                  <a:lnTo>
                    <a:pt x="2167580" y="205867"/>
                  </a:lnTo>
                  <a:lnTo>
                    <a:pt x="2239833" y="210838"/>
                  </a:lnTo>
                  <a:lnTo>
                    <a:pt x="2312086" y="215650"/>
                  </a:lnTo>
                  <a:lnTo>
                    <a:pt x="2384338" y="220304"/>
                  </a:lnTo>
                  <a:lnTo>
                    <a:pt x="2456591" y="224803"/>
                  </a:lnTo>
                  <a:lnTo>
                    <a:pt x="2528844" y="229148"/>
                  </a:lnTo>
                  <a:lnTo>
                    <a:pt x="2601096" y="233345"/>
                  </a:lnTo>
                  <a:lnTo>
                    <a:pt x="2673349" y="237396"/>
                  </a:lnTo>
                  <a:lnTo>
                    <a:pt x="2745602" y="241305"/>
                  </a:lnTo>
                  <a:lnTo>
                    <a:pt x="2817854" y="245079"/>
                  </a:lnTo>
                  <a:lnTo>
                    <a:pt x="2890107" y="248723"/>
                  </a:lnTo>
                  <a:lnTo>
                    <a:pt x="2962360" y="252241"/>
                  </a:lnTo>
                  <a:lnTo>
                    <a:pt x="3034612" y="255640"/>
                  </a:lnTo>
                  <a:lnTo>
                    <a:pt x="3106865" y="258926"/>
                  </a:lnTo>
                  <a:lnTo>
                    <a:pt x="3179118" y="262103"/>
                  </a:lnTo>
                  <a:lnTo>
                    <a:pt x="3251371" y="265179"/>
                  </a:lnTo>
                  <a:lnTo>
                    <a:pt x="3323623" y="268158"/>
                  </a:lnTo>
                  <a:lnTo>
                    <a:pt x="3395876" y="271047"/>
                  </a:lnTo>
                  <a:lnTo>
                    <a:pt x="3468129" y="273849"/>
                  </a:lnTo>
                  <a:lnTo>
                    <a:pt x="3540381" y="276571"/>
                  </a:lnTo>
                  <a:lnTo>
                    <a:pt x="3612634" y="279217"/>
                  </a:lnTo>
                  <a:lnTo>
                    <a:pt x="3684887" y="281791"/>
                  </a:lnTo>
                  <a:lnTo>
                    <a:pt x="3757139" y="284299"/>
                  </a:lnTo>
                  <a:lnTo>
                    <a:pt x="3829392" y="286744"/>
                  </a:lnTo>
                  <a:lnTo>
                    <a:pt x="3901645" y="289130"/>
                  </a:lnTo>
                  <a:lnTo>
                    <a:pt x="3973897" y="291461"/>
                  </a:lnTo>
                  <a:lnTo>
                    <a:pt x="4046150" y="293740"/>
                  </a:lnTo>
                  <a:lnTo>
                    <a:pt x="4118403" y="295970"/>
                  </a:lnTo>
                  <a:lnTo>
                    <a:pt x="4190656" y="298154"/>
                  </a:lnTo>
                  <a:lnTo>
                    <a:pt x="4262908" y="300295"/>
                  </a:lnTo>
                  <a:lnTo>
                    <a:pt x="4335161" y="302396"/>
                  </a:lnTo>
                  <a:lnTo>
                    <a:pt x="4407414" y="304459"/>
                  </a:lnTo>
                  <a:lnTo>
                    <a:pt x="4479666" y="306487"/>
                  </a:lnTo>
                  <a:lnTo>
                    <a:pt x="4551919" y="308481"/>
                  </a:lnTo>
                  <a:lnTo>
                    <a:pt x="4624172" y="310443"/>
                  </a:lnTo>
                  <a:lnTo>
                    <a:pt x="4696424" y="312376"/>
                  </a:lnTo>
                  <a:lnTo>
                    <a:pt x="4768677" y="314281"/>
                  </a:lnTo>
                  <a:lnTo>
                    <a:pt x="4840930" y="316159"/>
                  </a:lnTo>
                  <a:lnTo>
                    <a:pt x="4913182" y="318012"/>
                  </a:lnTo>
                  <a:lnTo>
                    <a:pt x="4985435" y="319842"/>
                  </a:lnTo>
                  <a:lnTo>
                    <a:pt x="5057688" y="321650"/>
                  </a:lnTo>
                  <a:lnTo>
                    <a:pt x="5129941" y="323437"/>
                  </a:lnTo>
                  <a:lnTo>
                    <a:pt x="5202193" y="325203"/>
                  </a:lnTo>
                  <a:lnTo>
                    <a:pt x="5274446" y="326951"/>
                  </a:lnTo>
                  <a:lnTo>
                    <a:pt x="5346699" y="328681"/>
                  </a:lnTo>
                  <a:lnTo>
                    <a:pt x="5418951" y="330395"/>
                  </a:lnTo>
                  <a:lnTo>
                    <a:pt x="5491204" y="332092"/>
                  </a:lnTo>
                  <a:lnTo>
                    <a:pt x="5563457" y="333774"/>
                  </a:lnTo>
                  <a:lnTo>
                    <a:pt x="5635709" y="335441"/>
                  </a:lnTo>
                  <a:lnTo>
                    <a:pt x="5707962" y="337095"/>
                  </a:lnTo>
                  <a:lnTo>
                    <a:pt x="5707962" y="743651"/>
                  </a:lnTo>
                  <a:lnTo>
                    <a:pt x="5635709" y="735258"/>
                  </a:lnTo>
                  <a:lnTo>
                    <a:pt x="5563457" y="726878"/>
                  </a:lnTo>
                  <a:lnTo>
                    <a:pt x="5491204" y="718513"/>
                  </a:lnTo>
                  <a:lnTo>
                    <a:pt x="5418951" y="710163"/>
                  </a:lnTo>
                  <a:lnTo>
                    <a:pt x="5346699" y="701830"/>
                  </a:lnTo>
                  <a:lnTo>
                    <a:pt x="5274446" y="693513"/>
                  </a:lnTo>
                  <a:lnTo>
                    <a:pt x="5202193" y="685214"/>
                  </a:lnTo>
                  <a:lnTo>
                    <a:pt x="5129941" y="676933"/>
                  </a:lnTo>
                  <a:lnTo>
                    <a:pt x="5057688" y="668673"/>
                  </a:lnTo>
                  <a:lnTo>
                    <a:pt x="4985435" y="660434"/>
                  </a:lnTo>
                  <a:lnTo>
                    <a:pt x="4913182" y="652216"/>
                  </a:lnTo>
                  <a:lnTo>
                    <a:pt x="4840930" y="644023"/>
                  </a:lnTo>
                  <a:lnTo>
                    <a:pt x="4768677" y="635854"/>
                  </a:lnTo>
                  <a:lnTo>
                    <a:pt x="4696424" y="627712"/>
                  </a:lnTo>
                  <a:lnTo>
                    <a:pt x="4624172" y="619597"/>
                  </a:lnTo>
                  <a:lnTo>
                    <a:pt x="4551919" y="611513"/>
                  </a:lnTo>
                  <a:lnTo>
                    <a:pt x="4479666" y="603460"/>
                  </a:lnTo>
                  <a:lnTo>
                    <a:pt x="4407414" y="595440"/>
                  </a:lnTo>
                  <a:lnTo>
                    <a:pt x="4335161" y="587456"/>
                  </a:lnTo>
                  <a:lnTo>
                    <a:pt x="4262908" y="579510"/>
                  </a:lnTo>
                  <a:lnTo>
                    <a:pt x="4190656" y="571605"/>
                  </a:lnTo>
                  <a:lnTo>
                    <a:pt x="4118403" y="563742"/>
                  </a:lnTo>
                  <a:lnTo>
                    <a:pt x="4046150" y="555925"/>
                  </a:lnTo>
                  <a:lnTo>
                    <a:pt x="3973897" y="548157"/>
                  </a:lnTo>
                  <a:lnTo>
                    <a:pt x="3901645" y="540440"/>
                  </a:lnTo>
                  <a:lnTo>
                    <a:pt x="3829392" y="532779"/>
                  </a:lnTo>
                  <a:lnTo>
                    <a:pt x="3757139" y="525177"/>
                  </a:lnTo>
                  <a:lnTo>
                    <a:pt x="3684887" y="517638"/>
                  </a:lnTo>
                  <a:lnTo>
                    <a:pt x="3612634" y="510166"/>
                  </a:lnTo>
                  <a:lnTo>
                    <a:pt x="3540381" y="502764"/>
                  </a:lnTo>
                  <a:lnTo>
                    <a:pt x="3468129" y="495439"/>
                  </a:lnTo>
                  <a:lnTo>
                    <a:pt x="3395876" y="488195"/>
                  </a:lnTo>
                  <a:lnTo>
                    <a:pt x="3323623" y="481036"/>
                  </a:lnTo>
                  <a:lnTo>
                    <a:pt x="3251371" y="473968"/>
                  </a:lnTo>
                  <a:lnTo>
                    <a:pt x="3179118" y="466997"/>
                  </a:lnTo>
                  <a:lnTo>
                    <a:pt x="3106865" y="460127"/>
                  </a:lnTo>
                  <a:lnTo>
                    <a:pt x="3034612" y="453366"/>
                  </a:lnTo>
                  <a:lnTo>
                    <a:pt x="2962360" y="446718"/>
                  </a:lnTo>
                  <a:lnTo>
                    <a:pt x="2890107" y="440189"/>
                  </a:lnTo>
                  <a:lnTo>
                    <a:pt x="2817854" y="433786"/>
                  </a:lnTo>
                  <a:lnTo>
                    <a:pt x="2745602" y="427512"/>
                  </a:lnTo>
                  <a:lnTo>
                    <a:pt x="2673349" y="421375"/>
                  </a:lnTo>
                  <a:lnTo>
                    <a:pt x="2601096" y="415379"/>
                  </a:lnTo>
                  <a:lnTo>
                    <a:pt x="2528844" y="409528"/>
                  </a:lnTo>
                  <a:lnTo>
                    <a:pt x="2456591" y="403827"/>
                  </a:lnTo>
                  <a:lnTo>
                    <a:pt x="2384338" y="398279"/>
                  </a:lnTo>
                  <a:lnTo>
                    <a:pt x="2312086" y="392886"/>
                  </a:lnTo>
                  <a:lnTo>
                    <a:pt x="2239833" y="387651"/>
                  </a:lnTo>
                  <a:lnTo>
                    <a:pt x="2167580" y="382574"/>
                  </a:lnTo>
                  <a:lnTo>
                    <a:pt x="2095328" y="377657"/>
                  </a:lnTo>
                  <a:lnTo>
                    <a:pt x="2023075" y="372898"/>
                  </a:lnTo>
                  <a:lnTo>
                    <a:pt x="1950822" y="368296"/>
                  </a:lnTo>
                  <a:lnTo>
                    <a:pt x="1878569" y="363849"/>
                  </a:lnTo>
                  <a:lnTo>
                    <a:pt x="1806317" y="359553"/>
                  </a:lnTo>
                  <a:lnTo>
                    <a:pt x="1734064" y="355406"/>
                  </a:lnTo>
                  <a:lnTo>
                    <a:pt x="1661811" y="351403"/>
                  </a:lnTo>
                  <a:lnTo>
                    <a:pt x="1589559" y="347539"/>
                  </a:lnTo>
                  <a:lnTo>
                    <a:pt x="1517306" y="343809"/>
                  </a:lnTo>
                  <a:lnTo>
                    <a:pt x="1445053" y="340209"/>
                  </a:lnTo>
                  <a:lnTo>
                    <a:pt x="1372801" y="336731"/>
                  </a:lnTo>
                  <a:lnTo>
                    <a:pt x="1300548" y="333370"/>
                  </a:lnTo>
                  <a:lnTo>
                    <a:pt x="1228295" y="330121"/>
                  </a:lnTo>
                  <a:lnTo>
                    <a:pt x="1156043" y="326979"/>
                  </a:lnTo>
                  <a:lnTo>
                    <a:pt x="1083790" y="323936"/>
                  </a:lnTo>
                  <a:lnTo>
                    <a:pt x="1011537" y="320988"/>
                  </a:lnTo>
                  <a:lnTo>
                    <a:pt x="939284" y="318129"/>
                  </a:lnTo>
                  <a:lnTo>
                    <a:pt x="867032" y="315354"/>
                  </a:lnTo>
                  <a:lnTo>
                    <a:pt x="794779" y="312658"/>
                  </a:lnTo>
                  <a:lnTo>
                    <a:pt x="722526" y="310036"/>
                  </a:lnTo>
                  <a:lnTo>
                    <a:pt x="650274" y="307484"/>
                  </a:lnTo>
                  <a:lnTo>
                    <a:pt x="578021" y="304998"/>
                  </a:lnTo>
                  <a:lnTo>
                    <a:pt x="505768" y="302573"/>
                  </a:lnTo>
                  <a:lnTo>
                    <a:pt x="433516" y="300206"/>
                  </a:lnTo>
                  <a:lnTo>
                    <a:pt x="361263" y="297893"/>
                  </a:lnTo>
                  <a:lnTo>
                    <a:pt x="289010" y="295631"/>
                  </a:lnTo>
                  <a:lnTo>
                    <a:pt x="216758" y="293416"/>
                  </a:lnTo>
                  <a:lnTo>
                    <a:pt x="144505" y="291247"/>
                  </a:lnTo>
                  <a:lnTo>
                    <a:pt x="72252" y="289119"/>
                  </a:lnTo>
                  <a:lnTo>
                    <a:pt x="0" y="287031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792838"/>
              <a:ext cx="5707962" cy="337095"/>
            </a:xfrm>
            <a:custGeom>
              <a:avLst/>
              <a:pathLst>
                <a:path w="5707962" h="337095">
                  <a:moveTo>
                    <a:pt x="0" y="0"/>
                  </a:moveTo>
                  <a:lnTo>
                    <a:pt x="72252" y="7958"/>
                  </a:lnTo>
                  <a:lnTo>
                    <a:pt x="144505" y="15878"/>
                  </a:lnTo>
                  <a:lnTo>
                    <a:pt x="216758" y="23755"/>
                  </a:lnTo>
                  <a:lnTo>
                    <a:pt x="289010" y="31588"/>
                  </a:lnTo>
                  <a:lnTo>
                    <a:pt x="361263" y="39373"/>
                  </a:lnTo>
                  <a:lnTo>
                    <a:pt x="433516" y="47107"/>
                  </a:lnTo>
                  <a:lnTo>
                    <a:pt x="505768" y="54787"/>
                  </a:lnTo>
                  <a:lnTo>
                    <a:pt x="578021" y="62409"/>
                  </a:lnTo>
                  <a:lnTo>
                    <a:pt x="650274" y="69970"/>
                  </a:lnTo>
                  <a:lnTo>
                    <a:pt x="722526" y="77465"/>
                  </a:lnTo>
                  <a:lnTo>
                    <a:pt x="794779" y="84890"/>
                  </a:lnTo>
                  <a:lnTo>
                    <a:pt x="867032" y="92241"/>
                  </a:lnTo>
                  <a:lnTo>
                    <a:pt x="939284" y="99514"/>
                  </a:lnTo>
                  <a:lnTo>
                    <a:pt x="1011537" y="106702"/>
                  </a:lnTo>
                  <a:lnTo>
                    <a:pt x="1083790" y="113800"/>
                  </a:lnTo>
                  <a:lnTo>
                    <a:pt x="1156043" y="120805"/>
                  </a:lnTo>
                  <a:lnTo>
                    <a:pt x="1228295" y="127709"/>
                  </a:lnTo>
                  <a:lnTo>
                    <a:pt x="1300548" y="134507"/>
                  </a:lnTo>
                  <a:lnTo>
                    <a:pt x="1372801" y="141194"/>
                  </a:lnTo>
                  <a:lnTo>
                    <a:pt x="1445053" y="147763"/>
                  </a:lnTo>
                  <a:lnTo>
                    <a:pt x="1517306" y="154209"/>
                  </a:lnTo>
                  <a:lnTo>
                    <a:pt x="1589559" y="160526"/>
                  </a:lnTo>
                  <a:lnTo>
                    <a:pt x="1661811" y="166709"/>
                  </a:lnTo>
                  <a:lnTo>
                    <a:pt x="1734064" y="172753"/>
                  </a:lnTo>
                  <a:lnTo>
                    <a:pt x="1806317" y="178653"/>
                  </a:lnTo>
                  <a:lnTo>
                    <a:pt x="1878569" y="184405"/>
                  </a:lnTo>
                  <a:lnTo>
                    <a:pt x="1950822" y="190005"/>
                  </a:lnTo>
                  <a:lnTo>
                    <a:pt x="2023075" y="195450"/>
                  </a:lnTo>
                  <a:lnTo>
                    <a:pt x="2095328" y="200738"/>
                  </a:lnTo>
                  <a:lnTo>
                    <a:pt x="2167580" y="205867"/>
                  </a:lnTo>
                  <a:lnTo>
                    <a:pt x="2239833" y="210838"/>
                  </a:lnTo>
                  <a:lnTo>
                    <a:pt x="2312086" y="215650"/>
                  </a:lnTo>
                  <a:lnTo>
                    <a:pt x="2384338" y="220304"/>
                  </a:lnTo>
                  <a:lnTo>
                    <a:pt x="2456591" y="224803"/>
                  </a:lnTo>
                  <a:lnTo>
                    <a:pt x="2528844" y="229148"/>
                  </a:lnTo>
                  <a:lnTo>
                    <a:pt x="2601096" y="233345"/>
                  </a:lnTo>
                  <a:lnTo>
                    <a:pt x="2673349" y="237396"/>
                  </a:lnTo>
                  <a:lnTo>
                    <a:pt x="2745602" y="241305"/>
                  </a:lnTo>
                  <a:lnTo>
                    <a:pt x="2817854" y="245079"/>
                  </a:lnTo>
                  <a:lnTo>
                    <a:pt x="2890107" y="248723"/>
                  </a:lnTo>
                  <a:lnTo>
                    <a:pt x="2962360" y="252241"/>
                  </a:lnTo>
                  <a:lnTo>
                    <a:pt x="3034612" y="255640"/>
                  </a:lnTo>
                  <a:lnTo>
                    <a:pt x="3106865" y="258926"/>
                  </a:lnTo>
                  <a:lnTo>
                    <a:pt x="3179118" y="262103"/>
                  </a:lnTo>
                  <a:lnTo>
                    <a:pt x="3251371" y="265179"/>
                  </a:lnTo>
                  <a:lnTo>
                    <a:pt x="3323623" y="268158"/>
                  </a:lnTo>
                  <a:lnTo>
                    <a:pt x="3395876" y="271047"/>
                  </a:lnTo>
                  <a:lnTo>
                    <a:pt x="3468129" y="273849"/>
                  </a:lnTo>
                  <a:lnTo>
                    <a:pt x="3540381" y="276571"/>
                  </a:lnTo>
                  <a:lnTo>
                    <a:pt x="3612634" y="279217"/>
                  </a:lnTo>
                  <a:lnTo>
                    <a:pt x="3684887" y="281791"/>
                  </a:lnTo>
                  <a:lnTo>
                    <a:pt x="3757139" y="284299"/>
                  </a:lnTo>
                  <a:lnTo>
                    <a:pt x="3829392" y="286744"/>
                  </a:lnTo>
                  <a:lnTo>
                    <a:pt x="3901645" y="289130"/>
                  </a:lnTo>
                  <a:lnTo>
                    <a:pt x="3973897" y="291461"/>
                  </a:lnTo>
                  <a:lnTo>
                    <a:pt x="4046150" y="293740"/>
                  </a:lnTo>
                  <a:lnTo>
                    <a:pt x="4118403" y="295970"/>
                  </a:lnTo>
                  <a:lnTo>
                    <a:pt x="4190656" y="298154"/>
                  </a:lnTo>
                  <a:lnTo>
                    <a:pt x="4262908" y="300295"/>
                  </a:lnTo>
                  <a:lnTo>
                    <a:pt x="4335161" y="302396"/>
                  </a:lnTo>
                  <a:lnTo>
                    <a:pt x="4407414" y="304459"/>
                  </a:lnTo>
                  <a:lnTo>
                    <a:pt x="4479666" y="306487"/>
                  </a:lnTo>
                  <a:lnTo>
                    <a:pt x="4551919" y="308481"/>
                  </a:lnTo>
                  <a:lnTo>
                    <a:pt x="4624172" y="310443"/>
                  </a:lnTo>
                  <a:lnTo>
                    <a:pt x="4696424" y="312376"/>
                  </a:lnTo>
                  <a:lnTo>
                    <a:pt x="4768677" y="314281"/>
                  </a:lnTo>
                  <a:lnTo>
                    <a:pt x="4840930" y="316159"/>
                  </a:lnTo>
                  <a:lnTo>
                    <a:pt x="4913182" y="318012"/>
                  </a:lnTo>
                  <a:lnTo>
                    <a:pt x="4985435" y="319842"/>
                  </a:lnTo>
                  <a:lnTo>
                    <a:pt x="5057688" y="321650"/>
                  </a:lnTo>
                  <a:lnTo>
                    <a:pt x="5129941" y="323437"/>
                  </a:lnTo>
                  <a:lnTo>
                    <a:pt x="5202193" y="325203"/>
                  </a:lnTo>
                  <a:lnTo>
                    <a:pt x="5274446" y="326951"/>
                  </a:lnTo>
                  <a:lnTo>
                    <a:pt x="5346699" y="328681"/>
                  </a:lnTo>
                  <a:lnTo>
                    <a:pt x="5418951" y="330395"/>
                  </a:lnTo>
                  <a:lnTo>
                    <a:pt x="5491204" y="332092"/>
                  </a:lnTo>
                  <a:lnTo>
                    <a:pt x="5563457" y="333774"/>
                  </a:lnTo>
                  <a:lnTo>
                    <a:pt x="5635709" y="335441"/>
                  </a:lnTo>
                  <a:lnTo>
                    <a:pt x="5707962" y="337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079870"/>
              <a:ext cx="5707962" cy="456620"/>
            </a:xfrm>
            <a:custGeom>
              <a:avLst/>
              <a:pathLst>
                <a:path w="5707962" h="456620">
                  <a:moveTo>
                    <a:pt x="5707962" y="456620"/>
                  </a:moveTo>
                  <a:lnTo>
                    <a:pt x="5635709" y="448226"/>
                  </a:lnTo>
                  <a:lnTo>
                    <a:pt x="5563457" y="439847"/>
                  </a:lnTo>
                  <a:lnTo>
                    <a:pt x="5491204" y="431482"/>
                  </a:lnTo>
                  <a:lnTo>
                    <a:pt x="5418951" y="423132"/>
                  </a:lnTo>
                  <a:lnTo>
                    <a:pt x="5346699" y="414798"/>
                  </a:lnTo>
                  <a:lnTo>
                    <a:pt x="5274446" y="406481"/>
                  </a:lnTo>
                  <a:lnTo>
                    <a:pt x="5202193" y="398182"/>
                  </a:lnTo>
                  <a:lnTo>
                    <a:pt x="5129941" y="389902"/>
                  </a:lnTo>
                  <a:lnTo>
                    <a:pt x="5057688" y="381641"/>
                  </a:lnTo>
                  <a:lnTo>
                    <a:pt x="4985435" y="373402"/>
                  </a:lnTo>
                  <a:lnTo>
                    <a:pt x="4913182" y="365185"/>
                  </a:lnTo>
                  <a:lnTo>
                    <a:pt x="4840930" y="356991"/>
                  </a:lnTo>
                  <a:lnTo>
                    <a:pt x="4768677" y="348822"/>
                  </a:lnTo>
                  <a:lnTo>
                    <a:pt x="4696424" y="340680"/>
                  </a:lnTo>
                  <a:lnTo>
                    <a:pt x="4624172" y="332566"/>
                  </a:lnTo>
                  <a:lnTo>
                    <a:pt x="4551919" y="324481"/>
                  </a:lnTo>
                  <a:lnTo>
                    <a:pt x="4479666" y="316428"/>
                  </a:lnTo>
                  <a:lnTo>
                    <a:pt x="4407414" y="308409"/>
                  </a:lnTo>
                  <a:lnTo>
                    <a:pt x="4335161" y="300425"/>
                  </a:lnTo>
                  <a:lnTo>
                    <a:pt x="4262908" y="292479"/>
                  </a:lnTo>
                  <a:lnTo>
                    <a:pt x="4190656" y="284573"/>
                  </a:lnTo>
                  <a:lnTo>
                    <a:pt x="4118403" y="276710"/>
                  </a:lnTo>
                  <a:lnTo>
                    <a:pt x="4046150" y="268893"/>
                  </a:lnTo>
                  <a:lnTo>
                    <a:pt x="3973897" y="261125"/>
                  </a:lnTo>
                  <a:lnTo>
                    <a:pt x="3901645" y="253409"/>
                  </a:lnTo>
                  <a:lnTo>
                    <a:pt x="3829392" y="245748"/>
                  </a:lnTo>
                  <a:lnTo>
                    <a:pt x="3757139" y="238146"/>
                  </a:lnTo>
                  <a:lnTo>
                    <a:pt x="3684887" y="230606"/>
                  </a:lnTo>
                  <a:lnTo>
                    <a:pt x="3612634" y="223134"/>
                  </a:lnTo>
                  <a:lnTo>
                    <a:pt x="3540381" y="215733"/>
                  </a:lnTo>
                  <a:lnTo>
                    <a:pt x="3468129" y="208408"/>
                  </a:lnTo>
                  <a:lnTo>
                    <a:pt x="3395876" y="201163"/>
                  </a:lnTo>
                  <a:lnTo>
                    <a:pt x="3323623" y="194004"/>
                  </a:lnTo>
                  <a:lnTo>
                    <a:pt x="3251371" y="186936"/>
                  </a:lnTo>
                  <a:lnTo>
                    <a:pt x="3179118" y="179965"/>
                  </a:lnTo>
                  <a:lnTo>
                    <a:pt x="3106865" y="173096"/>
                  </a:lnTo>
                  <a:lnTo>
                    <a:pt x="3034612" y="166334"/>
                  </a:lnTo>
                  <a:lnTo>
                    <a:pt x="2962360" y="159686"/>
                  </a:lnTo>
                  <a:lnTo>
                    <a:pt x="2890107" y="153158"/>
                  </a:lnTo>
                  <a:lnTo>
                    <a:pt x="2817854" y="146754"/>
                  </a:lnTo>
                  <a:lnTo>
                    <a:pt x="2745602" y="140481"/>
                  </a:lnTo>
                  <a:lnTo>
                    <a:pt x="2673349" y="134344"/>
                  </a:lnTo>
                  <a:lnTo>
                    <a:pt x="2601096" y="128347"/>
                  </a:lnTo>
                  <a:lnTo>
                    <a:pt x="2528844" y="122497"/>
                  </a:lnTo>
                  <a:lnTo>
                    <a:pt x="2456591" y="116795"/>
                  </a:lnTo>
                  <a:lnTo>
                    <a:pt x="2384338" y="111247"/>
                  </a:lnTo>
                  <a:lnTo>
                    <a:pt x="2312086" y="105854"/>
                  </a:lnTo>
                  <a:lnTo>
                    <a:pt x="2239833" y="100619"/>
                  </a:lnTo>
                  <a:lnTo>
                    <a:pt x="2167580" y="95543"/>
                  </a:lnTo>
                  <a:lnTo>
                    <a:pt x="2095328" y="90625"/>
                  </a:lnTo>
                  <a:lnTo>
                    <a:pt x="2023075" y="85866"/>
                  </a:lnTo>
                  <a:lnTo>
                    <a:pt x="1950822" y="81264"/>
                  </a:lnTo>
                  <a:lnTo>
                    <a:pt x="1878569" y="76817"/>
                  </a:lnTo>
                  <a:lnTo>
                    <a:pt x="1806317" y="72522"/>
                  </a:lnTo>
                  <a:lnTo>
                    <a:pt x="1734064" y="68375"/>
                  </a:lnTo>
                  <a:lnTo>
                    <a:pt x="1661811" y="64371"/>
                  </a:lnTo>
                  <a:lnTo>
                    <a:pt x="1589559" y="60508"/>
                  </a:lnTo>
                  <a:lnTo>
                    <a:pt x="1517306" y="56778"/>
                  </a:lnTo>
                  <a:lnTo>
                    <a:pt x="1445053" y="53177"/>
                  </a:lnTo>
                  <a:lnTo>
                    <a:pt x="1372801" y="49699"/>
                  </a:lnTo>
                  <a:lnTo>
                    <a:pt x="1300548" y="46339"/>
                  </a:lnTo>
                  <a:lnTo>
                    <a:pt x="1228295" y="43090"/>
                  </a:lnTo>
                  <a:lnTo>
                    <a:pt x="1156043" y="39947"/>
                  </a:lnTo>
                  <a:lnTo>
                    <a:pt x="1083790" y="36904"/>
                  </a:lnTo>
                  <a:lnTo>
                    <a:pt x="1011537" y="33956"/>
                  </a:lnTo>
                  <a:lnTo>
                    <a:pt x="939284" y="31097"/>
                  </a:lnTo>
                  <a:lnTo>
                    <a:pt x="867032" y="28322"/>
                  </a:lnTo>
                  <a:lnTo>
                    <a:pt x="794779" y="25626"/>
                  </a:lnTo>
                  <a:lnTo>
                    <a:pt x="722526" y="23004"/>
                  </a:lnTo>
                  <a:lnTo>
                    <a:pt x="650274" y="20453"/>
                  </a:lnTo>
                  <a:lnTo>
                    <a:pt x="578021" y="17966"/>
                  </a:lnTo>
                  <a:lnTo>
                    <a:pt x="505768" y="15541"/>
                  </a:lnTo>
                  <a:lnTo>
                    <a:pt x="433516" y="13174"/>
                  </a:lnTo>
                  <a:lnTo>
                    <a:pt x="361263" y="10861"/>
                  </a:lnTo>
                  <a:lnTo>
                    <a:pt x="289010" y="8599"/>
                  </a:lnTo>
                  <a:lnTo>
                    <a:pt x="216758" y="6385"/>
                  </a:lnTo>
                  <a:lnTo>
                    <a:pt x="144505" y="4215"/>
                  </a:lnTo>
                  <a:lnTo>
                    <a:pt x="72252" y="20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36354"/>
              <a:ext cx="5707962" cy="396857"/>
            </a:xfrm>
            <a:custGeom>
              <a:avLst/>
              <a:pathLst>
                <a:path w="5707962" h="396857">
                  <a:moveTo>
                    <a:pt x="0" y="0"/>
                  </a:moveTo>
                  <a:lnTo>
                    <a:pt x="72252" y="5023"/>
                  </a:lnTo>
                  <a:lnTo>
                    <a:pt x="144505" y="10047"/>
                  </a:lnTo>
                  <a:lnTo>
                    <a:pt x="216758" y="15070"/>
                  </a:lnTo>
                  <a:lnTo>
                    <a:pt x="289010" y="20094"/>
                  </a:lnTo>
                  <a:lnTo>
                    <a:pt x="361263" y="25117"/>
                  </a:lnTo>
                  <a:lnTo>
                    <a:pt x="433516" y="30141"/>
                  </a:lnTo>
                  <a:lnTo>
                    <a:pt x="505768" y="35164"/>
                  </a:lnTo>
                  <a:lnTo>
                    <a:pt x="578021" y="40188"/>
                  </a:lnTo>
                  <a:lnTo>
                    <a:pt x="650274" y="45211"/>
                  </a:lnTo>
                  <a:lnTo>
                    <a:pt x="722526" y="50235"/>
                  </a:lnTo>
                  <a:lnTo>
                    <a:pt x="794779" y="55258"/>
                  </a:lnTo>
                  <a:lnTo>
                    <a:pt x="867032" y="60282"/>
                  </a:lnTo>
                  <a:lnTo>
                    <a:pt x="939284" y="65305"/>
                  </a:lnTo>
                  <a:lnTo>
                    <a:pt x="1011537" y="70329"/>
                  </a:lnTo>
                  <a:lnTo>
                    <a:pt x="1083790" y="75352"/>
                  </a:lnTo>
                  <a:lnTo>
                    <a:pt x="1156043" y="80376"/>
                  </a:lnTo>
                  <a:lnTo>
                    <a:pt x="1228295" y="85399"/>
                  </a:lnTo>
                  <a:lnTo>
                    <a:pt x="1300548" y="90423"/>
                  </a:lnTo>
                  <a:lnTo>
                    <a:pt x="1372801" y="95446"/>
                  </a:lnTo>
                  <a:lnTo>
                    <a:pt x="1445053" y="100470"/>
                  </a:lnTo>
                  <a:lnTo>
                    <a:pt x="1517306" y="105493"/>
                  </a:lnTo>
                  <a:lnTo>
                    <a:pt x="1589559" y="110517"/>
                  </a:lnTo>
                  <a:lnTo>
                    <a:pt x="1661811" y="115540"/>
                  </a:lnTo>
                  <a:lnTo>
                    <a:pt x="1734064" y="120564"/>
                  </a:lnTo>
                  <a:lnTo>
                    <a:pt x="1806317" y="125587"/>
                  </a:lnTo>
                  <a:lnTo>
                    <a:pt x="1878569" y="130611"/>
                  </a:lnTo>
                  <a:lnTo>
                    <a:pt x="1950822" y="135634"/>
                  </a:lnTo>
                  <a:lnTo>
                    <a:pt x="2023075" y="140658"/>
                  </a:lnTo>
                  <a:lnTo>
                    <a:pt x="2095328" y="145681"/>
                  </a:lnTo>
                  <a:lnTo>
                    <a:pt x="2167580" y="150705"/>
                  </a:lnTo>
                  <a:lnTo>
                    <a:pt x="2239833" y="155729"/>
                  </a:lnTo>
                  <a:lnTo>
                    <a:pt x="2312086" y="160752"/>
                  </a:lnTo>
                  <a:lnTo>
                    <a:pt x="2384338" y="165776"/>
                  </a:lnTo>
                  <a:lnTo>
                    <a:pt x="2456591" y="170799"/>
                  </a:lnTo>
                  <a:lnTo>
                    <a:pt x="2528844" y="175823"/>
                  </a:lnTo>
                  <a:lnTo>
                    <a:pt x="2601096" y="180846"/>
                  </a:lnTo>
                  <a:lnTo>
                    <a:pt x="2673349" y="185870"/>
                  </a:lnTo>
                  <a:lnTo>
                    <a:pt x="2745602" y="190893"/>
                  </a:lnTo>
                  <a:lnTo>
                    <a:pt x="2817854" y="195917"/>
                  </a:lnTo>
                  <a:lnTo>
                    <a:pt x="2890107" y="200940"/>
                  </a:lnTo>
                  <a:lnTo>
                    <a:pt x="2962360" y="205964"/>
                  </a:lnTo>
                  <a:lnTo>
                    <a:pt x="3034612" y="210987"/>
                  </a:lnTo>
                  <a:lnTo>
                    <a:pt x="3106865" y="216011"/>
                  </a:lnTo>
                  <a:lnTo>
                    <a:pt x="3179118" y="221034"/>
                  </a:lnTo>
                  <a:lnTo>
                    <a:pt x="3251371" y="226058"/>
                  </a:lnTo>
                  <a:lnTo>
                    <a:pt x="3323623" y="231081"/>
                  </a:lnTo>
                  <a:lnTo>
                    <a:pt x="3395876" y="236105"/>
                  </a:lnTo>
                  <a:lnTo>
                    <a:pt x="3468129" y="241128"/>
                  </a:lnTo>
                  <a:lnTo>
                    <a:pt x="3540381" y="246152"/>
                  </a:lnTo>
                  <a:lnTo>
                    <a:pt x="3612634" y="251175"/>
                  </a:lnTo>
                  <a:lnTo>
                    <a:pt x="3684887" y="256199"/>
                  </a:lnTo>
                  <a:lnTo>
                    <a:pt x="3757139" y="261222"/>
                  </a:lnTo>
                  <a:lnTo>
                    <a:pt x="3829392" y="266246"/>
                  </a:lnTo>
                  <a:lnTo>
                    <a:pt x="3901645" y="271269"/>
                  </a:lnTo>
                  <a:lnTo>
                    <a:pt x="3973897" y="276293"/>
                  </a:lnTo>
                  <a:lnTo>
                    <a:pt x="4046150" y="281316"/>
                  </a:lnTo>
                  <a:lnTo>
                    <a:pt x="4118403" y="286340"/>
                  </a:lnTo>
                  <a:lnTo>
                    <a:pt x="4190656" y="291363"/>
                  </a:lnTo>
                  <a:lnTo>
                    <a:pt x="4262908" y="296387"/>
                  </a:lnTo>
                  <a:lnTo>
                    <a:pt x="4335161" y="301410"/>
                  </a:lnTo>
                  <a:lnTo>
                    <a:pt x="4407414" y="306434"/>
                  </a:lnTo>
                  <a:lnTo>
                    <a:pt x="4479666" y="311458"/>
                  </a:lnTo>
                  <a:lnTo>
                    <a:pt x="4551919" y="316481"/>
                  </a:lnTo>
                  <a:lnTo>
                    <a:pt x="4624172" y="321505"/>
                  </a:lnTo>
                  <a:lnTo>
                    <a:pt x="4696424" y="326528"/>
                  </a:lnTo>
                  <a:lnTo>
                    <a:pt x="4768677" y="331552"/>
                  </a:lnTo>
                  <a:lnTo>
                    <a:pt x="4840930" y="336575"/>
                  </a:lnTo>
                  <a:lnTo>
                    <a:pt x="4913182" y="341599"/>
                  </a:lnTo>
                  <a:lnTo>
                    <a:pt x="4985435" y="346622"/>
                  </a:lnTo>
                  <a:lnTo>
                    <a:pt x="5057688" y="351646"/>
                  </a:lnTo>
                  <a:lnTo>
                    <a:pt x="5129941" y="356669"/>
                  </a:lnTo>
                  <a:lnTo>
                    <a:pt x="5202193" y="361693"/>
                  </a:lnTo>
                  <a:lnTo>
                    <a:pt x="5274446" y="366716"/>
                  </a:lnTo>
                  <a:lnTo>
                    <a:pt x="5346699" y="371740"/>
                  </a:lnTo>
                  <a:lnTo>
                    <a:pt x="5418951" y="376763"/>
                  </a:lnTo>
                  <a:lnTo>
                    <a:pt x="5491204" y="381787"/>
                  </a:lnTo>
                  <a:lnTo>
                    <a:pt x="5563457" y="386810"/>
                  </a:lnTo>
                  <a:lnTo>
                    <a:pt x="5635709" y="391834"/>
                  </a:lnTo>
                  <a:lnTo>
                    <a:pt x="5707962" y="396857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99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331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657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130439" y="47198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30439" y="46096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30439" y="46469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388335" y="45372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88335" y="447713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88335" y="45987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116182" y="46446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16182" y="46849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16182" y="4668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08462" y="48266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08462" y="46400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708462" y="47572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787533" y="49907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87533" y="44485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87533" y="48153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609803" y="51020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609803" y="51504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609803" y="50468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9160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218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9250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509245"/>
              <a:ext cx="5707962" cy="773306"/>
            </a:xfrm>
            <a:custGeom>
              <a:avLst/>
              <a:pathLst>
                <a:path w="5707962" h="773306">
                  <a:moveTo>
                    <a:pt x="0" y="0"/>
                  </a:moveTo>
                  <a:lnTo>
                    <a:pt x="72252" y="8564"/>
                  </a:lnTo>
                  <a:lnTo>
                    <a:pt x="144505" y="17096"/>
                  </a:lnTo>
                  <a:lnTo>
                    <a:pt x="216758" y="25592"/>
                  </a:lnTo>
                  <a:lnTo>
                    <a:pt x="289010" y="34051"/>
                  </a:lnTo>
                  <a:lnTo>
                    <a:pt x="361263" y="42469"/>
                  </a:lnTo>
                  <a:lnTo>
                    <a:pt x="433516" y="50845"/>
                  </a:lnTo>
                  <a:lnTo>
                    <a:pt x="505768" y="59175"/>
                  </a:lnTo>
                  <a:lnTo>
                    <a:pt x="578021" y="67457"/>
                  </a:lnTo>
                  <a:lnTo>
                    <a:pt x="650274" y="75687"/>
                  </a:lnTo>
                  <a:lnTo>
                    <a:pt x="722526" y="83862"/>
                  </a:lnTo>
                  <a:lnTo>
                    <a:pt x="794779" y="91978"/>
                  </a:lnTo>
                  <a:lnTo>
                    <a:pt x="867032" y="100031"/>
                  </a:lnTo>
                  <a:lnTo>
                    <a:pt x="939284" y="108018"/>
                  </a:lnTo>
                  <a:lnTo>
                    <a:pt x="1011537" y="115934"/>
                  </a:lnTo>
                  <a:lnTo>
                    <a:pt x="1083790" y="123775"/>
                  </a:lnTo>
                  <a:lnTo>
                    <a:pt x="1156043" y="131537"/>
                  </a:lnTo>
                  <a:lnTo>
                    <a:pt x="1228295" y="139214"/>
                  </a:lnTo>
                  <a:lnTo>
                    <a:pt x="1300548" y="146802"/>
                  </a:lnTo>
                  <a:lnTo>
                    <a:pt x="1372801" y="154297"/>
                  </a:lnTo>
                  <a:lnTo>
                    <a:pt x="1445053" y="161692"/>
                  </a:lnTo>
                  <a:lnTo>
                    <a:pt x="1517306" y="168984"/>
                  </a:lnTo>
                  <a:lnTo>
                    <a:pt x="1589559" y="176168"/>
                  </a:lnTo>
                  <a:lnTo>
                    <a:pt x="1661811" y="183239"/>
                  </a:lnTo>
                  <a:lnTo>
                    <a:pt x="1734064" y="190192"/>
                  </a:lnTo>
                  <a:lnTo>
                    <a:pt x="1806317" y="197024"/>
                  </a:lnTo>
                  <a:lnTo>
                    <a:pt x="1878569" y="203732"/>
                  </a:lnTo>
                  <a:lnTo>
                    <a:pt x="1950822" y="210312"/>
                  </a:lnTo>
                  <a:lnTo>
                    <a:pt x="2023075" y="216762"/>
                  </a:lnTo>
                  <a:lnTo>
                    <a:pt x="2095328" y="223079"/>
                  </a:lnTo>
                  <a:lnTo>
                    <a:pt x="2167580" y="229263"/>
                  </a:lnTo>
                  <a:lnTo>
                    <a:pt x="2239833" y="235314"/>
                  </a:lnTo>
                  <a:lnTo>
                    <a:pt x="2312086" y="241230"/>
                  </a:lnTo>
                  <a:lnTo>
                    <a:pt x="2384338" y="247015"/>
                  </a:lnTo>
                  <a:lnTo>
                    <a:pt x="2456591" y="252668"/>
                  </a:lnTo>
                  <a:lnTo>
                    <a:pt x="2528844" y="258193"/>
                  </a:lnTo>
                  <a:lnTo>
                    <a:pt x="2601096" y="263592"/>
                  </a:lnTo>
                  <a:lnTo>
                    <a:pt x="2673349" y="268868"/>
                  </a:lnTo>
                  <a:lnTo>
                    <a:pt x="2745602" y="274026"/>
                  </a:lnTo>
                  <a:lnTo>
                    <a:pt x="2817854" y="279069"/>
                  </a:lnTo>
                  <a:lnTo>
                    <a:pt x="2890107" y="284003"/>
                  </a:lnTo>
                  <a:lnTo>
                    <a:pt x="2962360" y="288831"/>
                  </a:lnTo>
                  <a:lnTo>
                    <a:pt x="3034612" y="293559"/>
                  </a:lnTo>
                  <a:lnTo>
                    <a:pt x="3106865" y="298192"/>
                  </a:lnTo>
                  <a:lnTo>
                    <a:pt x="3179118" y="302734"/>
                  </a:lnTo>
                  <a:lnTo>
                    <a:pt x="3251371" y="307190"/>
                  </a:lnTo>
                  <a:lnTo>
                    <a:pt x="3323623" y="311564"/>
                  </a:lnTo>
                  <a:lnTo>
                    <a:pt x="3395876" y="315863"/>
                  </a:lnTo>
                  <a:lnTo>
                    <a:pt x="3468129" y="320089"/>
                  </a:lnTo>
                  <a:lnTo>
                    <a:pt x="3540381" y="324247"/>
                  </a:lnTo>
                  <a:lnTo>
                    <a:pt x="3612634" y="328341"/>
                  </a:lnTo>
                  <a:lnTo>
                    <a:pt x="3684887" y="332376"/>
                  </a:lnTo>
                  <a:lnTo>
                    <a:pt x="3757139" y="336354"/>
                  </a:lnTo>
                  <a:lnTo>
                    <a:pt x="3829392" y="340279"/>
                  </a:lnTo>
                  <a:lnTo>
                    <a:pt x="3901645" y="344154"/>
                  </a:lnTo>
                  <a:lnTo>
                    <a:pt x="3973897" y="347984"/>
                  </a:lnTo>
                  <a:lnTo>
                    <a:pt x="4046150" y="351769"/>
                  </a:lnTo>
                  <a:lnTo>
                    <a:pt x="4118403" y="355513"/>
                  </a:lnTo>
                  <a:lnTo>
                    <a:pt x="4190656" y="359219"/>
                  </a:lnTo>
                  <a:lnTo>
                    <a:pt x="4262908" y="362889"/>
                  </a:lnTo>
                  <a:lnTo>
                    <a:pt x="4335161" y="366525"/>
                  </a:lnTo>
                  <a:lnTo>
                    <a:pt x="4407414" y="370129"/>
                  </a:lnTo>
                  <a:lnTo>
                    <a:pt x="4479666" y="373703"/>
                  </a:lnTo>
                  <a:lnTo>
                    <a:pt x="4551919" y="377248"/>
                  </a:lnTo>
                  <a:lnTo>
                    <a:pt x="4624172" y="380768"/>
                  </a:lnTo>
                  <a:lnTo>
                    <a:pt x="4696424" y="384262"/>
                  </a:lnTo>
                  <a:lnTo>
                    <a:pt x="4768677" y="387732"/>
                  </a:lnTo>
                  <a:lnTo>
                    <a:pt x="4840930" y="391181"/>
                  </a:lnTo>
                  <a:lnTo>
                    <a:pt x="4913182" y="394608"/>
                  </a:lnTo>
                  <a:lnTo>
                    <a:pt x="4985435" y="398016"/>
                  </a:lnTo>
                  <a:lnTo>
                    <a:pt x="5057688" y="401405"/>
                  </a:lnTo>
                  <a:lnTo>
                    <a:pt x="5129941" y="404776"/>
                  </a:lnTo>
                  <a:lnTo>
                    <a:pt x="5202193" y="408131"/>
                  </a:lnTo>
                  <a:lnTo>
                    <a:pt x="5274446" y="411469"/>
                  </a:lnTo>
                  <a:lnTo>
                    <a:pt x="5346699" y="414793"/>
                  </a:lnTo>
                  <a:lnTo>
                    <a:pt x="5418951" y="418103"/>
                  </a:lnTo>
                  <a:lnTo>
                    <a:pt x="5491204" y="421399"/>
                  </a:lnTo>
                  <a:lnTo>
                    <a:pt x="5563457" y="424682"/>
                  </a:lnTo>
                  <a:lnTo>
                    <a:pt x="5635709" y="427953"/>
                  </a:lnTo>
                  <a:lnTo>
                    <a:pt x="5707962" y="431212"/>
                  </a:lnTo>
                  <a:lnTo>
                    <a:pt x="5707962" y="773306"/>
                  </a:lnTo>
                  <a:lnTo>
                    <a:pt x="5635709" y="764376"/>
                  </a:lnTo>
                  <a:lnTo>
                    <a:pt x="5563457" y="755457"/>
                  </a:lnTo>
                  <a:lnTo>
                    <a:pt x="5491204" y="746550"/>
                  </a:lnTo>
                  <a:lnTo>
                    <a:pt x="5418951" y="737656"/>
                  </a:lnTo>
                  <a:lnTo>
                    <a:pt x="5346699" y="728776"/>
                  </a:lnTo>
                  <a:lnTo>
                    <a:pt x="5274446" y="719910"/>
                  </a:lnTo>
                  <a:lnTo>
                    <a:pt x="5202193" y="711059"/>
                  </a:lnTo>
                  <a:lnTo>
                    <a:pt x="5129941" y="702224"/>
                  </a:lnTo>
                  <a:lnTo>
                    <a:pt x="5057688" y="693405"/>
                  </a:lnTo>
                  <a:lnTo>
                    <a:pt x="4985435" y="684604"/>
                  </a:lnTo>
                  <a:lnTo>
                    <a:pt x="4913182" y="675822"/>
                  </a:lnTo>
                  <a:lnTo>
                    <a:pt x="4840930" y="667059"/>
                  </a:lnTo>
                  <a:lnTo>
                    <a:pt x="4768677" y="658318"/>
                  </a:lnTo>
                  <a:lnTo>
                    <a:pt x="4696424" y="649599"/>
                  </a:lnTo>
                  <a:lnTo>
                    <a:pt x="4624172" y="640903"/>
                  </a:lnTo>
                  <a:lnTo>
                    <a:pt x="4551919" y="632232"/>
                  </a:lnTo>
                  <a:lnTo>
                    <a:pt x="4479666" y="623588"/>
                  </a:lnTo>
                  <a:lnTo>
                    <a:pt x="4407414" y="614972"/>
                  </a:lnTo>
                  <a:lnTo>
                    <a:pt x="4335161" y="606386"/>
                  </a:lnTo>
                  <a:lnTo>
                    <a:pt x="4262908" y="597832"/>
                  </a:lnTo>
                  <a:lnTo>
                    <a:pt x="4190656" y="589312"/>
                  </a:lnTo>
                  <a:lnTo>
                    <a:pt x="4118403" y="580828"/>
                  </a:lnTo>
                  <a:lnTo>
                    <a:pt x="4046150" y="572383"/>
                  </a:lnTo>
                  <a:lnTo>
                    <a:pt x="3973897" y="563978"/>
                  </a:lnTo>
                  <a:lnTo>
                    <a:pt x="3901645" y="555618"/>
                  </a:lnTo>
                  <a:lnTo>
                    <a:pt x="3829392" y="547303"/>
                  </a:lnTo>
                  <a:lnTo>
                    <a:pt x="3757139" y="539039"/>
                  </a:lnTo>
                  <a:lnTo>
                    <a:pt x="3684887" y="530827"/>
                  </a:lnTo>
                  <a:lnTo>
                    <a:pt x="3612634" y="522671"/>
                  </a:lnTo>
                  <a:lnTo>
                    <a:pt x="3540381" y="514576"/>
                  </a:lnTo>
                  <a:lnTo>
                    <a:pt x="3468129" y="506544"/>
                  </a:lnTo>
                  <a:lnTo>
                    <a:pt x="3395876" y="498580"/>
                  </a:lnTo>
                  <a:lnTo>
                    <a:pt x="3323623" y="490689"/>
                  </a:lnTo>
                  <a:lnTo>
                    <a:pt x="3251371" y="482874"/>
                  </a:lnTo>
                  <a:lnTo>
                    <a:pt x="3179118" y="475140"/>
                  </a:lnTo>
                  <a:lnTo>
                    <a:pt x="3106865" y="467492"/>
                  </a:lnTo>
                  <a:lnTo>
                    <a:pt x="3034612" y="459934"/>
                  </a:lnTo>
                  <a:lnTo>
                    <a:pt x="2962360" y="452472"/>
                  </a:lnTo>
                  <a:lnTo>
                    <a:pt x="2890107" y="445111"/>
                  </a:lnTo>
                  <a:lnTo>
                    <a:pt x="2817854" y="437855"/>
                  </a:lnTo>
                  <a:lnTo>
                    <a:pt x="2745602" y="430708"/>
                  </a:lnTo>
                  <a:lnTo>
                    <a:pt x="2673349" y="423676"/>
                  </a:lnTo>
                  <a:lnTo>
                    <a:pt x="2601096" y="416763"/>
                  </a:lnTo>
                  <a:lnTo>
                    <a:pt x="2528844" y="409972"/>
                  </a:lnTo>
                  <a:lnTo>
                    <a:pt x="2456591" y="403307"/>
                  </a:lnTo>
                  <a:lnTo>
                    <a:pt x="2384338" y="396770"/>
                  </a:lnTo>
                  <a:lnTo>
                    <a:pt x="2312086" y="390365"/>
                  </a:lnTo>
                  <a:lnTo>
                    <a:pt x="2239833" y="384092"/>
                  </a:lnTo>
                  <a:lnTo>
                    <a:pt x="2167580" y="377952"/>
                  </a:lnTo>
                  <a:lnTo>
                    <a:pt x="2095328" y="371947"/>
                  </a:lnTo>
                  <a:lnTo>
                    <a:pt x="2023075" y="366074"/>
                  </a:lnTo>
                  <a:lnTo>
                    <a:pt x="1950822" y="360334"/>
                  </a:lnTo>
                  <a:lnTo>
                    <a:pt x="1878569" y="354724"/>
                  </a:lnTo>
                  <a:lnTo>
                    <a:pt x="1806317" y="349242"/>
                  </a:lnTo>
                  <a:lnTo>
                    <a:pt x="1734064" y="343884"/>
                  </a:lnTo>
                  <a:lnTo>
                    <a:pt x="1661811" y="338648"/>
                  </a:lnTo>
                  <a:lnTo>
                    <a:pt x="1589559" y="333529"/>
                  </a:lnTo>
                  <a:lnTo>
                    <a:pt x="1517306" y="328522"/>
                  </a:lnTo>
                  <a:lnTo>
                    <a:pt x="1445053" y="323625"/>
                  </a:lnTo>
                  <a:lnTo>
                    <a:pt x="1372801" y="318830"/>
                  </a:lnTo>
                  <a:lnTo>
                    <a:pt x="1300548" y="314135"/>
                  </a:lnTo>
                  <a:lnTo>
                    <a:pt x="1228295" y="309533"/>
                  </a:lnTo>
                  <a:lnTo>
                    <a:pt x="1156043" y="305020"/>
                  </a:lnTo>
                  <a:lnTo>
                    <a:pt x="1083790" y="300592"/>
                  </a:lnTo>
                  <a:lnTo>
                    <a:pt x="1011537" y="296244"/>
                  </a:lnTo>
                  <a:lnTo>
                    <a:pt x="939284" y="291970"/>
                  </a:lnTo>
                  <a:lnTo>
                    <a:pt x="867032" y="287767"/>
                  </a:lnTo>
                  <a:lnTo>
                    <a:pt x="794779" y="283631"/>
                  </a:lnTo>
                  <a:lnTo>
                    <a:pt x="722526" y="279557"/>
                  </a:lnTo>
                  <a:lnTo>
                    <a:pt x="650274" y="275542"/>
                  </a:lnTo>
                  <a:lnTo>
                    <a:pt x="578021" y="271582"/>
                  </a:lnTo>
                  <a:lnTo>
                    <a:pt x="505768" y="267673"/>
                  </a:lnTo>
                  <a:lnTo>
                    <a:pt x="433516" y="263814"/>
                  </a:lnTo>
                  <a:lnTo>
                    <a:pt x="361263" y="260000"/>
                  </a:lnTo>
                  <a:lnTo>
                    <a:pt x="289010" y="256228"/>
                  </a:lnTo>
                  <a:lnTo>
                    <a:pt x="216758" y="252497"/>
                  </a:lnTo>
                  <a:lnTo>
                    <a:pt x="144505" y="248803"/>
                  </a:lnTo>
                  <a:lnTo>
                    <a:pt x="72252" y="245145"/>
                  </a:lnTo>
                  <a:lnTo>
                    <a:pt x="0" y="241520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509245"/>
              <a:ext cx="5707962" cy="431212"/>
            </a:xfrm>
            <a:custGeom>
              <a:avLst/>
              <a:pathLst>
                <a:path w="5707962" h="431212">
                  <a:moveTo>
                    <a:pt x="0" y="0"/>
                  </a:moveTo>
                  <a:lnTo>
                    <a:pt x="72252" y="8564"/>
                  </a:lnTo>
                  <a:lnTo>
                    <a:pt x="144505" y="17096"/>
                  </a:lnTo>
                  <a:lnTo>
                    <a:pt x="216758" y="25592"/>
                  </a:lnTo>
                  <a:lnTo>
                    <a:pt x="289010" y="34051"/>
                  </a:lnTo>
                  <a:lnTo>
                    <a:pt x="361263" y="42469"/>
                  </a:lnTo>
                  <a:lnTo>
                    <a:pt x="433516" y="50845"/>
                  </a:lnTo>
                  <a:lnTo>
                    <a:pt x="505768" y="59175"/>
                  </a:lnTo>
                  <a:lnTo>
                    <a:pt x="578021" y="67457"/>
                  </a:lnTo>
                  <a:lnTo>
                    <a:pt x="650274" y="75687"/>
                  </a:lnTo>
                  <a:lnTo>
                    <a:pt x="722526" y="83862"/>
                  </a:lnTo>
                  <a:lnTo>
                    <a:pt x="794779" y="91978"/>
                  </a:lnTo>
                  <a:lnTo>
                    <a:pt x="867032" y="100031"/>
                  </a:lnTo>
                  <a:lnTo>
                    <a:pt x="939284" y="108018"/>
                  </a:lnTo>
                  <a:lnTo>
                    <a:pt x="1011537" y="115934"/>
                  </a:lnTo>
                  <a:lnTo>
                    <a:pt x="1083790" y="123775"/>
                  </a:lnTo>
                  <a:lnTo>
                    <a:pt x="1156043" y="131537"/>
                  </a:lnTo>
                  <a:lnTo>
                    <a:pt x="1228295" y="139214"/>
                  </a:lnTo>
                  <a:lnTo>
                    <a:pt x="1300548" y="146802"/>
                  </a:lnTo>
                  <a:lnTo>
                    <a:pt x="1372801" y="154297"/>
                  </a:lnTo>
                  <a:lnTo>
                    <a:pt x="1445053" y="161692"/>
                  </a:lnTo>
                  <a:lnTo>
                    <a:pt x="1517306" y="168984"/>
                  </a:lnTo>
                  <a:lnTo>
                    <a:pt x="1589559" y="176168"/>
                  </a:lnTo>
                  <a:lnTo>
                    <a:pt x="1661811" y="183239"/>
                  </a:lnTo>
                  <a:lnTo>
                    <a:pt x="1734064" y="190192"/>
                  </a:lnTo>
                  <a:lnTo>
                    <a:pt x="1806317" y="197024"/>
                  </a:lnTo>
                  <a:lnTo>
                    <a:pt x="1878569" y="203732"/>
                  </a:lnTo>
                  <a:lnTo>
                    <a:pt x="1950822" y="210312"/>
                  </a:lnTo>
                  <a:lnTo>
                    <a:pt x="2023075" y="216762"/>
                  </a:lnTo>
                  <a:lnTo>
                    <a:pt x="2095328" y="223079"/>
                  </a:lnTo>
                  <a:lnTo>
                    <a:pt x="2167580" y="229263"/>
                  </a:lnTo>
                  <a:lnTo>
                    <a:pt x="2239833" y="235314"/>
                  </a:lnTo>
                  <a:lnTo>
                    <a:pt x="2312086" y="241230"/>
                  </a:lnTo>
                  <a:lnTo>
                    <a:pt x="2384338" y="247015"/>
                  </a:lnTo>
                  <a:lnTo>
                    <a:pt x="2456591" y="252668"/>
                  </a:lnTo>
                  <a:lnTo>
                    <a:pt x="2528844" y="258193"/>
                  </a:lnTo>
                  <a:lnTo>
                    <a:pt x="2601096" y="263592"/>
                  </a:lnTo>
                  <a:lnTo>
                    <a:pt x="2673349" y="268868"/>
                  </a:lnTo>
                  <a:lnTo>
                    <a:pt x="2745602" y="274026"/>
                  </a:lnTo>
                  <a:lnTo>
                    <a:pt x="2817854" y="279069"/>
                  </a:lnTo>
                  <a:lnTo>
                    <a:pt x="2890107" y="284003"/>
                  </a:lnTo>
                  <a:lnTo>
                    <a:pt x="2962360" y="288831"/>
                  </a:lnTo>
                  <a:lnTo>
                    <a:pt x="3034612" y="293559"/>
                  </a:lnTo>
                  <a:lnTo>
                    <a:pt x="3106865" y="298192"/>
                  </a:lnTo>
                  <a:lnTo>
                    <a:pt x="3179118" y="302734"/>
                  </a:lnTo>
                  <a:lnTo>
                    <a:pt x="3251371" y="307190"/>
                  </a:lnTo>
                  <a:lnTo>
                    <a:pt x="3323623" y="311564"/>
                  </a:lnTo>
                  <a:lnTo>
                    <a:pt x="3395876" y="315863"/>
                  </a:lnTo>
                  <a:lnTo>
                    <a:pt x="3468129" y="320089"/>
                  </a:lnTo>
                  <a:lnTo>
                    <a:pt x="3540381" y="324247"/>
                  </a:lnTo>
                  <a:lnTo>
                    <a:pt x="3612634" y="328341"/>
                  </a:lnTo>
                  <a:lnTo>
                    <a:pt x="3684887" y="332376"/>
                  </a:lnTo>
                  <a:lnTo>
                    <a:pt x="3757139" y="336354"/>
                  </a:lnTo>
                  <a:lnTo>
                    <a:pt x="3829392" y="340279"/>
                  </a:lnTo>
                  <a:lnTo>
                    <a:pt x="3901645" y="344154"/>
                  </a:lnTo>
                  <a:lnTo>
                    <a:pt x="3973897" y="347984"/>
                  </a:lnTo>
                  <a:lnTo>
                    <a:pt x="4046150" y="351769"/>
                  </a:lnTo>
                  <a:lnTo>
                    <a:pt x="4118403" y="355513"/>
                  </a:lnTo>
                  <a:lnTo>
                    <a:pt x="4190656" y="359219"/>
                  </a:lnTo>
                  <a:lnTo>
                    <a:pt x="4262908" y="362889"/>
                  </a:lnTo>
                  <a:lnTo>
                    <a:pt x="4335161" y="366525"/>
                  </a:lnTo>
                  <a:lnTo>
                    <a:pt x="4407414" y="370129"/>
                  </a:lnTo>
                  <a:lnTo>
                    <a:pt x="4479666" y="373703"/>
                  </a:lnTo>
                  <a:lnTo>
                    <a:pt x="4551919" y="377248"/>
                  </a:lnTo>
                  <a:lnTo>
                    <a:pt x="4624172" y="380768"/>
                  </a:lnTo>
                  <a:lnTo>
                    <a:pt x="4696424" y="384262"/>
                  </a:lnTo>
                  <a:lnTo>
                    <a:pt x="4768677" y="387732"/>
                  </a:lnTo>
                  <a:lnTo>
                    <a:pt x="4840930" y="391181"/>
                  </a:lnTo>
                  <a:lnTo>
                    <a:pt x="4913182" y="394608"/>
                  </a:lnTo>
                  <a:lnTo>
                    <a:pt x="4985435" y="398016"/>
                  </a:lnTo>
                  <a:lnTo>
                    <a:pt x="5057688" y="401405"/>
                  </a:lnTo>
                  <a:lnTo>
                    <a:pt x="5129941" y="404776"/>
                  </a:lnTo>
                  <a:lnTo>
                    <a:pt x="5202193" y="408131"/>
                  </a:lnTo>
                  <a:lnTo>
                    <a:pt x="5274446" y="411469"/>
                  </a:lnTo>
                  <a:lnTo>
                    <a:pt x="5346699" y="414793"/>
                  </a:lnTo>
                  <a:lnTo>
                    <a:pt x="5418951" y="418103"/>
                  </a:lnTo>
                  <a:lnTo>
                    <a:pt x="5491204" y="421399"/>
                  </a:lnTo>
                  <a:lnTo>
                    <a:pt x="5563457" y="424682"/>
                  </a:lnTo>
                  <a:lnTo>
                    <a:pt x="5635709" y="427953"/>
                  </a:lnTo>
                  <a:lnTo>
                    <a:pt x="5707962" y="43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750766"/>
              <a:ext cx="5707962" cy="531785"/>
            </a:xfrm>
            <a:custGeom>
              <a:avLst/>
              <a:pathLst>
                <a:path w="5707962" h="531785">
                  <a:moveTo>
                    <a:pt x="5707962" y="531785"/>
                  </a:moveTo>
                  <a:lnTo>
                    <a:pt x="5635709" y="522855"/>
                  </a:lnTo>
                  <a:lnTo>
                    <a:pt x="5563457" y="513936"/>
                  </a:lnTo>
                  <a:lnTo>
                    <a:pt x="5491204" y="505030"/>
                  </a:lnTo>
                  <a:lnTo>
                    <a:pt x="5418951" y="496136"/>
                  </a:lnTo>
                  <a:lnTo>
                    <a:pt x="5346699" y="487255"/>
                  </a:lnTo>
                  <a:lnTo>
                    <a:pt x="5274446" y="478389"/>
                  </a:lnTo>
                  <a:lnTo>
                    <a:pt x="5202193" y="469538"/>
                  </a:lnTo>
                  <a:lnTo>
                    <a:pt x="5129941" y="460703"/>
                  </a:lnTo>
                  <a:lnTo>
                    <a:pt x="5057688" y="451884"/>
                  </a:lnTo>
                  <a:lnTo>
                    <a:pt x="4985435" y="443083"/>
                  </a:lnTo>
                  <a:lnTo>
                    <a:pt x="4913182" y="434301"/>
                  </a:lnTo>
                  <a:lnTo>
                    <a:pt x="4840930" y="425539"/>
                  </a:lnTo>
                  <a:lnTo>
                    <a:pt x="4768677" y="416797"/>
                  </a:lnTo>
                  <a:lnTo>
                    <a:pt x="4696424" y="408078"/>
                  </a:lnTo>
                  <a:lnTo>
                    <a:pt x="4624172" y="399382"/>
                  </a:lnTo>
                  <a:lnTo>
                    <a:pt x="4551919" y="390712"/>
                  </a:lnTo>
                  <a:lnTo>
                    <a:pt x="4479666" y="382068"/>
                  </a:lnTo>
                  <a:lnTo>
                    <a:pt x="4407414" y="373452"/>
                  </a:lnTo>
                  <a:lnTo>
                    <a:pt x="4335161" y="364866"/>
                  </a:lnTo>
                  <a:lnTo>
                    <a:pt x="4262908" y="356312"/>
                  </a:lnTo>
                  <a:lnTo>
                    <a:pt x="4190656" y="347792"/>
                  </a:lnTo>
                  <a:lnTo>
                    <a:pt x="4118403" y="339308"/>
                  </a:lnTo>
                  <a:lnTo>
                    <a:pt x="4046150" y="330862"/>
                  </a:lnTo>
                  <a:lnTo>
                    <a:pt x="3973897" y="322458"/>
                  </a:lnTo>
                  <a:lnTo>
                    <a:pt x="3901645" y="314097"/>
                  </a:lnTo>
                  <a:lnTo>
                    <a:pt x="3829392" y="305783"/>
                  </a:lnTo>
                  <a:lnTo>
                    <a:pt x="3757139" y="297518"/>
                  </a:lnTo>
                  <a:lnTo>
                    <a:pt x="3684887" y="289306"/>
                  </a:lnTo>
                  <a:lnTo>
                    <a:pt x="3612634" y="281151"/>
                  </a:lnTo>
                  <a:lnTo>
                    <a:pt x="3540381" y="273055"/>
                  </a:lnTo>
                  <a:lnTo>
                    <a:pt x="3468129" y="265023"/>
                  </a:lnTo>
                  <a:lnTo>
                    <a:pt x="3395876" y="257060"/>
                  </a:lnTo>
                  <a:lnTo>
                    <a:pt x="3323623" y="249168"/>
                  </a:lnTo>
                  <a:lnTo>
                    <a:pt x="3251371" y="241353"/>
                  </a:lnTo>
                  <a:lnTo>
                    <a:pt x="3179118" y="233619"/>
                  </a:lnTo>
                  <a:lnTo>
                    <a:pt x="3106865" y="225971"/>
                  </a:lnTo>
                  <a:lnTo>
                    <a:pt x="3034612" y="218414"/>
                  </a:lnTo>
                  <a:lnTo>
                    <a:pt x="2962360" y="210952"/>
                  </a:lnTo>
                  <a:lnTo>
                    <a:pt x="2890107" y="203590"/>
                  </a:lnTo>
                  <a:lnTo>
                    <a:pt x="2817854" y="196334"/>
                  </a:lnTo>
                  <a:lnTo>
                    <a:pt x="2745602" y="189188"/>
                  </a:lnTo>
                  <a:lnTo>
                    <a:pt x="2673349" y="182156"/>
                  </a:lnTo>
                  <a:lnTo>
                    <a:pt x="2601096" y="175242"/>
                  </a:lnTo>
                  <a:lnTo>
                    <a:pt x="2528844" y="168451"/>
                  </a:lnTo>
                  <a:lnTo>
                    <a:pt x="2456591" y="161786"/>
                  </a:lnTo>
                  <a:lnTo>
                    <a:pt x="2384338" y="155250"/>
                  </a:lnTo>
                  <a:lnTo>
                    <a:pt x="2312086" y="148844"/>
                  </a:lnTo>
                  <a:lnTo>
                    <a:pt x="2239833" y="142571"/>
                  </a:lnTo>
                  <a:lnTo>
                    <a:pt x="2167580" y="136431"/>
                  </a:lnTo>
                  <a:lnTo>
                    <a:pt x="2095328" y="130426"/>
                  </a:lnTo>
                  <a:lnTo>
                    <a:pt x="2023075" y="124553"/>
                  </a:lnTo>
                  <a:lnTo>
                    <a:pt x="1950822" y="118813"/>
                  </a:lnTo>
                  <a:lnTo>
                    <a:pt x="1878569" y="113203"/>
                  </a:lnTo>
                  <a:lnTo>
                    <a:pt x="1806317" y="107721"/>
                  </a:lnTo>
                  <a:lnTo>
                    <a:pt x="1734064" y="102363"/>
                  </a:lnTo>
                  <a:lnTo>
                    <a:pt x="1661811" y="97127"/>
                  </a:lnTo>
                  <a:lnTo>
                    <a:pt x="1589559" y="92008"/>
                  </a:lnTo>
                  <a:lnTo>
                    <a:pt x="1517306" y="87002"/>
                  </a:lnTo>
                  <a:lnTo>
                    <a:pt x="1445053" y="82104"/>
                  </a:lnTo>
                  <a:lnTo>
                    <a:pt x="1372801" y="77309"/>
                  </a:lnTo>
                  <a:lnTo>
                    <a:pt x="1300548" y="72614"/>
                  </a:lnTo>
                  <a:lnTo>
                    <a:pt x="1228295" y="68012"/>
                  </a:lnTo>
                  <a:lnTo>
                    <a:pt x="1156043" y="63500"/>
                  </a:lnTo>
                  <a:lnTo>
                    <a:pt x="1083790" y="59072"/>
                  </a:lnTo>
                  <a:lnTo>
                    <a:pt x="1011537" y="54723"/>
                  </a:lnTo>
                  <a:lnTo>
                    <a:pt x="939284" y="50449"/>
                  </a:lnTo>
                  <a:lnTo>
                    <a:pt x="867032" y="46246"/>
                  </a:lnTo>
                  <a:lnTo>
                    <a:pt x="794779" y="42110"/>
                  </a:lnTo>
                  <a:lnTo>
                    <a:pt x="722526" y="38036"/>
                  </a:lnTo>
                  <a:lnTo>
                    <a:pt x="650274" y="34021"/>
                  </a:lnTo>
                  <a:lnTo>
                    <a:pt x="578021" y="30061"/>
                  </a:lnTo>
                  <a:lnTo>
                    <a:pt x="505768" y="26153"/>
                  </a:lnTo>
                  <a:lnTo>
                    <a:pt x="433516" y="22293"/>
                  </a:lnTo>
                  <a:lnTo>
                    <a:pt x="361263" y="18479"/>
                  </a:lnTo>
                  <a:lnTo>
                    <a:pt x="289010" y="14707"/>
                  </a:lnTo>
                  <a:lnTo>
                    <a:pt x="216758" y="10976"/>
                  </a:lnTo>
                  <a:lnTo>
                    <a:pt x="144505" y="7283"/>
                  </a:lnTo>
                  <a:lnTo>
                    <a:pt x="72252" y="3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30005"/>
              <a:ext cx="5707962" cy="481499"/>
            </a:xfrm>
            <a:custGeom>
              <a:avLst/>
              <a:pathLst>
                <a:path w="5707962" h="481499">
                  <a:moveTo>
                    <a:pt x="0" y="0"/>
                  </a:moveTo>
                  <a:lnTo>
                    <a:pt x="72252" y="6094"/>
                  </a:lnTo>
                  <a:lnTo>
                    <a:pt x="144505" y="12189"/>
                  </a:lnTo>
                  <a:lnTo>
                    <a:pt x="216758" y="18284"/>
                  </a:lnTo>
                  <a:lnTo>
                    <a:pt x="289010" y="24379"/>
                  </a:lnTo>
                  <a:lnTo>
                    <a:pt x="361263" y="30474"/>
                  </a:lnTo>
                  <a:lnTo>
                    <a:pt x="433516" y="36569"/>
                  </a:lnTo>
                  <a:lnTo>
                    <a:pt x="505768" y="42664"/>
                  </a:lnTo>
                  <a:lnTo>
                    <a:pt x="578021" y="48759"/>
                  </a:lnTo>
                  <a:lnTo>
                    <a:pt x="650274" y="54854"/>
                  </a:lnTo>
                  <a:lnTo>
                    <a:pt x="722526" y="60949"/>
                  </a:lnTo>
                  <a:lnTo>
                    <a:pt x="794779" y="67044"/>
                  </a:lnTo>
                  <a:lnTo>
                    <a:pt x="867032" y="73139"/>
                  </a:lnTo>
                  <a:lnTo>
                    <a:pt x="939284" y="79234"/>
                  </a:lnTo>
                  <a:lnTo>
                    <a:pt x="1011537" y="85329"/>
                  </a:lnTo>
                  <a:lnTo>
                    <a:pt x="1083790" y="91423"/>
                  </a:lnTo>
                  <a:lnTo>
                    <a:pt x="1156043" y="97518"/>
                  </a:lnTo>
                  <a:lnTo>
                    <a:pt x="1228295" y="103613"/>
                  </a:lnTo>
                  <a:lnTo>
                    <a:pt x="1300548" y="109708"/>
                  </a:lnTo>
                  <a:lnTo>
                    <a:pt x="1372801" y="115803"/>
                  </a:lnTo>
                  <a:lnTo>
                    <a:pt x="1445053" y="121898"/>
                  </a:lnTo>
                  <a:lnTo>
                    <a:pt x="1517306" y="127993"/>
                  </a:lnTo>
                  <a:lnTo>
                    <a:pt x="1589559" y="134088"/>
                  </a:lnTo>
                  <a:lnTo>
                    <a:pt x="1661811" y="140183"/>
                  </a:lnTo>
                  <a:lnTo>
                    <a:pt x="1734064" y="146278"/>
                  </a:lnTo>
                  <a:lnTo>
                    <a:pt x="1806317" y="152373"/>
                  </a:lnTo>
                  <a:lnTo>
                    <a:pt x="1878569" y="158468"/>
                  </a:lnTo>
                  <a:lnTo>
                    <a:pt x="1950822" y="164563"/>
                  </a:lnTo>
                  <a:lnTo>
                    <a:pt x="2023075" y="170658"/>
                  </a:lnTo>
                  <a:lnTo>
                    <a:pt x="2095328" y="176752"/>
                  </a:lnTo>
                  <a:lnTo>
                    <a:pt x="2167580" y="182847"/>
                  </a:lnTo>
                  <a:lnTo>
                    <a:pt x="2239833" y="188942"/>
                  </a:lnTo>
                  <a:lnTo>
                    <a:pt x="2312086" y="195037"/>
                  </a:lnTo>
                  <a:lnTo>
                    <a:pt x="2384338" y="201132"/>
                  </a:lnTo>
                  <a:lnTo>
                    <a:pt x="2456591" y="207227"/>
                  </a:lnTo>
                  <a:lnTo>
                    <a:pt x="2528844" y="213322"/>
                  </a:lnTo>
                  <a:lnTo>
                    <a:pt x="2601096" y="219417"/>
                  </a:lnTo>
                  <a:lnTo>
                    <a:pt x="2673349" y="225512"/>
                  </a:lnTo>
                  <a:lnTo>
                    <a:pt x="2745602" y="231607"/>
                  </a:lnTo>
                  <a:lnTo>
                    <a:pt x="2817854" y="237702"/>
                  </a:lnTo>
                  <a:lnTo>
                    <a:pt x="2890107" y="243797"/>
                  </a:lnTo>
                  <a:lnTo>
                    <a:pt x="2962360" y="249892"/>
                  </a:lnTo>
                  <a:lnTo>
                    <a:pt x="3034612" y="255987"/>
                  </a:lnTo>
                  <a:lnTo>
                    <a:pt x="3106865" y="262081"/>
                  </a:lnTo>
                  <a:lnTo>
                    <a:pt x="3179118" y="268176"/>
                  </a:lnTo>
                  <a:lnTo>
                    <a:pt x="3251371" y="274271"/>
                  </a:lnTo>
                  <a:lnTo>
                    <a:pt x="3323623" y="280366"/>
                  </a:lnTo>
                  <a:lnTo>
                    <a:pt x="3395876" y="286461"/>
                  </a:lnTo>
                  <a:lnTo>
                    <a:pt x="3468129" y="292556"/>
                  </a:lnTo>
                  <a:lnTo>
                    <a:pt x="3540381" y="298651"/>
                  </a:lnTo>
                  <a:lnTo>
                    <a:pt x="3612634" y="304746"/>
                  </a:lnTo>
                  <a:lnTo>
                    <a:pt x="3684887" y="310841"/>
                  </a:lnTo>
                  <a:lnTo>
                    <a:pt x="3757139" y="316936"/>
                  </a:lnTo>
                  <a:lnTo>
                    <a:pt x="3829392" y="323031"/>
                  </a:lnTo>
                  <a:lnTo>
                    <a:pt x="3901645" y="329126"/>
                  </a:lnTo>
                  <a:lnTo>
                    <a:pt x="3973897" y="335221"/>
                  </a:lnTo>
                  <a:lnTo>
                    <a:pt x="4046150" y="341316"/>
                  </a:lnTo>
                  <a:lnTo>
                    <a:pt x="4118403" y="347410"/>
                  </a:lnTo>
                  <a:lnTo>
                    <a:pt x="4190656" y="353505"/>
                  </a:lnTo>
                  <a:lnTo>
                    <a:pt x="4262908" y="359600"/>
                  </a:lnTo>
                  <a:lnTo>
                    <a:pt x="4335161" y="365695"/>
                  </a:lnTo>
                  <a:lnTo>
                    <a:pt x="4407414" y="371790"/>
                  </a:lnTo>
                  <a:lnTo>
                    <a:pt x="4479666" y="377885"/>
                  </a:lnTo>
                  <a:lnTo>
                    <a:pt x="4551919" y="383980"/>
                  </a:lnTo>
                  <a:lnTo>
                    <a:pt x="4624172" y="390075"/>
                  </a:lnTo>
                  <a:lnTo>
                    <a:pt x="4696424" y="396170"/>
                  </a:lnTo>
                  <a:lnTo>
                    <a:pt x="4768677" y="402265"/>
                  </a:lnTo>
                  <a:lnTo>
                    <a:pt x="4840930" y="408360"/>
                  </a:lnTo>
                  <a:lnTo>
                    <a:pt x="4913182" y="414455"/>
                  </a:lnTo>
                  <a:lnTo>
                    <a:pt x="4985435" y="420550"/>
                  </a:lnTo>
                  <a:lnTo>
                    <a:pt x="5057688" y="426645"/>
                  </a:lnTo>
                  <a:lnTo>
                    <a:pt x="5129941" y="432739"/>
                  </a:lnTo>
                  <a:lnTo>
                    <a:pt x="5202193" y="438834"/>
                  </a:lnTo>
                  <a:lnTo>
                    <a:pt x="5274446" y="444929"/>
                  </a:lnTo>
                  <a:lnTo>
                    <a:pt x="5346699" y="451024"/>
                  </a:lnTo>
                  <a:lnTo>
                    <a:pt x="5418951" y="457119"/>
                  </a:lnTo>
                  <a:lnTo>
                    <a:pt x="5491204" y="463214"/>
                  </a:lnTo>
                  <a:lnTo>
                    <a:pt x="5563457" y="469309"/>
                  </a:lnTo>
                  <a:lnTo>
                    <a:pt x="5635709" y="475404"/>
                  </a:lnTo>
                  <a:lnTo>
                    <a:pt x="5707962" y="481499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30231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632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747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130439" y="36161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30439" y="31200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30439" y="36097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388335" y="37093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388335" y="35561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388335" y="34440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16182" y="25723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16182" y="34315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116182" y="32534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708462" y="36753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708462" y="43772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708462" y="37700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787533" y="36063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787533" y="38274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787533" y="39921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609803" y="49456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609803" y="45099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09803" y="52376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721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550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44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990426"/>
              <a:ext cx="5707962" cy="2172191"/>
            </a:xfrm>
            <a:custGeom>
              <a:avLst/>
              <a:pathLst>
                <a:path w="5707962" h="2172191">
                  <a:moveTo>
                    <a:pt x="0" y="0"/>
                  </a:moveTo>
                  <a:lnTo>
                    <a:pt x="72252" y="23568"/>
                  </a:lnTo>
                  <a:lnTo>
                    <a:pt x="144505" y="47029"/>
                  </a:lnTo>
                  <a:lnTo>
                    <a:pt x="216758" y="70377"/>
                  </a:lnTo>
                  <a:lnTo>
                    <a:pt x="289010" y="93604"/>
                  </a:lnTo>
                  <a:lnTo>
                    <a:pt x="361263" y="116702"/>
                  </a:lnTo>
                  <a:lnTo>
                    <a:pt x="433516" y="139663"/>
                  </a:lnTo>
                  <a:lnTo>
                    <a:pt x="505768" y="162477"/>
                  </a:lnTo>
                  <a:lnTo>
                    <a:pt x="578021" y="185136"/>
                  </a:lnTo>
                  <a:lnTo>
                    <a:pt x="650274" y="207629"/>
                  </a:lnTo>
                  <a:lnTo>
                    <a:pt x="722526" y="229944"/>
                  </a:lnTo>
                  <a:lnTo>
                    <a:pt x="794779" y="252072"/>
                  </a:lnTo>
                  <a:lnTo>
                    <a:pt x="867032" y="273998"/>
                  </a:lnTo>
                  <a:lnTo>
                    <a:pt x="939284" y="295711"/>
                  </a:lnTo>
                  <a:lnTo>
                    <a:pt x="1011537" y="317197"/>
                  </a:lnTo>
                  <a:lnTo>
                    <a:pt x="1083790" y="338442"/>
                  </a:lnTo>
                  <a:lnTo>
                    <a:pt x="1156043" y="359432"/>
                  </a:lnTo>
                  <a:lnTo>
                    <a:pt x="1228295" y="380151"/>
                  </a:lnTo>
                  <a:lnTo>
                    <a:pt x="1300548" y="400584"/>
                  </a:lnTo>
                  <a:lnTo>
                    <a:pt x="1372801" y="420716"/>
                  </a:lnTo>
                  <a:lnTo>
                    <a:pt x="1445053" y="440531"/>
                  </a:lnTo>
                  <a:lnTo>
                    <a:pt x="1517306" y="460013"/>
                  </a:lnTo>
                  <a:lnTo>
                    <a:pt x="1589559" y="479148"/>
                  </a:lnTo>
                  <a:lnTo>
                    <a:pt x="1661811" y="497920"/>
                  </a:lnTo>
                  <a:lnTo>
                    <a:pt x="1734064" y="516316"/>
                  </a:lnTo>
                  <a:lnTo>
                    <a:pt x="1806317" y="534323"/>
                  </a:lnTo>
                  <a:lnTo>
                    <a:pt x="1878569" y="551930"/>
                  </a:lnTo>
                  <a:lnTo>
                    <a:pt x="1950822" y="569126"/>
                  </a:lnTo>
                  <a:lnTo>
                    <a:pt x="2023075" y="585905"/>
                  </a:lnTo>
                  <a:lnTo>
                    <a:pt x="2095328" y="602259"/>
                  </a:lnTo>
                  <a:lnTo>
                    <a:pt x="2167580" y="618186"/>
                  </a:lnTo>
                  <a:lnTo>
                    <a:pt x="2239833" y="633683"/>
                  </a:lnTo>
                  <a:lnTo>
                    <a:pt x="2312086" y="648752"/>
                  </a:lnTo>
                  <a:lnTo>
                    <a:pt x="2384338" y="663395"/>
                  </a:lnTo>
                  <a:lnTo>
                    <a:pt x="2456591" y="677618"/>
                  </a:lnTo>
                  <a:lnTo>
                    <a:pt x="2528844" y="691427"/>
                  </a:lnTo>
                  <a:lnTo>
                    <a:pt x="2601096" y="704833"/>
                  </a:lnTo>
                  <a:lnTo>
                    <a:pt x="2673349" y="717846"/>
                  </a:lnTo>
                  <a:lnTo>
                    <a:pt x="2745602" y="730479"/>
                  </a:lnTo>
                  <a:lnTo>
                    <a:pt x="2817854" y="742744"/>
                  </a:lnTo>
                  <a:lnTo>
                    <a:pt x="2890107" y="754657"/>
                  </a:lnTo>
                  <a:lnTo>
                    <a:pt x="2962360" y="766232"/>
                  </a:lnTo>
                  <a:lnTo>
                    <a:pt x="3034612" y="777485"/>
                  </a:lnTo>
                  <a:lnTo>
                    <a:pt x="3106865" y="788431"/>
                  </a:lnTo>
                  <a:lnTo>
                    <a:pt x="3179118" y="799086"/>
                  </a:lnTo>
                  <a:lnTo>
                    <a:pt x="3251371" y="809465"/>
                  </a:lnTo>
                  <a:lnTo>
                    <a:pt x="3323623" y="819584"/>
                  </a:lnTo>
                  <a:lnTo>
                    <a:pt x="3395876" y="829457"/>
                  </a:lnTo>
                  <a:lnTo>
                    <a:pt x="3468129" y="839099"/>
                  </a:lnTo>
                  <a:lnTo>
                    <a:pt x="3540381" y="848523"/>
                  </a:lnTo>
                  <a:lnTo>
                    <a:pt x="3612634" y="857742"/>
                  </a:lnTo>
                  <a:lnTo>
                    <a:pt x="3684887" y="866768"/>
                  </a:lnTo>
                  <a:lnTo>
                    <a:pt x="3757139" y="875614"/>
                  </a:lnTo>
                  <a:lnTo>
                    <a:pt x="3829392" y="884289"/>
                  </a:lnTo>
                  <a:lnTo>
                    <a:pt x="3901645" y="892806"/>
                  </a:lnTo>
                  <a:lnTo>
                    <a:pt x="3973897" y="901174"/>
                  </a:lnTo>
                  <a:lnTo>
                    <a:pt x="4046150" y="909401"/>
                  </a:lnTo>
                  <a:lnTo>
                    <a:pt x="4118403" y="917496"/>
                  </a:lnTo>
                  <a:lnTo>
                    <a:pt x="4190656" y="925468"/>
                  </a:lnTo>
                  <a:lnTo>
                    <a:pt x="4262908" y="933324"/>
                  </a:lnTo>
                  <a:lnTo>
                    <a:pt x="4335161" y="941071"/>
                  </a:lnTo>
                  <a:lnTo>
                    <a:pt x="4407414" y="948716"/>
                  </a:lnTo>
                  <a:lnTo>
                    <a:pt x="4479666" y="956265"/>
                  </a:lnTo>
                  <a:lnTo>
                    <a:pt x="4551919" y="963723"/>
                  </a:lnTo>
                  <a:lnTo>
                    <a:pt x="4624172" y="971095"/>
                  </a:lnTo>
                  <a:lnTo>
                    <a:pt x="4696424" y="978388"/>
                  </a:lnTo>
                  <a:lnTo>
                    <a:pt x="4768677" y="985605"/>
                  </a:lnTo>
                  <a:lnTo>
                    <a:pt x="4840930" y="992750"/>
                  </a:lnTo>
                  <a:lnTo>
                    <a:pt x="4913182" y="999829"/>
                  </a:lnTo>
                  <a:lnTo>
                    <a:pt x="4985435" y="1006843"/>
                  </a:lnTo>
                  <a:lnTo>
                    <a:pt x="5057688" y="1013798"/>
                  </a:lnTo>
                  <a:lnTo>
                    <a:pt x="5129941" y="1020696"/>
                  </a:lnTo>
                  <a:lnTo>
                    <a:pt x="5202193" y="1027541"/>
                  </a:lnTo>
                  <a:lnTo>
                    <a:pt x="5274446" y="1034334"/>
                  </a:lnTo>
                  <a:lnTo>
                    <a:pt x="5346699" y="1041079"/>
                  </a:lnTo>
                  <a:lnTo>
                    <a:pt x="5418951" y="1047779"/>
                  </a:lnTo>
                  <a:lnTo>
                    <a:pt x="5491204" y="1054436"/>
                  </a:lnTo>
                  <a:lnTo>
                    <a:pt x="5563457" y="1061051"/>
                  </a:lnTo>
                  <a:lnTo>
                    <a:pt x="5635709" y="1067627"/>
                  </a:lnTo>
                  <a:lnTo>
                    <a:pt x="5707962" y="1074166"/>
                  </a:lnTo>
                  <a:lnTo>
                    <a:pt x="5707962" y="2172191"/>
                  </a:lnTo>
                  <a:lnTo>
                    <a:pt x="5635709" y="2147450"/>
                  </a:lnTo>
                  <a:lnTo>
                    <a:pt x="5563457" y="2122746"/>
                  </a:lnTo>
                  <a:lnTo>
                    <a:pt x="5491204" y="2098081"/>
                  </a:lnTo>
                  <a:lnTo>
                    <a:pt x="5418951" y="2073457"/>
                  </a:lnTo>
                  <a:lnTo>
                    <a:pt x="5346699" y="2048876"/>
                  </a:lnTo>
                  <a:lnTo>
                    <a:pt x="5274446" y="2024341"/>
                  </a:lnTo>
                  <a:lnTo>
                    <a:pt x="5202193" y="1999855"/>
                  </a:lnTo>
                  <a:lnTo>
                    <a:pt x="5129941" y="1975419"/>
                  </a:lnTo>
                  <a:lnTo>
                    <a:pt x="5057688" y="1951036"/>
                  </a:lnTo>
                  <a:lnTo>
                    <a:pt x="4985435" y="1926711"/>
                  </a:lnTo>
                  <a:lnTo>
                    <a:pt x="4913182" y="1902445"/>
                  </a:lnTo>
                  <a:lnTo>
                    <a:pt x="4840930" y="1878243"/>
                  </a:lnTo>
                  <a:lnTo>
                    <a:pt x="4768677" y="1854109"/>
                  </a:lnTo>
                  <a:lnTo>
                    <a:pt x="4696424" y="1830045"/>
                  </a:lnTo>
                  <a:lnTo>
                    <a:pt x="4624172" y="1806057"/>
                  </a:lnTo>
                  <a:lnTo>
                    <a:pt x="4551919" y="1782150"/>
                  </a:lnTo>
                  <a:lnTo>
                    <a:pt x="4479666" y="1758327"/>
                  </a:lnTo>
                  <a:lnTo>
                    <a:pt x="4407414" y="1734596"/>
                  </a:lnTo>
                  <a:lnTo>
                    <a:pt x="4335161" y="1710960"/>
                  </a:lnTo>
                  <a:lnTo>
                    <a:pt x="4262908" y="1687427"/>
                  </a:lnTo>
                  <a:lnTo>
                    <a:pt x="4190656" y="1664003"/>
                  </a:lnTo>
                  <a:lnTo>
                    <a:pt x="4118403" y="1640694"/>
                  </a:lnTo>
                  <a:lnTo>
                    <a:pt x="4046150" y="1617510"/>
                  </a:lnTo>
                  <a:lnTo>
                    <a:pt x="3973897" y="1594456"/>
                  </a:lnTo>
                  <a:lnTo>
                    <a:pt x="3901645" y="1571543"/>
                  </a:lnTo>
                  <a:lnTo>
                    <a:pt x="3829392" y="1548780"/>
                  </a:lnTo>
                  <a:lnTo>
                    <a:pt x="3757139" y="1526175"/>
                  </a:lnTo>
                  <a:lnTo>
                    <a:pt x="3684887" y="1503741"/>
                  </a:lnTo>
                  <a:lnTo>
                    <a:pt x="3612634" y="1481487"/>
                  </a:lnTo>
                  <a:lnTo>
                    <a:pt x="3540381" y="1459425"/>
                  </a:lnTo>
                  <a:lnTo>
                    <a:pt x="3468129" y="1437569"/>
                  </a:lnTo>
                  <a:lnTo>
                    <a:pt x="3395876" y="1415930"/>
                  </a:lnTo>
                  <a:lnTo>
                    <a:pt x="3323623" y="1394523"/>
                  </a:lnTo>
                  <a:lnTo>
                    <a:pt x="3251371" y="1373362"/>
                  </a:lnTo>
                  <a:lnTo>
                    <a:pt x="3179118" y="1352461"/>
                  </a:lnTo>
                  <a:lnTo>
                    <a:pt x="3106865" y="1331835"/>
                  </a:lnTo>
                  <a:lnTo>
                    <a:pt x="3034612" y="1311501"/>
                  </a:lnTo>
                  <a:lnTo>
                    <a:pt x="2962360" y="1291474"/>
                  </a:lnTo>
                  <a:lnTo>
                    <a:pt x="2890107" y="1271768"/>
                  </a:lnTo>
                  <a:lnTo>
                    <a:pt x="2817854" y="1252401"/>
                  </a:lnTo>
                  <a:lnTo>
                    <a:pt x="2745602" y="1233386"/>
                  </a:lnTo>
                  <a:lnTo>
                    <a:pt x="2673349" y="1214738"/>
                  </a:lnTo>
                  <a:lnTo>
                    <a:pt x="2601096" y="1196471"/>
                  </a:lnTo>
                  <a:lnTo>
                    <a:pt x="2528844" y="1178596"/>
                  </a:lnTo>
                  <a:lnTo>
                    <a:pt x="2456591" y="1161126"/>
                  </a:lnTo>
                  <a:lnTo>
                    <a:pt x="2384338" y="1144068"/>
                  </a:lnTo>
                  <a:lnTo>
                    <a:pt x="2312086" y="1127431"/>
                  </a:lnTo>
                  <a:lnTo>
                    <a:pt x="2239833" y="1111219"/>
                  </a:lnTo>
                  <a:lnTo>
                    <a:pt x="2167580" y="1095436"/>
                  </a:lnTo>
                  <a:lnTo>
                    <a:pt x="2095328" y="1080082"/>
                  </a:lnTo>
                  <a:lnTo>
                    <a:pt x="2023075" y="1065156"/>
                  </a:lnTo>
                  <a:lnTo>
                    <a:pt x="1950822" y="1050655"/>
                  </a:lnTo>
                  <a:lnTo>
                    <a:pt x="1878569" y="1036571"/>
                  </a:lnTo>
                  <a:lnTo>
                    <a:pt x="1806317" y="1022897"/>
                  </a:lnTo>
                  <a:lnTo>
                    <a:pt x="1734064" y="1009624"/>
                  </a:lnTo>
                  <a:lnTo>
                    <a:pt x="1661811" y="996740"/>
                  </a:lnTo>
                  <a:lnTo>
                    <a:pt x="1589559" y="984232"/>
                  </a:lnTo>
                  <a:lnTo>
                    <a:pt x="1517306" y="972086"/>
                  </a:lnTo>
                  <a:lnTo>
                    <a:pt x="1445053" y="960288"/>
                  </a:lnTo>
                  <a:lnTo>
                    <a:pt x="1372801" y="948822"/>
                  </a:lnTo>
                  <a:lnTo>
                    <a:pt x="1300548" y="937674"/>
                  </a:lnTo>
                  <a:lnTo>
                    <a:pt x="1228295" y="926827"/>
                  </a:lnTo>
                  <a:lnTo>
                    <a:pt x="1156043" y="916266"/>
                  </a:lnTo>
                  <a:lnTo>
                    <a:pt x="1083790" y="905975"/>
                  </a:lnTo>
                  <a:lnTo>
                    <a:pt x="1011537" y="895940"/>
                  </a:lnTo>
                  <a:lnTo>
                    <a:pt x="939284" y="886145"/>
                  </a:lnTo>
                  <a:lnTo>
                    <a:pt x="867032" y="876578"/>
                  </a:lnTo>
                  <a:lnTo>
                    <a:pt x="794779" y="867224"/>
                  </a:lnTo>
                  <a:lnTo>
                    <a:pt x="722526" y="858071"/>
                  </a:lnTo>
                  <a:lnTo>
                    <a:pt x="650274" y="849107"/>
                  </a:lnTo>
                  <a:lnTo>
                    <a:pt x="578021" y="840319"/>
                  </a:lnTo>
                  <a:lnTo>
                    <a:pt x="505768" y="831697"/>
                  </a:lnTo>
                  <a:lnTo>
                    <a:pt x="433516" y="823232"/>
                  </a:lnTo>
                  <a:lnTo>
                    <a:pt x="361263" y="814912"/>
                  </a:lnTo>
                  <a:lnTo>
                    <a:pt x="289010" y="806730"/>
                  </a:lnTo>
                  <a:lnTo>
                    <a:pt x="216758" y="798677"/>
                  </a:lnTo>
                  <a:lnTo>
                    <a:pt x="144505" y="790744"/>
                  </a:lnTo>
                  <a:lnTo>
                    <a:pt x="72252" y="782925"/>
                  </a:lnTo>
                  <a:lnTo>
                    <a:pt x="0" y="775213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990426"/>
              <a:ext cx="5707962" cy="1074166"/>
            </a:xfrm>
            <a:custGeom>
              <a:avLst/>
              <a:pathLst>
                <a:path w="5707962" h="1074166">
                  <a:moveTo>
                    <a:pt x="0" y="0"/>
                  </a:moveTo>
                  <a:lnTo>
                    <a:pt x="72252" y="23568"/>
                  </a:lnTo>
                  <a:lnTo>
                    <a:pt x="144505" y="47029"/>
                  </a:lnTo>
                  <a:lnTo>
                    <a:pt x="216758" y="70377"/>
                  </a:lnTo>
                  <a:lnTo>
                    <a:pt x="289010" y="93604"/>
                  </a:lnTo>
                  <a:lnTo>
                    <a:pt x="361263" y="116702"/>
                  </a:lnTo>
                  <a:lnTo>
                    <a:pt x="433516" y="139663"/>
                  </a:lnTo>
                  <a:lnTo>
                    <a:pt x="505768" y="162477"/>
                  </a:lnTo>
                  <a:lnTo>
                    <a:pt x="578021" y="185136"/>
                  </a:lnTo>
                  <a:lnTo>
                    <a:pt x="650274" y="207629"/>
                  </a:lnTo>
                  <a:lnTo>
                    <a:pt x="722526" y="229944"/>
                  </a:lnTo>
                  <a:lnTo>
                    <a:pt x="794779" y="252072"/>
                  </a:lnTo>
                  <a:lnTo>
                    <a:pt x="867032" y="273998"/>
                  </a:lnTo>
                  <a:lnTo>
                    <a:pt x="939284" y="295711"/>
                  </a:lnTo>
                  <a:lnTo>
                    <a:pt x="1011537" y="317197"/>
                  </a:lnTo>
                  <a:lnTo>
                    <a:pt x="1083790" y="338442"/>
                  </a:lnTo>
                  <a:lnTo>
                    <a:pt x="1156043" y="359432"/>
                  </a:lnTo>
                  <a:lnTo>
                    <a:pt x="1228295" y="380151"/>
                  </a:lnTo>
                  <a:lnTo>
                    <a:pt x="1300548" y="400584"/>
                  </a:lnTo>
                  <a:lnTo>
                    <a:pt x="1372801" y="420716"/>
                  </a:lnTo>
                  <a:lnTo>
                    <a:pt x="1445053" y="440531"/>
                  </a:lnTo>
                  <a:lnTo>
                    <a:pt x="1517306" y="460013"/>
                  </a:lnTo>
                  <a:lnTo>
                    <a:pt x="1589559" y="479148"/>
                  </a:lnTo>
                  <a:lnTo>
                    <a:pt x="1661811" y="497920"/>
                  </a:lnTo>
                  <a:lnTo>
                    <a:pt x="1734064" y="516316"/>
                  </a:lnTo>
                  <a:lnTo>
                    <a:pt x="1806317" y="534323"/>
                  </a:lnTo>
                  <a:lnTo>
                    <a:pt x="1878569" y="551930"/>
                  </a:lnTo>
                  <a:lnTo>
                    <a:pt x="1950822" y="569126"/>
                  </a:lnTo>
                  <a:lnTo>
                    <a:pt x="2023075" y="585905"/>
                  </a:lnTo>
                  <a:lnTo>
                    <a:pt x="2095328" y="602259"/>
                  </a:lnTo>
                  <a:lnTo>
                    <a:pt x="2167580" y="618186"/>
                  </a:lnTo>
                  <a:lnTo>
                    <a:pt x="2239833" y="633683"/>
                  </a:lnTo>
                  <a:lnTo>
                    <a:pt x="2312086" y="648752"/>
                  </a:lnTo>
                  <a:lnTo>
                    <a:pt x="2384338" y="663395"/>
                  </a:lnTo>
                  <a:lnTo>
                    <a:pt x="2456591" y="677618"/>
                  </a:lnTo>
                  <a:lnTo>
                    <a:pt x="2528844" y="691427"/>
                  </a:lnTo>
                  <a:lnTo>
                    <a:pt x="2601096" y="704833"/>
                  </a:lnTo>
                  <a:lnTo>
                    <a:pt x="2673349" y="717846"/>
                  </a:lnTo>
                  <a:lnTo>
                    <a:pt x="2745602" y="730479"/>
                  </a:lnTo>
                  <a:lnTo>
                    <a:pt x="2817854" y="742744"/>
                  </a:lnTo>
                  <a:lnTo>
                    <a:pt x="2890107" y="754657"/>
                  </a:lnTo>
                  <a:lnTo>
                    <a:pt x="2962360" y="766232"/>
                  </a:lnTo>
                  <a:lnTo>
                    <a:pt x="3034612" y="777485"/>
                  </a:lnTo>
                  <a:lnTo>
                    <a:pt x="3106865" y="788431"/>
                  </a:lnTo>
                  <a:lnTo>
                    <a:pt x="3179118" y="799086"/>
                  </a:lnTo>
                  <a:lnTo>
                    <a:pt x="3251371" y="809465"/>
                  </a:lnTo>
                  <a:lnTo>
                    <a:pt x="3323623" y="819584"/>
                  </a:lnTo>
                  <a:lnTo>
                    <a:pt x="3395876" y="829457"/>
                  </a:lnTo>
                  <a:lnTo>
                    <a:pt x="3468129" y="839099"/>
                  </a:lnTo>
                  <a:lnTo>
                    <a:pt x="3540381" y="848523"/>
                  </a:lnTo>
                  <a:lnTo>
                    <a:pt x="3612634" y="857742"/>
                  </a:lnTo>
                  <a:lnTo>
                    <a:pt x="3684887" y="866768"/>
                  </a:lnTo>
                  <a:lnTo>
                    <a:pt x="3757139" y="875614"/>
                  </a:lnTo>
                  <a:lnTo>
                    <a:pt x="3829392" y="884289"/>
                  </a:lnTo>
                  <a:lnTo>
                    <a:pt x="3901645" y="892806"/>
                  </a:lnTo>
                  <a:lnTo>
                    <a:pt x="3973897" y="901174"/>
                  </a:lnTo>
                  <a:lnTo>
                    <a:pt x="4046150" y="909401"/>
                  </a:lnTo>
                  <a:lnTo>
                    <a:pt x="4118403" y="917496"/>
                  </a:lnTo>
                  <a:lnTo>
                    <a:pt x="4190656" y="925468"/>
                  </a:lnTo>
                  <a:lnTo>
                    <a:pt x="4262908" y="933324"/>
                  </a:lnTo>
                  <a:lnTo>
                    <a:pt x="4335161" y="941071"/>
                  </a:lnTo>
                  <a:lnTo>
                    <a:pt x="4407414" y="948716"/>
                  </a:lnTo>
                  <a:lnTo>
                    <a:pt x="4479666" y="956265"/>
                  </a:lnTo>
                  <a:lnTo>
                    <a:pt x="4551919" y="963723"/>
                  </a:lnTo>
                  <a:lnTo>
                    <a:pt x="4624172" y="971095"/>
                  </a:lnTo>
                  <a:lnTo>
                    <a:pt x="4696424" y="978388"/>
                  </a:lnTo>
                  <a:lnTo>
                    <a:pt x="4768677" y="985605"/>
                  </a:lnTo>
                  <a:lnTo>
                    <a:pt x="4840930" y="992750"/>
                  </a:lnTo>
                  <a:lnTo>
                    <a:pt x="4913182" y="999829"/>
                  </a:lnTo>
                  <a:lnTo>
                    <a:pt x="4985435" y="1006843"/>
                  </a:lnTo>
                  <a:lnTo>
                    <a:pt x="5057688" y="1013798"/>
                  </a:lnTo>
                  <a:lnTo>
                    <a:pt x="5129941" y="1020696"/>
                  </a:lnTo>
                  <a:lnTo>
                    <a:pt x="5202193" y="1027541"/>
                  </a:lnTo>
                  <a:lnTo>
                    <a:pt x="5274446" y="1034334"/>
                  </a:lnTo>
                  <a:lnTo>
                    <a:pt x="5346699" y="1041079"/>
                  </a:lnTo>
                  <a:lnTo>
                    <a:pt x="5418951" y="1047779"/>
                  </a:lnTo>
                  <a:lnTo>
                    <a:pt x="5491204" y="1054436"/>
                  </a:lnTo>
                  <a:lnTo>
                    <a:pt x="5563457" y="1061051"/>
                  </a:lnTo>
                  <a:lnTo>
                    <a:pt x="5635709" y="1067627"/>
                  </a:lnTo>
                  <a:lnTo>
                    <a:pt x="5707962" y="1074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765640"/>
              <a:ext cx="5707962" cy="1396977"/>
            </a:xfrm>
            <a:custGeom>
              <a:avLst/>
              <a:pathLst>
                <a:path w="5707962" h="1396977">
                  <a:moveTo>
                    <a:pt x="5707962" y="1396977"/>
                  </a:moveTo>
                  <a:lnTo>
                    <a:pt x="5635709" y="1372236"/>
                  </a:lnTo>
                  <a:lnTo>
                    <a:pt x="5563457" y="1347532"/>
                  </a:lnTo>
                  <a:lnTo>
                    <a:pt x="5491204" y="1322867"/>
                  </a:lnTo>
                  <a:lnTo>
                    <a:pt x="5418951" y="1298243"/>
                  </a:lnTo>
                  <a:lnTo>
                    <a:pt x="5346699" y="1273663"/>
                  </a:lnTo>
                  <a:lnTo>
                    <a:pt x="5274446" y="1249128"/>
                  </a:lnTo>
                  <a:lnTo>
                    <a:pt x="5202193" y="1224641"/>
                  </a:lnTo>
                  <a:lnTo>
                    <a:pt x="5129941" y="1200205"/>
                  </a:lnTo>
                  <a:lnTo>
                    <a:pt x="5057688" y="1175823"/>
                  </a:lnTo>
                  <a:lnTo>
                    <a:pt x="4985435" y="1151497"/>
                  </a:lnTo>
                  <a:lnTo>
                    <a:pt x="4913182" y="1127232"/>
                  </a:lnTo>
                  <a:lnTo>
                    <a:pt x="4840930" y="1103030"/>
                  </a:lnTo>
                  <a:lnTo>
                    <a:pt x="4768677" y="1078895"/>
                  </a:lnTo>
                  <a:lnTo>
                    <a:pt x="4696424" y="1054832"/>
                  </a:lnTo>
                  <a:lnTo>
                    <a:pt x="4624172" y="1030844"/>
                  </a:lnTo>
                  <a:lnTo>
                    <a:pt x="4551919" y="1006936"/>
                  </a:lnTo>
                  <a:lnTo>
                    <a:pt x="4479666" y="983114"/>
                  </a:lnTo>
                  <a:lnTo>
                    <a:pt x="4407414" y="959382"/>
                  </a:lnTo>
                  <a:lnTo>
                    <a:pt x="4335161" y="935746"/>
                  </a:lnTo>
                  <a:lnTo>
                    <a:pt x="4262908" y="912213"/>
                  </a:lnTo>
                  <a:lnTo>
                    <a:pt x="4190656" y="888789"/>
                  </a:lnTo>
                  <a:lnTo>
                    <a:pt x="4118403" y="865481"/>
                  </a:lnTo>
                  <a:lnTo>
                    <a:pt x="4046150" y="842296"/>
                  </a:lnTo>
                  <a:lnTo>
                    <a:pt x="3973897" y="819243"/>
                  </a:lnTo>
                  <a:lnTo>
                    <a:pt x="3901645" y="796330"/>
                  </a:lnTo>
                  <a:lnTo>
                    <a:pt x="3829392" y="773566"/>
                  </a:lnTo>
                  <a:lnTo>
                    <a:pt x="3757139" y="750962"/>
                  </a:lnTo>
                  <a:lnTo>
                    <a:pt x="3684887" y="728527"/>
                  </a:lnTo>
                  <a:lnTo>
                    <a:pt x="3612634" y="706273"/>
                  </a:lnTo>
                  <a:lnTo>
                    <a:pt x="3540381" y="684212"/>
                  </a:lnTo>
                  <a:lnTo>
                    <a:pt x="3468129" y="662355"/>
                  </a:lnTo>
                  <a:lnTo>
                    <a:pt x="3395876" y="640716"/>
                  </a:lnTo>
                  <a:lnTo>
                    <a:pt x="3323623" y="619309"/>
                  </a:lnTo>
                  <a:lnTo>
                    <a:pt x="3251371" y="598148"/>
                  </a:lnTo>
                  <a:lnTo>
                    <a:pt x="3179118" y="577247"/>
                  </a:lnTo>
                  <a:lnTo>
                    <a:pt x="3106865" y="556622"/>
                  </a:lnTo>
                  <a:lnTo>
                    <a:pt x="3034612" y="536288"/>
                  </a:lnTo>
                  <a:lnTo>
                    <a:pt x="2962360" y="516260"/>
                  </a:lnTo>
                  <a:lnTo>
                    <a:pt x="2890107" y="496555"/>
                  </a:lnTo>
                  <a:lnTo>
                    <a:pt x="2817854" y="477187"/>
                  </a:lnTo>
                  <a:lnTo>
                    <a:pt x="2745602" y="458172"/>
                  </a:lnTo>
                  <a:lnTo>
                    <a:pt x="2673349" y="439524"/>
                  </a:lnTo>
                  <a:lnTo>
                    <a:pt x="2601096" y="421257"/>
                  </a:lnTo>
                  <a:lnTo>
                    <a:pt x="2528844" y="403383"/>
                  </a:lnTo>
                  <a:lnTo>
                    <a:pt x="2456591" y="385912"/>
                  </a:lnTo>
                  <a:lnTo>
                    <a:pt x="2384338" y="368855"/>
                  </a:lnTo>
                  <a:lnTo>
                    <a:pt x="2312086" y="352217"/>
                  </a:lnTo>
                  <a:lnTo>
                    <a:pt x="2239833" y="336005"/>
                  </a:lnTo>
                  <a:lnTo>
                    <a:pt x="2167580" y="320222"/>
                  </a:lnTo>
                  <a:lnTo>
                    <a:pt x="2095328" y="304869"/>
                  </a:lnTo>
                  <a:lnTo>
                    <a:pt x="2023075" y="289943"/>
                  </a:lnTo>
                  <a:lnTo>
                    <a:pt x="1950822" y="275441"/>
                  </a:lnTo>
                  <a:lnTo>
                    <a:pt x="1878569" y="261357"/>
                  </a:lnTo>
                  <a:lnTo>
                    <a:pt x="1806317" y="247684"/>
                  </a:lnTo>
                  <a:lnTo>
                    <a:pt x="1734064" y="234411"/>
                  </a:lnTo>
                  <a:lnTo>
                    <a:pt x="1661811" y="221526"/>
                  </a:lnTo>
                  <a:lnTo>
                    <a:pt x="1589559" y="209018"/>
                  </a:lnTo>
                  <a:lnTo>
                    <a:pt x="1517306" y="196872"/>
                  </a:lnTo>
                  <a:lnTo>
                    <a:pt x="1445053" y="185074"/>
                  </a:lnTo>
                  <a:lnTo>
                    <a:pt x="1372801" y="173609"/>
                  </a:lnTo>
                  <a:lnTo>
                    <a:pt x="1300548" y="162460"/>
                  </a:lnTo>
                  <a:lnTo>
                    <a:pt x="1228295" y="151613"/>
                  </a:lnTo>
                  <a:lnTo>
                    <a:pt x="1156043" y="141052"/>
                  </a:lnTo>
                  <a:lnTo>
                    <a:pt x="1083790" y="130761"/>
                  </a:lnTo>
                  <a:lnTo>
                    <a:pt x="1011537" y="120726"/>
                  </a:lnTo>
                  <a:lnTo>
                    <a:pt x="939284" y="110932"/>
                  </a:lnTo>
                  <a:lnTo>
                    <a:pt x="867032" y="101365"/>
                  </a:lnTo>
                  <a:lnTo>
                    <a:pt x="794779" y="92011"/>
                  </a:lnTo>
                  <a:lnTo>
                    <a:pt x="722526" y="82858"/>
                  </a:lnTo>
                  <a:lnTo>
                    <a:pt x="650274" y="73893"/>
                  </a:lnTo>
                  <a:lnTo>
                    <a:pt x="578021" y="65105"/>
                  </a:lnTo>
                  <a:lnTo>
                    <a:pt x="505768" y="56484"/>
                  </a:lnTo>
                  <a:lnTo>
                    <a:pt x="433516" y="48018"/>
                  </a:lnTo>
                  <a:lnTo>
                    <a:pt x="361263" y="39699"/>
                  </a:lnTo>
                  <a:lnTo>
                    <a:pt x="289010" y="31516"/>
                  </a:lnTo>
                  <a:lnTo>
                    <a:pt x="216758" y="23463"/>
                  </a:lnTo>
                  <a:lnTo>
                    <a:pt x="144505" y="15531"/>
                  </a:lnTo>
                  <a:lnTo>
                    <a:pt x="72252" y="77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378033"/>
              <a:ext cx="5707962" cy="1235572"/>
            </a:xfrm>
            <a:custGeom>
              <a:avLst/>
              <a:pathLst>
                <a:path w="5707962" h="1235572">
                  <a:moveTo>
                    <a:pt x="0" y="0"/>
                  </a:moveTo>
                  <a:lnTo>
                    <a:pt x="72252" y="15640"/>
                  </a:lnTo>
                  <a:lnTo>
                    <a:pt x="144505" y="31280"/>
                  </a:lnTo>
                  <a:lnTo>
                    <a:pt x="216758" y="46920"/>
                  </a:lnTo>
                  <a:lnTo>
                    <a:pt x="289010" y="62560"/>
                  </a:lnTo>
                  <a:lnTo>
                    <a:pt x="361263" y="78200"/>
                  </a:lnTo>
                  <a:lnTo>
                    <a:pt x="433516" y="93840"/>
                  </a:lnTo>
                  <a:lnTo>
                    <a:pt x="505768" y="109481"/>
                  </a:lnTo>
                  <a:lnTo>
                    <a:pt x="578021" y="125121"/>
                  </a:lnTo>
                  <a:lnTo>
                    <a:pt x="650274" y="140761"/>
                  </a:lnTo>
                  <a:lnTo>
                    <a:pt x="722526" y="156401"/>
                  </a:lnTo>
                  <a:lnTo>
                    <a:pt x="794779" y="172041"/>
                  </a:lnTo>
                  <a:lnTo>
                    <a:pt x="867032" y="187681"/>
                  </a:lnTo>
                  <a:lnTo>
                    <a:pt x="939284" y="203322"/>
                  </a:lnTo>
                  <a:lnTo>
                    <a:pt x="1011537" y="218962"/>
                  </a:lnTo>
                  <a:lnTo>
                    <a:pt x="1083790" y="234602"/>
                  </a:lnTo>
                  <a:lnTo>
                    <a:pt x="1156043" y="250242"/>
                  </a:lnTo>
                  <a:lnTo>
                    <a:pt x="1228295" y="265882"/>
                  </a:lnTo>
                  <a:lnTo>
                    <a:pt x="1300548" y="281522"/>
                  </a:lnTo>
                  <a:lnTo>
                    <a:pt x="1372801" y="297162"/>
                  </a:lnTo>
                  <a:lnTo>
                    <a:pt x="1445053" y="312803"/>
                  </a:lnTo>
                  <a:lnTo>
                    <a:pt x="1517306" y="328443"/>
                  </a:lnTo>
                  <a:lnTo>
                    <a:pt x="1589559" y="344083"/>
                  </a:lnTo>
                  <a:lnTo>
                    <a:pt x="1661811" y="359723"/>
                  </a:lnTo>
                  <a:lnTo>
                    <a:pt x="1734064" y="375363"/>
                  </a:lnTo>
                  <a:lnTo>
                    <a:pt x="1806317" y="391003"/>
                  </a:lnTo>
                  <a:lnTo>
                    <a:pt x="1878569" y="406644"/>
                  </a:lnTo>
                  <a:lnTo>
                    <a:pt x="1950822" y="422284"/>
                  </a:lnTo>
                  <a:lnTo>
                    <a:pt x="2023075" y="437924"/>
                  </a:lnTo>
                  <a:lnTo>
                    <a:pt x="2095328" y="453564"/>
                  </a:lnTo>
                  <a:lnTo>
                    <a:pt x="2167580" y="469204"/>
                  </a:lnTo>
                  <a:lnTo>
                    <a:pt x="2239833" y="484844"/>
                  </a:lnTo>
                  <a:lnTo>
                    <a:pt x="2312086" y="500485"/>
                  </a:lnTo>
                  <a:lnTo>
                    <a:pt x="2384338" y="516125"/>
                  </a:lnTo>
                  <a:lnTo>
                    <a:pt x="2456591" y="531765"/>
                  </a:lnTo>
                  <a:lnTo>
                    <a:pt x="2528844" y="547405"/>
                  </a:lnTo>
                  <a:lnTo>
                    <a:pt x="2601096" y="563045"/>
                  </a:lnTo>
                  <a:lnTo>
                    <a:pt x="2673349" y="578685"/>
                  </a:lnTo>
                  <a:lnTo>
                    <a:pt x="2745602" y="594325"/>
                  </a:lnTo>
                  <a:lnTo>
                    <a:pt x="2817854" y="609966"/>
                  </a:lnTo>
                  <a:lnTo>
                    <a:pt x="2890107" y="625606"/>
                  </a:lnTo>
                  <a:lnTo>
                    <a:pt x="2962360" y="641246"/>
                  </a:lnTo>
                  <a:lnTo>
                    <a:pt x="3034612" y="656886"/>
                  </a:lnTo>
                  <a:lnTo>
                    <a:pt x="3106865" y="672526"/>
                  </a:lnTo>
                  <a:lnTo>
                    <a:pt x="3179118" y="688166"/>
                  </a:lnTo>
                  <a:lnTo>
                    <a:pt x="3251371" y="703807"/>
                  </a:lnTo>
                  <a:lnTo>
                    <a:pt x="3323623" y="719447"/>
                  </a:lnTo>
                  <a:lnTo>
                    <a:pt x="3395876" y="735087"/>
                  </a:lnTo>
                  <a:lnTo>
                    <a:pt x="3468129" y="750727"/>
                  </a:lnTo>
                  <a:lnTo>
                    <a:pt x="3540381" y="766367"/>
                  </a:lnTo>
                  <a:lnTo>
                    <a:pt x="3612634" y="782007"/>
                  </a:lnTo>
                  <a:lnTo>
                    <a:pt x="3684887" y="797648"/>
                  </a:lnTo>
                  <a:lnTo>
                    <a:pt x="3757139" y="813288"/>
                  </a:lnTo>
                  <a:lnTo>
                    <a:pt x="3829392" y="828928"/>
                  </a:lnTo>
                  <a:lnTo>
                    <a:pt x="3901645" y="844568"/>
                  </a:lnTo>
                  <a:lnTo>
                    <a:pt x="3973897" y="860208"/>
                  </a:lnTo>
                  <a:lnTo>
                    <a:pt x="4046150" y="875848"/>
                  </a:lnTo>
                  <a:lnTo>
                    <a:pt x="4118403" y="891488"/>
                  </a:lnTo>
                  <a:lnTo>
                    <a:pt x="4190656" y="907129"/>
                  </a:lnTo>
                  <a:lnTo>
                    <a:pt x="4262908" y="922769"/>
                  </a:lnTo>
                  <a:lnTo>
                    <a:pt x="4335161" y="938409"/>
                  </a:lnTo>
                  <a:lnTo>
                    <a:pt x="4407414" y="954049"/>
                  </a:lnTo>
                  <a:lnTo>
                    <a:pt x="4479666" y="969689"/>
                  </a:lnTo>
                  <a:lnTo>
                    <a:pt x="4551919" y="985329"/>
                  </a:lnTo>
                  <a:lnTo>
                    <a:pt x="4624172" y="1000970"/>
                  </a:lnTo>
                  <a:lnTo>
                    <a:pt x="4696424" y="1016610"/>
                  </a:lnTo>
                  <a:lnTo>
                    <a:pt x="4768677" y="1032250"/>
                  </a:lnTo>
                  <a:lnTo>
                    <a:pt x="4840930" y="1047890"/>
                  </a:lnTo>
                  <a:lnTo>
                    <a:pt x="4913182" y="1063530"/>
                  </a:lnTo>
                  <a:lnTo>
                    <a:pt x="4985435" y="1079170"/>
                  </a:lnTo>
                  <a:lnTo>
                    <a:pt x="5057688" y="1094811"/>
                  </a:lnTo>
                  <a:lnTo>
                    <a:pt x="5129941" y="1110451"/>
                  </a:lnTo>
                  <a:lnTo>
                    <a:pt x="5202193" y="1126091"/>
                  </a:lnTo>
                  <a:lnTo>
                    <a:pt x="5274446" y="1141731"/>
                  </a:lnTo>
                  <a:lnTo>
                    <a:pt x="5346699" y="1157371"/>
                  </a:lnTo>
                  <a:lnTo>
                    <a:pt x="5418951" y="1173011"/>
                  </a:lnTo>
                  <a:lnTo>
                    <a:pt x="5491204" y="1188651"/>
                  </a:lnTo>
                  <a:lnTo>
                    <a:pt x="5563457" y="1204292"/>
                  </a:lnTo>
                  <a:lnTo>
                    <a:pt x="5635709" y="1219932"/>
                  </a:lnTo>
                  <a:lnTo>
                    <a:pt x="5707962" y="123557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545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5705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43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130439" y="25788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30439" y="27245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30439" y="25575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388335" y="28616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388335" y="28148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88335" y="29448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116182" y="20502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116182" y="27495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116182" y="27860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708462" y="30201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08462" y="2999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708462" y="31795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787533" y="28859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787533" y="29023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787533" y="27348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609803" y="48790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09803" y="41226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09803" y="39504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390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7515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505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300407"/>
              <a:ext cx="5707962" cy="1927705"/>
            </a:xfrm>
            <a:custGeom>
              <a:avLst/>
              <a:pathLst>
                <a:path w="5707962" h="1927705">
                  <a:moveTo>
                    <a:pt x="0" y="0"/>
                  </a:moveTo>
                  <a:lnTo>
                    <a:pt x="72252" y="20607"/>
                  </a:lnTo>
                  <a:lnTo>
                    <a:pt x="144505" y="41111"/>
                  </a:lnTo>
                  <a:lnTo>
                    <a:pt x="216758" y="61505"/>
                  </a:lnTo>
                  <a:lnTo>
                    <a:pt x="289010" y="81782"/>
                  </a:lnTo>
                  <a:lnTo>
                    <a:pt x="361263" y="101936"/>
                  </a:lnTo>
                  <a:lnTo>
                    <a:pt x="433516" y="121956"/>
                  </a:lnTo>
                  <a:lnTo>
                    <a:pt x="505768" y="141835"/>
                  </a:lnTo>
                  <a:lnTo>
                    <a:pt x="578021" y="161564"/>
                  </a:lnTo>
                  <a:lnTo>
                    <a:pt x="650274" y="181132"/>
                  </a:lnTo>
                  <a:lnTo>
                    <a:pt x="722526" y="200530"/>
                  </a:lnTo>
                  <a:lnTo>
                    <a:pt x="794779" y="219745"/>
                  </a:lnTo>
                  <a:lnTo>
                    <a:pt x="867032" y="238766"/>
                  </a:lnTo>
                  <a:lnTo>
                    <a:pt x="939284" y="257581"/>
                  </a:lnTo>
                  <a:lnTo>
                    <a:pt x="1011537" y="276177"/>
                  </a:lnTo>
                  <a:lnTo>
                    <a:pt x="1083790" y="294540"/>
                  </a:lnTo>
                  <a:lnTo>
                    <a:pt x="1156043" y="312657"/>
                  </a:lnTo>
                  <a:lnTo>
                    <a:pt x="1228295" y="330512"/>
                  </a:lnTo>
                  <a:lnTo>
                    <a:pt x="1300548" y="348091"/>
                  </a:lnTo>
                  <a:lnTo>
                    <a:pt x="1372801" y="365379"/>
                  </a:lnTo>
                  <a:lnTo>
                    <a:pt x="1445053" y="382360"/>
                  </a:lnTo>
                  <a:lnTo>
                    <a:pt x="1517306" y="399020"/>
                  </a:lnTo>
                  <a:lnTo>
                    <a:pt x="1589559" y="415345"/>
                  </a:lnTo>
                  <a:lnTo>
                    <a:pt x="1661811" y="431319"/>
                  </a:lnTo>
                  <a:lnTo>
                    <a:pt x="1734064" y="446930"/>
                  </a:lnTo>
                  <a:lnTo>
                    <a:pt x="1806317" y="462166"/>
                  </a:lnTo>
                  <a:lnTo>
                    <a:pt x="1878569" y="477014"/>
                  </a:lnTo>
                  <a:lnTo>
                    <a:pt x="1950822" y="491467"/>
                  </a:lnTo>
                  <a:lnTo>
                    <a:pt x="2023075" y="505516"/>
                  </a:lnTo>
                  <a:lnTo>
                    <a:pt x="2095328" y="519155"/>
                  </a:lnTo>
                  <a:lnTo>
                    <a:pt x="2167580" y="532380"/>
                  </a:lnTo>
                  <a:lnTo>
                    <a:pt x="2239833" y="545191"/>
                  </a:lnTo>
                  <a:lnTo>
                    <a:pt x="2312086" y="557588"/>
                  </a:lnTo>
                  <a:lnTo>
                    <a:pt x="2384338" y="569574"/>
                  </a:lnTo>
                  <a:lnTo>
                    <a:pt x="2456591" y="581154"/>
                  </a:lnTo>
                  <a:lnTo>
                    <a:pt x="2528844" y="592335"/>
                  </a:lnTo>
                  <a:lnTo>
                    <a:pt x="2601096" y="603126"/>
                  </a:lnTo>
                  <a:lnTo>
                    <a:pt x="2673349" y="613537"/>
                  </a:lnTo>
                  <a:lnTo>
                    <a:pt x="2745602" y="623581"/>
                  </a:lnTo>
                  <a:lnTo>
                    <a:pt x="2817854" y="633270"/>
                  </a:lnTo>
                  <a:lnTo>
                    <a:pt x="2890107" y="642618"/>
                  </a:lnTo>
                  <a:lnTo>
                    <a:pt x="2962360" y="651641"/>
                  </a:lnTo>
                  <a:lnTo>
                    <a:pt x="3034612" y="660352"/>
                  </a:lnTo>
                  <a:lnTo>
                    <a:pt x="3106865" y="668766"/>
                  </a:lnTo>
                  <a:lnTo>
                    <a:pt x="3179118" y="676900"/>
                  </a:lnTo>
                  <a:lnTo>
                    <a:pt x="3251371" y="684768"/>
                  </a:lnTo>
                  <a:lnTo>
                    <a:pt x="3323623" y="692383"/>
                  </a:lnTo>
                  <a:lnTo>
                    <a:pt x="3395876" y="699762"/>
                  </a:lnTo>
                  <a:lnTo>
                    <a:pt x="3468129" y="706917"/>
                  </a:lnTo>
                  <a:lnTo>
                    <a:pt x="3540381" y="713861"/>
                  </a:lnTo>
                  <a:lnTo>
                    <a:pt x="3612634" y="720607"/>
                  </a:lnTo>
                  <a:lnTo>
                    <a:pt x="3684887" y="727168"/>
                  </a:lnTo>
                  <a:lnTo>
                    <a:pt x="3757139" y="733553"/>
                  </a:lnTo>
                  <a:lnTo>
                    <a:pt x="3829392" y="739775"/>
                  </a:lnTo>
                  <a:lnTo>
                    <a:pt x="3901645" y="745843"/>
                  </a:lnTo>
                  <a:lnTo>
                    <a:pt x="3973897" y="751767"/>
                  </a:lnTo>
                  <a:lnTo>
                    <a:pt x="4046150" y="757556"/>
                  </a:lnTo>
                  <a:lnTo>
                    <a:pt x="4118403" y="763217"/>
                  </a:lnTo>
                  <a:lnTo>
                    <a:pt x="4190656" y="768759"/>
                  </a:lnTo>
                  <a:lnTo>
                    <a:pt x="4262908" y="774189"/>
                  </a:lnTo>
                  <a:lnTo>
                    <a:pt x="4335161" y="779513"/>
                  </a:lnTo>
                  <a:lnTo>
                    <a:pt x="4407414" y="784739"/>
                  </a:lnTo>
                  <a:lnTo>
                    <a:pt x="4479666" y="789872"/>
                  </a:lnTo>
                  <a:lnTo>
                    <a:pt x="4551919" y="794918"/>
                  </a:lnTo>
                  <a:lnTo>
                    <a:pt x="4624172" y="799881"/>
                  </a:lnTo>
                  <a:lnTo>
                    <a:pt x="4696424" y="804766"/>
                  </a:lnTo>
                  <a:lnTo>
                    <a:pt x="4768677" y="809579"/>
                  </a:lnTo>
                  <a:lnTo>
                    <a:pt x="4840930" y="814322"/>
                  </a:lnTo>
                  <a:lnTo>
                    <a:pt x="4913182" y="819001"/>
                  </a:lnTo>
                  <a:lnTo>
                    <a:pt x="4985435" y="823618"/>
                  </a:lnTo>
                  <a:lnTo>
                    <a:pt x="5057688" y="828178"/>
                  </a:lnTo>
                  <a:lnTo>
                    <a:pt x="5129941" y="832682"/>
                  </a:lnTo>
                  <a:lnTo>
                    <a:pt x="5202193" y="837135"/>
                  </a:lnTo>
                  <a:lnTo>
                    <a:pt x="5274446" y="841538"/>
                  </a:lnTo>
                  <a:lnTo>
                    <a:pt x="5346699" y="845896"/>
                  </a:lnTo>
                  <a:lnTo>
                    <a:pt x="5418951" y="850209"/>
                  </a:lnTo>
                  <a:lnTo>
                    <a:pt x="5491204" y="854480"/>
                  </a:lnTo>
                  <a:lnTo>
                    <a:pt x="5563457" y="858711"/>
                  </a:lnTo>
                  <a:lnTo>
                    <a:pt x="5635709" y="862905"/>
                  </a:lnTo>
                  <a:lnTo>
                    <a:pt x="5707962" y="867063"/>
                  </a:lnTo>
                  <a:lnTo>
                    <a:pt x="5707962" y="1927705"/>
                  </a:lnTo>
                  <a:lnTo>
                    <a:pt x="5635709" y="1905965"/>
                  </a:lnTo>
                  <a:lnTo>
                    <a:pt x="5563457" y="1884261"/>
                  </a:lnTo>
                  <a:lnTo>
                    <a:pt x="5491204" y="1862594"/>
                  </a:lnTo>
                  <a:lnTo>
                    <a:pt x="5418951" y="1840967"/>
                  </a:lnTo>
                  <a:lnTo>
                    <a:pt x="5346699" y="1819382"/>
                  </a:lnTo>
                  <a:lnTo>
                    <a:pt x="5274446" y="1797841"/>
                  </a:lnTo>
                  <a:lnTo>
                    <a:pt x="5202193" y="1776347"/>
                  </a:lnTo>
                  <a:lnTo>
                    <a:pt x="5129941" y="1754901"/>
                  </a:lnTo>
                  <a:lnTo>
                    <a:pt x="5057688" y="1733508"/>
                  </a:lnTo>
                  <a:lnTo>
                    <a:pt x="4985435" y="1712169"/>
                  </a:lnTo>
                  <a:lnTo>
                    <a:pt x="4913182" y="1690888"/>
                  </a:lnTo>
                  <a:lnTo>
                    <a:pt x="4840930" y="1669669"/>
                  </a:lnTo>
                  <a:lnTo>
                    <a:pt x="4768677" y="1648514"/>
                  </a:lnTo>
                  <a:lnTo>
                    <a:pt x="4696424" y="1627429"/>
                  </a:lnTo>
                  <a:lnTo>
                    <a:pt x="4624172" y="1606416"/>
                  </a:lnTo>
                  <a:lnTo>
                    <a:pt x="4551919" y="1585481"/>
                  </a:lnTo>
                  <a:lnTo>
                    <a:pt x="4479666" y="1564629"/>
                  </a:lnTo>
                  <a:lnTo>
                    <a:pt x="4407414" y="1543864"/>
                  </a:lnTo>
                  <a:lnTo>
                    <a:pt x="4335161" y="1523191"/>
                  </a:lnTo>
                  <a:lnTo>
                    <a:pt x="4262908" y="1502618"/>
                  </a:lnTo>
                  <a:lnTo>
                    <a:pt x="4190656" y="1482150"/>
                  </a:lnTo>
                  <a:lnTo>
                    <a:pt x="4118403" y="1461794"/>
                  </a:lnTo>
                  <a:lnTo>
                    <a:pt x="4046150" y="1441557"/>
                  </a:lnTo>
                  <a:lnTo>
                    <a:pt x="3973897" y="1421447"/>
                  </a:lnTo>
                  <a:lnTo>
                    <a:pt x="3901645" y="1401473"/>
                  </a:lnTo>
                  <a:lnTo>
                    <a:pt x="3829392" y="1381643"/>
                  </a:lnTo>
                  <a:lnTo>
                    <a:pt x="3757139" y="1361967"/>
                  </a:lnTo>
                  <a:lnTo>
                    <a:pt x="3684887" y="1342455"/>
                  </a:lnTo>
                  <a:lnTo>
                    <a:pt x="3612634" y="1323117"/>
                  </a:lnTo>
                  <a:lnTo>
                    <a:pt x="3540381" y="1303965"/>
                  </a:lnTo>
                  <a:lnTo>
                    <a:pt x="3468129" y="1285011"/>
                  </a:lnTo>
                  <a:lnTo>
                    <a:pt x="3395876" y="1266268"/>
                  </a:lnTo>
                  <a:lnTo>
                    <a:pt x="3323623" y="1247748"/>
                  </a:lnTo>
                  <a:lnTo>
                    <a:pt x="3251371" y="1229466"/>
                  </a:lnTo>
                  <a:lnTo>
                    <a:pt x="3179118" y="1211436"/>
                  </a:lnTo>
                  <a:lnTo>
                    <a:pt x="3106865" y="1193671"/>
                  </a:lnTo>
                  <a:lnTo>
                    <a:pt x="3034612" y="1176188"/>
                  </a:lnTo>
                  <a:lnTo>
                    <a:pt x="2962360" y="1159001"/>
                  </a:lnTo>
                  <a:lnTo>
                    <a:pt x="2890107" y="1142125"/>
                  </a:lnTo>
                  <a:lnTo>
                    <a:pt x="2817854" y="1125575"/>
                  </a:lnTo>
                  <a:lnTo>
                    <a:pt x="2745602" y="1109367"/>
                  </a:lnTo>
                  <a:lnTo>
                    <a:pt x="2673349" y="1093512"/>
                  </a:lnTo>
                  <a:lnTo>
                    <a:pt x="2601096" y="1078025"/>
                  </a:lnTo>
                  <a:lnTo>
                    <a:pt x="2528844" y="1062918"/>
                  </a:lnTo>
                  <a:lnTo>
                    <a:pt x="2456591" y="1048201"/>
                  </a:lnTo>
                  <a:lnTo>
                    <a:pt x="2384338" y="1033883"/>
                  </a:lnTo>
                  <a:lnTo>
                    <a:pt x="2312086" y="1019971"/>
                  </a:lnTo>
                  <a:lnTo>
                    <a:pt x="2239833" y="1006469"/>
                  </a:lnTo>
                  <a:lnTo>
                    <a:pt x="2167580" y="993382"/>
                  </a:lnTo>
                  <a:lnTo>
                    <a:pt x="2095328" y="980710"/>
                  </a:lnTo>
                  <a:lnTo>
                    <a:pt x="2023075" y="968451"/>
                  </a:lnTo>
                  <a:lnTo>
                    <a:pt x="1950822" y="956602"/>
                  </a:lnTo>
                  <a:lnTo>
                    <a:pt x="1878569" y="945156"/>
                  </a:lnTo>
                  <a:lnTo>
                    <a:pt x="1806317" y="934107"/>
                  </a:lnTo>
                  <a:lnTo>
                    <a:pt x="1734064" y="923444"/>
                  </a:lnTo>
                  <a:lnTo>
                    <a:pt x="1661811" y="913157"/>
                  </a:lnTo>
                  <a:lnTo>
                    <a:pt x="1589559" y="903233"/>
                  </a:lnTo>
                  <a:lnTo>
                    <a:pt x="1517306" y="893660"/>
                  </a:lnTo>
                  <a:lnTo>
                    <a:pt x="1445053" y="884422"/>
                  </a:lnTo>
                  <a:lnTo>
                    <a:pt x="1372801" y="875505"/>
                  </a:lnTo>
                  <a:lnTo>
                    <a:pt x="1300548" y="866895"/>
                  </a:lnTo>
                  <a:lnTo>
                    <a:pt x="1228295" y="858576"/>
                  </a:lnTo>
                  <a:lnTo>
                    <a:pt x="1156043" y="850533"/>
                  </a:lnTo>
                  <a:lnTo>
                    <a:pt x="1083790" y="842751"/>
                  </a:lnTo>
                  <a:lnTo>
                    <a:pt x="1011537" y="835216"/>
                  </a:lnTo>
                  <a:lnTo>
                    <a:pt x="939284" y="827914"/>
                  </a:lnTo>
                  <a:lnTo>
                    <a:pt x="867032" y="820831"/>
                  </a:lnTo>
                  <a:lnTo>
                    <a:pt x="794779" y="813955"/>
                  </a:lnTo>
                  <a:lnTo>
                    <a:pt x="722526" y="807272"/>
                  </a:lnTo>
                  <a:lnTo>
                    <a:pt x="650274" y="800771"/>
                  </a:lnTo>
                  <a:lnTo>
                    <a:pt x="578021" y="794441"/>
                  </a:lnTo>
                  <a:lnTo>
                    <a:pt x="505768" y="788272"/>
                  </a:lnTo>
                  <a:lnTo>
                    <a:pt x="433516" y="782253"/>
                  </a:lnTo>
                  <a:lnTo>
                    <a:pt x="361263" y="776375"/>
                  </a:lnTo>
                  <a:lnTo>
                    <a:pt x="289010" y="770630"/>
                  </a:lnTo>
                  <a:lnTo>
                    <a:pt x="216758" y="765010"/>
                  </a:lnTo>
                  <a:lnTo>
                    <a:pt x="144505" y="759506"/>
                  </a:lnTo>
                  <a:lnTo>
                    <a:pt x="72252" y="754112"/>
                  </a:lnTo>
                  <a:lnTo>
                    <a:pt x="0" y="748821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300407"/>
              <a:ext cx="5707962" cy="867063"/>
            </a:xfrm>
            <a:custGeom>
              <a:avLst/>
              <a:pathLst>
                <a:path w="5707962" h="867063">
                  <a:moveTo>
                    <a:pt x="0" y="0"/>
                  </a:moveTo>
                  <a:lnTo>
                    <a:pt x="72252" y="20607"/>
                  </a:lnTo>
                  <a:lnTo>
                    <a:pt x="144505" y="41111"/>
                  </a:lnTo>
                  <a:lnTo>
                    <a:pt x="216758" y="61505"/>
                  </a:lnTo>
                  <a:lnTo>
                    <a:pt x="289010" y="81782"/>
                  </a:lnTo>
                  <a:lnTo>
                    <a:pt x="361263" y="101936"/>
                  </a:lnTo>
                  <a:lnTo>
                    <a:pt x="433516" y="121956"/>
                  </a:lnTo>
                  <a:lnTo>
                    <a:pt x="505768" y="141835"/>
                  </a:lnTo>
                  <a:lnTo>
                    <a:pt x="578021" y="161564"/>
                  </a:lnTo>
                  <a:lnTo>
                    <a:pt x="650274" y="181132"/>
                  </a:lnTo>
                  <a:lnTo>
                    <a:pt x="722526" y="200530"/>
                  </a:lnTo>
                  <a:lnTo>
                    <a:pt x="794779" y="219745"/>
                  </a:lnTo>
                  <a:lnTo>
                    <a:pt x="867032" y="238766"/>
                  </a:lnTo>
                  <a:lnTo>
                    <a:pt x="939284" y="257581"/>
                  </a:lnTo>
                  <a:lnTo>
                    <a:pt x="1011537" y="276177"/>
                  </a:lnTo>
                  <a:lnTo>
                    <a:pt x="1083790" y="294540"/>
                  </a:lnTo>
                  <a:lnTo>
                    <a:pt x="1156043" y="312657"/>
                  </a:lnTo>
                  <a:lnTo>
                    <a:pt x="1228295" y="330512"/>
                  </a:lnTo>
                  <a:lnTo>
                    <a:pt x="1300548" y="348091"/>
                  </a:lnTo>
                  <a:lnTo>
                    <a:pt x="1372801" y="365379"/>
                  </a:lnTo>
                  <a:lnTo>
                    <a:pt x="1445053" y="382360"/>
                  </a:lnTo>
                  <a:lnTo>
                    <a:pt x="1517306" y="399020"/>
                  </a:lnTo>
                  <a:lnTo>
                    <a:pt x="1589559" y="415345"/>
                  </a:lnTo>
                  <a:lnTo>
                    <a:pt x="1661811" y="431319"/>
                  </a:lnTo>
                  <a:lnTo>
                    <a:pt x="1734064" y="446930"/>
                  </a:lnTo>
                  <a:lnTo>
                    <a:pt x="1806317" y="462166"/>
                  </a:lnTo>
                  <a:lnTo>
                    <a:pt x="1878569" y="477014"/>
                  </a:lnTo>
                  <a:lnTo>
                    <a:pt x="1950822" y="491467"/>
                  </a:lnTo>
                  <a:lnTo>
                    <a:pt x="2023075" y="505516"/>
                  </a:lnTo>
                  <a:lnTo>
                    <a:pt x="2095328" y="519155"/>
                  </a:lnTo>
                  <a:lnTo>
                    <a:pt x="2167580" y="532380"/>
                  </a:lnTo>
                  <a:lnTo>
                    <a:pt x="2239833" y="545191"/>
                  </a:lnTo>
                  <a:lnTo>
                    <a:pt x="2312086" y="557588"/>
                  </a:lnTo>
                  <a:lnTo>
                    <a:pt x="2384338" y="569574"/>
                  </a:lnTo>
                  <a:lnTo>
                    <a:pt x="2456591" y="581154"/>
                  </a:lnTo>
                  <a:lnTo>
                    <a:pt x="2528844" y="592335"/>
                  </a:lnTo>
                  <a:lnTo>
                    <a:pt x="2601096" y="603126"/>
                  </a:lnTo>
                  <a:lnTo>
                    <a:pt x="2673349" y="613537"/>
                  </a:lnTo>
                  <a:lnTo>
                    <a:pt x="2745602" y="623581"/>
                  </a:lnTo>
                  <a:lnTo>
                    <a:pt x="2817854" y="633270"/>
                  </a:lnTo>
                  <a:lnTo>
                    <a:pt x="2890107" y="642618"/>
                  </a:lnTo>
                  <a:lnTo>
                    <a:pt x="2962360" y="651641"/>
                  </a:lnTo>
                  <a:lnTo>
                    <a:pt x="3034612" y="660352"/>
                  </a:lnTo>
                  <a:lnTo>
                    <a:pt x="3106865" y="668766"/>
                  </a:lnTo>
                  <a:lnTo>
                    <a:pt x="3179118" y="676900"/>
                  </a:lnTo>
                  <a:lnTo>
                    <a:pt x="3251371" y="684768"/>
                  </a:lnTo>
                  <a:lnTo>
                    <a:pt x="3323623" y="692383"/>
                  </a:lnTo>
                  <a:lnTo>
                    <a:pt x="3395876" y="699762"/>
                  </a:lnTo>
                  <a:lnTo>
                    <a:pt x="3468129" y="706917"/>
                  </a:lnTo>
                  <a:lnTo>
                    <a:pt x="3540381" y="713861"/>
                  </a:lnTo>
                  <a:lnTo>
                    <a:pt x="3612634" y="720607"/>
                  </a:lnTo>
                  <a:lnTo>
                    <a:pt x="3684887" y="727168"/>
                  </a:lnTo>
                  <a:lnTo>
                    <a:pt x="3757139" y="733553"/>
                  </a:lnTo>
                  <a:lnTo>
                    <a:pt x="3829392" y="739775"/>
                  </a:lnTo>
                  <a:lnTo>
                    <a:pt x="3901645" y="745843"/>
                  </a:lnTo>
                  <a:lnTo>
                    <a:pt x="3973897" y="751767"/>
                  </a:lnTo>
                  <a:lnTo>
                    <a:pt x="4046150" y="757556"/>
                  </a:lnTo>
                  <a:lnTo>
                    <a:pt x="4118403" y="763217"/>
                  </a:lnTo>
                  <a:lnTo>
                    <a:pt x="4190656" y="768759"/>
                  </a:lnTo>
                  <a:lnTo>
                    <a:pt x="4262908" y="774189"/>
                  </a:lnTo>
                  <a:lnTo>
                    <a:pt x="4335161" y="779513"/>
                  </a:lnTo>
                  <a:lnTo>
                    <a:pt x="4407414" y="784739"/>
                  </a:lnTo>
                  <a:lnTo>
                    <a:pt x="4479666" y="789872"/>
                  </a:lnTo>
                  <a:lnTo>
                    <a:pt x="4551919" y="794918"/>
                  </a:lnTo>
                  <a:lnTo>
                    <a:pt x="4624172" y="799881"/>
                  </a:lnTo>
                  <a:lnTo>
                    <a:pt x="4696424" y="804766"/>
                  </a:lnTo>
                  <a:lnTo>
                    <a:pt x="4768677" y="809579"/>
                  </a:lnTo>
                  <a:lnTo>
                    <a:pt x="4840930" y="814322"/>
                  </a:lnTo>
                  <a:lnTo>
                    <a:pt x="4913182" y="819001"/>
                  </a:lnTo>
                  <a:lnTo>
                    <a:pt x="4985435" y="823618"/>
                  </a:lnTo>
                  <a:lnTo>
                    <a:pt x="5057688" y="828178"/>
                  </a:lnTo>
                  <a:lnTo>
                    <a:pt x="5129941" y="832682"/>
                  </a:lnTo>
                  <a:lnTo>
                    <a:pt x="5202193" y="837135"/>
                  </a:lnTo>
                  <a:lnTo>
                    <a:pt x="5274446" y="841538"/>
                  </a:lnTo>
                  <a:lnTo>
                    <a:pt x="5346699" y="845896"/>
                  </a:lnTo>
                  <a:lnTo>
                    <a:pt x="5418951" y="850209"/>
                  </a:lnTo>
                  <a:lnTo>
                    <a:pt x="5491204" y="854480"/>
                  </a:lnTo>
                  <a:lnTo>
                    <a:pt x="5563457" y="858711"/>
                  </a:lnTo>
                  <a:lnTo>
                    <a:pt x="5635709" y="862905"/>
                  </a:lnTo>
                  <a:lnTo>
                    <a:pt x="5707962" y="8670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3049229"/>
              <a:ext cx="5707962" cy="1178884"/>
            </a:xfrm>
            <a:custGeom>
              <a:avLst/>
              <a:pathLst>
                <a:path w="5707962" h="1178884">
                  <a:moveTo>
                    <a:pt x="5707962" y="1178884"/>
                  </a:moveTo>
                  <a:lnTo>
                    <a:pt x="5635709" y="1157144"/>
                  </a:lnTo>
                  <a:lnTo>
                    <a:pt x="5563457" y="1135439"/>
                  </a:lnTo>
                  <a:lnTo>
                    <a:pt x="5491204" y="1113773"/>
                  </a:lnTo>
                  <a:lnTo>
                    <a:pt x="5418951" y="1092146"/>
                  </a:lnTo>
                  <a:lnTo>
                    <a:pt x="5346699" y="1070561"/>
                  </a:lnTo>
                  <a:lnTo>
                    <a:pt x="5274446" y="1049020"/>
                  </a:lnTo>
                  <a:lnTo>
                    <a:pt x="5202193" y="1027525"/>
                  </a:lnTo>
                  <a:lnTo>
                    <a:pt x="5129941" y="1006080"/>
                  </a:lnTo>
                  <a:lnTo>
                    <a:pt x="5057688" y="984686"/>
                  </a:lnTo>
                  <a:lnTo>
                    <a:pt x="4985435" y="963347"/>
                  </a:lnTo>
                  <a:lnTo>
                    <a:pt x="4913182" y="942067"/>
                  </a:lnTo>
                  <a:lnTo>
                    <a:pt x="4840930" y="920847"/>
                  </a:lnTo>
                  <a:lnTo>
                    <a:pt x="4768677" y="899693"/>
                  </a:lnTo>
                  <a:lnTo>
                    <a:pt x="4696424" y="878607"/>
                  </a:lnTo>
                  <a:lnTo>
                    <a:pt x="4624172" y="857595"/>
                  </a:lnTo>
                  <a:lnTo>
                    <a:pt x="4551919" y="836660"/>
                  </a:lnTo>
                  <a:lnTo>
                    <a:pt x="4479666" y="815807"/>
                  </a:lnTo>
                  <a:lnTo>
                    <a:pt x="4407414" y="795042"/>
                  </a:lnTo>
                  <a:lnTo>
                    <a:pt x="4335161" y="774370"/>
                  </a:lnTo>
                  <a:lnTo>
                    <a:pt x="4262908" y="753796"/>
                  </a:lnTo>
                  <a:lnTo>
                    <a:pt x="4190656" y="733328"/>
                  </a:lnTo>
                  <a:lnTo>
                    <a:pt x="4118403" y="712972"/>
                  </a:lnTo>
                  <a:lnTo>
                    <a:pt x="4046150" y="692735"/>
                  </a:lnTo>
                  <a:lnTo>
                    <a:pt x="3973897" y="672626"/>
                  </a:lnTo>
                  <a:lnTo>
                    <a:pt x="3901645" y="652651"/>
                  </a:lnTo>
                  <a:lnTo>
                    <a:pt x="3829392" y="632822"/>
                  </a:lnTo>
                  <a:lnTo>
                    <a:pt x="3757139" y="613145"/>
                  </a:lnTo>
                  <a:lnTo>
                    <a:pt x="3684887" y="593633"/>
                  </a:lnTo>
                  <a:lnTo>
                    <a:pt x="3612634" y="574295"/>
                  </a:lnTo>
                  <a:lnTo>
                    <a:pt x="3540381" y="555144"/>
                  </a:lnTo>
                  <a:lnTo>
                    <a:pt x="3468129" y="536190"/>
                  </a:lnTo>
                  <a:lnTo>
                    <a:pt x="3395876" y="517447"/>
                  </a:lnTo>
                  <a:lnTo>
                    <a:pt x="3323623" y="498927"/>
                  </a:lnTo>
                  <a:lnTo>
                    <a:pt x="3251371" y="480645"/>
                  </a:lnTo>
                  <a:lnTo>
                    <a:pt x="3179118" y="462614"/>
                  </a:lnTo>
                  <a:lnTo>
                    <a:pt x="3106865" y="444850"/>
                  </a:lnTo>
                  <a:lnTo>
                    <a:pt x="3034612" y="427366"/>
                  </a:lnTo>
                  <a:lnTo>
                    <a:pt x="2962360" y="410179"/>
                  </a:lnTo>
                  <a:lnTo>
                    <a:pt x="2890107" y="393303"/>
                  </a:lnTo>
                  <a:lnTo>
                    <a:pt x="2817854" y="376754"/>
                  </a:lnTo>
                  <a:lnTo>
                    <a:pt x="2745602" y="360545"/>
                  </a:lnTo>
                  <a:lnTo>
                    <a:pt x="2673349" y="344691"/>
                  </a:lnTo>
                  <a:lnTo>
                    <a:pt x="2601096" y="329204"/>
                  </a:lnTo>
                  <a:lnTo>
                    <a:pt x="2528844" y="314097"/>
                  </a:lnTo>
                  <a:lnTo>
                    <a:pt x="2456591" y="299380"/>
                  </a:lnTo>
                  <a:lnTo>
                    <a:pt x="2384338" y="285061"/>
                  </a:lnTo>
                  <a:lnTo>
                    <a:pt x="2312086" y="271149"/>
                  </a:lnTo>
                  <a:lnTo>
                    <a:pt x="2239833" y="257648"/>
                  </a:lnTo>
                  <a:lnTo>
                    <a:pt x="2167580" y="244561"/>
                  </a:lnTo>
                  <a:lnTo>
                    <a:pt x="2095328" y="231888"/>
                  </a:lnTo>
                  <a:lnTo>
                    <a:pt x="2023075" y="219629"/>
                  </a:lnTo>
                  <a:lnTo>
                    <a:pt x="1950822" y="207780"/>
                  </a:lnTo>
                  <a:lnTo>
                    <a:pt x="1878569" y="196335"/>
                  </a:lnTo>
                  <a:lnTo>
                    <a:pt x="1806317" y="185285"/>
                  </a:lnTo>
                  <a:lnTo>
                    <a:pt x="1734064" y="174622"/>
                  </a:lnTo>
                  <a:lnTo>
                    <a:pt x="1661811" y="164335"/>
                  </a:lnTo>
                  <a:lnTo>
                    <a:pt x="1589559" y="154412"/>
                  </a:lnTo>
                  <a:lnTo>
                    <a:pt x="1517306" y="144838"/>
                  </a:lnTo>
                  <a:lnTo>
                    <a:pt x="1445053" y="135600"/>
                  </a:lnTo>
                  <a:lnTo>
                    <a:pt x="1372801" y="126684"/>
                  </a:lnTo>
                  <a:lnTo>
                    <a:pt x="1300548" y="118073"/>
                  </a:lnTo>
                  <a:lnTo>
                    <a:pt x="1228295" y="109754"/>
                  </a:lnTo>
                  <a:lnTo>
                    <a:pt x="1156043" y="101711"/>
                  </a:lnTo>
                  <a:lnTo>
                    <a:pt x="1083790" y="93930"/>
                  </a:lnTo>
                  <a:lnTo>
                    <a:pt x="1011537" y="86395"/>
                  </a:lnTo>
                  <a:lnTo>
                    <a:pt x="939284" y="79093"/>
                  </a:lnTo>
                  <a:lnTo>
                    <a:pt x="867032" y="72010"/>
                  </a:lnTo>
                  <a:lnTo>
                    <a:pt x="794779" y="65133"/>
                  </a:lnTo>
                  <a:lnTo>
                    <a:pt x="722526" y="58450"/>
                  </a:lnTo>
                  <a:lnTo>
                    <a:pt x="650274" y="51949"/>
                  </a:lnTo>
                  <a:lnTo>
                    <a:pt x="578021" y="45620"/>
                  </a:lnTo>
                  <a:lnTo>
                    <a:pt x="505768" y="39450"/>
                  </a:lnTo>
                  <a:lnTo>
                    <a:pt x="433516" y="33431"/>
                  </a:lnTo>
                  <a:lnTo>
                    <a:pt x="361263" y="27554"/>
                  </a:lnTo>
                  <a:lnTo>
                    <a:pt x="289010" y="21809"/>
                  </a:lnTo>
                  <a:lnTo>
                    <a:pt x="216758" y="16188"/>
                  </a:lnTo>
                  <a:lnTo>
                    <a:pt x="144505" y="10685"/>
                  </a:lnTo>
                  <a:lnTo>
                    <a:pt x="72252" y="5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674818"/>
              <a:ext cx="5707962" cy="1022973"/>
            </a:xfrm>
            <a:custGeom>
              <a:avLst/>
              <a:pathLst>
                <a:path w="5707962" h="1022973">
                  <a:moveTo>
                    <a:pt x="0" y="0"/>
                  </a:moveTo>
                  <a:lnTo>
                    <a:pt x="72252" y="12949"/>
                  </a:lnTo>
                  <a:lnTo>
                    <a:pt x="144505" y="25898"/>
                  </a:lnTo>
                  <a:lnTo>
                    <a:pt x="216758" y="38847"/>
                  </a:lnTo>
                  <a:lnTo>
                    <a:pt x="289010" y="51796"/>
                  </a:lnTo>
                  <a:lnTo>
                    <a:pt x="361263" y="64745"/>
                  </a:lnTo>
                  <a:lnTo>
                    <a:pt x="433516" y="77694"/>
                  </a:lnTo>
                  <a:lnTo>
                    <a:pt x="505768" y="90643"/>
                  </a:lnTo>
                  <a:lnTo>
                    <a:pt x="578021" y="103592"/>
                  </a:lnTo>
                  <a:lnTo>
                    <a:pt x="650274" y="116541"/>
                  </a:lnTo>
                  <a:lnTo>
                    <a:pt x="722526" y="129490"/>
                  </a:lnTo>
                  <a:lnTo>
                    <a:pt x="794779" y="142439"/>
                  </a:lnTo>
                  <a:lnTo>
                    <a:pt x="867032" y="155388"/>
                  </a:lnTo>
                  <a:lnTo>
                    <a:pt x="939284" y="168337"/>
                  </a:lnTo>
                  <a:lnTo>
                    <a:pt x="1011537" y="181286"/>
                  </a:lnTo>
                  <a:lnTo>
                    <a:pt x="1083790" y="194235"/>
                  </a:lnTo>
                  <a:lnTo>
                    <a:pt x="1156043" y="207184"/>
                  </a:lnTo>
                  <a:lnTo>
                    <a:pt x="1228295" y="220133"/>
                  </a:lnTo>
                  <a:lnTo>
                    <a:pt x="1300548" y="233082"/>
                  </a:lnTo>
                  <a:lnTo>
                    <a:pt x="1372801" y="246031"/>
                  </a:lnTo>
                  <a:lnTo>
                    <a:pt x="1445053" y="258980"/>
                  </a:lnTo>
                  <a:lnTo>
                    <a:pt x="1517306" y="271929"/>
                  </a:lnTo>
                  <a:lnTo>
                    <a:pt x="1589559" y="284878"/>
                  </a:lnTo>
                  <a:lnTo>
                    <a:pt x="1661811" y="297827"/>
                  </a:lnTo>
                  <a:lnTo>
                    <a:pt x="1734064" y="310776"/>
                  </a:lnTo>
                  <a:lnTo>
                    <a:pt x="1806317" y="323725"/>
                  </a:lnTo>
                  <a:lnTo>
                    <a:pt x="1878569" y="336674"/>
                  </a:lnTo>
                  <a:lnTo>
                    <a:pt x="1950822" y="349623"/>
                  </a:lnTo>
                  <a:lnTo>
                    <a:pt x="2023075" y="362572"/>
                  </a:lnTo>
                  <a:lnTo>
                    <a:pt x="2095328" y="375522"/>
                  </a:lnTo>
                  <a:lnTo>
                    <a:pt x="2167580" y="388471"/>
                  </a:lnTo>
                  <a:lnTo>
                    <a:pt x="2239833" y="401420"/>
                  </a:lnTo>
                  <a:lnTo>
                    <a:pt x="2312086" y="414369"/>
                  </a:lnTo>
                  <a:lnTo>
                    <a:pt x="2384338" y="427318"/>
                  </a:lnTo>
                  <a:lnTo>
                    <a:pt x="2456591" y="440267"/>
                  </a:lnTo>
                  <a:lnTo>
                    <a:pt x="2528844" y="453216"/>
                  </a:lnTo>
                  <a:lnTo>
                    <a:pt x="2601096" y="466165"/>
                  </a:lnTo>
                  <a:lnTo>
                    <a:pt x="2673349" y="479114"/>
                  </a:lnTo>
                  <a:lnTo>
                    <a:pt x="2745602" y="492063"/>
                  </a:lnTo>
                  <a:lnTo>
                    <a:pt x="2817854" y="505012"/>
                  </a:lnTo>
                  <a:lnTo>
                    <a:pt x="2890107" y="517961"/>
                  </a:lnTo>
                  <a:lnTo>
                    <a:pt x="2962360" y="530910"/>
                  </a:lnTo>
                  <a:lnTo>
                    <a:pt x="3034612" y="543859"/>
                  </a:lnTo>
                  <a:lnTo>
                    <a:pt x="3106865" y="556808"/>
                  </a:lnTo>
                  <a:lnTo>
                    <a:pt x="3179118" y="569757"/>
                  </a:lnTo>
                  <a:lnTo>
                    <a:pt x="3251371" y="582706"/>
                  </a:lnTo>
                  <a:lnTo>
                    <a:pt x="3323623" y="595655"/>
                  </a:lnTo>
                  <a:lnTo>
                    <a:pt x="3395876" y="608604"/>
                  </a:lnTo>
                  <a:lnTo>
                    <a:pt x="3468129" y="621553"/>
                  </a:lnTo>
                  <a:lnTo>
                    <a:pt x="3540381" y="634502"/>
                  </a:lnTo>
                  <a:lnTo>
                    <a:pt x="3612634" y="647451"/>
                  </a:lnTo>
                  <a:lnTo>
                    <a:pt x="3684887" y="660400"/>
                  </a:lnTo>
                  <a:lnTo>
                    <a:pt x="3757139" y="673349"/>
                  </a:lnTo>
                  <a:lnTo>
                    <a:pt x="3829392" y="686298"/>
                  </a:lnTo>
                  <a:lnTo>
                    <a:pt x="3901645" y="699247"/>
                  </a:lnTo>
                  <a:lnTo>
                    <a:pt x="3973897" y="712196"/>
                  </a:lnTo>
                  <a:lnTo>
                    <a:pt x="4046150" y="725145"/>
                  </a:lnTo>
                  <a:lnTo>
                    <a:pt x="4118403" y="738095"/>
                  </a:lnTo>
                  <a:lnTo>
                    <a:pt x="4190656" y="751044"/>
                  </a:lnTo>
                  <a:lnTo>
                    <a:pt x="4262908" y="763993"/>
                  </a:lnTo>
                  <a:lnTo>
                    <a:pt x="4335161" y="776942"/>
                  </a:lnTo>
                  <a:lnTo>
                    <a:pt x="4407414" y="789891"/>
                  </a:lnTo>
                  <a:lnTo>
                    <a:pt x="4479666" y="802840"/>
                  </a:lnTo>
                  <a:lnTo>
                    <a:pt x="4551919" y="815789"/>
                  </a:lnTo>
                  <a:lnTo>
                    <a:pt x="4624172" y="828738"/>
                  </a:lnTo>
                  <a:lnTo>
                    <a:pt x="4696424" y="841687"/>
                  </a:lnTo>
                  <a:lnTo>
                    <a:pt x="4768677" y="854636"/>
                  </a:lnTo>
                  <a:lnTo>
                    <a:pt x="4840930" y="867585"/>
                  </a:lnTo>
                  <a:lnTo>
                    <a:pt x="4913182" y="880534"/>
                  </a:lnTo>
                  <a:lnTo>
                    <a:pt x="4985435" y="893483"/>
                  </a:lnTo>
                  <a:lnTo>
                    <a:pt x="5057688" y="906432"/>
                  </a:lnTo>
                  <a:lnTo>
                    <a:pt x="5129941" y="919381"/>
                  </a:lnTo>
                  <a:lnTo>
                    <a:pt x="5202193" y="932330"/>
                  </a:lnTo>
                  <a:lnTo>
                    <a:pt x="5274446" y="945279"/>
                  </a:lnTo>
                  <a:lnTo>
                    <a:pt x="5346699" y="958228"/>
                  </a:lnTo>
                  <a:lnTo>
                    <a:pt x="5418951" y="971177"/>
                  </a:lnTo>
                  <a:lnTo>
                    <a:pt x="5491204" y="984126"/>
                  </a:lnTo>
                  <a:lnTo>
                    <a:pt x="5563457" y="997075"/>
                  </a:lnTo>
                  <a:lnTo>
                    <a:pt x="5635709" y="1010024"/>
                  </a:lnTo>
                  <a:lnTo>
                    <a:pt x="5707962" y="1022973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936888"/>
              <a:ext cx="0" cy="3786254"/>
            </a:xfrm>
            <a:custGeom>
              <a:avLst/>
              <a:pathLst>
                <a:path w="0" h="3786254">
                  <a:moveTo>
                    <a:pt x="0" y="378625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926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598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4038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9209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00151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93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99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804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610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415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94602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82192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9782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57373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9149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9083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66673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5426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28160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79906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21157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306199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9146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424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71091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61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3037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813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4982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2008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6113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8059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4000049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219505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41876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975239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096214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1718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28929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394126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26678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459231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17844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583041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615594" y="1673080"/>
              <a:ext cx="17135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Lewisetta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935516"/>
              <a:ext cx="6340937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221792" y="47154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221792" y="46381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221792" y="46376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113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93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92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828733" y="50129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828733" y="5160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828733" y="49984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3708" y="53256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3708" y="52833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3708" y="51114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106135" y="46174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106135" y="46227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106135" y="46440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539461" y="50266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39461" y="49925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539461" y="51156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488611" y="53630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488611" y="52233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488611" y="54922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9969" y="51285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59969" y="487329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959969" y="47335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802384"/>
              <a:ext cx="5764489" cy="596077"/>
            </a:xfrm>
            <a:custGeom>
              <a:avLst/>
              <a:pathLst>
                <a:path w="5764489" h="596077">
                  <a:moveTo>
                    <a:pt x="0" y="0"/>
                  </a:moveTo>
                  <a:lnTo>
                    <a:pt x="72968" y="5651"/>
                  </a:lnTo>
                  <a:lnTo>
                    <a:pt x="145936" y="11252"/>
                  </a:lnTo>
                  <a:lnTo>
                    <a:pt x="218904" y="16799"/>
                  </a:lnTo>
                  <a:lnTo>
                    <a:pt x="291872" y="22289"/>
                  </a:lnTo>
                  <a:lnTo>
                    <a:pt x="364841" y="27718"/>
                  </a:lnTo>
                  <a:lnTo>
                    <a:pt x="437809" y="33082"/>
                  </a:lnTo>
                  <a:lnTo>
                    <a:pt x="510777" y="38377"/>
                  </a:lnTo>
                  <a:lnTo>
                    <a:pt x="583745" y="43598"/>
                  </a:lnTo>
                  <a:lnTo>
                    <a:pt x="656713" y="48743"/>
                  </a:lnTo>
                  <a:lnTo>
                    <a:pt x="729682" y="53804"/>
                  </a:lnTo>
                  <a:lnTo>
                    <a:pt x="802650" y="58778"/>
                  </a:lnTo>
                  <a:lnTo>
                    <a:pt x="875618" y="63658"/>
                  </a:lnTo>
                  <a:lnTo>
                    <a:pt x="948586" y="68440"/>
                  </a:lnTo>
                  <a:lnTo>
                    <a:pt x="1021555" y="73118"/>
                  </a:lnTo>
                  <a:lnTo>
                    <a:pt x="1094523" y="77685"/>
                  </a:lnTo>
                  <a:lnTo>
                    <a:pt x="1167491" y="82135"/>
                  </a:lnTo>
                  <a:lnTo>
                    <a:pt x="1240459" y="86462"/>
                  </a:lnTo>
                  <a:lnTo>
                    <a:pt x="1313427" y="90660"/>
                  </a:lnTo>
                  <a:lnTo>
                    <a:pt x="1386396" y="94722"/>
                  </a:lnTo>
                  <a:lnTo>
                    <a:pt x="1459364" y="98642"/>
                  </a:lnTo>
                  <a:lnTo>
                    <a:pt x="1532332" y="102413"/>
                  </a:lnTo>
                  <a:lnTo>
                    <a:pt x="1605300" y="106030"/>
                  </a:lnTo>
                  <a:lnTo>
                    <a:pt x="1678268" y="109486"/>
                  </a:lnTo>
                  <a:lnTo>
                    <a:pt x="1751237" y="112778"/>
                  </a:lnTo>
                  <a:lnTo>
                    <a:pt x="1824205" y="115899"/>
                  </a:lnTo>
                  <a:lnTo>
                    <a:pt x="1897173" y="118846"/>
                  </a:lnTo>
                  <a:lnTo>
                    <a:pt x="1970141" y="121615"/>
                  </a:lnTo>
                  <a:lnTo>
                    <a:pt x="2043110" y="124203"/>
                  </a:lnTo>
                  <a:lnTo>
                    <a:pt x="2116078" y="126609"/>
                  </a:lnTo>
                  <a:lnTo>
                    <a:pt x="2189046" y="128832"/>
                  </a:lnTo>
                  <a:lnTo>
                    <a:pt x="2262014" y="130872"/>
                  </a:lnTo>
                  <a:lnTo>
                    <a:pt x="2334982" y="132729"/>
                  </a:lnTo>
                  <a:lnTo>
                    <a:pt x="2407951" y="134405"/>
                  </a:lnTo>
                  <a:lnTo>
                    <a:pt x="2480919" y="135903"/>
                  </a:lnTo>
                  <a:lnTo>
                    <a:pt x="2553887" y="137227"/>
                  </a:lnTo>
                  <a:lnTo>
                    <a:pt x="2626855" y="138379"/>
                  </a:lnTo>
                  <a:lnTo>
                    <a:pt x="2699823" y="139366"/>
                  </a:lnTo>
                  <a:lnTo>
                    <a:pt x="2772792" y="140192"/>
                  </a:lnTo>
                  <a:lnTo>
                    <a:pt x="2845760" y="140863"/>
                  </a:lnTo>
                  <a:lnTo>
                    <a:pt x="2918728" y="141385"/>
                  </a:lnTo>
                  <a:lnTo>
                    <a:pt x="2991696" y="141763"/>
                  </a:lnTo>
                  <a:lnTo>
                    <a:pt x="3064665" y="142006"/>
                  </a:lnTo>
                  <a:lnTo>
                    <a:pt x="3137633" y="142118"/>
                  </a:lnTo>
                  <a:lnTo>
                    <a:pt x="3210601" y="142106"/>
                  </a:lnTo>
                  <a:lnTo>
                    <a:pt x="3283569" y="141977"/>
                  </a:lnTo>
                  <a:lnTo>
                    <a:pt x="3356537" y="141737"/>
                  </a:lnTo>
                  <a:lnTo>
                    <a:pt x="3429506" y="141391"/>
                  </a:lnTo>
                  <a:lnTo>
                    <a:pt x="3502474" y="140946"/>
                  </a:lnTo>
                  <a:lnTo>
                    <a:pt x="3575442" y="140408"/>
                  </a:lnTo>
                  <a:lnTo>
                    <a:pt x="3648410" y="139781"/>
                  </a:lnTo>
                  <a:lnTo>
                    <a:pt x="3721379" y="139071"/>
                  </a:lnTo>
                  <a:lnTo>
                    <a:pt x="3794347" y="138282"/>
                  </a:lnTo>
                  <a:lnTo>
                    <a:pt x="3867315" y="137420"/>
                  </a:lnTo>
                  <a:lnTo>
                    <a:pt x="3940283" y="136488"/>
                  </a:lnTo>
                  <a:lnTo>
                    <a:pt x="4013251" y="135492"/>
                  </a:lnTo>
                  <a:lnTo>
                    <a:pt x="4086220" y="134434"/>
                  </a:lnTo>
                  <a:lnTo>
                    <a:pt x="4159188" y="133318"/>
                  </a:lnTo>
                  <a:lnTo>
                    <a:pt x="4232156" y="132148"/>
                  </a:lnTo>
                  <a:lnTo>
                    <a:pt x="4305124" y="130926"/>
                  </a:lnTo>
                  <a:lnTo>
                    <a:pt x="4378092" y="129657"/>
                  </a:lnTo>
                  <a:lnTo>
                    <a:pt x="4451061" y="128342"/>
                  </a:lnTo>
                  <a:lnTo>
                    <a:pt x="4524029" y="126985"/>
                  </a:lnTo>
                  <a:lnTo>
                    <a:pt x="4596997" y="125587"/>
                  </a:lnTo>
                  <a:lnTo>
                    <a:pt x="4669965" y="124151"/>
                  </a:lnTo>
                  <a:lnTo>
                    <a:pt x="4742934" y="122680"/>
                  </a:lnTo>
                  <a:lnTo>
                    <a:pt x="4815902" y="121174"/>
                  </a:lnTo>
                  <a:lnTo>
                    <a:pt x="4888870" y="119637"/>
                  </a:lnTo>
                  <a:lnTo>
                    <a:pt x="4961838" y="118069"/>
                  </a:lnTo>
                  <a:lnTo>
                    <a:pt x="5034806" y="116473"/>
                  </a:lnTo>
                  <a:lnTo>
                    <a:pt x="5107775" y="114850"/>
                  </a:lnTo>
                  <a:lnTo>
                    <a:pt x="5180743" y="113202"/>
                  </a:lnTo>
                  <a:lnTo>
                    <a:pt x="5253711" y="111529"/>
                  </a:lnTo>
                  <a:lnTo>
                    <a:pt x="5326679" y="109833"/>
                  </a:lnTo>
                  <a:lnTo>
                    <a:pt x="5399647" y="108115"/>
                  </a:lnTo>
                  <a:lnTo>
                    <a:pt x="5472616" y="106376"/>
                  </a:lnTo>
                  <a:lnTo>
                    <a:pt x="5545584" y="104618"/>
                  </a:lnTo>
                  <a:lnTo>
                    <a:pt x="5618552" y="102841"/>
                  </a:lnTo>
                  <a:lnTo>
                    <a:pt x="5691520" y="101047"/>
                  </a:lnTo>
                  <a:lnTo>
                    <a:pt x="5764489" y="99235"/>
                  </a:lnTo>
                  <a:lnTo>
                    <a:pt x="5764489" y="596077"/>
                  </a:lnTo>
                  <a:lnTo>
                    <a:pt x="5691520" y="589841"/>
                  </a:lnTo>
                  <a:lnTo>
                    <a:pt x="5618552" y="583621"/>
                  </a:lnTo>
                  <a:lnTo>
                    <a:pt x="5545584" y="577420"/>
                  </a:lnTo>
                  <a:lnTo>
                    <a:pt x="5472616" y="571237"/>
                  </a:lnTo>
                  <a:lnTo>
                    <a:pt x="5399647" y="565074"/>
                  </a:lnTo>
                  <a:lnTo>
                    <a:pt x="5326679" y="558931"/>
                  </a:lnTo>
                  <a:lnTo>
                    <a:pt x="5253711" y="552810"/>
                  </a:lnTo>
                  <a:lnTo>
                    <a:pt x="5180743" y="546713"/>
                  </a:lnTo>
                  <a:lnTo>
                    <a:pt x="5107775" y="540639"/>
                  </a:lnTo>
                  <a:lnTo>
                    <a:pt x="5034806" y="534591"/>
                  </a:lnTo>
                  <a:lnTo>
                    <a:pt x="4961838" y="528570"/>
                  </a:lnTo>
                  <a:lnTo>
                    <a:pt x="4888870" y="522578"/>
                  </a:lnTo>
                  <a:lnTo>
                    <a:pt x="4815902" y="516616"/>
                  </a:lnTo>
                  <a:lnTo>
                    <a:pt x="4742934" y="510686"/>
                  </a:lnTo>
                  <a:lnTo>
                    <a:pt x="4669965" y="504789"/>
                  </a:lnTo>
                  <a:lnTo>
                    <a:pt x="4596997" y="498929"/>
                  </a:lnTo>
                  <a:lnTo>
                    <a:pt x="4524029" y="493106"/>
                  </a:lnTo>
                  <a:lnTo>
                    <a:pt x="4451061" y="487324"/>
                  </a:lnTo>
                  <a:lnTo>
                    <a:pt x="4378092" y="481585"/>
                  </a:lnTo>
                  <a:lnTo>
                    <a:pt x="4305124" y="475890"/>
                  </a:lnTo>
                  <a:lnTo>
                    <a:pt x="4232156" y="470244"/>
                  </a:lnTo>
                  <a:lnTo>
                    <a:pt x="4159188" y="464649"/>
                  </a:lnTo>
                  <a:lnTo>
                    <a:pt x="4086220" y="459109"/>
                  </a:lnTo>
                  <a:lnTo>
                    <a:pt x="4013251" y="453626"/>
                  </a:lnTo>
                  <a:lnTo>
                    <a:pt x="3940283" y="448204"/>
                  </a:lnTo>
                  <a:lnTo>
                    <a:pt x="3867315" y="442848"/>
                  </a:lnTo>
                  <a:lnTo>
                    <a:pt x="3794347" y="437561"/>
                  </a:lnTo>
                  <a:lnTo>
                    <a:pt x="3721379" y="432348"/>
                  </a:lnTo>
                  <a:lnTo>
                    <a:pt x="3648410" y="427213"/>
                  </a:lnTo>
                  <a:lnTo>
                    <a:pt x="3575442" y="422161"/>
                  </a:lnTo>
                  <a:lnTo>
                    <a:pt x="3502474" y="417198"/>
                  </a:lnTo>
                  <a:lnTo>
                    <a:pt x="3429506" y="412328"/>
                  </a:lnTo>
                  <a:lnTo>
                    <a:pt x="3356537" y="407558"/>
                  </a:lnTo>
                  <a:lnTo>
                    <a:pt x="3283569" y="402893"/>
                  </a:lnTo>
                  <a:lnTo>
                    <a:pt x="3210601" y="398339"/>
                  </a:lnTo>
                  <a:lnTo>
                    <a:pt x="3137633" y="393902"/>
                  </a:lnTo>
                  <a:lnTo>
                    <a:pt x="3064665" y="389590"/>
                  </a:lnTo>
                  <a:lnTo>
                    <a:pt x="2991696" y="385407"/>
                  </a:lnTo>
                  <a:lnTo>
                    <a:pt x="2918728" y="381361"/>
                  </a:lnTo>
                  <a:lnTo>
                    <a:pt x="2845760" y="377458"/>
                  </a:lnTo>
                  <a:lnTo>
                    <a:pt x="2772792" y="373704"/>
                  </a:lnTo>
                  <a:lnTo>
                    <a:pt x="2699823" y="370105"/>
                  </a:lnTo>
                  <a:lnTo>
                    <a:pt x="2626855" y="366667"/>
                  </a:lnTo>
                  <a:lnTo>
                    <a:pt x="2553887" y="363395"/>
                  </a:lnTo>
                  <a:lnTo>
                    <a:pt x="2480919" y="360294"/>
                  </a:lnTo>
                  <a:lnTo>
                    <a:pt x="2407951" y="357367"/>
                  </a:lnTo>
                  <a:lnTo>
                    <a:pt x="2334982" y="354619"/>
                  </a:lnTo>
                  <a:lnTo>
                    <a:pt x="2262014" y="352051"/>
                  </a:lnTo>
                  <a:lnTo>
                    <a:pt x="2189046" y="349666"/>
                  </a:lnTo>
                  <a:lnTo>
                    <a:pt x="2116078" y="347464"/>
                  </a:lnTo>
                  <a:lnTo>
                    <a:pt x="2043110" y="345445"/>
                  </a:lnTo>
                  <a:lnTo>
                    <a:pt x="1970141" y="343609"/>
                  </a:lnTo>
                  <a:lnTo>
                    <a:pt x="1897173" y="341953"/>
                  </a:lnTo>
                  <a:lnTo>
                    <a:pt x="1824205" y="340475"/>
                  </a:lnTo>
                  <a:lnTo>
                    <a:pt x="1751237" y="339172"/>
                  </a:lnTo>
                  <a:lnTo>
                    <a:pt x="1678268" y="338038"/>
                  </a:lnTo>
                  <a:lnTo>
                    <a:pt x="1605300" y="337070"/>
                  </a:lnTo>
                  <a:lnTo>
                    <a:pt x="1532332" y="336262"/>
                  </a:lnTo>
                  <a:lnTo>
                    <a:pt x="1459364" y="335609"/>
                  </a:lnTo>
                  <a:lnTo>
                    <a:pt x="1386396" y="335104"/>
                  </a:lnTo>
                  <a:lnTo>
                    <a:pt x="1313427" y="334741"/>
                  </a:lnTo>
                  <a:lnTo>
                    <a:pt x="1240459" y="334514"/>
                  </a:lnTo>
                  <a:lnTo>
                    <a:pt x="1167491" y="334416"/>
                  </a:lnTo>
                  <a:lnTo>
                    <a:pt x="1094523" y="334442"/>
                  </a:lnTo>
                  <a:lnTo>
                    <a:pt x="1021555" y="334584"/>
                  </a:lnTo>
                  <a:lnTo>
                    <a:pt x="948586" y="334836"/>
                  </a:lnTo>
                  <a:lnTo>
                    <a:pt x="875618" y="335194"/>
                  </a:lnTo>
                  <a:lnTo>
                    <a:pt x="802650" y="335649"/>
                  </a:lnTo>
                  <a:lnTo>
                    <a:pt x="729682" y="336198"/>
                  </a:lnTo>
                  <a:lnTo>
                    <a:pt x="656713" y="336835"/>
                  </a:lnTo>
                  <a:lnTo>
                    <a:pt x="583745" y="337554"/>
                  </a:lnTo>
                  <a:lnTo>
                    <a:pt x="510777" y="338352"/>
                  </a:lnTo>
                  <a:lnTo>
                    <a:pt x="437809" y="339222"/>
                  </a:lnTo>
                  <a:lnTo>
                    <a:pt x="364841" y="340161"/>
                  </a:lnTo>
                  <a:lnTo>
                    <a:pt x="291872" y="341165"/>
                  </a:lnTo>
                  <a:lnTo>
                    <a:pt x="218904" y="342230"/>
                  </a:lnTo>
                  <a:lnTo>
                    <a:pt x="145936" y="343352"/>
                  </a:lnTo>
                  <a:lnTo>
                    <a:pt x="72968" y="344528"/>
                  </a:lnTo>
                  <a:lnTo>
                    <a:pt x="0" y="34575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802384"/>
              <a:ext cx="5764489" cy="142118"/>
            </a:xfrm>
            <a:custGeom>
              <a:avLst/>
              <a:pathLst>
                <a:path w="5764489" h="142118">
                  <a:moveTo>
                    <a:pt x="0" y="0"/>
                  </a:moveTo>
                  <a:lnTo>
                    <a:pt x="72968" y="5651"/>
                  </a:lnTo>
                  <a:lnTo>
                    <a:pt x="145936" y="11252"/>
                  </a:lnTo>
                  <a:lnTo>
                    <a:pt x="218904" y="16799"/>
                  </a:lnTo>
                  <a:lnTo>
                    <a:pt x="291872" y="22289"/>
                  </a:lnTo>
                  <a:lnTo>
                    <a:pt x="364841" y="27718"/>
                  </a:lnTo>
                  <a:lnTo>
                    <a:pt x="437809" y="33082"/>
                  </a:lnTo>
                  <a:lnTo>
                    <a:pt x="510777" y="38377"/>
                  </a:lnTo>
                  <a:lnTo>
                    <a:pt x="583745" y="43598"/>
                  </a:lnTo>
                  <a:lnTo>
                    <a:pt x="656713" y="48743"/>
                  </a:lnTo>
                  <a:lnTo>
                    <a:pt x="729682" y="53804"/>
                  </a:lnTo>
                  <a:lnTo>
                    <a:pt x="802650" y="58778"/>
                  </a:lnTo>
                  <a:lnTo>
                    <a:pt x="875618" y="63658"/>
                  </a:lnTo>
                  <a:lnTo>
                    <a:pt x="948586" y="68440"/>
                  </a:lnTo>
                  <a:lnTo>
                    <a:pt x="1021555" y="73118"/>
                  </a:lnTo>
                  <a:lnTo>
                    <a:pt x="1094523" y="77685"/>
                  </a:lnTo>
                  <a:lnTo>
                    <a:pt x="1167491" y="82135"/>
                  </a:lnTo>
                  <a:lnTo>
                    <a:pt x="1240459" y="86462"/>
                  </a:lnTo>
                  <a:lnTo>
                    <a:pt x="1313427" y="90660"/>
                  </a:lnTo>
                  <a:lnTo>
                    <a:pt x="1386396" y="94722"/>
                  </a:lnTo>
                  <a:lnTo>
                    <a:pt x="1459364" y="98642"/>
                  </a:lnTo>
                  <a:lnTo>
                    <a:pt x="1532332" y="102413"/>
                  </a:lnTo>
                  <a:lnTo>
                    <a:pt x="1605300" y="106030"/>
                  </a:lnTo>
                  <a:lnTo>
                    <a:pt x="1678268" y="109486"/>
                  </a:lnTo>
                  <a:lnTo>
                    <a:pt x="1751237" y="112778"/>
                  </a:lnTo>
                  <a:lnTo>
                    <a:pt x="1824205" y="115899"/>
                  </a:lnTo>
                  <a:lnTo>
                    <a:pt x="1897173" y="118846"/>
                  </a:lnTo>
                  <a:lnTo>
                    <a:pt x="1970141" y="121615"/>
                  </a:lnTo>
                  <a:lnTo>
                    <a:pt x="2043110" y="124203"/>
                  </a:lnTo>
                  <a:lnTo>
                    <a:pt x="2116078" y="126609"/>
                  </a:lnTo>
                  <a:lnTo>
                    <a:pt x="2189046" y="128832"/>
                  </a:lnTo>
                  <a:lnTo>
                    <a:pt x="2262014" y="130872"/>
                  </a:lnTo>
                  <a:lnTo>
                    <a:pt x="2334982" y="132729"/>
                  </a:lnTo>
                  <a:lnTo>
                    <a:pt x="2407951" y="134405"/>
                  </a:lnTo>
                  <a:lnTo>
                    <a:pt x="2480919" y="135903"/>
                  </a:lnTo>
                  <a:lnTo>
                    <a:pt x="2553887" y="137227"/>
                  </a:lnTo>
                  <a:lnTo>
                    <a:pt x="2626855" y="138379"/>
                  </a:lnTo>
                  <a:lnTo>
                    <a:pt x="2699823" y="139366"/>
                  </a:lnTo>
                  <a:lnTo>
                    <a:pt x="2772792" y="140192"/>
                  </a:lnTo>
                  <a:lnTo>
                    <a:pt x="2845760" y="140863"/>
                  </a:lnTo>
                  <a:lnTo>
                    <a:pt x="2918728" y="141385"/>
                  </a:lnTo>
                  <a:lnTo>
                    <a:pt x="2991696" y="141763"/>
                  </a:lnTo>
                  <a:lnTo>
                    <a:pt x="3064665" y="142006"/>
                  </a:lnTo>
                  <a:lnTo>
                    <a:pt x="3137633" y="142118"/>
                  </a:lnTo>
                  <a:lnTo>
                    <a:pt x="3210601" y="142106"/>
                  </a:lnTo>
                  <a:lnTo>
                    <a:pt x="3283569" y="141977"/>
                  </a:lnTo>
                  <a:lnTo>
                    <a:pt x="3356537" y="141737"/>
                  </a:lnTo>
                  <a:lnTo>
                    <a:pt x="3429506" y="141391"/>
                  </a:lnTo>
                  <a:lnTo>
                    <a:pt x="3502474" y="140946"/>
                  </a:lnTo>
                  <a:lnTo>
                    <a:pt x="3575442" y="140408"/>
                  </a:lnTo>
                  <a:lnTo>
                    <a:pt x="3648410" y="139781"/>
                  </a:lnTo>
                  <a:lnTo>
                    <a:pt x="3721379" y="139071"/>
                  </a:lnTo>
                  <a:lnTo>
                    <a:pt x="3794347" y="138282"/>
                  </a:lnTo>
                  <a:lnTo>
                    <a:pt x="3867315" y="137420"/>
                  </a:lnTo>
                  <a:lnTo>
                    <a:pt x="3940283" y="136488"/>
                  </a:lnTo>
                  <a:lnTo>
                    <a:pt x="4013251" y="135492"/>
                  </a:lnTo>
                  <a:lnTo>
                    <a:pt x="4086220" y="134434"/>
                  </a:lnTo>
                  <a:lnTo>
                    <a:pt x="4159188" y="133318"/>
                  </a:lnTo>
                  <a:lnTo>
                    <a:pt x="4232156" y="132148"/>
                  </a:lnTo>
                  <a:lnTo>
                    <a:pt x="4305124" y="130926"/>
                  </a:lnTo>
                  <a:lnTo>
                    <a:pt x="4378092" y="129657"/>
                  </a:lnTo>
                  <a:lnTo>
                    <a:pt x="4451061" y="128342"/>
                  </a:lnTo>
                  <a:lnTo>
                    <a:pt x="4524029" y="126985"/>
                  </a:lnTo>
                  <a:lnTo>
                    <a:pt x="4596997" y="125587"/>
                  </a:lnTo>
                  <a:lnTo>
                    <a:pt x="4669965" y="124151"/>
                  </a:lnTo>
                  <a:lnTo>
                    <a:pt x="4742934" y="122680"/>
                  </a:lnTo>
                  <a:lnTo>
                    <a:pt x="4815902" y="121174"/>
                  </a:lnTo>
                  <a:lnTo>
                    <a:pt x="4888870" y="119637"/>
                  </a:lnTo>
                  <a:lnTo>
                    <a:pt x="4961838" y="118069"/>
                  </a:lnTo>
                  <a:lnTo>
                    <a:pt x="5034806" y="116473"/>
                  </a:lnTo>
                  <a:lnTo>
                    <a:pt x="5107775" y="114850"/>
                  </a:lnTo>
                  <a:lnTo>
                    <a:pt x="5180743" y="113202"/>
                  </a:lnTo>
                  <a:lnTo>
                    <a:pt x="5253711" y="111529"/>
                  </a:lnTo>
                  <a:lnTo>
                    <a:pt x="5326679" y="109833"/>
                  </a:lnTo>
                  <a:lnTo>
                    <a:pt x="5399647" y="108115"/>
                  </a:lnTo>
                  <a:lnTo>
                    <a:pt x="5472616" y="106376"/>
                  </a:lnTo>
                  <a:lnTo>
                    <a:pt x="5545584" y="104618"/>
                  </a:lnTo>
                  <a:lnTo>
                    <a:pt x="5618552" y="102841"/>
                  </a:lnTo>
                  <a:lnTo>
                    <a:pt x="5691520" y="101047"/>
                  </a:lnTo>
                  <a:lnTo>
                    <a:pt x="5764489" y="99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36800"/>
              <a:ext cx="5764489" cy="261660"/>
            </a:xfrm>
            <a:custGeom>
              <a:avLst/>
              <a:pathLst>
                <a:path w="5764489" h="261660">
                  <a:moveTo>
                    <a:pt x="5764489" y="261660"/>
                  </a:moveTo>
                  <a:lnTo>
                    <a:pt x="5691520" y="255424"/>
                  </a:lnTo>
                  <a:lnTo>
                    <a:pt x="5618552" y="249205"/>
                  </a:lnTo>
                  <a:lnTo>
                    <a:pt x="5545584" y="243003"/>
                  </a:lnTo>
                  <a:lnTo>
                    <a:pt x="5472616" y="236820"/>
                  </a:lnTo>
                  <a:lnTo>
                    <a:pt x="5399647" y="230657"/>
                  </a:lnTo>
                  <a:lnTo>
                    <a:pt x="5326679" y="224514"/>
                  </a:lnTo>
                  <a:lnTo>
                    <a:pt x="5253711" y="218394"/>
                  </a:lnTo>
                  <a:lnTo>
                    <a:pt x="5180743" y="212296"/>
                  </a:lnTo>
                  <a:lnTo>
                    <a:pt x="5107775" y="206222"/>
                  </a:lnTo>
                  <a:lnTo>
                    <a:pt x="5034806" y="200174"/>
                  </a:lnTo>
                  <a:lnTo>
                    <a:pt x="4961838" y="194154"/>
                  </a:lnTo>
                  <a:lnTo>
                    <a:pt x="4888870" y="188161"/>
                  </a:lnTo>
                  <a:lnTo>
                    <a:pt x="4815902" y="182199"/>
                  </a:lnTo>
                  <a:lnTo>
                    <a:pt x="4742934" y="176269"/>
                  </a:lnTo>
                  <a:lnTo>
                    <a:pt x="4669965" y="170373"/>
                  </a:lnTo>
                  <a:lnTo>
                    <a:pt x="4596997" y="164512"/>
                  </a:lnTo>
                  <a:lnTo>
                    <a:pt x="4524029" y="158690"/>
                  </a:lnTo>
                  <a:lnTo>
                    <a:pt x="4451061" y="152907"/>
                  </a:lnTo>
                  <a:lnTo>
                    <a:pt x="4378092" y="147168"/>
                  </a:lnTo>
                  <a:lnTo>
                    <a:pt x="4305124" y="141474"/>
                  </a:lnTo>
                  <a:lnTo>
                    <a:pt x="4232156" y="135828"/>
                  </a:lnTo>
                  <a:lnTo>
                    <a:pt x="4159188" y="130233"/>
                  </a:lnTo>
                  <a:lnTo>
                    <a:pt x="4086220" y="124692"/>
                  </a:lnTo>
                  <a:lnTo>
                    <a:pt x="4013251" y="119209"/>
                  </a:lnTo>
                  <a:lnTo>
                    <a:pt x="3940283" y="113788"/>
                  </a:lnTo>
                  <a:lnTo>
                    <a:pt x="3867315" y="108431"/>
                  </a:lnTo>
                  <a:lnTo>
                    <a:pt x="3794347" y="103144"/>
                  </a:lnTo>
                  <a:lnTo>
                    <a:pt x="3721379" y="97931"/>
                  </a:lnTo>
                  <a:lnTo>
                    <a:pt x="3648410" y="92796"/>
                  </a:lnTo>
                  <a:lnTo>
                    <a:pt x="3575442" y="87745"/>
                  </a:lnTo>
                  <a:lnTo>
                    <a:pt x="3502474" y="82781"/>
                  </a:lnTo>
                  <a:lnTo>
                    <a:pt x="3429506" y="77912"/>
                  </a:lnTo>
                  <a:lnTo>
                    <a:pt x="3356537" y="73141"/>
                  </a:lnTo>
                  <a:lnTo>
                    <a:pt x="3283569" y="68476"/>
                  </a:lnTo>
                  <a:lnTo>
                    <a:pt x="3210601" y="63922"/>
                  </a:lnTo>
                  <a:lnTo>
                    <a:pt x="3137633" y="59486"/>
                  </a:lnTo>
                  <a:lnTo>
                    <a:pt x="3064665" y="55173"/>
                  </a:lnTo>
                  <a:lnTo>
                    <a:pt x="2991696" y="50991"/>
                  </a:lnTo>
                  <a:lnTo>
                    <a:pt x="2918728" y="46945"/>
                  </a:lnTo>
                  <a:lnTo>
                    <a:pt x="2845760" y="43042"/>
                  </a:lnTo>
                  <a:lnTo>
                    <a:pt x="2772792" y="39288"/>
                  </a:lnTo>
                  <a:lnTo>
                    <a:pt x="2699823" y="35689"/>
                  </a:lnTo>
                  <a:lnTo>
                    <a:pt x="2626855" y="32251"/>
                  </a:lnTo>
                  <a:lnTo>
                    <a:pt x="2553887" y="28979"/>
                  </a:lnTo>
                  <a:lnTo>
                    <a:pt x="2480919" y="25877"/>
                  </a:lnTo>
                  <a:lnTo>
                    <a:pt x="2407951" y="22951"/>
                  </a:lnTo>
                  <a:lnTo>
                    <a:pt x="2334982" y="20202"/>
                  </a:lnTo>
                  <a:lnTo>
                    <a:pt x="2262014" y="17634"/>
                  </a:lnTo>
                  <a:lnTo>
                    <a:pt x="2189046" y="15249"/>
                  </a:lnTo>
                  <a:lnTo>
                    <a:pt x="2116078" y="13047"/>
                  </a:lnTo>
                  <a:lnTo>
                    <a:pt x="2043110" y="11029"/>
                  </a:lnTo>
                  <a:lnTo>
                    <a:pt x="1970141" y="9192"/>
                  </a:lnTo>
                  <a:lnTo>
                    <a:pt x="1897173" y="7537"/>
                  </a:lnTo>
                  <a:lnTo>
                    <a:pt x="1824205" y="6059"/>
                  </a:lnTo>
                  <a:lnTo>
                    <a:pt x="1751237" y="4755"/>
                  </a:lnTo>
                  <a:lnTo>
                    <a:pt x="1678268" y="3621"/>
                  </a:lnTo>
                  <a:lnTo>
                    <a:pt x="1605300" y="2653"/>
                  </a:lnTo>
                  <a:lnTo>
                    <a:pt x="1532332" y="1845"/>
                  </a:lnTo>
                  <a:lnTo>
                    <a:pt x="1459364" y="1192"/>
                  </a:lnTo>
                  <a:lnTo>
                    <a:pt x="1386396" y="687"/>
                  </a:lnTo>
                  <a:lnTo>
                    <a:pt x="1313427" y="324"/>
                  </a:lnTo>
                  <a:lnTo>
                    <a:pt x="1240459" y="97"/>
                  </a:lnTo>
                  <a:lnTo>
                    <a:pt x="1167491" y="0"/>
                  </a:lnTo>
                  <a:lnTo>
                    <a:pt x="1094523" y="25"/>
                  </a:lnTo>
                  <a:lnTo>
                    <a:pt x="1021555" y="167"/>
                  </a:lnTo>
                  <a:lnTo>
                    <a:pt x="948586" y="420"/>
                  </a:lnTo>
                  <a:lnTo>
                    <a:pt x="875618" y="777"/>
                  </a:lnTo>
                  <a:lnTo>
                    <a:pt x="802650" y="1233"/>
                  </a:lnTo>
                  <a:lnTo>
                    <a:pt x="729682" y="1782"/>
                  </a:lnTo>
                  <a:lnTo>
                    <a:pt x="656713" y="2418"/>
                  </a:lnTo>
                  <a:lnTo>
                    <a:pt x="583745" y="3138"/>
                  </a:lnTo>
                  <a:lnTo>
                    <a:pt x="510777" y="3935"/>
                  </a:lnTo>
                  <a:lnTo>
                    <a:pt x="437809" y="4805"/>
                  </a:lnTo>
                  <a:lnTo>
                    <a:pt x="364841" y="5744"/>
                  </a:lnTo>
                  <a:lnTo>
                    <a:pt x="291872" y="6748"/>
                  </a:lnTo>
                  <a:lnTo>
                    <a:pt x="218904" y="7813"/>
                  </a:lnTo>
                  <a:lnTo>
                    <a:pt x="145936" y="8935"/>
                  </a:lnTo>
                  <a:lnTo>
                    <a:pt x="72968" y="10112"/>
                  </a:lnTo>
                  <a:lnTo>
                    <a:pt x="0" y="11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4975261"/>
              <a:ext cx="5764489" cy="174778"/>
            </a:xfrm>
            <a:custGeom>
              <a:avLst/>
              <a:pathLst>
                <a:path w="5764489" h="174778">
                  <a:moveTo>
                    <a:pt x="0" y="0"/>
                  </a:moveTo>
                  <a:lnTo>
                    <a:pt x="72968" y="2212"/>
                  </a:lnTo>
                  <a:lnTo>
                    <a:pt x="145936" y="4424"/>
                  </a:lnTo>
                  <a:lnTo>
                    <a:pt x="218904" y="6637"/>
                  </a:lnTo>
                  <a:lnTo>
                    <a:pt x="291872" y="8849"/>
                  </a:lnTo>
                  <a:lnTo>
                    <a:pt x="364841" y="11061"/>
                  </a:lnTo>
                  <a:lnTo>
                    <a:pt x="437809" y="13274"/>
                  </a:lnTo>
                  <a:lnTo>
                    <a:pt x="510777" y="15486"/>
                  </a:lnTo>
                  <a:lnTo>
                    <a:pt x="583745" y="17699"/>
                  </a:lnTo>
                  <a:lnTo>
                    <a:pt x="656713" y="19911"/>
                  </a:lnTo>
                  <a:lnTo>
                    <a:pt x="729682" y="22123"/>
                  </a:lnTo>
                  <a:lnTo>
                    <a:pt x="802650" y="24336"/>
                  </a:lnTo>
                  <a:lnTo>
                    <a:pt x="875618" y="26548"/>
                  </a:lnTo>
                  <a:lnTo>
                    <a:pt x="948586" y="28761"/>
                  </a:lnTo>
                  <a:lnTo>
                    <a:pt x="1021555" y="30973"/>
                  </a:lnTo>
                  <a:lnTo>
                    <a:pt x="1094523" y="33185"/>
                  </a:lnTo>
                  <a:lnTo>
                    <a:pt x="1167491" y="35398"/>
                  </a:lnTo>
                  <a:lnTo>
                    <a:pt x="1240459" y="37610"/>
                  </a:lnTo>
                  <a:lnTo>
                    <a:pt x="1313427" y="39823"/>
                  </a:lnTo>
                  <a:lnTo>
                    <a:pt x="1386396" y="42035"/>
                  </a:lnTo>
                  <a:lnTo>
                    <a:pt x="1459364" y="44247"/>
                  </a:lnTo>
                  <a:lnTo>
                    <a:pt x="1532332" y="46460"/>
                  </a:lnTo>
                  <a:lnTo>
                    <a:pt x="1605300" y="48672"/>
                  </a:lnTo>
                  <a:lnTo>
                    <a:pt x="1678268" y="50884"/>
                  </a:lnTo>
                  <a:lnTo>
                    <a:pt x="1751237" y="53097"/>
                  </a:lnTo>
                  <a:lnTo>
                    <a:pt x="1824205" y="55309"/>
                  </a:lnTo>
                  <a:lnTo>
                    <a:pt x="1897173" y="57522"/>
                  </a:lnTo>
                  <a:lnTo>
                    <a:pt x="1970141" y="59734"/>
                  </a:lnTo>
                  <a:lnTo>
                    <a:pt x="2043110" y="61946"/>
                  </a:lnTo>
                  <a:lnTo>
                    <a:pt x="2116078" y="64159"/>
                  </a:lnTo>
                  <a:lnTo>
                    <a:pt x="2189046" y="66371"/>
                  </a:lnTo>
                  <a:lnTo>
                    <a:pt x="2262014" y="68584"/>
                  </a:lnTo>
                  <a:lnTo>
                    <a:pt x="2334982" y="70796"/>
                  </a:lnTo>
                  <a:lnTo>
                    <a:pt x="2407951" y="73008"/>
                  </a:lnTo>
                  <a:lnTo>
                    <a:pt x="2480919" y="75221"/>
                  </a:lnTo>
                  <a:lnTo>
                    <a:pt x="2553887" y="77433"/>
                  </a:lnTo>
                  <a:lnTo>
                    <a:pt x="2626855" y="79646"/>
                  </a:lnTo>
                  <a:lnTo>
                    <a:pt x="2699823" y="81858"/>
                  </a:lnTo>
                  <a:lnTo>
                    <a:pt x="2772792" y="84070"/>
                  </a:lnTo>
                  <a:lnTo>
                    <a:pt x="2845760" y="86283"/>
                  </a:lnTo>
                  <a:lnTo>
                    <a:pt x="2918728" y="88495"/>
                  </a:lnTo>
                  <a:lnTo>
                    <a:pt x="2991696" y="90707"/>
                  </a:lnTo>
                  <a:lnTo>
                    <a:pt x="3064665" y="92920"/>
                  </a:lnTo>
                  <a:lnTo>
                    <a:pt x="3137633" y="95132"/>
                  </a:lnTo>
                  <a:lnTo>
                    <a:pt x="3210601" y="97345"/>
                  </a:lnTo>
                  <a:lnTo>
                    <a:pt x="3283569" y="99557"/>
                  </a:lnTo>
                  <a:lnTo>
                    <a:pt x="3356537" y="101769"/>
                  </a:lnTo>
                  <a:lnTo>
                    <a:pt x="3429506" y="103982"/>
                  </a:lnTo>
                  <a:lnTo>
                    <a:pt x="3502474" y="106194"/>
                  </a:lnTo>
                  <a:lnTo>
                    <a:pt x="3575442" y="108407"/>
                  </a:lnTo>
                  <a:lnTo>
                    <a:pt x="3648410" y="110619"/>
                  </a:lnTo>
                  <a:lnTo>
                    <a:pt x="3721379" y="112831"/>
                  </a:lnTo>
                  <a:lnTo>
                    <a:pt x="3794347" y="115044"/>
                  </a:lnTo>
                  <a:lnTo>
                    <a:pt x="3867315" y="117256"/>
                  </a:lnTo>
                  <a:lnTo>
                    <a:pt x="3940283" y="119469"/>
                  </a:lnTo>
                  <a:lnTo>
                    <a:pt x="4013251" y="121681"/>
                  </a:lnTo>
                  <a:lnTo>
                    <a:pt x="4086220" y="123893"/>
                  </a:lnTo>
                  <a:lnTo>
                    <a:pt x="4159188" y="126106"/>
                  </a:lnTo>
                  <a:lnTo>
                    <a:pt x="4232156" y="128318"/>
                  </a:lnTo>
                  <a:lnTo>
                    <a:pt x="4305124" y="130531"/>
                  </a:lnTo>
                  <a:lnTo>
                    <a:pt x="4378092" y="132743"/>
                  </a:lnTo>
                  <a:lnTo>
                    <a:pt x="4451061" y="134955"/>
                  </a:lnTo>
                  <a:lnTo>
                    <a:pt x="4524029" y="137168"/>
                  </a:lnTo>
                  <a:lnTo>
                    <a:pt x="4596997" y="139380"/>
                  </a:lnTo>
                  <a:lnTo>
                    <a:pt x="4669965" y="141592"/>
                  </a:lnTo>
                  <a:lnTo>
                    <a:pt x="4742934" y="143805"/>
                  </a:lnTo>
                  <a:lnTo>
                    <a:pt x="4815902" y="146017"/>
                  </a:lnTo>
                  <a:lnTo>
                    <a:pt x="4888870" y="148230"/>
                  </a:lnTo>
                  <a:lnTo>
                    <a:pt x="4961838" y="150442"/>
                  </a:lnTo>
                  <a:lnTo>
                    <a:pt x="5034806" y="152654"/>
                  </a:lnTo>
                  <a:lnTo>
                    <a:pt x="5107775" y="154867"/>
                  </a:lnTo>
                  <a:lnTo>
                    <a:pt x="5180743" y="157079"/>
                  </a:lnTo>
                  <a:lnTo>
                    <a:pt x="5253711" y="159292"/>
                  </a:lnTo>
                  <a:lnTo>
                    <a:pt x="5326679" y="161504"/>
                  </a:lnTo>
                  <a:lnTo>
                    <a:pt x="5399647" y="163716"/>
                  </a:lnTo>
                  <a:lnTo>
                    <a:pt x="5472616" y="165929"/>
                  </a:lnTo>
                  <a:lnTo>
                    <a:pt x="5545584" y="168141"/>
                  </a:lnTo>
                  <a:lnTo>
                    <a:pt x="5618552" y="170354"/>
                  </a:lnTo>
                  <a:lnTo>
                    <a:pt x="5691520" y="172566"/>
                  </a:lnTo>
                  <a:lnTo>
                    <a:pt x="5764489" y="174778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221792" y="44527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221792" y="45940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21792" y="4518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9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809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5064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28733" y="45886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828733" y="4634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828733" y="45463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3708" y="49119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3708" y="48536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3708" y="482360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106135" y="41375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06135" y="4369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06135" y="42717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539461" y="46099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539461" y="47176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39461" y="45551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488611" y="517228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488611" y="514328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488611" y="52336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959969" y="48662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59969" y="46310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59969" y="47776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518366"/>
              <a:ext cx="5764489" cy="533041"/>
            </a:xfrm>
            <a:custGeom>
              <a:avLst/>
              <a:pathLst>
                <a:path w="5764489" h="533041">
                  <a:moveTo>
                    <a:pt x="0" y="0"/>
                  </a:moveTo>
                  <a:lnTo>
                    <a:pt x="72968" y="4743"/>
                  </a:lnTo>
                  <a:lnTo>
                    <a:pt x="145936" y="9432"/>
                  </a:lnTo>
                  <a:lnTo>
                    <a:pt x="218904" y="14065"/>
                  </a:lnTo>
                  <a:lnTo>
                    <a:pt x="291872" y="18636"/>
                  </a:lnTo>
                  <a:lnTo>
                    <a:pt x="364841" y="23144"/>
                  </a:lnTo>
                  <a:lnTo>
                    <a:pt x="437809" y="27582"/>
                  </a:lnTo>
                  <a:lnTo>
                    <a:pt x="510777" y="31948"/>
                  </a:lnTo>
                  <a:lnTo>
                    <a:pt x="583745" y="36236"/>
                  </a:lnTo>
                  <a:lnTo>
                    <a:pt x="656713" y="40442"/>
                  </a:lnTo>
                  <a:lnTo>
                    <a:pt x="729682" y="44561"/>
                  </a:lnTo>
                  <a:lnTo>
                    <a:pt x="802650" y="48586"/>
                  </a:lnTo>
                  <a:lnTo>
                    <a:pt x="875618" y="52513"/>
                  </a:lnTo>
                  <a:lnTo>
                    <a:pt x="948586" y="56336"/>
                  </a:lnTo>
                  <a:lnTo>
                    <a:pt x="1021555" y="60048"/>
                  </a:lnTo>
                  <a:lnTo>
                    <a:pt x="1094523" y="63643"/>
                  </a:lnTo>
                  <a:lnTo>
                    <a:pt x="1167491" y="67115"/>
                  </a:lnTo>
                  <a:lnTo>
                    <a:pt x="1240459" y="70456"/>
                  </a:lnTo>
                  <a:lnTo>
                    <a:pt x="1313427" y="73660"/>
                  </a:lnTo>
                  <a:lnTo>
                    <a:pt x="1386396" y="76721"/>
                  </a:lnTo>
                  <a:lnTo>
                    <a:pt x="1459364" y="79631"/>
                  </a:lnTo>
                  <a:lnTo>
                    <a:pt x="1532332" y="82384"/>
                  </a:lnTo>
                  <a:lnTo>
                    <a:pt x="1605300" y="84974"/>
                  </a:lnTo>
                  <a:lnTo>
                    <a:pt x="1678268" y="87394"/>
                  </a:lnTo>
                  <a:lnTo>
                    <a:pt x="1751237" y="89639"/>
                  </a:lnTo>
                  <a:lnTo>
                    <a:pt x="1824205" y="91704"/>
                  </a:lnTo>
                  <a:lnTo>
                    <a:pt x="1897173" y="93584"/>
                  </a:lnTo>
                  <a:lnTo>
                    <a:pt x="1970141" y="95276"/>
                  </a:lnTo>
                  <a:lnTo>
                    <a:pt x="2043110" y="96777"/>
                  </a:lnTo>
                  <a:lnTo>
                    <a:pt x="2116078" y="98085"/>
                  </a:lnTo>
                  <a:lnTo>
                    <a:pt x="2189046" y="99199"/>
                  </a:lnTo>
                  <a:lnTo>
                    <a:pt x="2262014" y="100120"/>
                  </a:lnTo>
                  <a:lnTo>
                    <a:pt x="2334982" y="100847"/>
                  </a:lnTo>
                  <a:lnTo>
                    <a:pt x="2407951" y="101382"/>
                  </a:lnTo>
                  <a:lnTo>
                    <a:pt x="2480919" y="101729"/>
                  </a:lnTo>
                  <a:lnTo>
                    <a:pt x="2553887" y="101891"/>
                  </a:lnTo>
                  <a:lnTo>
                    <a:pt x="2626855" y="101873"/>
                  </a:lnTo>
                  <a:lnTo>
                    <a:pt x="2699823" y="101679"/>
                  </a:lnTo>
                  <a:lnTo>
                    <a:pt x="2772792" y="101314"/>
                  </a:lnTo>
                  <a:lnTo>
                    <a:pt x="2845760" y="100786"/>
                  </a:lnTo>
                  <a:lnTo>
                    <a:pt x="2918728" y="100099"/>
                  </a:lnTo>
                  <a:lnTo>
                    <a:pt x="2991696" y="99262"/>
                  </a:lnTo>
                  <a:lnTo>
                    <a:pt x="3064665" y="98280"/>
                  </a:lnTo>
                  <a:lnTo>
                    <a:pt x="3137633" y="97160"/>
                  </a:lnTo>
                  <a:lnTo>
                    <a:pt x="3210601" y="95909"/>
                  </a:lnTo>
                  <a:lnTo>
                    <a:pt x="3283569" y="94534"/>
                  </a:lnTo>
                  <a:lnTo>
                    <a:pt x="3356537" y="93041"/>
                  </a:lnTo>
                  <a:lnTo>
                    <a:pt x="3429506" y="91437"/>
                  </a:lnTo>
                  <a:lnTo>
                    <a:pt x="3502474" y="89727"/>
                  </a:lnTo>
                  <a:lnTo>
                    <a:pt x="3575442" y="87919"/>
                  </a:lnTo>
                  <a:lnTo>
                    <a:pt x="3648410" y="86017"/>
                  </a:lnTo>
                  <a:lnTo>
                    <a:pt x="3721379" y="84026"/>
                  </a:lnTo>
                  <a:lnTo>
                    <a:pt x="3794347" y="81953"/>
                  </a:lnTo>
                  <a:lnTo>
                    <a:pt x="3867315" y="79802"/>
                  </a:lnTo>
                  <a:lnTo>
                    <a:pt x="3940283" y="77578"/>
                  </a:lnTo>
                  <a:lnTo>
                    <a:pt x="4013251" y="75284"/>
                  </a:lnTo>
                  <a:lnTo>
                    <a:pt x="4086220" y="72926"/>
                  </a:lnTo>
                  <a:lnTo>
                    <a:pt x="4159188" y="70507"/>
                  </a:lnTo>
                  <a:lnTo>
                    <a:pt x="4232156" y="68029"/>
                  </a:lnTo>
                  <a:lnTo>
                    <a:pt x="4305124" y="65498"/>
                  </a:lnTo>
                  <a:lnTo>
                    <a:pt x="4378092" y="62916"/>
                  </a:lnTo>
                  <a:lnTo>
                    <a:pt x="4451061" y="60286"/>
                  </a:lnTo>
                  <a:lnTo>
                    <a:pt x="4524029" y="57611"/>
                  </a:lnTo>
                  <a:lnTo>
                    <a:pt x="4596997" y="54893"/>
                  </a:lnTo>
                  <a:lnTo>
                    <a:pt x="4669965" y="52135"/>
                  </a:lnTo>
                  <a:lnTo>
                    <a:pt x="4742934" y="49339"/>
                  </a:lnTo>
                  <a:lnTo>
                    <a:pt x="4815902" y="46507"/>
                  </a:lnTo>
                  <a:lnTo>
                    <a:pt x="4888870" y="43641"/>
                  </a:lnTo>
                  <a:lnTo>
                    <a:pt x="4961838" y="40744"/>
                  </a:lnTo>
                  <a:lnTo>
                    <a:pt x="5034806" y="37816"/>
                  </a:lnTo>
                  <a:lnTo>
                    <a:pt x="5107775" y="34860"/>
                  </a:lnTo>
                  <a:lnTo>
                    <a:pt x="5180743" y="31876"/>
                  </a:lnTo>
                  <a:lnTo>
                    <a:pt x="5253711" y="28867"/>
                  </a:lnTo>
                  <a:lnTo>
                    <a:pt x="5326679" y="25833"/>
                  </a:lnTo>
                  <a:lnTo>
                    <a:pt x="5399647" y="22777"/>
                  </a:lnTo>
                  <a:lnTo>
                    <a:pt x="5472616" y="19698"/>
                  </a:lnTo>
                  <a:lnTo>
                    <a:pt x="5545584" y="16599"/>
                  </a:lnTo>
                  <a:lnTo>
                    <a:pt x="5618552" y="13480"/>
                  </a:lnTo>
                  <a:lnTo>
                    <a:pt x="5691520" y="10342"/>
                  </a:lnTo>
                  <a:lnTo>
                    <a:pt x="5764489" y="7186"/>
                  </a:lnTo>
                  <a:lnTo>
                    <a:pt x="5764489" y="533041"/>
                  </a:lnTo>
                  <a:lnTo>
                    <a:pt x="5691520" y="527679"/>
                  </a:lnTo>
                  <a:lnTo>
                    <a:pt x="5618552" y="522335"/>
                  </a:lnTo>
                  <a:lnTo>
                    <a:pt x="5545584" y="517010"/>
                  </a:lnTo>
                  <a:lnTo>
                    <a:pt x="5472616" y="511704"/>
                  </a:lnTo>
                  <a:lnTo>
                    <a:pt x="5399647" y="506420"/>
                  </a:lnTo>
                  <a:lnTo>
                    <a:pt x="5326679" y="501157"/>
                  </a:lnTo>
                  <a:lnTo>
                    <a:pt x="5253711" y="495917"/>
                  </a:lnTo>
                  <a:lnTo>
                    <a:pt x="5180743" y="490702"/>
                  </a:lnTo>
                  <a:lnTo>
                    <a:pt x="5107775" y="485513"/>
                  </a:lnTo>
                  <a:lnTo>
                    <a:pt x="5034806" y="480350"/>
                  </a:lnTo>
                  <a:lnTo>
                    <a:pt x="4961838" y="475216"/>
                  </a:lnTo>
                  <a:lnTo>
                    <a:pt x="4888870" y="470112"/>
                  </a:lnTo>
                  <a:lnTo>
                    <a:pt x="4815902" y="465041"/>
                  </a:lnTo>
                  <a:lnTo>
                    <a:pt x="4742934" y="460003"/>
                  </a:lnTo>
                  <a:lnTo>
                    <a:pt x="4669965" y="455001"/>
                  </a:lnTo>
                  <a:lnTo>
                    <a:pt x="4596997" y="450036"/>
                  </a:lnTo>
                  <a:lnTo>
                    <a:pt x="4524029" y="445112"/>
                  </a:lnTo>
                  <a:lnTo>
                    <a:pt x="4451061" y="440231"/>
                  </a:lnTo>
                  <a:lnTo>
                    <a:pt x="4378092" y="435395"/>
                  </a:lnTo>
                  <a:lnTo>
                    <a:pt x="4305124" y="430607"/>
                  </a:lnTo>
                  <a:lnTo>
                    <a:pt x="4232156" y="425869"/>
                  </a:lnTo>
                  <a:lnTo>
                    <a:pt x="4159188" y="421186"/>
                  </a:lnTo>
                  <a:lnTo>
                    <a:pt x="4086220" y="416561"/>
                  </a:lnTo>
                  <a:lnTo>
                    <a:pt x="4013251" y="411996"/>
                  </a:lnTo>
                  <a:lnTo>
                    <a:pt x="3940283" y="407497"/>
                  </a:lnTo>
                  <a:lnTo>
                    <a:pt x="3867315" y="403066"/>
                  </a:lnTo>
                  <a:lnTo>
                    <a:pt x="3794347" y="398709"/>
                  </a:lnTo>
                  <a:lnTo>
                    <a:pt x="3721379" y="394430"/>
                  </a:lnTo>
                  <a:lnTo>
                    <a:pt x="3648410" y="390234"/>
                  </a:lnTo>
                  <a:lnTo>
                    <a:pt x="3575442" y="386125"/>
                  </a:lnTo>
                  <a:lnTo>
                    <a:pt x="3502474" y="382111"/>
                  </a:lnTo>
                  <a:lnTo>
                    <a:pt x="3429506" y="378195"/>
                  </a:lnTo>
                  <a:lnTo>
                    <a:pt x="3356537" y="374385"/>
                  </a:lnTo>
                  <a:lnTo>
                    <a:pt x="3283569" y="370686"/>
                  </a:lnTo>
                  <a:lnTo>
                    <a:pt x="3210601" y="367105"/>
                  </a:lnTo>
                  <a:lnTo>
                    <a:pt x="3137633" y="363648"/>
                  </a:lnTo>
                  <a:lnTo>
                    <a:pt x="3064665" y="360322"/>
                  </a:lnTo>
                  <a:lnTo>
                    <a:pt x="2991696" y="357133"/>
                  </a:lnTo>
                  <a:lnTo>
                    <a:pt x="2918728" y="354090"/>
                  </a:lnTo>
                  <a:lnTo>
                    <a:pt x="2845760" y="351197"/>
                  </a:lnTo>
                  <a:lnTo>
                    <a:pt x="2772792" y="348463"/>
                  </a:lnTo>
                  <a:lnTo>
                    <a:pt x="2699823" y="345892"/>
                  </a:lnTo>
                  <a:lnTo>
                    <a:pt x="2626855" y="343492"/>
                  </a:lnTo>
                  <a:lnTo>
                    <a:pt x="2553887" y="341267"/>
                  </a:lnTo>
                  <a:lnTo>
                    <a:pt x="2480919" y="339223"/>
                  </a:lnTo>
                  <a:lnTo>
                    <a:pt x="2407951" y="337364"/>
                  </a:lnTo>
                  <a:lnTo>
                    <a:pt x="2334982" y="335694"/>
                  </a:lnTo>
                  <a:lnTo>
                    <a:pt x="2262014" y="334215"/>
                  </a:lnTo>
                  <a:lnTo>
                    <a:pt x="2189046" y="332929"/>
                  </a:lnTo>
                  <a:lnTo>
                    <a:pt x="2116078" y="331837"/>
                  </a:lnTo>
                  <a:lnTo>
                    <a:pt x="2043110" y="330939"/>
                  </a:lnTo>
                  <a:lnTo>
                    <a:pt x="1970141" y="330234"/>
                  </a:lnTo>
                  <a:lnTo>
                    <a:pt x="1897173" y="329720"/>
                  </a:lnTo>
                  <a:lnTo>
                    <a:pt x="1824205" y="329394"/>
                  </a:lnTo>
                  <a:lnTo>
                    <a:pt x="1751237" y="329253"/>
                  </a:lnTo>
                  <a:lnTo>
                    <a:pt x="1678268" y="329292"/>
                  </a:lnTo>
                  <a:lnTo>
                    <a:pt x="1605300" y="329506"/>
                  </a:lnTo>
                  <a:lnTo>
                    <a:pt x="1532332" y="329889"/>
                  </a:lnTo>
                  <a:lnTo>
                    <a:pt x="1459364" y="330436"/>
                  </a:lnTo>
                  <a:lnTo>
                    <a:pt x="1386396" y="331140"/>
                  </a:lnTo>
                  <a:lnTo>
                    <a:pt x="1313427" y="331995"/>
                  </a:lnTo>
                  <a:lnTo>
                    <a:pt x="1240459" y="332993"/>
                  </a:lnTo>
                  <a:lnTo>
                    <a:pt x="1167491" y="334128"/>
                  </a:lnTo>
                  <a:lnTo>
                    <a:pt x="1094523" y="335393"/>
                  </a:lnTo>
                  <a:lnTo>
                    <a:pt x="1021555" y="336782"/>
                  </a:lnTo>
                  <a:lnTo>
                    <a:pt x="948586" y="338288"/>
                  </a:lnTo>
                  <a:lnTo>
                    <a:pt x="875618" y="339905"/>
                  </a:lnTo>
                  <a:lnTo>
                    <a:pt x="802650" y="341626"/>
                  </a:lnTo>
                  <a:lnTo>
                    <a:pt x="729682" y="343446"/>
                  </a:lnTo>
                  <a:lnTo>
                    <a:pt x="656713" y="345358"/>
                  </a:lnTo>
                  <a:lnTo>
                    <a:pt x="583745" y="347358"/>
                  </a:lnTo>
                  <a:lnTo>
                    <a:pt x="510777" y="349440"/>
                  </a:lnTo>
                  <a:lnTo>
                    <a:pt x="437809" y="351600"/>
                  </a:lnTo>
                  <a:lnTo>
                    <a:pt x="364841" y="353832"/>
                  </a:lnTo>
                  <a:lnTo>
                    <a:pt x="291872" y="356133"/>
                  </a:lnTo>
                  <a:lnTo>
                    <a:pt x="218904" y="358499"/>
                  </a:lnTo>
                  <a:lnTo>
                    <a:pt x="145936" y="360925"/>
                  </a:lnTo>
                  <a:lnTo>
                    <a:pt x="72968" y="363409"/>
                  </a:lnTo>
                  <a:lnTo>
                    <a:pt x="0" y="36594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518366"/>
              <a:ext cx="5764489" cy="101891"/>
            </a:xfrm>
            <a:custGeom>
              <a:avLst/>
              <a:pathLst>
                <a:path w="5764489" h="101891">
                  <a:moveTo>
                    <a:pt x="0" y="0"/>
                  </a:moveTo>
                  <a:lnTo>
                    <a:pt x="72968" y="4743"/>
                  </a:lnTo>
                  <a:lnTo>
                    <a:pt x="145936" y="9432"/>
                  </a:lnTo>
                  <a:lnTo>
                    <a:pt x="218904" y="14065"/>
                  </a:lnTo>
                  <a:lnTo>
                    <a:pt x="291872" y="18636"/>
                  </a:lnTo>
                  <a:lnTo>
                    <a:pt x="364841" y="23144"/>
                  </a:lnTo>
                  <a:lnTo>
                    <a:pt x="437809" y="27582"/>
                  </a:lnTo>
                  <a:lnTo>
                    <a:pt x="510777" y="31948"/>
                  </a:lnTo>
                  <a:lnTo>
                    <a:pt x="583745" y="36236"/>
                  </a:lnTo>
                  <a:lnTo>
                    <a:pt x="656713" y="40442"/>
                  </a:lnTo>
                  <a:lnTo>
                    <a:pt x="729682" y="44561"/>
                  </a:lnTo>
                  <a:lnTo>
                    <a:pt x="802650" y="48586"/>
                  </a:lnTo>
                  <a:lnTo>
                    <a:pt x="875618" y="52513"/>
                  </a:lnTo>
                  <a:lnTo>
                    <a:pt x="948586" y="56336"/>
                  </a:lnTo>
                  <a:lnTo>
                    <a:pt x="1021555" y="60048"/>
                  </a:lnTo>
                  <a:lnTo>
                    <a:pt x="1094523" y="63643"/>
                  </a:lnTo>
                  <a:lnTo>
                    <a:pt x="1167491" y="67115"/>
                  </a:lnTo>
                  <a:lnTo>
                    <a:pt x="1240459" y="70456"/>
                  </a:lnTo>
                  <a:lnTo>
                    <a:pt x="1313427" y="73660"/>
                  </a:lnTo>
                  <a:lnTo>
                    <a:pt x="1386396" y="76721"/>
                  </a:lnTo>
                  <a:lnTo>
                    <a:pt x="1459364" y="79631"/>
                  </a:lnTo>
                  <a:lnTo>
                    <a:pt x="1532332" y="82384"/>
                  </a:lnTo>
                  <a:lnTo>
                    <a:pt x="1605300" y="84974"/>
                  </a:lnTo>
                  <a:lnTo>
                    <a:pt x="1678268" y="87394"/>
                  </a:lnTo>
                  <a:lnTo>
                    <a:pt x="1751237" y="89639"/>
                  </a:lnTo>
                  <a:lnTo>
                    <a:pt x="1824205" y="91704"/>
                  </a:lnTo>
                  <a:lnTo>
                    <a:pt x="1897173" y="93584"/>
                  </a:lnTo>
                  <a:lnTo>
                    <a:pt x="1970141" y="95276"/>
                  </a:lnTo>
                  <a:lnTo>
                    <a:pt x="2043110" y="96777"/>
                  </a:lnTo>
                  <a:lnTo>
                    <a:pt x="2116078" y="98085"/>
                  </a:lnTo>
                  <a:lnTo>
                    <a:pt x="2189046" y="99199"/>
                  </a:lnTo>
                  <a:lnTo>
                    <a:pt x="2262014" y="100120"/>
                  </a:lnTo>
                  <a:lnTo>
                    <a:pt x="2334982" y="100847"/>
                  </a:lnTo>
                  <a:lnTo>
                    <a:pt x="2407951" y="101382"/>
                  </a:lnTo>
                  <a:lnTo>
                    <a:pt x="2480919" y="101729"/>
                  </a:lnTo>
                  <a:lnTo>
                    <a:pt x="2553887" y="101891"/>
                  </a:lnTo>
                  <a:lnTo>
                    <a:pt x="2626855" y="101873"/>
                  </a:lnTo>
                  <a:lnTo>
                    <a:pt x="2699823" y="101679"/>
                  </a:lnTo>
                  <a:lnTo>
                    <a:pt x="2772792" y="101314"/>
                  </a:lnTo>
                  <a:lnTo>
                    <a:pt x="2845760" y="100786"/>
                  </a:lnTo>
                  <a:lnTo>
                    <a:pt x="2918728" y="100099"/>
                  </a:lnTo>
                  <a:lnTo>
                    <a:pt x="2991696" y="99262"/>
                  </a:lnTo>
                  <a:lnTo>
                    <a:pt x="3064665" y="98280"/>
                  </a:lnTo>
                  <a:lnTo>
                    <a:pt x="3137633" y="97160"/>
                  </a:lnTo>
                  <a:lnTo>
                    <a:pt x="3210601" y="95909"/>
                  </a:lnTo>
                  <a:lnTo>
                    <a:pt x="3283569" y="94534"/>
                  </a:lnTo>
                  <a:lnTo>
                    <a:pt x="3356537" y="93041"/>
                  </a:lnTo>
                  <a:lnTo>
                    <a:pt x="3429506" y="91437"/>
                  </a:lnTo>
                  <a:lnTo>
                    <a:pt x="3502474" y="89727"/>
                  </a:lnTo>
                  <a:lnTo>
                    <a:pt x="3575442" y="87919"/>
                  </a:lnTo>
                  <a:lnTo>
                    <a:pt x="3648410" y="86017"/>
                  </a:lnTo>
                  <a:lnTo>
                    <a:pt x="3721379" y="84026"/>
                  </a:lnTo>
                  <a:lnTo>
                    <a:pt x="3794347" y="81953"/>
                  </a:lnTo>
                  <a:lnTo>
                    <a:pt x="3867315" y="79802"/>
                  </a:lnTo>
                  <a:lnTo>
                    <a:pt x="3940283" y="77578"/>
                  </a:lnTo>
                  <a:lnTo>
                    <a:pt x="4013251" y="75284"/>
                  </a:lnTo>
                  <a:lnTo>
                    <a:pt x="4086220" y="72926"/>
                  </a:lnTo>
                  <a:lnTo>
                    <a:pt x="4159188" y="70507"/>
                  </a:lnTo>
                  <a:lnTo>
                    <a:pt x="4232156" y="68029"/>
                  </a:lnTo>
                  <a:lnTo>
                    <a:pt x="4305124" y="65498"/>
                  </a:lnTo>
                  <a:lnTo>
                    <a:pt x="4378092" y="62916"/>
                  </a:lnTo>
                  <a:lnTo>
                    <a:pt x="4451061" y="60286"/>
                  </a:lnTo>
                  <a:lnTo>
                    <a:pt x="4524029" y="57611"/>
                  </a:lnTo>
                  <a:lnTo>
                    <a:pt x="4596997" y="54893"/>
                  </a:lnTo>
                  <a:lnTo>
                    <a:pt x="4669965" y="52135"/>
                  </a:lnTo>
                  <a:lnTo>
                    <a:pt x="4742934" y="49339"/>
                  </a:lnTo>
                  <a:lnTo>
                    <a:pt x="4815902" y="46507"/>
                  </a:lnTo>
                  <a:lnTo>
                    <a:pt x="4888870" y="43641"/>
                  </a:lnTo>
                  <a:lnTo>
                    <a:pt x="4961838" y="40744"/>
                  </a:lnTo>
                  <a:lnTo>
                    <a:pt x="5034806" y="37816"/>
                  </a:lnTo>
                  <a:lnTo>
                    <a:pt x="5107775" y="34860"/>
                  </a:lnTo>
                  <a:lnTo>
                    <a:pt x="5180743" y="31876"/>
                  </a:lnTo>
                  <a:lnTo>
                    <a:pt x="5253711" y="28867"/>
                  </a:lnTo>
                  <a:lnTo>
                    <a:pt x="5326679" y="25833"/>
                  </a:lnTo>
                  <a:lnTo>
                    <a:pt x="5399647" y="22777"/>
                  </a:lnTo>
                  <a:lnTo>
                    <a:pt x="5472616" y="19698"/>
                  </a:lnTo>
                  <a:lnTo>
                    <a:pt x="5545584" y="16599"/>
                  </a:lnTo>
                  <a:lnTo>
                    <a:pt x="5618552" y="13480"/>
                  </a:lnTo>
                  <a:lnTo>
                    <a:pt x="5691520" y="10342"/>
                  </a:lnTo>
                  <a:lnTo>
                    <a:pt x="5764489" y="7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47620"/>
              <a:ext cx="5764489" cy="203788"/>
            </a:xfrm>
            <a:custGeom>
              <a:avLst/>
              <a:pathLst>
                <a:path w="5764489" h="203788">
                  <a:moveTo>
                    <a:pt x="5764489" y="203788"/>
                  </a:moveTo>
                  <a:lnTo>
                    <a:pt x="5691520" y="198426"/>
                  </a:lnTo>
                  <a:lnTo>
                    <a:pt x="5618552" y="193082"/>
                  </a:lnTo>
                  <a:lnTo>
                    <a:pt x="5545584" y="187757"/>
                  </a:lnTo>
                  <a:lnTo>
                    <a:pt x="5472616" y="182451"/>
                  </a:lnTo>
                  <a:lnTo>
                    <a:pt x="5399647" y="177166"/>
                  </a:lnTo>
                  <a:lnTo>
                    <a:pt x="5326679" y="171904"/>
                  </a:lnTo>
                  <a:lnTo>
                    <a:pt x="5253711" y="166664"/>
                  </a:lnTo>
                  <a:lnTo>
                    <a:pt x="5180743" y="161449"/>
                  </a:lnTo>
                  <a:lnTo>
                    <a:pt x="5107775" y="156259"/>
                  </a:lnTo>
                  <a:lnTo>
                    <a:pt x="5034806" y="151097"/>
                  </a:lnTo>
                  <a:lnTo>
                    <a:pt x="4961838" y="145963"/>
                  </a:lnTo>
                  <a:lnTo>
                    <a:pt x="4888870" y="140859"/>
                  </a:lnTo>
                  <a:lnTo>
                    <a:pt x="4815902" y="135787"/>
                  </a:lnTo>
                  <a:lnTo>
                    <a:pt x="4742934" y="130749"/>
                  </a:lnTo>
                  <a:lnTo>
                    <a:pt x="4669965" y="125747"/>
                  </a:lnTo>
                  <a:lnTo>
                    <a:pt x="4596997" y="120783"/>
                  </a:lnTo>
                  <a:lnTo>
                    <a:pt x="4524029" y="115859"/>
                  </a:lnTo>
                  <a:lnTo>
                    <a:pt x="4451061" y="110978"/>
                  </a:lnTo>
                  <a:lnTo>
                    <a:pt x="4378092" y="106142"/>
                  </a:lnTo>
                  <a:lnTo>
                    <a:pt x="4305124" y="101353"/>
                  </a:lnTo>
                  <a:lnTo>
                    <a:pt x="4232156" y="96616"/>
                  </a:lnTo>
                  <a:lnTo>
                    <a:pt x="4159188" y="91933"/>
                  </a:lnTo>
                  <a:lnTo>
                    <a:pt x="4086220" y="87307"/>
                  </a:lnTo>
                  <a:lnTo>
                    <a:pt x="4013251" y="82743"/>
                  </a:lnTo>
                  <a:lnTo>
                    <a:pt x="3940283" y="78243"/>
                  </a:lnTo>
                  <a:lnTo>
                    <a:pt x="3867315" y="73813"/>
                  </a:lnTo>
                  <a:lnTo>
                    <a:pt x="3794347" y="69456"/>
                  </a:lnTo>
                  <a:lnTo>
                    <a:pt x="3721379" y="65176"/>
                  </a:lnTo>
                  <a:lnTo>
                    <a:pt x="3648410" y="60980"/>
                  </a:lnTo>
                  <a:lnTo>
                    <a:pt x="3575442" y="56872"/>
                  </a:lnTo>
                  <a:lnTo>
                    <a:pt x="3502474" y="52857"/>
                  </a:lnTo>
                  <a:lnTo>
                    <a:pt x="3429506" y="48942"/>
                  </a:lnTo>
                  <a:lnTo>
                    <a:pt x="3356537" y="45132"/>
                  </a:lnTo>
                  <a:lnTo>
                    <a:pt x="3283569" y="41433"/>
                  </a:lnTo>
                  <a:lnTo>
                    <a:pt x="3210601" y="37851"/>
                  </a:lnTo>
                  <a:lnTo>
                    <a:pt x="3137633" y="34394"/>
                  </a:lnTo>
                  <a:lnTo>
                    <a:pt x="3064665" y="31068"/>
                  </a:lnTo>
                  <a:lnTo>
                    <a:pt x="2991696" y="27880"/>
                  </a:lnTo>
                  <a:lnTo>
                    <a:pt x="2918728" y="24836"/>
                  </a:lnTo>
                  <a:lnTo>
                    <a:pt x="2845760" y="21944"/>
                  </a:lnTo>
                  <a:lnTo>
                    <a:pt x="2772792" y="19209"/>
                  </a:lnTo>
                  <a:lnTo>
                    <a:pt x="2699823" y="16639"/>
                  </a:lnTo>
                  <a:lnTo>
                    <a:pt x="2626855" y="14238"/>
                  </a:lnTo>
                  <a:lnTo>
                    <a:pt x="2553887" y="12014"/>
                  </a:lnTo>
                  <a:lnTo>
                    <a:pt x="2480919" y="9970"/>
                  </a:lnTo>
                  <a:lnTo>
                    <a:pt x="2407951" y="8111"/>
                  </a:lnTo>
                  <a:lnTo>
                    <a:pt x="2334982" y="6440"/>
                  </a:lnTo>
                  <a:lnTo>
                    <a:pt x="2262014" y="4961"/>
                  </a:lnTo>
                  <a:lnTo>
                    <a:pt x="2189046" y="3675"/>
                  </a:lnTo>
                  <a:lnTo>
                    <a:pt x="2116078" y="2583"/>
                  </a:lnTo>
                  <a:lnTo>
                    <a:pt x="2043110" y="1685"/>
                  </a:lnTo>
                  <a:lnTo>
                    <a:pt x="1970141" y="980"/>
                  </a:lnTo>
                  <a:lnTo>
                    <a:pt x="1897173" y="467"/>
                  </a:lnTo>
                  <a:lnTo>
                    <a:pt x="1824205" y="141"/>
                  </a:lnTo>
                  <a:lnTo>
                    <a:pt x="1751237" y="0"/>
                  </a:lnTo>
                  <a:lnTo>
                    <a:pt x="1678268" y="38"/>
                  </a:lnTo>
                  <a:lnTo>
                    <a:pt x="1605300" y="252"/>
                  </a:lnTo>
                  <a:lnTo>
                    <a:pt x="1532332" y="636"/>
                  </a:lnTo>
                  <a:lnTo>
                    <a:pt x="1459364" y="1183"/>
                  </a:lnTo>
                  <a:lnTo>
                    <a:pt x="1386396" y="1887"/>
                  </a:lnTo>
                  <a:lnTo>
                    <a:pt x="1313427" y="2741"/>
                  </a:lnTo>
                  <a:lnTo>
                    <a:pt x="1240459" y="3739"/>
                  </a:lnTo>
                  <a:lnTo>
                    <a:pt x="1167491" y="4875"/>
                  </a:lnTo>
                  <a:lnTo>
                    <a:pt x="1094523" y="6140"/>
                  </a:lnTo>
                  <a:lnTo>
                    <a:pt x="1021555" y="7529"/>
                  </a:lnTo>
                  <a:lnTo>
                    <a:pt x="948586" y="9035"/>
                  </a:lnTo>
                  <a:lnTo>
                    <a:pt x="875618" y="10652"/>
                  </a:lnTo>
                  <a:lnTo>
                    <a:pt x="802650" y="12373"/>
                  </a:lnTo>
                  <a:lnTo>
                    <a:pt x="729682" y="14192"/>
                  </a:lnTo>
                  <a:lnTo>
                    <a:pt x="656713" y="16105"/>
                  </a:lnTo>
                  <a:lnTo>
                    <a:pt x="583745" y="18104"/>
                  </a:lnTo>
                  <a:lnTo>
                    <a:pt x="510777" y="20187"/>
                  </a:lnTo>
                  <a:lnTo>
                    <a:pt x="437809" y="22346"/>
                  </a:lnTo>
                  <a:lnTo>
                    <a:pt x="364841" y="24579"/>
                  </a:lnTo>
                  <a:lnTo>
                    <a:pt x="291872" y="26880"/>
                  </a:lnTo>
                  <a:lnTo>
                    <a:pt x="218904" y="29246"/>
                  </a:lnTo>
                  <a:lnTo>
                    <a:pt x="145936" y="31672"/>
                  </a:lnTo>
                  <a:lnTo>
                    <a:pt x="72968" y="34155"/>
                  </a:lnTo>
                  <a:lnTo>
                    <a:pt x="0" y="366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701339"/>
              <a:ext cx="5764489" cy="87140"/>
            </a:xfrm>
            <a:custGeom>
              <a:avLst/>
              <a:pathLst>
                <a:path w="5764489" h="87140">
                  <a:moveTo>
                    <a:pt x="0" y="0"/>
                  </a:moveTo>
                  <a:lnTo>
                    <a:pt x="72968" y="1103"/>
                  </a:lnTo>
                  <a:lnTo>
                    <a:pt x="145936" y="2206"/>
                  </a:lnTo>
                  <a:lnTo>
                    <a:pt x="218904" y="3309"/>
                  </a:lnTo>
                  <a:lnTo>
                    <a:pt x="291872" y="4412"/>
                  </a:lnTo>
                  <a:lnTo>
                    <a:pt x="364841" y="5515"/>
                  </a:lnTo>
                  <a:lnTo>
                    <a:pt x="437809" y="6618"/>
                  </a:lnTo>
                  <a:lnTo>
                    <a:pt x="510777" y="7721"/>
                  </a:lnTo>
                  <a:lnTo>
                    <a:pt x="583745" y="8824"/>
                  </a:lnTo>
                  <a:lnTo>
                    <a:pt x="656713" y="9927"/>
                  </a:lnTo>
                  <a:lnTo>
                    <a:pt x="729682" y="11030"/>
                  </a:lnTo>
                  <a:lnTo>
                    <a:pt x="802650" y="12133"/>
                  </a:lnTo>
                  <a:lnTo>
                    <a:pt x="875618" y="13236"/>
                  </a:lnTo>
                  <a:lnTo>
                    <a:pt x="948586" y="14339"/>
                  </a:lnTo>
                  <a:lnTo>
                    <a:pt x="1021555" y="15442"/>
                  </a:lnTo>
                  <a:lnTo>
                    <a:pt x="1094523" y="16545"/>
                  </a:lnTo>
                  <a:lnTo>
                    <a:pt x="1167491" y="17648"/>
                  </a:lnTo>
                  <a:lnTo>
                    <a:pt x="1240459" y="18751"/>
                  </a:lnTo>
                  <a:lnTo>
                    <a:pt x="1313427" y="19854"/>
                  </a:lnTo>
                  <a:lnTo>
                    <a:pt x="1386396" y="20957"/>
                  </a:lnTo>
                  <a:lnTo>
                    <a:pt x="1459364" y="22060"/>
                  </a:lnTo>
                  <a:lnTo>
                    <a:pt x="1532332" y="23164"/>
                  </a:lnTo>
                  <a:lnTo>
                    <a:pt x="1605300" y="24267"/>
                  </a:lnTo>
                  <a:lnTo>
                    <a:pt x="1678268" y="25370"/>
                  </a:lnTo>
                  <a:lnTo>
                    <a:pt x="1751237" y="26473"/>
                  </a:lnTo>
                  <a:lnTo>
                    <a:pt x="1824205" y="27576"/>
                  </a:lnTo>
                  <a:lnTo>
                    <a:pt x="1897173" y="28679"/>
                  </a:lnTo>
                  <a:lnTo>
                    <a:pt x="1970141" y="29782"/>
                  </a:lnTo>
                  <a:lnTo>
                    <a:pt x="2043110" y="30885"/>
                  </a:lnTo>
                  <a:lnTo>
                    <a:pt x="2116078" y="31988"/>
                  </a:lnTo>
                  <a:lnTo>
                    <a:pt x="2189046" y="33091"/>
                  </a:lnTo>
                  <a:lnTo>
                    <a:pt x="2262014" y="34194"/>
                  </a:lnTo>
                  <a:lnTo>
                    <a:pt x="2334982" y="35297"/>
                  </a:lnTo>
                  <a:lnTo>
                    <a:pt x="2407951" y="36400"/>
                  </a:lnTo>
                  <a:lnTo>
                    <a:pt x="2480919" y="37503"/>
                  </a:lnTo>
                  <a:lnTo>
                    <a:pt x="2553887" y="38606"/>
                  </a:lnTo>
                  <a:lnTo>
                    <a:pt x="2626855" y="39709"/>
                  </a:lnTo>
                  <a:lnTo>
                    <a:pt x="2699823" y="40812"/>
                  </a:lnTo>
                  <a:lnTo>
                    <a:pt x="2772792" y="41915"/>
                  </a:lnTo>
                  <a:lnTo>
                    <a:pt x="2845760" y="43018"/>
                  </a:lnTo>
                  <a:lnTo>
                    <a:pt x="2918728" y="44121"/>
                  </a:lnTo>
                  <a:lnTo>
                    <a:pt x="2991696" y="45225"/>
                  </a:lnTo>
                  <a:lnTo>
                    <a:pt x="3064665" y="46328"/>
                  </a:lnTo>
                  <a:lnTo>
                    <a:pt x="3137633" y="47431"/>
                  </a:lnTo>
                  <a:lnTo>
                    <a:pt x="3210601" y="48534"/>
                  </a:lnTo>
                  <a:lnTo>
                    <a:pt x="3283569" y="49637"/>
                  </a:lnTo>
                  <a:lnTo>
                    <a:pt x="3356537" y="50740"/>
                  </a:lnTo>
                  <a:lnTo>
                    <a:pt x="3429506" y="51843"/>
                  </a:lnTo>
                  <a:lnTo>
                    <a:pt x="3502474" y="52946"/>
                  </a:lnTo>
                  <a:lnTo>
                    <a:pt x="3575442" y="54049"/>
                  </a:lnTo>
                  <a:lnTo>
                    <a:pt x="3648410" y="55152"/>
                  </a:lnTo>
                  <a:lnTo>
                    <a:pt x="3721379" y="56255"/>
                  </a:lnTo>
                  <a:lnTo>
                    <a:pt x="3794347" y="57358"/>
                  </a:lnTo>
                  <a:lnTo>
                    <a:pt x="3867315" y="58461"/>
                  </a:lnTo>
                  <a:lnTo>
                    <a:pt x="3940283" y="59564"/>
                  </a:lnTo>
                  <a:lnTo>
                    <a:pt x="4013251" y="60667"/>
                  </a:lnTo>
                  <a:lnTo>
                    <a:pt x="4086220" y="61770"/>
                  </a:lnTo>
                  <a:lnTo>
                    <a:pt x="4159188" y="62873"/>
                  </a:lnTo>
                  <a:lnTo>
                    <a:pt x="4232156" y="63976"/>
                  </a:lnTo>
                  <a:lnTo>
                    <a:pt x="4305124" y="65079"/>
                  </a:lnTo>
                  <a:lnTo>
                    <a:pt x="4378092" y="66182"/>
                  </a:lnTo>
                  <a:lnTo>
                    <a:pt x="4451061" y="67286"/>
                  </a:lnTo>
                  <a:lnTo>
                    <a:pt x="4524029" y="68389"/>
                  </a:lnTo>
                  <a:lnTo>
                    <a:pt x="4596997" y="69492"/>
                  </a:lnTo>
                  <a:lnTo>
                    <a:pt x="4669965" y="70595"/>
                  </a:lnTo>
                  <a:lnTo>
                    <a:pt x="4742934" y="71698"/>
                  </a:lnTo>
                  <a:lnTo>
                    <a:pt x="4815902" y="72801"/>
                  </a:lnTo>
                  <a:lnTo>
                    <a:pt x="4888870" y="73904"/>
                  </a:lnTo>
                  <a:lnTo>
                    <a:pt x="4961838" y="75007"/>
                  </a:lnTo>
                  <a:lnTo>
                    <a:pt x="5034806" y="76110"/>
                  </a:lnTo>
                  <a:lnTo>
                    <a:pt x="5107775" y="77213"/>
                  </a:lnTo>
                  <a:lnTo>
                    <a:pt x="5180743" y="78316"/>
                  </a:lnTo>
                  <a:lnTo>
                    <a:pt x="5253711" y="79419"/>
                  </a:lnTo>
                  <a:lnTo>
                    <a:pt x="5326679" y="80522"/>
                  </a:lnTo>
                  <a:lnTo>
                    <a:pt x="5399647" y="81625"/>
                  </a:lnTo>
                  <a:lnTo>
                    <a:pt x="5472616" y="82728"/>
                  </a:lnTo>
                  <a:lnTo>
                    <a:pt x="5545584" y="83831"/>
                  </a:lnTo>
                  <a:lnTo>
                    <a:pt x="5618552" y="84934"/>
                  </a:lnTo>
                  <a:lnTo>
                    <a:pt x="5691520" y="86037"/>
                  </a:lnTo>
                  <a:lnTo>
                    <a:pt x="5764489" y="8714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221792" y="42625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221792" y="357602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21792" y="36555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864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541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856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28733" y="44896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828733" y="4603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828733" y="46713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3708" y="44307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3708" y="43305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3708" y="48078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106135" y="3360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106135" y="31890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106135" y="385687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539461" y="3894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539461" y="32923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39461" y="39587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88611" y="4375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88611" y="42978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488611" y="47405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959969" y="47172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59969" y="48008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959969" y="41565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394558"/>
              <a:ext cx="5764489" cy="1853053"/>
            </a:xfrm>
            <a:custGeom>
              <a:avLst/>
              <a:pathLst>
                <a:path w="5764489" h="1853053">
                  <a:moveTo>
                    <a:pt x="0" y="0"/>
                  </a:moveTo>
                  <a:lnTo>
                    <a:pt x="72968" y="19856"/>
                  </a:lnTo>
                  <a:lnTo>
                    <a:pt x="145936" y="39616"/>
                  </a:lnTo>
                  <a:lnTo>
                    <a:pt x="218904" y="59273"/>
                  </a:lnTo>
                  <a:lnTo>
                    <a:pt x="291872" y="78822"/>
                  </a:lnTo>
                  <a:lnTo>
                    <a:pt x="364841" y="98254"/>
                  </a:lnTo>
                  <a:lnTo>
                    <a:pt x="437809" y="117563"/>
                  </a:lnTo>
                  <a:lnTo>
                    <a:pt x="510777" y="136742"/>
                  </a:lnTo>
                  <a:lnTo>
                    <a:pt x="583745" y="155781"/>
                  </a:lnTo>
                  <a:lnTo>
                    <a:pt x="656713" y="174672"/>
                  </a:lnTo>
                  <a:lnTo>
                    <a:pt x="729682" y="193407"/>
                  </a:lnTo>
                  <a:lnTo>
                    <a:pt x="802650" y="211974"/>
                  </a:lnTo>
                  <a:lnTo>
                    <a:pt x="875618" y="230365"/>
                  </a:lnTo>
                  <a:lnTo>
                    <a:pt x="948586" y="248567"/>
                  </a:lnTo>
                  <a:lnTo>
                    <a:pt x="1021555" y="266572"/>
                  </a:lnTo>
                  <a:lnTo>
                    <a:pt x="1094523" y="284366"/>
                  </a:lnTo>
                  <a:lnTo>
                    <a:pt x="1167491" y="301938"/>
                  </a:lnTo>
                  <a:lnTo>
                    <a:pt x="1240459" y="319276"/>
                  </a:lnTo>
                  <a:lnTo>
                    <a:pt x="1313427" y="336368"/>
                  </a:lnTo>
                  <a:lnTo>
                    <a:pt x="1386396" y="353202"/>
                  </a:lnTo>
                  <a:lnTo>
                    <a:pt x="1459364" y="369766"/>
                  </a:lnTo>
                  <a:lnTo>
                    <a:pt x="1532332" y="386048"/>
                  </a:lnTo>
                  <a:lnTo>
                    <a:pt x="1605300" y="402035"/>
                  </a:lnTo>
                  <a:lnTo>
                    <a:pt x="1678268" y="417719"/>
                  </a:lnTo>
                  <a:lnTo>
                    <a:pt x="1751237" y="433088"/>
                  </a:lnTo>
                  <a:lnTo>
                    <a:pt x="1824205" y="448133"/>
                  </a:lnTo>
                  <a:lnTo>
                    <a:pt x="1897173" y="462847"/>
                  </a:lnTo>
                  <a:lnTo>
                    <a:pt x="1970141" y="477223"/>
                  </a:lnTo>
                  <a:lnTo>
                    <a:pt x="2043110" y="491256"/>
                  </a:lnTo>
                  <a:lnTo>
                    <a:pt x="2116078" y="504942"/>
                  </a:lnTo>
                  <a:lnTo>
                    <a:pt x="2189046" y="518280"/>
                  </a:lnTo>
                  <a:lnTo>
                    <a:pt x="2262014" y="531269"/>
                  </a:lnTo>
                  <a:lnTo>
                    <a:pt x="2334982" y="543911"/>
                  </a:lnTo>
                  <a:lnTo>
                    <a:pt x="2407951" y="556210"/>
                  </a:lnTo>
                  <a:lnTo>
                    <a:pt x="2480919" y="568170"/>
                  </a:lnTo>
                  <a:lnTo>
                    <a:pt x="2553887" y="579797"/>
                  </a:lnTo>
                  <a:lnTo>
                    <a:pt x="2626855" y="591100"/>
                  </a:lnTo>
                  <a:lnTo>
                    <a:pt x="2699823" y="602088"/>
                  </a:lnTo>
                  <a:lnTo>
                    <a:pt x="2772792" y="612770"/>
                  </a:lnTo>
                  <a:lnTo>
                    <a:pt x="2845760" y="623157"/>
                  </a:lnTo>
                  <a:lnTo>
                    <a:pt x="2918728" y="633261"/>
                  </a:lnTo>
                  <a:lnTo>
                    <a:pt x="2991696" y="643092"/>
                  </a:lnTo>
                  <a:lnTo>
                    <a:pt x="3064665" y="652665"/>
                  </a:lnTo>
                  <a:lnTo>
                    <a:pt x="3137633" y="661989"/>
                  </a:lnTo>
                  <a:lnTo>
                    <a:pt x="3210601" y="671079"/>
                  </a:lnTo>
                  <a:lnTo>
                    <a:pt x="3283569" y="679945"/>
                  </a:lnTo>
                  <a:lnTo>
                    <a:pt x="3356537" y="688600"/>
                  </a:lnTo>
                  <a:lnTo>
                    <a:pt x="3429506" y="697055"/>
                  </a:lnTo>
                  <a:lnTo>
                    <a:pt x="3502474" y="705320"/>
                  </a:lnTo>
                  <a:lnTo>
                    <a:pt x="3575442" y="713408"/>
                  </a:lnTo>
                  <a:lnTo>
                    <a:pt x="3648410" y="721328"/>
                  </a:lnTo>
                  <a:lnTo>
                    <a:pt x="3721379" y="729090"/>
                  </a:lnTo>
                  <a:lnTo>
                    <a:pt x="3794347" y="736703"/>
                  </a:lnTo>
                  <a:lnTo>
                    <a:pt x="3867315" y="744175"/>
                  </a:lnTo>
                  <a:lnTo>
                    <a:pt x="3940283" y="751516"/>
                  </a:lnTo>
                  <a:lnTo>
                    <a:pt x="4013251" y="758733"/>
                  </a:lnTo>
                  <a:lnTo>
                    <a:pt x="4086220" y="765833"/>
                  </a:lnTo>
                  <a:lnTo>
                    <a:pt x="4159188" y="772823"/>
                  </a:lnTo>
                  <a:lnTo>
                    <a:pt x="4232156" y="779710"/>
                  </a:lnTo>
                  <a:lnTo>
                    <a:pt x="4305124" y="786500"/>
                  </a:lnTo>
                  <a:lnTo>
                    <a:pt x="4378092" y="793198"/>
                  </a:lnTo>
                  <a:lnTo>
                    <a:pt x="4451061" y="799810"/>
                  </a:lnTo>
                  <a:lnTo>
                    <a:pt x="4524029" y="806341"/>
                  </a:lnTo>
                  <a:lnTo>
                    <a:pt x="4596997" y="812796"/>
                  </a:lnTo>
                  <a:lnTo>
                    <a:pt x="4669965" y="819178"/>
                  </a:lnTo>
                  <a:lnTo>
                    <a:pt x="4742934" y="825492"/>
                  </a:lnTo>
                  <a:lnTo>
                    <a:pt x="4815902" y="831742"/>
                  </a:lnTo>
                  <a:lnTo>
                    <a:pt x="4888870" y="837931"/>
                  </a:lnTo>
                  <a:lnTo>
                    <a:pt x="4961838" y="844062"/>
                  </a:lnTo>
                  <a:lnTo>
                    <a:pt x="5034806" y="850140"/>
                  </a:lnTo>
                  <a:lnTo>
                    <a:pt x="5107775" y="856165"/>
                  </a:lnTo>
                  <a:lnTo>
                    <a:pt x="5180743" y="862143"/>
                  </a:lnTo>
                  <a:lnTo>
                    <a:pt x="5253711" y="868074"/>
                  </a:lnTo>
                  <a:lnTo>
                    <a:pt x="5326679" y="873961"/>
                  </a:lnTo>
                  <a:lnTo>
                    <a:pt x="5399647" y="879807"/>
                  </a:lnTo>
                  <a:lnTo>
                    <a:pt x="5472616" y="885614"/>
                  </a:lnTo>
                  <a:lnTo>
                    <a:pt x="5545584" y="891383"/>
                  </a:lnTo>
                  <a:lnTo>
                    <a:pt x="5618552" y="897116"/>
                  </a:lnTo>
                  <a:lnTo>
                    <a:pt x="5691520" y="902816"/>
                  </a:lnTo>
                  <a:lnTo>
                    <a:pt x="5764489" y="908484"/>
                  </a:lnTo>
                  <a:lnTo>
                    <a:pt x="5764489" y="1853053"/>
                  </a:lnTo>
                  <a:lnTo>
                    <a:pt x="5691520" y="1832085"/>
                  </a:lnTo>
                  <a:lnTo>
                    <a:pt x="5618552" y="1811149"/>
                  </a:lnTo>
                  <a:lnTo>
                    <a:pt x="5545584" y="1790247"/>
                  </a:lnTo>
                  <a:lnTo>
                    <a:pt x="5472616" y="1769381"/>
                  </a:lnTo>
                  <a:lnTo>
                    <a:pt x="5399647" y="1748552"/>
                  </a:lnTo>
                  <a:lnTo>
                    <a:pt x="5326679" y="1727763"/>
                  </a:lnTo>
                  <a:lnTo>
                    <a:pt x="5253711" y="1707014"/>
                  </a:lnTo>
                  <a:lnTo>
                    <a:pt x="5180743" y="1686310"/>
                  </a:lnTo>
                  <a:lnTo>
                    <a:pt x="5107775" y="1665652"/>
                  </a:lnTo>
                  <a:lnTo>
                    <a:pt x="5034806" y="1645042"/>
                  </a:lnTo>
                  <a:lnTo>
                    <a:pt x="4961838" y="1624484"/>
                  </a:lnTo>
                  <a:lnTo>
                    <a:pt x="4888870" y="1603980"/>
                  </a:lnTo>
                  <a:lnTo>
                    <a:pt x="4815902" y="1583533"/>
                  </a:lnTo>
                  <a:lnTo>
                    <a:pt x="4742934" y="1563148"/>
                  </a:lnTo>
                  <a:lnTo>
                    <a:pt x="4669965" y="1542826"/>
                  </a:lnTo>
                  <a:lnTo>
                    <a:pt x="4596997" y="1522573"/>
                  </a:lnTo>
                  <a:lnTo>
                    <a:pt x="4524029" y="1502392"/>
                  </a:lnTo>
                  <a:lnTo>
                    <a:pt x="4451061" y="1482287"/>
                  </a:lnTo>
                  <a:lnTo>
                    <a:pt x="4378092" y="1462264"/>
                  </a:lnTo>
                  <a:lnTo>
                    <a:pt x="4305124" y="1442327"/>
                  </a:lnTo>
                  <a:lnTo>
                    <a:pt x="4232156" y="1422481"/>
                  </a:lnTo>
                  <a:lnTo>
                    <a:pt x="4159188" y="1402732"/>
                  </a:lnTo>
                  <a:lnTo>
                    <a:pt x="4086220" y="1383087"/>
                  </a:lnTo>
                  <a:lnTo>
                    <a:pt x="4013251" y="1363552"/>
                  </a:lnTo>
                  <a:lnTo>
                    <a:pt x="3940283" y="1344133"/>
                  </a:lnTo>
                  <a:lnTo>
                    <a:pt x="3867315" y="1324838"/>
                  </a:lnTo>
                  <a:lnTo>
                    <a:pt x="3794347" y="1305675"/>
                  </a:lnTo>
                  <a:lnTo>
                    <a:pt x="3721379" y="1286653"/>
                  </a:lnTo>
                  <a:lnTo>
                    <a:pt x="3648410" y="1267779"/>
                  </a:lnTo>
                  <a:lnTo>
                    <a:pt x="3575442" y="1249063"/>
                  </a:lnTo>
                  <a:lnTo>
                    <a:pt x="3502474" y="1230515"/>
                  </a:lnTo>
                  <a:lnTo>
                    <a:pt x="3429506" y="1212146"/>
                  </a:lnTo>
                  <a:lnTo>
                    <a:pt x="3356537" y="1193965"/>
                  </a:lnTo>
                  <a:lnTo>
                    <a:pt x="3283569" y="1175984"/>
                  </a:lnTo>
                  <a:lnTo>
                    <a:pt x="3210601" y="1158215"/>
                  </a:lnTo>
                  <a:lnTo>
                    <a:pt x="3137633" y="1140669"/>
                  </a:lnTo>
                  <a:lnTo>
                    <a:pt x="3064665" y="1123358"/>
                  </a:lnTo>
                  <a:lnTo>
                    <a:pt x="2991696" y="1106295"/>
                  </a:lnTo>
                  <a:lnTo>
                    <a:pt x="2918728" y="1089491"/>
                  </a:lnTo>
                  <a:lnTo>
                    <a:pt x="2845760" y="1072959"/>
                  </a:lnTo>
                  <a:lnTo>
                    <a:pt x="2772792" y="1056711"/>
                  </a:lnTo>
                  <a:lnTo>
                    <a:pt x="2699823" y="1040757"/>
                  </a:lnTo>
                  <a:lnTo>
                    <a:pt x="2626855" y="1025109"/>
                  </a:lnTo>
                  <a:lnTo>
                    <a:pt x="2553887" y="1009777"/>
                  </a:lnTo>
                  <a:lnTo>
                    <a:pt x="2480919" y="994769"/>
                  </a:lnTo>
                  <a:lnTo>
                    <a:pt x="2407951" y="980093"/>
                  </a:lnTo>
                  <a:lnTo>
                    <a:pt x="2334982" y="965756"/>
                  </a:lnTo>
                  <a:lnTo>
                    <a:pt x="2262014" y="951763"/>
                  </a:lnTo>
                  <a:lnTo>
                    <a:pt x="2189046" y="938117"/>
                  </a:lnTo>
                  <a:lnTo>
                    <a:pt x="2116078" y="924819"/>
                  </a:lnTo>
                  <a:lnTo>
                    <a:pt x="2043110" y="911869"/>
                  </a:lnTo>
                  <a:lnTo>
                    <a:pt x="1970141" y="899267"/>
                  </a:lnTo>
                  <a:lnTo>
                    <a:pt x="1897173" y="887007"/>
                  </a:lnTo>
                  <a:lnTo>
                    <a:pt x="1824205" y="875086"/>
                  </a:lnTo>
                  <a:lnTo>
                    <a:pt x="1751237" y="863495"/>
                  </a:lnTo>
                  <a:lnTo>
                    <a:pt x="1678268" y="852229"/>
                  </a:lnTo>
                  <a:lnTo>
                    <a:pt x="1605300" y="841277"/>
                  </a:lnTo>
                  <a:lnTo>
                    <a:pt x="1532332" y="830629"/>
                  </a:lnTo>
                  <a:lnTo>
                    <a:pt x="1459364" y="820275"/>
                  </a:lnTo>
                  <a:lnTo>
                    <a:pt x="1386396" y="810203"/>
                  </a:lnTo>
                  <a:lnTo>
                    <a:pt x="1313427" y="800402"/>
                  </a:lnTo>
                  <a:lnTo>
                    <a:pt x="1240459" y="790858"/>
                  </a:lnTo>
                  <a:lnTo>
                    <a:pt x="1167491" y="781561"/>
                  </a:lnTo>
                  <a:lnTo>
                    <a:pt x="1094523" y="772498"/>
                  </a:lnTo>
                  <a:lnTo>
                    <a:pt x="1021555" y="763656"/>
                  </a:lnTo>
                  <a:lnTo>
                    <a:pt x="948586" y="755025"/>
                  </a:lnTo>
                  <a:lnTo>
                    <a:pt x="875618" y="746592"/>
                  </a:lnTo>
                  <a:lnTo>
                    <a:pt x="802650" y="738347"/>
                  </a:lnTo>
                  <a:lnTo>
                    <a:pt x="729682" y="730279"/>
                  </a:lnTo>
                  <a:lnTo>
                    <a:pt x="656713" y="722378"/>
                  </a:lnTo>
                  <a:lnTo>
                    <a:pt x="583745" y="714634"/>
                  </a:lnTo>
                  <a:lnTo>
                    <a:pt x="510777" y="707038"/>
                  </a:lnTo>
                  <a:lnTo>
                    <a:pt x="437809" y="699580"/>
                  </a:lnTo>
                  <a:lnTo>
                    <a:pt x="364841" y="692254"/>
                  </a:lnTo>
                  <a:lnTo>
                    <a:pt x="291872" y="685051"/>
                  </a:lnTo>
                  <a:lnTo>
                    <a:pt x="218904" y="677964"/>
                  </a:lnTo>
                  <a:lnTo>
                    <a:pt x="145936" y="670986"/>
                  </a:lnTo>
                  <a:lnTo>
                    <a:pt x="72968" y="664110"/>
                  </a:lnTo>
                  <a:lnTo>
                    <a:pt x="0" y="65733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394558"/>
              <a:ext cx="5764489" cy="908484"/>
            </a:xfrm>
            <a:custGeom>
              <a:avLst/>
              <a:pathLst>
                <a:path w="5764489" h="908484">
                  <a:moveTo>
                    <a:pt x="0" y="0"/>
                  </a:moveTo>
                  <a:lnTo>
                    <a:pt x="72968" y="19856"/>
                  </a:lnTo>
                  <a:lnTo>
                    <a:pt x="145936" y="39616"/>
                  </a:lnTo>
                  <a:lnTo>
                    <a:pt x="218904" y="59273"/>
                  </a:lnTo>
                  <a:lnTo>
                    <a:pt x="291872" y="78822"/>
                  </a:lnTo>
                  <a:lnTo>
                    <a:pt x="364841" y="98254"/>
                  </a:lnTo>
                  <a:lnTo>
                    <a:pt x="437809" y="117563"/>
                  </a:lnTo>
                  <a:lnTo>
                    <a:pt x="510777" y="136742"/>
                  </a:lnTo>
                  <a:lnTo>
                    <a:pt x="583745" y="155781"/>
                  </a:lnTo>
                  <a:lnTo>
                    <a:pt x="656713" y="174672"/>
                  </a:lnTo>
                  <a:lnTo>
                    <a:pt x="729682" y="193407"/>
                  </a:lnTo>
                  <a:lnTo>
                    <a:pt x="802650" y="211974"/>
                  </a:lnTo>
                  <a:lnTo>
                    <a:pt x="875618" y="230365"/>
                  </a:lnTo>
                  <a:lnTo>
                    <a:pt x="948586" y="248567"/>
                  </a:lnTo>
                  <a:lnTo>
                    <a:pt x="1021555" y="266572"/>
                  </a:lnTo>
                  <a:lnTo>
                    <a:pt x="1094523" y="284366"/>
                  </a:lnTo>
                  <a:lnTo>
                    <a:pt x="1167491" y="301938"/>
                  </a:lnTo>
                  <a:lnTo>
                    <a:pt x="1240459" y="319276"/>
                  </a:lnTo>
                  <a:lnTo>
                    <a:pt x="1313427" y="336368"/>
                  </a:lnTo>
                  <a:lnTo>
                    <a:pt x="1386396" y="353202"/>
                  </a:lnTo>
                  <a:lnTo>
                    <a:pt x="1459364" y="369766"/>
                  </a:lnTo>
                  <a:lnTo>
                    <a:pt x="1532332" y="386048"/>
                  </a:lnTo>
                  <a:lnTo>
                    <a:pt x="1605300" y="402035"/>
                  </a:lnTo>
                  <a:lnTo>
                    <a:pt x="1678268" y="417719"/>
                  </a:lnTo>
                  <a:lnTo>
                    <a:pt x="1751237" y="433088"/>
                  </a:lnTo>
                  <a:lnTo>
                    <a:pt x="1824205" y="448133"/>
                  </a:lnTo>
                  <a:lnTo>
                    <a:pt x="1897173" y="462847"/>
                  </a:lnTo>
                  <a:lnTo>
                    <a:pt x="1970141" y="477223"/>
                  </a:lnTo>
                  <a:lnTo>
                    <a:pt x="2043110" y="491256"/>
                  </a:lnTo>
                  <a:lnTo>
                    <a:pt x="2116078" y="504942"/>
                  </a:lnTo>
                  <a:lnTo>
                    <a:pt x="2189046" y="518280"/>
                  </a:lnTo>
                  <a:lnTo>
                    <a:pt x="2262014" y="531269"/>
                  </a:lnTo>
                  <a:lnTo>
                    <a:pt x="2334982" y="543911"/>
                  </a:lnTo>
                  <a:lnTo>
                    <a:pt x="2407951" y="556210"/>
                  </a:lnTo>
                  <a:lnTo>
                    <a:pt x="2480919" y="568170"/>
                  </a:lnTo>
                  <a:lnTo>
                    <a:pt x="2553887" y="579797"/>
                  </a:lnTo>
                  <a:lnTo>
                    <a:pt x="2626855" y="591100"/>
                  </a:lnTo>
                  <a:lnTo>
                    <a:pt x="2699823" y="602088"/>
                  </a:lnTo>
                  <a:lnTo>
                    <a:pt x="2772792" y="612770"/>
                  </a:lnTo>
                  <a:lnTo>
                    <a:pt x="2845760" y="623157"/>
                  </a:lnTo>
                  <a:lnTo>
                    <a:pt x="2918728" y="633261"/>
                  </a:lnTo>
                  <a:lnTo>
                    <a:pt x="2991696" y="643092"/>
                  </a:lnTo>
                  <a:lnTo>
                    <a:pt x="3064665" y="652665"/>
                  </a:lnTo>
                  <a:lnTo>
                    <a:pt x="3137633" y="661989"/>
                  </a:lnTo>
                  <a:lnTo>
                    <a:pt x="3210601" y="671079"/>
                  </a:lnTo>
                  <a:lnTo>
                    <a:pt x="3283569" y="679945"/>
                  </a:lnTo>
                  <a:lnTo>
                    <a:pt x="3356537" y="688600"/>
                  </a:lnTo>
                  <a:lnTo>
                    <a:pt x="3429506" y="697055"/>
                  </a:lnTo>
                  <a:lnTo>
                    <a:pt x="3502474" y="705320"/>
                  </a:lnTo>
                  <a:lnTo>
                    <a:pt x="3575442" y="713408"/>
                  </a:lnTo>
                  <a:lnTo>
                    <a:pt x="3648410" y="721328"/>
                  </a:lnTo>
                  <a:lnTo>
                    <a:pt x="3721379" y="729090"/>
                  </a:lnTo>
                  <a:lnTo>
                    <a:pt x="3794347" y="736703"/>
                  </a:lnTo>
                  <a:lnTo>
                    <a:pt x="3867315" y="744175"/>
                  </a:lnTo>
                  <a:lnTo>
                    <a:pt x="3940283" y="751516"/>
                  </a:lnTo>
                  <a:lnTo>
                    <a:pt x="4013251" y="758733"/>
                  </a:lnTo>
                  <a:lnTo>
                    <a:pt x="4086220" y="765833"/>
                  </a:lnTo>
                  <a:lnTo>
                    <a:pt x="4159188" y="772823"/>
                  </a:lnTo>
                  <a:lnTo>
                    <a:pt x="4232156" y="779710"/>
                  </a:lnTo>
                  <a:lnTo>
                    <a:pt x="4305124" y="786500"/>
                  </a:lnTo>
                  <a:lnTo>
                    <a:pt x="4378092" y="793198"/>
                  </a:lnTo>
                  <a:lnTo>
                    <a:pt x="4451061" y="799810"/>
                  </a:lnTo>
                  <a:lnTo>
                    <a:pt x="4524029" y="806341"/>
                  </a:lnTo>
                  <a:lnTo>
                    <a:pt x="4596997" y="812796"/>
                  </a:lnTo>
                  <a:lnTo>
                    <a:pt x="4669965" y="819178"/>
                  </a:lnTo>
                  <a:lnTo>
                    <a:pt x="4742934" y="825492"/>
                  </a:lnTo>
                  <a:lnTo>
                    <a:pt x="4815902" y="831742"/>
                  </a:lnTo>
                  <a:lnTo>
                    <a:pt x="4888870" y="837931"/>
                  </a:lnTo>
                  <a:lnTo>
                    <a:pt x="4961838" y="844062"/>
                  </a:lnTo>
                  <a:lnTo>
                    <a:pt x="5034806" y="850140"/>
                  </a:lnTo>
                  <a:lnTo>
                    <a:pt x="5107775" y="856165"/>
                  </a:lnTo>
                  <a:lnTo>
                    <a:pt x="5180743" y="862143"/>
                  </a:lnTo>
                  <a:lnTo>
                    <a:pt x="5253711" y="868074"/>
                  </a:lnTo>
                  <a:lnTo>
                    <a:pt x="5326679" y="873961"/>
                  </a:lnTo>
                  <a:lnTo>
                    <a:pt x="5399647" y="879807"/>
                  </a:lnTo>
                  <a:lnTo>
                    <a:pt x="5472616" y="885614"/>
                  </a:lnTo>
                  <a:lnTo>
                    <a:pt x="5545584" y="891383"/>
                  </a:lnTo>
                  <a:lnTo>
                    <a:pt x="5618552" y="897116"/>
                  </a:lnTo>
                  <a:lnTo>
                    <a:pt x="5691520" y="902816"/>
                  </a:lnTo>
                  <a:lnTo>
                    <a:pt x="5764489" y="908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4051889"/>
              <a:ext cx="5764489" cy="1195721"/>
            </a:xfrm>
            <a:custGeom>
              <a:avLst/>
              <a:pathLst>
                <a:path w="5764489" h="1195721">
                  <a:moveTo>
                    <a:pt x="5764489" y="1195721"/>
                  </a:moveTo>
                  <a:lnTo>
                    <a:pt x="5691520" y="1174753"/>
                  </a:lnTo>
                  <a:lnTo>
                    <a:pt x="5618552" y="1153818"/>
                  </a:lnTo>
                  <a:lnTo>
                    <a:pt x="5545584" y="1132916"/>
                  </a:lnTo>
                  <a:lnTo>
                    <a:pt x="5472616" y="1112049"/>
                  </a:lnTo>
                  <a:lnTo>
                    <a:pt x="5399647" y="1091220"/>
                  </a:lnTo>
                  <a:lnTo>
                    <a:pt x="5326679" y="1070431"/>
                  </a:lnTo>
                  <a:lnTo>
                    <a:pt x="5253711" y="1049683"/>
                  </a:lnTo>
                  <a:lnTo>
                    <a:pt x="5180743" y="1028978"/>
                  </a:lnTo>
                  <a:lnTo>
                    <a:pt x="5107775" y="1008320"/>
                  </a:lnTo>
                  <a:lnTo>
                    <a:pt x="5034806" y="987710"/>
                  </a:lnTo>
                  <a:lnTo>
                    <a:pt x="4961838" y="967152"/>
                  </a:lnTo>
                  <a:lnTo>
                    <a:pt x="4888870" y="946648"/>
                  </a:lnTo>
                  <a:lnTo>
                    <a:pt x="4815902" y="926202"/>
                  </a:lnTo>
                  <a:lnTo>
                    <a:pt x="4742934" y="905816"/>
                  </a:lnTo>
                  <a:lnTo>
                    <a:pt x="4669965" y="885495"/>
                  </a:lnTo>
                  <a:lnTo>
                    <a:pt x="4596997" y="865241"/>
                  </a:lnTo>
                  <a:lnTo>
                    <a:pt x="4524029" y="845060"/>
                  </a:lnTo>
                  <a:lnTo>
                    <a:pt x="4451061" y="824955"/>
                  </a:lnTo>
                  <a:lnTo>
                    <a:pt x="4378092" y="804932"/>
                  </a:lnTo>
                  <a:lnTo>
                    <a:pt x="4305124" y="784995"/>
                  </a:lnTo>
                  <a:lnTo>
                    <a:pt x="4232156" y="765149"/>
                  </a:lnTo>
                  <a:lnTo>
                    <a:pt x="4159188" y="745401"/>
                  </a:lnTo>
                  <a:lnTo>
                    <a:pt x="4086220" y="725755"/>
                  </a:lnTo>
                  <a:lnTo>
                    <a:pt x="4013251" y="706220"/>
                  </a:lnTo>
                  <a:lnTo>
                    <a:pt x="3940283" y="686801"/>
                  </a:lnTo>
                  <a:lnTo>
                    <a:pt x="3867315" y="667506"/>
                  </a:lnTo>
                  <a:lnTo>
                    <a:pt x="3794347" y="648344"/>
                  </a:lnTo>
                  <a:lnTo>
                    <a:pt x="3721379" y="629321"/>
                  </a:lnTo>
                  <a:lnTo>
                    <a:pt x="3648410" y="610447"/>
                  </a:lnTo>
                  <a:lnTo>
                    <a:pt x="3575442" y="591731"/>
                  </a:lnTo>
                  <a:lnTo>
                    <a:pt x="3502474" y="573183"/>
                  </a:lnTo>
                  <a:lnTo>
                    <a:pt x="3429506" y="554814"/>
                  </a:lnTo>
                  <a:lnTo>
                    <a:pt x="3356537" y="536633"/>
                  </a:lnTo>
                  <a:lnTo>
                    <a:pt x="3283569" y="518652"/>
                  </a:lnTo>
                  <a:lnTo>
                    <a:pt x="3210601" y="500883"/>
                  </a:lnTo>
                  <a:lnTo>
                    <a:pt x="3137633" y="483337"/>
                  </a:lnTo>
                  <a:lnTo>
                    <a:pt x="3064665" y="466026"/>
                  </a:lnTo>
                  <a:lnTo>
                    <a:pt x="2991696" y="448963"/>
                  </a:lnTo>
                  <a:lnTo>
                    <a:pt x="2918728" y="432159"/>
                  </a:lnTo>
                  <a:lnTo>
                    <a:pt x="2845760" y="415627"/>
                  </a:lnTo>
                  <a:lnTo>
                    <a:pt x="2772792" y="399379"/>
                  </a:lnTo>
                  <a:lnTo>
                    <a:pt x="2699823" y="383425"/>
                  </a:lnTo>
                  <a:lnTo>
                    <a:pt x="2626855" y="367777"/>
                  </a:lnTo>
                  <a:lnTo>
                    <a:pt x="2553887" y="352445"/>
                  </a:lnTo>
                  <a:lnTo>
                    <a:pt x="2480919" y="337437"/>
                  </a:lnTo>
                  <a:lnTo>
                    <a:pt x="2407951" y="322761"/>
                  </a:lnTo>
                  <a:lnTo>
                    <a:pt x="2334982" y="308424"/>
                  </a:lnTo>
                  <a:lnTo>
                    <a:pt x="2262014" y="294431"/>
                  </a:lnTo>
                  <a:lnTo>
                    <a:pt x="2189046" y="280785"/>
                  </a:lnTo>
                  <a:lnTo>
                    <a:pt x="2116078" y="267487"/>
                  </a:lnTo>
                  <a:lnTo>
                    <a:pt x="2043110" y="254538"/>
                  </a:lnTo>
                  <a:lnTo>
                    <a:pt x="1970141" y="241935"/>
                  </a:lnTo>
                  <a:lnTo>
                    <a:pt x="1897173" y="229675"/>
                  </a:lnTo>
                  <a:lnTo>
                    <a:pt x="1824205" y="217754"/>
                  </a:lnTo>
                  <a:lnTo>
                    <a:pt x="1751237" y="206164"/>
                  </a:lnTo>
                  <a:lnTo>
                    <a:pt x="1678268" y="194897"/>
                  </a:lnTo>
                  <a:lnTo>
                    <a:pt x="1605300" y="183945"/>
                  </a:lnTo>
                  <a:lnTo>
                    <a:pt x="1532332" y="173297"/>
                  </a:lnTo>
                  <a:lnTo>
                    <a:pt x="1459364" y="162943"/>
                  </a:lnTo>
                  <a:lnTo>
                    <a:pt x="1386396" y="152871"/>
                  </a:lnTo>
                  <a:lnTo>
                    <a:pt x="1313427" y="143070"/>
                  </a:lnTo>
                  <a:lnTo>
                    <a:pt x="1240459" y="133527"/>
                  </a:lnTo>
                  <a:lnTo>
                    <a:pt x="1167491" y="124229"/>
                  </a:lnTo>
                  <a:lnTo>
                    <a:pt x="1094523" y="115166"/>
                  </a:lnTo>
                  <a:lnTo>
                    <a:pt x="1021555" y="106325"/>
                  </a:lnTo>
                  <a:lnTo>
                    <a:pt x="948586" y="97693"/>
                  </a:lnTo>
                  <a:lnTo>
                    <a:pt x="875618" y="89261"/>
                  </a:lnTo>
                  <a:lnTo>
                    <a:pt x="802650" y="81016"/>
                  </a:lnTo>
                  <a:lnTo>
                    <a:pt x="729682" y="72948"/>
                  </a:lnTo>
                  <a:lnTo>
                    <a:pt x="656713" y="65046"/>
                  </a:lnTo>
                  <a:lnTo>
                    <a:pt x="583745" y="57302"/>
                  </a:lnTo>
                  <a:lnTo>
                    <a:pt x="510777" y="49706"/>
                  </a:lnTo>
                  <a:lnTo>
                    <a:pt x="437809" y="42249"/>
                  </a:lnTo>
                  <a:lnTo>
                    <a:pt x="364841" y="34923"/>
                  </a:lnTo>
                  <a:lnTo>
                    <a:pt x="291872" y="27720"/>
                  </a:lnTo>
                  <a:lnTo>
                    <a:pt x="218904" y="20632"/>
                  </a:lnTo>
                  <a:lnTo>
                    <a:pt x="145936" y="13654"/>
                  </a:lnTo>
                  <a:lnTo>
                    <a:pt x="72968" y="67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723224"/>
              <a:ext cx="5764489" cy="1052103"/>
            </a:xfrm>
            <a:custGeom>
              <a:avLst/>
              <a:pathLst>
                <a:path w="5764489" h="1052103">
                  <a:moveTo>
                    <a:pt x="0" y="0"/>
                  </a:moveTo>
                  <a:lnTo>
                    <a:pt x="72968" y="13317"/>
                  </a:lnTo>
                  <a:lnTo>
                    <a:pt x="145936" y="26635"/>
                  </a:lnTo>
                  <a:lnTo>
                    <a:pt x="218904" y="39953"/>
                  </a:lnTo>
                  <a:lnTo>
                    <a:pt x="291872" y="53271"/>
                  </a:lnTo>
                  <a:lnTo>
                    <a:pt x="364841" y="66588"/>
                  </a:lnTo>
                  <a:lnTo>
                    <a:pt x="437809" y="79906"/>
                  </a:lnTo>
                  <a:lnTo>
                    <a:pt x="510777" y="93224"/>
                  </a:lnTo>
                  <a:lnTo>
                    <a:pt x="583745" y="106542"/>
                  </a:lnTo>
                  <a:lnTo>
                    <a:pt x="656713" y="119859"/>
                  </a:lnTo>
                  <a:lnTo>
                    <a:pt x="729682" y="133177"/>
                  </a:lnTo>
                  <a:lnTo>
                    <a:pt x="802650" y="146495"/>
                  </a:lnTo>
                  <a:lnTo>
                    <a:pt x="875618" y="159813"/>
                  </a:lnTo>
                  <a:lnTo>
                    <a:pt x="948586" y="173130"/>
                  </a:lnTo>
                  <a:lnTo>
                    <a:pt x="1021555" y="186448"/>
                  </a:lnTo>
                  <a:lnTo>
                    <a:pt x="1094523" y="199766"/>
                  </a:lnTo>
                  <a:lnTo>
                    <a:pt x="1167491" y="213084"/>
                  </a:lnTo>
                  <a:lnTo>
                    <a:pt x="1240459" y="226401"/>
                  </a:lnTo>
                  <a:lnTo>
                    <a:pt x="1313427" y="239719"/>
                  </a:lnTo>
                  <a:lnTo>
                    <a:pt x="1386396" y="253037"/>
                  </a:lnTo>
                  <a:lnTo>
                    <a:pt x="1459364" y="266355"/>
                  </a:lnTo>
                  <a:lnTo>
                    <a:pt x="1532332" y="279672"/>
                  </a:lnTo>
                  <a:lnTo>
                    <a:pt x="1605300" y="292990"/>
                  </a:lnTo>
                  <a:lnTo>
                    <a:pt x="1678268" y="306308"/>
                  </a:lnTo>
                  <a:lnTo>
                    <a:pt x="1751237" y="319626"/>
                  </a:lnTo>
                  <a:lnTo>
                    <a:pt x="1824205" y="332944"/>
                  </a:lnTo>
                  <a:lnTo>
                    <a:pt x="1897173" y="346261"/>
                  </a:lnTo>
                  <a:lnTo>
                    <a:pt x="1970141" y="359579"/>
                  </a:lnTo>
                  <a:lnTo>
                    <a:pt x="2043110" y="372897"/>
                  </a:lnTo>
                  <a:lnTo>
                    <a:pt x="2116078" y="386215"/>
                  </a:lnTo>
                  <a:lnTo>
                    <a:pt x="2189046" y="399532"/>
                  </a:lnTo>
                  <a:lnTo>
                    <a:pt x="2262014" y="412850"/>
                  </a:lnTo>
                  <a:lnTo>
                    <a:pt x="2334982" y="426168"/>
                  </a:lnTo>
                  <a:lnTo>
                    <a:pt x="2407951" y="439486"/>
                  </a:lnTo>
                  <a:lnTo>
                    <a:pt x="2480919" y="452803"/>
                  </a:lnTo>
                  <a:lnTo>
                    <a:pt x="2553887" y="466121"/>
                  </a:lnTo>
                  <a:lnTo>
                    <a:pt x="2626855" y="479439"/>
                  </a:lnTo>
                  <a:lnTo>
                    <a:pt x="2699823" y="492757"/>
                  </a:lnTo>
                  <a:lnTo>
                    <a:pt x="2772792" y="506074"/>
                  </a:lnTo>
                  <a:lnTo>
                    <a:pt x="2845760" y="519392"/>
                  </a:lnTo>
                  <a:lnTo>
                    <a:pt x="2918728" y="532710"/>
                  </a:lnTo>
                  <a:lnTo>
                    <a:pt x="2991696" y="546028"/>
                  </a:lnTo>
                  <a:lnTo>
                    <a:pt x="3064665" y="559345"/>
                  </a:lnTo>
                  <a:lnTo>
                    <a:pt x="3137633" y="572663"/>
                  </a:lnTo>
                  <a:lnTo>
                    <a:pt x="3210601" y="585981"/>
                  </a:lnTo>
                  <a:lnTo>
                    <a:pt x="3283569" y="599299"/>
                  </a:lnTo>
                  <a:lnTo>
                    <a:pt x="3356537" y="612616"/>
                  </a:lnTo>
                  <a:lnTo>
                    <a:pt x="3429506" y="625934"/>
                  </a:lnTo>
                  <a:lnTo>
                    <a:pt x="3502474" y="639252"/>
                  </a:lnTo>
                  <a:lnTo>
                    <a:pt x="3575442" y="652570"/>
                  </a:lnTo>
                  <a:lnTo>
                    <a:pt x="3648410" y="665888"/>
                  </a:lnTo>
                  <a:lnTo>
                    <a:pt x="3721379" y="679205"/>
                  </a:lnTo>
                  <a:lnTo>
                    <a:pt x="3794347" y="692523"/>
                  </a:lnTo>
                  <a:lnTo>
                    <a:pt x="3867315" y="705841"/>
                  </a:lnTo>
                  <a:lnTo>
                    <a:pt x="3940283" y="719159"/>
                  </a:lnTo>
                  <a:lnTo>
                    <a:pt x="4013251" y="732476"/>
                  </a:lnTo>
                  <a:lnTo>
                    <a:pt x="4086220" y="745794"/>
                  </a:lnTo>
                  <a:lnTo>
                    <a:pt x="4159188" y="759112"/>
                  </a:lnTo>
                  <a:lnTo>
                    <a:pt x="4232156" y="772430"/>
                  </a:lnTo>
                  <a:lnTo>
                    <a:pt x="4305124" y="785747"/>
                  </a:lnTo>
                  <a:lnTo>
                    <a:pt x="4378092" y="799065"/>
                  </a:lnTo>
                  <a:lnTo>
                    <a:pt x="4451061" y="812383"/>
                  </a:lnTo>
                  <a:lnTo>
                    <a:pt x="4524029" y="825701"/>
                  </a:lnTo>
                  <a:lnTo>
                    <a:pt x="4596997" y="839018"/>
                  </a:lnTo>
                  <a:lnTo>
                    <a:pt x="4669965" y="852336"/>
                  </a:lnTo>
                  <a:lnTo>
                    <a:pt x="4742934" y="865654"/>
                  </a:lnTo>
                  <a:lnTo>
                    <a:pt x="4815902" y="878972"/>
                  </a:lnTo>
                  <a:lnTo>
                    <a:pt x="4888870" y="892289"/>
                  </a:lnTo>
                  <a:lnTo>
                    <a:pt x="4961838" y="905607"/>
                  </a:lnTo>
                  <a:lnTo>
                    <a:pt x="5034806" y="918925"/>
                  </a:lnTo>
                  <a:lnTo>
                    <a:pt x="5107775" y="932243"/>
                  </a:lnTo>
                  <a:lnTo>
                    <a:pt x="5180743" y="945560"/>
                  </a:lnTo>
                  <a:lnTo>
                    <a:pt x="5253711" y="958878"/>
                  </a:lnTo>
                  <a:lnTo>
                    <a:pt x="5326679" y="972196"/>
                  </a:lnTo>
                  <a:lnTo>
                    <a:pt x="5399647" y="985514"/>
                  </a:lnTo>
                  <a:lnTo>
                    <a:pt x="5472616" y="998832"/>
                  </a:lnTo>
                  <a:lnTo>
                    <a:pt x="5545584" y="1012149"/>
                  </a:lnTo>
                  <a:lnTo>
                    <a:pt x="5618552" y="1025467"/>
                  </a:lnTo>
                  <a:lnTo>
                    <a:pt x="5691520" y="1038785"/>
                  </a:lnTo>
                  <a:lnTo>
                    <a:pt x="5764489" y="1052103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221792" y="24304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221792" y="24214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21792" y="25858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598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942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489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828733" y="35830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828733" y="32499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28733" y="33347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3708" y="3278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3708" y="33912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3708" y="28790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06135" y="286141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106135" y="30077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106135" y="29629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539461" y="28653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539461" y="29055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39461" y="34544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488611" y="44509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488611" y="357964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59969" y="34265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59969" y="29673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584962"/>
              <a:ext cx="5764489" cy="1246214"/>
            </a:xfrm>
            <a:custGeom>
              <a:avLst/>
              <a:pathLst>
                <a:path w="5764489" h="1246214">
                  <a:moveTo>
                    <a:pt x="0" y="0"/>
                  </a:moveTo>
                  <a:lnTo>
                    <a:pt x="72968" y="11789"/>
                  </a:lnTo>
                  <a:lnTo>
                    <a:pt x="145936" y="23476"/>
                  </a:lnTo>
                  <a:lnTo>
                    <a:pt x="218904" y="35054"/>
                  </a:lnTo>
                  <a:lnTo>
                    <a:pt x="291872" y="46515"/>
                  </a:lnTo>
                  <a:lnTo>
                    <a:pt x="364841" y="57854"/>
                  </a:lnTo>
                  <a:lnTo>
                    <a:pt x="437809" y="69061"/>
                  </a:lnTo>
                  <a:lnTo>
                    <a:pt x="510777" y="80129"/>
                  </a:lnTo>
                  <a:lnTo>
                    <a:pt x="583745" y="91050"/>
                  </a:lnTo>
                  <a:lnTo>
                    <a:pt x="656713" y="101815"/>
                  </a:lnTo>
                  <a:lnTo>
                    <a:pt x="729682" y="112413"/>
                  </a:lnTo>
                  <a:lnTo>
                    <a:pt x="802650" y="122834"/>
                  </a:lnTo>
                  <a:lnTo>
                    <a:pt x="875618" y="133069"/>
                  </a:lnTo>
                  <a:lnTo>
                    <a:pt x="948586" y="143106"/>
                  </a:lnTo>
                  <a:lnTo>
                    <a:pt x="1021555" y="152934"/>
                  </a:lnTo>
                  <a:lnTo>
                    <a:pt x="1094523" y="162540"/>
                  </a:lnTo>
                  <a:lnTo>
                    <a:pt x="1167491" y="171912"/>
                  </a:lnTo>
                  <a:lnTo>
                    <a:pt x="1240459" y="181038"/>
                  </a:lnTo>
                  <a:lnTo>
                    <a:pt x="1313427" y="189905"/>
                  </a:lnTo>
                  <a:lnTo>
                    <a:pt x="1386396" y="198500"/>
                  </a:lnTo>
                  <a:lnTo>
                    <a:pt x="1459364" y="206810"/>
                  </a:lnTo>
                  <a:lnTo>
                    <a:pt x="1532332" y="214823"/>
                  </a:lnTo>
                  <a:lnTo>
                    <a:pt x="1605300" y="222526"/>
                  </a:lnTo>
                  <a:lnTo>
                    <a:pt x="1678268" y="229908"/>
                  </a:lnTo>
                  <a:lnTo>
                    <a:pt x="1751237" y="236956"/>
                  </a:lnTo>
                  <a:lnTo>
                    <a:pt x="1824205" y="243663"/>
                  </a:lnTo>
                  <a:lnTo>
                    <a:pt x="1897173" y="250017"/>
                  </a:lnTo>
                  <a:lnTo>
                    <a:pt x="1970141" y="256012"/>
                  </a:lnTo>
                  <a:lnTo>
                    <a:pt x="2043110" y="261640"/>
                  </a:lnTo>
                  <a:lnTo>
                    <a:pt x="2116078" y="266898"/>
                  </a:lnTo>
                  <a:lnTo>
                    <a:pt x="2189046" y="271782"/>
                  </a:lnTo>
                  <a:lnTo>
                    <a:pt x="2262014" y="276292"/>
                  </a:lnTo>
                  <a:lnTo>
                    <a:pt x="2334982" y="280426"/>
                  </a:lnTo>
                  <a:lnTo>
                    <a:pt x="2407951" y="284188"/>
                  </a:lnTo>
                  <a:lnTo>
                    <a:pt x="2480919" y="287582"/>
                  </a:lnTo>
                  <a:lnTo>
                    <a:pt x="2553887" y="290613"/>
                  </a:lnTo>
                  <a:lnTo>
                    <a:pt x="2626855" y="293288"/>
                  </a:lnTo>
                  <a:lnTo>
                    <a:pt x="2699823" y="295617"/>
                  </a:lnTo>
                  <a:lnTo>
                    <a:pt x="2772792" y="297607"/>
                  </a:lnTo>
                  <a:lnTo>
                    <a:pt x="2845760" y="299272"/>
                  </a:lnTo>
                  <a:lnTo>
                    <a:pt x="2918728" y="300620"/>
                  </a:lnTo>
                  <a:lnTo>
                    <a:pt x="2991696" y="301666"/>
                  </a:lnTo>
                  <a:lnTo>
                    <a:pt x="3064665" y="302421"/>
                  </a:lnTo>
                  <a:lnTo>
                    <a:pt x="3137633" y="302898"/>
                  </a:lnTo>
                  <a:lnTo>
                    <a:pt x="3210601" y="303110"/>
                  </a:lnTo>
                  <a:lnTo>
                    <a:pt x="3283569" y="303069"/>
                  </a:lnTo>
                  <a:lnTo>
                    <a:pt x="3356537" y="302789"/>
                  </a:lnTo>
                  <a:lnTo>
                    <a:pt x="3429506" y="302282"/>
                  </a:lnTo>
                  <a:lnTo>
                    <a:pt x="3502474" y="301561"/>
                  </a:lnTo>
                  <a:lnTo>
                    <a:pt x="3575442" y="300635"/>
                  </a:lnTo>
                  <a:lnTo>
                    <a:pt x="3648410" y="299518"/>
                  </a:lnTo>
                  <a:lnTo>
                    <a:pt x="3721379" y="298220"/>
                  </a:lnTo>
                  <a:lnTo>
                    <a:pt x="3794347" y="296751"/>
                  </a:lnTo>
                  <a:lnTo>
                    <a:pt x="3867315" y="295121"/>
                  </a:lnTo>
                  <a:lnTo>
                    <a:pt x="3940283" y="293339"/>
                  </a:lnTo>
                  <a:lnTo>
                    <a:pt x="4013251" y="291414"/>
                  </a:lnTo>
                  <a:lnTo>
                    <a:pt x="4086220" y="289355"/>
                  </a:lnTo>
                  <a:lnTo>
                    <a:pt x="4159188" y="287169"/>
                  </a:lnTo>
                  <a:lnTo>
                    <a:pt x="4232156" y="284864"/>
                  </a:lnTo>
                  <a:lnTo>
                    <a:pt x="4305124" y="282446"/>
                  </a:lnTo>
                  <a:lnTo>
                    <a:pt x="4378092" y="279923"/>
                  </a:lnTo>
                  <a:lnTo>
                    <a:pt x="4451061" y="277299"/>
                  </a:lnTo>
                  <a:lnTo>
                    <a:pt x="4524029" y="274582"/>
                  </a:lnTo>
                  <a:lnTo>
                    <a:pt x="4596997" y="271776"/>
                  </a:lnTo>
                  <a:lnTo>
                    <a:pt x="4669965" y="268886"/>
                  </a:lnTo>
                  <a:lnTo>
                    <a:pt x="4742934" y="265916"/>
                  </a:lnTo>
                  <a:lnTo>
                    <a:pt x="4815902" y="262873"/>
                  </a:lnTo>
                  <a:lnTo>
                    <a:pt x="4888870" y="259758"/>
                  </a:lnTo>
                  <a:lnTo>
                    <a:pt x="4961838" y="256577"/>
                  </a:lnTo>
                  <a:lnTo>
                    <a:pt x="5034806" y="253333"/>
                  </a:lnTo>
                  <a:lnTo>
                    <a:pt x="5107775" y="250029"/>
                  </a:lnTo>
                  <a:lnTo>
                    <a:pt x="5180743" y="246669"/>
                  </a:lnTo>
                  <a:lnTo>
                    <a:pt x="5253711" y="243255"/>
                  </a:lnTo>
                  <a:lnTo>
                    <a:pt x="5326679" y="239790"/>
                  </a:lnTo>
                  <a:lnTo>
                    <a:pt x="5399647" y="236277"/>
                  </a:lnTo>
                  <a:lnTo>
                    <a:pt x="5472616" y="232718"/>
                  </a:lnTo>
                  <a:lnTo>
                    <a:pt x="5545584" y="229115"/>
                  </a:lnTo>
                  <a:lnTo>
                    <a:pt x="5618552" y="225472"/>
                  </a:lnTo>
                  <a:lnTo>
                    <a:pt x="5691520" y="221789"/>
                  </a:lnTo>
                  <a:lnTo>
                    <a:pt x="5764489" y="218068"/>
                  </a:lnTo>
                  <a:lnTo>
                    <a:pt x="5764489" y="1246214"/>
                  </a:lnTo>
                  <a:lnTo>
                    <a:pt x="5691520" y="1233274"/>
                  </a:lnTo>
                  <a:lnTo>
                    <a:pt x="5618552" y="1220371"/>
                  </a:lnTo>
                  <a:lnTo>
                    <a:pt x="5545584" y="1207508"/>
                  </a:lnTo>
                  <a:lnTo>
                    <a:pt x="5472616" y="1194687"/>
                  </a:lnTo>
                  <a:lnTo>
                    <a:pt x="5399647" y="1181908"/>
                  </a:lnTo>
                  <a:lnTo>
                    <a:pt x="5326679" y="1169176"/>
                  </a:lnTo>
                  <a:lnTo>
                    <a:pt x="5253711" y="1156492"/>
                  </a:lnTo>
                  <a:lnTo>
                    <a:pt x="5180743" y="1143859"/>
                  </a:lnTo>
                  <a:lnTo>
                    <a:pt x="5107775" y="1131279"/>
                  </a:lnTo>
                  <a:lnTo>
                    <a:pt x="5034806" y="1118756"/>
                  </a:lnTo>
                  <a:lnTo>
                    <a:pt x="4961838" y="1106292"/>
                  </a:lnTo>
                  <a:lnTo>
                    <a:pt x="4888870" y="1093892"/>
                  </a:lnTo>
                  <a:lnTo>
                    <a:pt x="4815902" y="1081558"/>
                  </a:lnTo>
                  <a:lnTo>
                    <a:pt x="4742934" y="1069295"/>
                  </a:lnTo>
                  <a:lnTo>
                    <a:pt x="4669965" y="1057107"/>
                  </a:lnTo>
                  <a:lnTo>
                    <a:pt x="4596997" y="1044997"/>
                  </a:lnTo>
                  <a:lnTo>
                    <a:pt x="4524029" y="1032972"/>
                  </a:lnTo>
                  <a:lnTo>
                    <a:pt x="4451061" y="1021035"/>
                  </a:lnTo>
                  <a:lnTo>
                    <a:pt x="4378092" y="1009192"/>
                  </a:lnTo>
                  <a:lnTo>
                    <a:pt x="4305124" y="997449"/>
                  </a:lnTo>
                  <a:lnTo>
                    <a:pt x="4232156" y="985812"/>
                  </a:lnTo>
                  <a:lnTo>
                    <a:pt x="4159188" y="974288"/>
                  </a:lnTo>
                  <a:lnTo>
                    <a:pt x="4086220" y="962883"/>
                  </a:lnTo>
                  <a:lnTo>
                    <a:pt x="4013251" y="951604"/>
                  </a:lnTo>
                  <a:lnTo>
                    <a:pt x="3940283" y="940460"/>
                  </a:lnTo>
                  <a:lnTo>
                    <a:pt x="3867315" y="929459"/>
                  </a:lnTo>
                  <a:lnTo>
                    <a:pt x="3794347" y="918610"/>
                  </a:lnTo>
                  <a:lnTo>
                    <a:pt x="3721379" y="907921"/>
                  </a:lnTo>
                  <a:lnTo>
                    <a:pt x="3648410" y="897404"/>
                  </a:lnTo>
                  <a:lnTo>
                    <a:pt x="3575442" y="887067"/>
                  </a:lnTo>
                  <a:lnTo>
                    <a:pt x="3502474" y="876923"/>
                  </a:lnTo>
                  <a:lnTo>
                    <a:pt x="3429506" y="866982"/>
                  </a:lnTo>
                  <a:lnTo>
                    <a:pt x="3356537" y="857256"/>
                  </a:lnTo>
                  <a:lnTo>
                    <a:pt x="3283569" y="847756"/>
                  </a:lnTo>
                  <a:lnTo>
                    <a:pt x="3210601" y="838497"/>
                  </a:lnTo>
                  <a:lnTo>
                    <a:pt x="3137633" y="829489"/>
                  </a:lnTo>
                  <a:lnTo>
                    <a:pt x="3064665" y="820747"/>
                  </a:lnTo>
                  <a:lnTo>
                    <a:pt x="2991696" y="812283"/>
                  </a:lnTo>
                  <a:lnTo>
                    <a:pt x="2918728" y="804109"/>
                  </a:lnTo>
                  <a:lnTo>
                    <a:pt x="2845760" y="796238"/>
                  </a:lnTo>
                  <a:lnTo>
                    <a:pt x="2772792" y="788683"/>
                  </a:lnTo>
                  <a:lnTo>
                    <a:pt x="2699823" y="781455"/>
                  </a:lnTo>
                  <a:lnTo>
                    <a:pt x="2626855" y="774564"/>
                  </a:lnTo>
                  <a:lnTo>
                    <a:pt x="2553887" y="768020"/>
                  </a:lnTo>
                  <a:lnTo>
                    <a:pt x="2480919" y="761832"/>
                  </a:lnTo>
                  <a:lnTo>
                    <a:pt x="2407951" y="756006"/>
                  </a:lnTo>
                  <a:lnTo>
                    <a:pt x="2334982" y="750549"/>
                  </a:lnTo>
                  <a:lnTo>
                    <a:pt x="2262014" y="745464"/>
                  </a:lnTo>
                  <a:lnTo>
                    <a:pt x="2189046" y="740754"/>
                  </a:lnTo>
                  <a:lnTo>
                    <a:pt x="2116078" y="736419"/>
                  </a:lnTo>
                  <a:lnTo>
                    <a:pt x="2043110" y="732457"/>
                  </a:lnTo>
                  <a:lnTo>
                    <a:pt x="1970141" y="728867"/>
                  </a:lnTo>
                  <a:lnTo>
                    <a:pt x="1897173" y="725642"/>
                  </a:lnTo>
                  <a:lnTo>
                    <a:pt x="1824205" y="722777"/>
                  </a:lnTo>
                  <a:lnTo>
                    <a:pt x="1751237" y="720264"/>
                  </a:lnTo>
                  <a:lnTo>
                    <a:pt x="1678268" y="718094"/>
                  </a:lnTo>
                  <a:lnTo>
                    <a:pt x="1605300" y="716256"/>
                  </a:lnTo>
                  <a:lnTo>
                    <a:pt x="1532332" y="714739"/>
                  </a:lnTo>
                  <a:lnTo>
                    <a:pt x="1459364" y="713533"/>
                  </a:lnTo>
                  <a:lnTo>
                    <a:pt x="1386396" y="712624"/>
                  </a:lnTo>
                  <a:lnTo>
                    <a:pt x="1313427" y="711999"/>
                  </a:lnTo>
                  <a:lnTo>
                    <a:pt x="1240459" y="711647"/>
                  </a:lnTo>
                  <a:lnTo>
                    <a:pt x="1167491" y="711554"/>
                  </a:lnTo>
                  <a:lnTo>
                    <a:pt x="1094523" y="711707"/>
                  </a:lnTo>
                  <a:lnTo>
                    <a:pt x="1021555" y="712094"/>
                  </a:lnTo>
                  <a:lnTo>
                    <a:pt x="948586" y="712702"/>
                  </a:lnTo>
                  <a:lnTo>
                    <a:pt x="875618" y="713520"/>
                  </a:lnTo>
                  <a:lnTo>
                    <a:pt x="802650" y="714535"/>
                  </a:lnTo>
                  <a:lnTo>
                    <a:pt x="729682" y="715738"/>
                  </a:lnTo>
                  <a:lnTo>
                    <a:pt x="656713" y="717116"/>
                  </a:lnTo>
                  <a:lnTo>
                    <a:pt x="583745" y="718661"/>
                  </a:lnTo>
                  <a:lnTo>
                    <a:pt x="510777" y="720363"/>
                  </a:lnTo>
                  <a:lnTo>
                    <a:pt x="437809" y="722212"/>
                  </a:lnTo>
                  <a:lnTo>
                    <a:pt x="364841" y="724200"/>
                  </a:lnTo>
                  <a:lnTo>
                    <a:pt x="291872" y="726319"/>
                  </a:lnTo>
                  <a:lnTo>
                    <a:pt x="218904" y="728561"/>
                  </a:lnTo>
                  <a:lnTo>
                    <a:pt x="145936" y="730920"/>
                  </a:lnTo>
                  <a:lnTo>
                    <a:pt x="72968" y="733387"/>
                  </a:lnTo>
                  <a:lnTo>
                    <a:pt x="0" y="735958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584962"/>
              <a:ext cx="5764489" cy="303110"/>
            </a:xfrm>
            <a:custGeom>
              <a:avLst/>
              <a:pathLst>
                <a:path w="5764489" h="303110">
                  <a:moveTo>
                    <a:pt x="0" y="0"/>
                  </a:moveTo>
                  <a:lnTo>
                    <a:pt x="72968" y="11789"/>
                  </a:lnTo>
                  <a:lnTo>
                    <a:pt x="145936" y="23476"/>
                  </a:lnTo>
                  <a:lnTo>
                    <a:pt x="218904" y="35054"/>
                  </a:lnTo>
                  <a:lnTo>
                    <a:pt x="291872" y="46515"/>
                  </a:lnTo>
                  <a:lnTo>
                    <a:pt x="364841" y="57854"/>
                  </a:lnTo>
                  <a:lnTo>
                    <a:pt x="437809" y="69061"/>
                  </a:lnTo>
                  <a:lnTo>
                    <a:pt x="510777" y="80129"/>
                  </a:lnTo>
                  <a:lnTo>
                    <a:pt x="583745" y="91050"/>
                  </a:lnTo>
                  <a:lnTo>
                    <a:pt x="656713" y="101815"/>
                  </a:lnTo>
                  <a:lnTo>
                    <a:pt x="729682" y="112413"/>
                  </a:lnTo>
                  <a:lnTo>
                    <a:pt x="802650" y="122834"/>
                  </a:lnTo>
                  <a:lnTo>
                    <a:pt x="875618" y="133069"/>
                  </a:lnTo>
                  <a:lnTo>
                    <a:pt x="948586" y="143106"/>
                  </a:lnTo>
                  <a:lnTo>
                    <a:pt x="1021555" y="152934"/>
                  </a:lnTo>
                  <a:lnTo>
                    <a:pt x="1094523" y="162540"/>
                  </a:lnTo>
                  <a:lnTo>
                    <a:pt x="1167491" y="171912"/>
                  </a:lnTo>
                  <a:lnTo>
                    <a:pt x="1240459" y="181038"/>
                  </a:lnTo>
                  <a:lnTo>
                    <a:pt x="1313427" y="189905"/>
                  </a:lnTo>
                  <a:lnTo>
                    <a:pt x="1386396" y="198500"/>
                  </a:lnTo>
                  <a:lnTo>
                    <a:pt x="1459364" y="206810"/>
                  </a:lnTo>
                  <a:lnTo>
                    <a:pt x="1532332" y="214823"/>
                  </a:lnTo>
                  <a:lnTo>
                    <a:pt x="1605300" y="222526"/>
                  </a:lnTo>
                  <a:lnTo>
                    <a:pt x="1678268" y="229908"/>
                  </a:lnTo>
                  <a:lnTo>
                    <a:pt x="1751237" y="236956"/>
                  </a:lnTo>
                  <a:lnTo>
                    <a:pt x="1824205" y="243663"/>
                  </a:lnTo>
                  <a:lnTo>
                    <a:pt x="1897173" y="250017"/>
                  </a:lnTo>
                  <a:lnTo>
                    <a:pt x="1970141" y="256012"/>
                  </a:lnTo>
                  <a:lnTo>
                    <a:pt x="2043110" y="261640"/>
                  </a:lnTo>
                  <a:lnTo>
                    <a:pt x="2116078" y="266898"/>
                  </a:lnTo>
                  <a:lnTo>
                    <a:pt x="2189046" y="271782"/>
                  </a:lnTo>
                  <a:lnTo>
                    <a:pt x="2262014" y="276292"/>
                  </a:lnTo>
                  <a:lnTo>
                    <a:pt x="2334982" y="280426"/>
                  </a:lnTo>
                  <a:lnTo>
                    <a:pt x="2407951" y="284188"/>
                  </a:lnTo>
                  <a:lnTo>
                    <a:pt x="2480919" y="287582"/>
                  </a:lnTo>
                  <a:lnTo>
                    <a:pt x="2553887" y="290613"/>
                  </a:lnTo>
                  <a:lnTo>
                    <a:pt x="2626855" y="293288"/>
                  </a:lnTo>
                  <a:lnTo>
                    <a:pt x="2699823" y="295617"/>
                  </a:lnTo>
                  <a:lnTo>
                    <a:pt x="2772792" y="297607"/>
                  </a:lnTo>
                  <a:lnTo>
                    <a:pt x="2845760" y="299272"/>
                  </a:lnTo>
                  <a:lnTo>
                    <a:pt x="2918728" y="300620"/>
                  </a:lnTo>
                  <a:lnTo>
                    <a:pt x="2991696" y="301666"/>
                  </a:lnTo>
                  <a:lnTo>
                    <a:pt x="3064665" y="302421"/>
                  </a:lnTo>
                  <a:lnTo>
                    <a:pt x="3137633" y="302898"/>
                  </a:lnTo>
                  <a:lnTo>
                    <a:pt x="3210601" y="303110"/>
                  </a:lnTo>
                  <a:lnTo>
                    <a:pt x="3283569" y="303069"/>
                  </a:lnTo>
                  <a:lnTo>
                    <a:pt x="3356537" y="302789"/>
                  </a:lnTo>
                  <a:lnTo>
                    <a:pt x="3429506" y="302282"/>
                  </a:lnTo>
                  <a:lnTo>
                    <a:pt x="3502474" y="301561"/>
                  </a:lnTo>
                  <a:lnTo>
                    <a:pt x="3575442" y="300635"/>
                  </a:lnTo>
                  <a:lnTo>
                    <a:pt x="3648410" y="299518"/>
                  </a:lnTo>
                  <a:lnTo>
                    <a:pt x="3721379" y="298220"/>
                  </a:lnTo>
                  <a:lnTo>
                    <a:pt x="3794347" y="296751"/>
                  </a:lnTo>
                  <a:lnTo>
                    <a:pt x="3867315" y="295121"/>
                  </a:lnTo>
                  <a:lnTo>
                    <a:pt x="3940283" y="293339"/>
                  </a:lnTo>
                  <a:lnTo>
                    <a:pt x="4013251" y="291414"/>
                  </a:lnTo>
                  <a:lnTo>
                    <a:pt x="4086220" y="289355"/>
                  </a:lnTo>
                  <a:lnTo>
                    <a:pt x="4159188" y="287169"/>
                  </a:lnTo>
                  <a:lnTo>
                    <a:pt x="4232156" y="284864"/>
                  </a:lnTo>
                  <a:lnTo>
                    <a:pt x="4305124" y="282446"/>
                  </a:lnTo>
                  <a:lnTo>
                    <a:pt x="4378092" y="279923"/>
                  </a:lnTo>
                  <a:lnTo>
                    <a:pt x="4451061" y="277299"/>
                  </a:lnTo>
                  <a:lnTo>
                    <a:pt x="4524029" y="274582"/>
                  </a:lnTo>
                  <a:lnTo>
                    <a:pt x="4596997" y="271776"/>
                  </a:lnTo>
                  <a:lnTo>
                    <a:pt x="4669965" y="268886"/>
                  </a:lnTo>
                  <a:lnTo>
                    <a:pt x="4742934" y="265916"/>
                  </a:lnTo>
                  <a:lnTo>
                    <a:pt x="4815902" y="262873"/>
                  </a:lnTo>
                  <a:lnTo>
                    <a:pt x="4888870" y="259758"/>
                  </a:lnTo>
                  <a:lnTo>
                    <a:pt x="4961838" y="256577"/>
                  </a:lnTo>
                  <a:lnTo>
                    <a:pt x="5034806" y="253333"/>
                  </a:lnTo>
                  <a:lnTo>
                    <a:pt x="5107775" y="250029"/>
                  </a:lnTo>
                  <a:lnTo>
                    <a:pt x="5180743" y="246669"/>
                  </a:lnTo>
                  <a:lnTo>
                    <a:pt x="5253711" y="243255"/>
                  </a:lnTo>
                  <a:lnTo>
                    <a:pt x="5326679" y="239790"/>
                  </a:lnTo>
                  <a:lnTo>
                    <a:pt x="5399647" y="236277"/>
                  </a:lnTo>
                  <a:lnTo>
                    <a:pt x="5472616" y="232718"/>
                  </a:lnTo>
                  <a:lnTo>
                    <a:pt x="5545584" y="229115"/>
                  </a:lnTo>
                  <a:lnTo>
                    <a:pt x="5618552" y="225472"/>
                  </a:lnTo>
                  <a:lnTo>
                    <a:pt x="5691520" y="221789"/>
                  </a:lnTo>
                  <a:lnTo>
                    <a:pt x="5764489" y="218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296517"/>
              <a:ext cx="5764489" cy="534659"/>
            </a:xfrm>
            <a:custGeom>
              <a:avLst/>
              <a:pathLst>
                <a:path w="5764489" h="534659">
                  <a:moveTo>
                    <a:pt x="5764489" y="534659"/>
                  </a:moveTo>
                  <a:lnTo>
                    <a:pt x="5691520" y="521719"/>
                  </a:lnTo>
                  <a:lnTo>
                    <a:pt x="5618552" y="508817"/>
                  </a:lnTo>
                  <a:lnTo>
                    <a:pt x="5545584" y="495954"/>
                  </a:lnTo>
                  <a:lnTo>
                    <a:pt x="5472616" y="483132"/>
                  </a:lnTo>
                  <a:lnTo>
                    <a:pt x="5399647" y="470354"/>
                  </a:lnTo>
                  <a:lnTo>
                    <a:pt x="5326679" y="457622"/>
                  </a:lnTo>
                  <a:lnTo>
                    <a:pt x="5253711" y="444938"/>
                  </a:lnTo>
                  <a:lnTo>
                    <a:pt x="5180743" y="432304"/>
                  </a:lnTo>
                  <a:lnTo>
                    <a:pt x="5107775" y="419724"/>
                  </a:lnTo>
                  <a:lnTo>
                    <a:pt x="5034806" y="407201"/>
                  </a:lnTo>
                  <a:lnTo>
                    <a:pt x="4961838" y="394738"/>
                  </a:lnTo>
                  <a:lnTo>
                    <a:pt x="4888870" y="382338"/>
                  </a:lnTo>
                  <a:lnTo>
                    <a:pt x="4815902" y="370004"/>
                  </a:lnTo>
                  <a:lnTo>
                    <a:pt x="4742934" y="357741"/>
                  </a:lnTo>
                  <a:lnTo>
                    <a:pt x="4669965" y="345552"/>
                  </a:lnTo>
                  <a:lnTo>
                    <a:pt x="4596997" y="333443"/>
                  </a:lnTo>
                  <a:lnTo>
                    <a:pt x="4524029" y="321418"/>
                  </a:lnTo>
                  <a:lnTo>
                    <a:pt x="4451061" y="309481"/>
                  </a:lnTo>
                  <a:lnTo>
                    <a:pt x="4378092" y="297638"/>
                  </a:lnTo>
                  <a:lnTo>
                    <a:pt x="4305124" y="285895"/>
                  </a:lnTo>
                  <a:lnTo>
                    <a:pt x="4232156" y="274258"/>
                  </a:lnTo>
                  <a:lnTo>
                    <a:pt x="4159188" y="262734"/>
                  </a:lnTo>
                  <a:lnTo>
                    <a:pt x="4086220" y="251328"/>
                  </a:lnTo>
                  <a:lnTo>
                    <a:pt x="4013251" y="240050"/>
                  </a:lnTo>
                  <a:lnTo>
                    <a:pt x="3940283" y="228906"/>
                  </a:lnTo>
                  <a:lnTo>
                    <a:pt x="3867315" y="217905"/>
                  </a:lnTo>
                  <a:lnTo>
                    <a:pt x="3794347" y="207056"/>
                  </a:lnTo>
                  <a:lnTo>
                    <a:pt x="3721379" y="196367"/>
                  </a:lnTo>
                  <a:lnTo>
                    <a:pt x="3648410" y="185850"/>
                  </a:lnTo>
                  <a:lnTo>
                    <a:pt x="3575442" y="175513"/>
                  </a:lnTo>
                  <a:lnTo>
                    <a:pt x="3502474" y="165369"/>
                  </a:lnTo>
                  <a:lnTo>
                    <a:pt x="3429506" y="155427"/>
                  </a:lnTo>
                  <a:lnTo>
                    <a:pt x="3356537" y="145701"/>
                  </a:lnTo>
                  <a:lnTo>
                    <a:pt x="3283569" y="136202"/>
                  </a:lnTo>
                  <a:lnTo>
                    <a:pt x="3210601" y="126942"/>
                  </a:lnTo>
                  <a:lnTo>
                    <a:pt x="3137633" y="117935"/>
                  </a:lnTo>
                  <a:lnTo>
                    <a:pt x="3064665" y="109193"/>
                  </a:lnTo>
                  <a:lnTo>
                    <a:pt x="2991696" y="100728"/>
                  </a:lnTo>
                  <a:lnTo>
                    <a:pt x="2918728" y="92555"/>
                  </a:lnTo>
                  <a:lnTo>
                    <a:pt x="2845760" y="84684"/>
                  </a:lnTo>
                  <a:lnTo>
                    <a:pt x="2772792" y="77129"/>
                  </a:lnTo>
                  <a:lnTo>
                    <a:pt x="2699823" y="69900"/>
                  </a:lnTo>
                  <a:lnTo>
                    <a:pt x="2626855" y="63009"/>
                  </a:lnTo>
                  <a:lnTo>
                    <a:pt x="2553887" y="56465"/>
                  </a:lnTo>
                  <a:lnTo>
                    <a:pt x="2480919" y="50277"/>
                  </a:lnTo>
                  <a:lnTo>
                    <a:pt x="2407951" y="44452"/>
                  </a:lnTo>
                  <a:lnTo>
                    <a:pt x="2334982" y="38994"/>
                  </a:lnTo>
                  <a:lnTo>
                    <a:pt x="2262014" y="33910"/>
                  </a:lnTo>
                  <a:lnTo>
                    <a:pt x="2189046" y="29199"/>
                  </a:lnTo>
                  <a:lnTo>
                    <a:pt x="2116078" y="24864"/>
                  </a:lnTo>
                  <a:lnTo>
                    <a:pt x="2043110" y="20903"/>
                  </a:lnTo>
                  <a:lnTo>
                    <a:pt x="1970141" y="17313"/>
                  </a:lnTo>
                  <a:lnTo>
                    <a:pt x="1897173" y="14088"/>
                  </a:lnTo>
                  <a:lnTo>
                    <a:pt x="1824205" y="11223"/>
                  </a:lnTo>
                  <a:lnTo>
                    <a:pt x="1751237" y="8710"/>
                  </a:lnTo>
                  <a:lnTo>
                    <a:pt x="1678268" y="6539"/>
                  </a:lnTo>
                  <a:lnTo>
                    <a:pt x="1605300" y="4701"/>
                  </a:lnTo>
                  <a:lnTo>
                    <a:pt x="1532332" y="3185"/>
                  </a:lnTo>
                  <a:lnTo>
                    <a:pt x="1459364" y="1979"/>
                  </a:lnTo>
                  <a:lnTo>
                    <a:pt x="1386396" y="1069"/>
                  </a:lnTo>
                  <a:lnTo>
                    <a:pt x="1313427" y="445"/>
                  </a:lnTo>
                  <a:lnTo>
                    <a:pt x="1240459" y="93"/>
                  </a:lnTo>
                  <a:lnTo>
                    <a:pt x="1167491" y="0"/>
                  </a:lnTo>
                  <a:lnTo>
                    <a:pt x="1094523" y="153"/>
                  </a:lnTo>
                  <a:lnTo>
                    <a:pt x="1021555" y="539"/>
                  </a:lnTo>
                  <a:lnTo>
                    <a:pt x="948586" y="1148"/>
                  </a:lnTo>
                  <a:lnTo>
                    <a:pt x="875618" y="1965"/>
                  </a:lnTo>
                  <a:lnTo>
                    <a:pt x="802650" y="2981"/>
                  </a:lnTo>
                  <a:lnTo>
                    <a:pt x="729682" y="4183"/>
                  </a:lnTo>
                  <a:lnTo>
                    <a:pt x="656713" y="5562"/>
                  </a:lnTo>
                  <a:lnTo>
                    <a:pt x="583745" y="7107"/>
                  </a:lnTo>
                  <a:lnTo>
                    <a:pt x="510777" y="8809"/>
                  </a:lnTo>
                  <a:lnTo>
                    <a:pt x="437809" y="10658"/>
                  </a:lnTo>
                  <a:lnTo>
                    <a:pt x="364841" y="12646"/>
                  </a:lnTo>
                  <a:lnTo>
                    <a:pt x="291872" y="14765"/>
                  </a:lnTo>
                  <a:lnTo>
                    <a:pt x="218904" y="17007"/>
                  </a:lnTo>
                  <a:lnTo>
                    <a:pt x="145936" y="19365"/>
                  </a:lnTo>
                  <a:lnTo>
                    <a:pt x="72968" y="21833"/>
                  </a:lnTo>
                  <a:lnTo>
                    <a:pt x="0" y="24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952942"/>
              <a:ext cx="5764489" cy="364162"/>
            </a:xfrm>
            <a:custGeom>
              <a:avLst/>
              <a:pathLst>
                <a:path w="5764489" h="364162">
                  <a:moveTo>
                    <a:pt x="0" y="0"/>
                  </a:moveTo>
                  <a:lnTo>
                    <a:pt x="72968" y="4609"/>
                  </a:lnTo>
                  <a:lnTo>
                    <a:pt x="145936" y="9219"/>
                  </a:lnTo>
                  <a:lnTo>
                    <a:pt x="218904" y="13828"/>
                  </a:lnTo>
                  <a:lnTo>
                    <a:pt x="291872" y="18438"/>
                  </a:lnTo>
                  <a:lnTo>
                    <a:pt x="364841" y="23048"/>
                  </a:lnTo>
                  <a:lnTo>
                    <a:pt x="437809" y="27657"/>
                  </a:lnTo>
                  <a:lnTo>
                    <a:pt x="510777" y="32267"/>
                  </a:lnTo>
                  <a:lnTo>
                    <a:pt x="583745" y="36877"/>
                  </a:lnTo>
                  <a:lnTo>
                    <a:pt x="656713" y="41486"/>
                  </a:lnTo>
                  <a:lnTo>
                    <a:pt x="729682" y="46096"/>
                  </a:lnTo>
                  <a:lnTo>
                    <a:pt x="802650" y="50706"/>
                  </a:lnTo>
                  <a:lnTo>
                    <a:pt x="875618" y="55315"/>
                  </a:lnTo>
                  <a:lnTo>
                    <a:pt x="948586" y="59925"/>
                  </a:lnTo>
                  <a:lnTo>
                    <a:pt x="1021555" y="64535"/>
                  </a:lnTo>
                  <a:lnTo>
                    <a:pt x="1094523" y="69144"/>
                  </a:lnTo>
                  <a:lnTo>
                    <a:pt x="1167491" y="73754"/>
                  </a:lnTo>
                  <a:lnTo>
                    <a:pt x="1240459" y="78364"/>
                  </a:lnTo>
                  <a:lnTo>
                    <a:pt x="1313427" y="82973"/>
                  </a:lnTo>
                  <a:lnTo>
                    <a:pt x="1386396" y="87583"/>
                  </a:lnTo>
                  <a:lnTo>
                    <a:pt x="1459364" y="92192"/>
                  </a:lnTo>
                  <a:lnTo>
                    <a:pt x="1532332" y="96802"/>
                  </a:lnTo>
                  <a:lnTo>
                    <a:pt x="1605300" y="101412"/>
                  </a:lnTo>
                  <a:lnTo>
                    <a:pt x="1678268" y="106021"/>
                  </a:lnTo>
                  <a:lnTo>
                    <a:pt x="1751237" y="110631"/>
                  </a:lnTo>
                  <a:lnTo>
                    <a:pt x="1824205" y="115241"/>
                  </a:lnTo>
                  <a:lnTo>
                    <a:pt x="1897173" y="119850"/>
                  </a:lnTo>
                  <a:lnTo>
                    <a:pt x="1970141" y="124460"/>
                  </a:lnTo>
                  <a:lnTo>
                    <a:pt x="2043110" y="129070"/>
                  </a:lnTo>
                  <a:lnTo>
                    <a:pt x="2116078" y="133679"/>
                  </a:lnTo>
                  <a:lnTo>
                    <a:pt x="2189046" y="138289"/>
                  </a:lnTo>
                  <a:lnTo>
                    <a:pt x="2262014" y="142899"/>
                  </a:lnTo>
                  <a:lnTo>
                    <a:pt x="2334982" y="147508"/>
                  </a:lnTo>
                  <a:lnTo>
                    <a:pt x="2407951" y="152118"/>
                  </a:lnTo>
                  <a:lnTo>
                    <a:pt x="2480919" y="156728"/>
                  </a:lnTo>
                  <a:lnTo>
                    <a:pt x="2553887" y="161337"/>
                  </a:lnTo>
                  <a:lnTo>
                    <a:pt x="2626855" y="165947"/>
                  </a:lnTo>
                  <a:lnTo>
                    <a:pt x="2699823" y="170556"/>
                  </a:lnTo>
                  <a:lnTo>
                    <a:pt x="2772792" y="175166"/>
                  </a:lnTo>
                  <a:lnTo>
                    <a:pt x="2845760" y="179776"/>
                  </a:lnTo>
                  <a:lnTo>
                    <a:pt x="2918728" y="184385"/>
                  </a:lnTo>
                  <a:lnTo>
                    <a:pt x="2991696" y="188995"/>
                  </a:lnTo>
                  <a:lnTo>
                    <a:pt x="3064665" y="193605"/>
                  </a:lnTo>
                  <a:lnTo>
                    <a:pt x="3137633" y="198214"/>
                  </a:lnTo>
                  <a:lnTo>
                    <a:pt x="3210601" y="202824"/>
                  </a:lnTo>
                  <a:lnTo>
                    <a:pt x="3283569" y="207434"/>
                  </a:lnTo>
                  <a:lnTo>
                    <a:pt x="3356537" y="212043"/>
                  </a:lnTo>
                  <a:lnTo>
                    <a:pt x="3429506" y="216653"/>
                  </a:lnTo>
                  <a:lnTo>
                    <a:pt x="3502474" y="221263"/>
                  </a:lnTo>
                  <a:lnTo>
                    <a:pt x="3575442" y="225872"/>
                  </a:lnTo>
                  <a:lnTo>
                    <a:pt x="3648410" y="230482"/>
                  </a:lnTo>
                  <a:lnTo>
                    <a:pt x="3721379" y="235092"/>
                  </a:lnTo>
                  <a:lnTo>
                    <a:pt x="3794347" y="239701"/>
                  </a:lnTo>
                  <a:lnTo>
                    <a:pt x="3867315" y="244311"/>
                  </a:lnTo>
                  <a:lnTo>
                    <a:pt x="3940283" y="248920"/>
                  </a:lnTo>
                  <a:lnTo>
                    <a:pt x="4013251" y="253530"/>
                  </a:lnTo>
                  <a:lnTo>
                    <a:pt x="4086220" y="258140"/>
                  </a:lnTo>
                  <a:lnTo>
                    <a:pt x="4159188" y="262749"/>
                  </a:lnTo>
                  <a:lnTo>
                    <a:pt x="4232156" y="267359"/>
                  </a:lnTo>
                  <a:lnTo>
                    <a:pt x="4305124" y="271969"/>
                  </a:lnTo>
                  <a:lnTo>
                    <a:pt x="4378092" y="276578"/>
                  </a:lnTo>
                  <a:lnTo>
                    <a:pt x="4451061" y="281188"/>
                  </a:lnTo>
                  <a:lnTo>
                    <a:pt x="4524029" y="285798"/>
                  </a:lnTo>
                  <a:lnTo>
                    <a:pt x="4596997" y="290407"/>
                  </a:lnTo>
                  <a:lnTo>
                    <a:pt x="4669965" y="295017"/>
                  </a:lnTo>
                  <a:lnTo>
                    <a:pt x="4742934" y="299627"/>
                  </a:lnTo>
                  <a:lnTo>
                    <a:pt x="4815902" y="304236"/>
                  </a:lnTo>
                  <a:lnTo>
                    <a:pt x="4888870" y="308846"/>
                  </a:lnTo>
                  <a:lnTo>
                    <a:pt x="4961838" y="313456"/>
                  </a:lnTo>
                  <a:lnTo>
                    <a:pt x="5034806" y="318065"/>
                  </a:lnTo>
                  <a:lnTo>
                    <a:pt x="5107775" y="322675"/>
                  </a:lnTo>
                  <a:lnTo>
                    <a:pt x="5180743" y="327284"/>
                  </a:lnTo>
                  <a:lnTo>
                    <a:pt x="5253711" y="331894"/>
                  </a:lnTo>
                  <a:lnTo>
                    <a:pt x="5326679" y="336504"/>
                  </a:lnTo>
                  <a:lnTo>
                    <a:pt x="5399647" y="341113"/>
                  </a:lnTo>
                  <a:lnTo>
                    <a:pt x="5472616" y="345723"/>
                  </a:lnTo>
                  <a:lnTo>
                    <a:pt x="5545584" y="350333"/>
                  </a:lnTo>
                  <a:lnTo>
                    <a:pt x="5618552" y="354942"/>
                  </a:lnTo>
                  <a:lnTo>
                    <a:pt x="5691520" y="359552"/>
                  </a:lnTo>
                  <a:lnTo>
                    <a:pt x="5764489" y="364162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10541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989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9249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860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795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454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390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325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3026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3196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56251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56017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55783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53142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52908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5267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697070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20471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305514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9077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418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612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807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491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2001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60452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79908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9936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21882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71709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Predicted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913060" y="1671709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4035" y="1671709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155010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266750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331947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364499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97052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455665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520862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553414" y="1671709"/>
              <a:ext cx="178774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York River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338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163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846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232819" y="50083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32819" y="52523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232819" y="49069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765882" y="4883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765882" y="47801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765882" y="49326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886568" y="48815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886568" y="489279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886568" y="48405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76534" y="48763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76534" y="49241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76534" y="496457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07268" y="51657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07268" y="52424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07268" y="51671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822291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22291" y="53204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22291" y="54311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626945" y="51618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626945" y="51516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626945" y="52282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786031"/>
              <a:ext cx="5707962" cy="535121"/>
            </a:xfrm>
            <a:custGeom>
              <a:avLst/>
              <a:pathLst>
                <a:path w="5707962" h="535121">
                  <a:moveTo>
                    <a:pt x="0" y="0"/>
                  </a:moveTo>
                  <a:lnTo>
                    <a:pt x="72252" y="5403"/>
                  </a:lnTo>
                  <a:lnTo>
                    <a:pt x="144505" y="10786"/>
                  </a:lnTo>
                  <a:lnTo>
                    <a:pt x="216758" y="16148"/>
                  </a:lnTo>
                  <a:lnTo>
                    <a:pt x="289010" y="21489"/>
                  </a:lnTo>
                  <a:lnTo>
                    <a:pt x="361263" y="26806"/>
                  </a:lnTo>
                  <a:lnTo>
                    <a:pt x="433516" y="32100"/>
                  </a:lnTo>
                  <a:lnTo>
                    <a:pt x="505768" y="37368"/>
                  </a:lnTo>
                  <a:lnTo>
                    <a:pt x="578021" y="42609"/>
                  </a:lnTo>
                  <a:lnTo>
                    <a:pt x="650274" y="47822"/>
                  </a:lnTo>
                  <a:lnTo>
                    <a:pt x="722526" y="53005"/>
                  </a:lnTo>
                  <a:lnTo>
                    <a:pt x="794779" y="58158"/>
                  </a:lnTo>
                  <a:lnTo>
                    <a:pt x="867032" y="63277"/>
                  </a:lnTo>
                  <a:lnTo>
                    <a:pt x="939284" y="68362"/>
                  </a:lnTo>
                  <a:lnTo>
                    <a:pt x="1011537" y="73410"/>
                  </a:lnTo>
                  <a:lnTo>
                    <a:pt x="1083790" y="78420"/>
                  </a:lnTo>
                  <a:lnTo>
                    <a:pt x="1156043" y="83389"/>
                  </a:lnTo>
                  <a:lnTo>
                    <a:pt x="1228295" y="88316"/>
                  </a:lnTo>
                  <a:lnTo>
                    <a:pt x="1300548" y="93198"/>
                  </a:lnTo>
                  <a:lnTo>
                    <a:pt x="1372801" y="98032"/>
                  </a:lnTo>
                  <a:lnTo>
                    <a:pt x="1445053" y="102816"/>
                  </a:lnTo>
                  <a:lnTo>
                    <a:pt x="1517306" y="107548"/>
                  </a:lnTo>
                  <a:lnTo>
                    <a:pt x="1589559" y="112224"/>
                  </a:lnTo>
                  <a:lnTo>
                    <a:pt x="1661811" y="116841"/>
                  </a:lnTo>
                  <a:lnTo>
                    <a:pt x="1734064" y="121397"/>
                  </a:lnTo>
                  <a:lnTo>
                    <a:pt x="1806317" y="125889"/>
                  </a:lnTo>
                  <a:lnTo>
                    <a:pt x="1878569" y="130312"/>
                  </a:lnTo>
                  <a:lnTo>
                    <a:pt x="1950822" y="134664"/>
                  </a:lnTo>
                  <a:lnTo>
                    <a:pt x="2023075" y="138941"/>
                  </a:lnTo>
                  <a:lnTo>
                    <a:pt x="2095328" y="143139"/>
                  </a:lnTo>
                  <a:lnTo>
                    <a:pt x="2167580" y="147256"/>
                  </a:lnTo>
                  <a:lnTo>
                    <a:pt x="2239833" y="151286"/>
                  </a:lnTo>
                  <a:lnTo>
                    <a:pt x="2312086" y="155227"/>
                  </a:lnTo>
                  <a:lnTo>
                    <a:pt x="2384338" y="159075"/>
                  </a:lnTo>
                  <a:lnTo>
                    <a:pt x="2456591" y="162826"/>
                  </a:lnTo>
                  <a:lnTo>
                    <a:pt x="2528844" y="166476"/>
                  </a:lnTo>
                  <a:lnTo>
                    <a:pt x="2601096" y="170023"/>
                  </a:lnTo>
                  <a:lnTo>
                    <a:pt x="2673349" y="173463"/>
                  </a:lnTo>
                  <a:lnTo>
                    <a:pt x="2745602" y="176792"/>
                  </a:lnTo>
                  <a:lnTo>
                    <a:pt x="2817854" y="180009"/>
                  </a:lnTo>
                  <a:lnTo>
                    <a:pt x="2890107" y="183110"/>
                  </a:lnTo>
                  <a:lnTo>
                    <a:pt x="2962360" y="186094"/>
                  </a:lnTo>
                  <a:lnTo>
                    <a:pt x="3034612" y="188959"/>
                  </a:lnTo>
                  <a:lnTo>
                    <a:pt x="3106865" y="191702"/>
                  </a:lnTo>
                  <a:lnTo>
                    <a:pt x="3179118" y="194324"/>
                  </a:lnTo>
                  <a:lnTo>
                    <a:pt x="3251371" y="196824"/>
                  </a:lnTo>
                  <a:lnTo>
                    <a:pt x="3323623" y="199201"/>
                  </a:lnTo>
                  <a:lnTo>
                    <a:pt x="3395876" y="201456"/>
                  </a:lnTo>
                  <a:lnTo>
                    <a:pt x="3468129" y="203590"/>
                  </a:lnTo>
                  <a:lnTo>
                    <a:pt x="3540381" y="205604"/>
                  </a:lnTo>
                  <a:lnTo>
                    <a:pt x="3612634" y="207500"/>
                  </a:lnTo>
                  <a:lnTo>
                    <a:pt x="3684887" y="209279"/>
                  </a:lnTo>
                  <a:lnTo>
                    <a:pt x="3757139" y="210945"/>
                  </a:lnTo>
                  <a:lnTo>
                    <a:pt x="3829392" y="212499"/>
                  </a:lnTo>
                  <a:lnTo>
                    <a:pt x="3901645" y="213945"/>
                  </a:lnTo>
                  <a:lnTo>
                    <a:pt x="3973897" y="215285"/>
                  </a:lnTo>
                  <a:lnTo>
                    <a:pt x="4046150" y="216524"/>
                  </a:lnTo>
                  <a:lnTo>
                    <a:pt x="4118403" y="217665"/>
                  </a:lnTo>
                  <a:lnTo>
                    <a:pt x="4190656" y="218711"/>
                  </a:lnTo>
                  <a:lnTo>
                    <a:pt x="4262908" y="219666"/>
                  </a:lnTo>
                  <a:lnTo>
                    <a:pt x="4335161" y="220534"/>
                  </a:lnTo>
                  <a:lnTo>
                    <a:pt x="4407414" y="221318"/>
                  </a:lnTo>
                  <a:lnTo>
                    <a:pt x="4479666" y="222022"/>
                  </a:lnTo>
                  <a:lnTo>
                    <a:pt x="4551919" y="222650"/>
                  </a:lnTo>
                  <a:lnTo>
                    <a:pt x="4624172" y="223205"/>
                  </a:lnTo>
                  <a:lnTo>
                    <a:pt x="4696424" y="223690"/>
                  </a:lnTo>
                  <a:lnTo>
                    <a:pt x="4768677" y="224110"/>
                  </a:lnTo>
                  <a:lnTo>
                    <a:pt x="4840930" y="224467"/>
                  </a:lnTo>
                  <a:lnTo>
                    <a:pt x="4913182" y="224764"/>
                  </a:lnTo>
                  <a:lnTo>
                    <a:pt x="4985435" y="225004"/>
                  </a:lnTo>
                  <a:lnTo>
                    <a:pt x="5057688" y="225191"/>
                  </a:lnTo>
                  <a:lnTo>
                    <a:pt x="5129941" y="225326"/>
                  </a:lnTo>
                  <a:lnTo>
                    <a:pt x="5202193" y="225413"/>
                  </a:lnTo>
                  <a:lnTo>
                    <a:pt x="5274446" y="225454"/>
                  </a:lnTo>
                  <a:lnTo>
                    <a:pt x="5346699" y="225452"/>
                  </a:lnTo>
                  <a:lnTo>
                    <a:pt x="5418951" y="225408"/>
                  </a:lnTo>
                  <a:lnTo>
                    <a:pt x="5491204" y="225325"/>
                  </a:lnTo>
                  <a:lnTo>
                    <a:pt x="5563457" y="225204"/>
                  </a:lnTo>
                  <a:lnTo>
                    <a:pt x="5635709" y="225048"/>
                  </a:lnTo>
                  <a:lnTo>
                    <a:pt x="5707962" y="224859"/>
                  </a:lnTo>
                  <a:lnTo>
                    <a:pt x="5707962" y="535121"/>
                  </a:lnTo>
                  <a:lnTo>
                    <a:pt x="5635709" y="529982"/>
                  </a:lnTo>
                  <a:lnTo>
                    <a:pt x="5563457" y="524876"/>
                  </a:lnTo>
                  <a:lnTo>
                    <a:pt x="5491204" y="519806"/>
                  </a:lnTo>
                  <a:lnTo>
                    <a:pt x="5418951" y="514773"/>
                  </a:lnTo>
                  <a:lnTo>
                    <a:pt x="5346699" y="509779"/>
                  </a:lnTo>
                  <a:lnTo>
                    <a:pt x="5274446" y="504827"/>
                  </a:lnTo>
                  <a:lnTo>
                    <a:pt x="5202193" y="499918"/>
                  </a:lnTo>
                  <a:lnTo>
                    <a:pt x="5129941" y="495055"/>
                  </a:lnTo>
                  <a:lnTo>
                    <a:pt x="5057688" y="490241"/>
                  </a:lnTo>
                  <a:lnTo>
                    <a:pt x="4985435" y="485477"/>
                  </a:lnTo>
                  <a:lnTo>
                    <a:pt x="4913182" y="480768"/>
                  </a:lnTo>
                  <a:lnTo>
                    <a:pt x="4840930" y="476115"/>
                  </a:lnTo>
                  <a:lnTo>
                    <a:pt x="4768677" y="471522"/>
                  </a:lnTo>
                  <a:lnTo>
                    <a:pt x="4696424" y="466991"/>
                  </a:lnTo>
                  <a:lnTo>
                    <a:pt x="4624172" y="462527"/>
                  </a:lnTo>
                  <a:lnTo>
                    <a:pt x="4551919" y="458132"/>
                  </a:lnTo>
                  <a:lnTo>
                    <a:pt x="4479666" y="453810"/>
                  </a:lnTo>
                  <a:lnTo>
                    <a:pt x="4407414" y="449564"/>
                  </a:lnTo>
                  <a:lnTo>
                    <a:pt x="4335161" y="445398"/>
                  </a:lnTo>
                  <a:lnTo>
                    <a:pt x="4262908" y="441316"/>
                  </a:lnTo>
                  <a:lnTo>
                    <a:pt x="4190656" y="437321"/>
                  </a:lnTo>
                  <a:lnTo>
                    <a:pt x="4118403" y="433417"/>
                  </a:lnTo>
                  <a:lnTo>
                    <a:pt x="4046150" y="429608"/>
                  </a:lnTo>
                  <a:lnTo>
                    <a:pt x="3973897" y="425897"/>
                  </a:lnTo>
                  <a:lnTo>
                    <a:pt x="3901645" y="422288"/>
                  </a:lnTo>
                  <a:lnTo>
                    <a:pt x="3829392" y="418784"/>
                  </a:lnTo>
                  <a:lnTo>
                    <a:pt x="3757139" y="415388"/>
                  </a:lnTo>
                  <a:lnTo>
                    <a:pt x="3684887" y="412104"/>
                  </a:lnTo>
                  <a:lnTo>
                    <a:pt x="3612634" y="408933"/>
                  </a:lnTo>
                  <a:lnTo>
                    <a:pt x="3540381" y="405879"/>
                  </a:lnTo>
                  <a:lnTo>
                    <a:pt x="3468129" y="402943"/>
                  </a:lnTo>
                  <a:lnTo>
                    <a:pt x="3395876" y="400127"/>
                  </a:lnTo>
                  <a:lnTo>
                    <a:pt x="3323623" y="397432"/>
                  </a:lnTo>
                  <a:lnTo>
                    <a:pt x="3251371" y="394860"/>
                  </a:lnTo>
                  <a:lnTo>
                    <a:pt x="3179118" y="392409"/>
                  </a:lnTo>
                  <a:lnTo>
                    <a:pt x="3106865" y="390081"/>
                  </a:lnTo>
                  <a:lnTo>
                    <a:pt x="3034612" y="387875"/>
                  </a:lnTo>
                  <a:lnTo>
                    <a:pt x="2962360" y="385790"/>
                  </a:lnTo>
                  <a:lnTo>
                    <a:pt x="2890107" y="383823"/>
                  </a:lnTo>
                  <a:lnTo>
                    <a:pt x="2817854" y="381975"/>
                  </a:lnTo>
                  <a:lnTo>
                    <a:pt x="2745602" y="380242"/>
                  </a:lnTo>
                  <a:lnTo>
                    <a:pt x="2673349" y="378621"/>
                  </a:lnTo>
                  <a:lnTo>
                    <a:pt x="2601096" y="377111"/>
                  </a:lnTo>
                  <a:lnTo>
                    <a:pt x="2528844" y="375708"/>
                  </a:lnTo>
                  <a:lnTo>
                    <a:pt x="2456591" y="374409"/>
                  </a:lnTo>
                  <a:lnTo>
                    <a:pt x="2384338" y="373210"/>
                  </a:lnTo>
                  <a:lnTo>
                    <a:pt x="2312086" y="372108"/>
                  </a:lnTo>
                  <a:lnTo>
                    <a:pt x="2239833" y="371099"/>
                  </a:lnTo>
                  <a:lnTo>
                    <a:pt x="2167580" y="370179"/>
                  </a:lnTo>
                  <a:lnTo>
                    <a:pt x="2095328" y="369345"/>
                  </a:lnTo>
                  <a:lnTo>
                    <a:pt x="2023075" y="368594"/>
                  </a:lnTo>
                  <a:lnTo>
                    <a:pt x="1950822" y="367921"/>
                  </a:lnTo>
                  <a:lnTo>
                    <a:pt x="1878569" y="367323"/>
                  </a:lnTo>
                  <a:lnTo>
                    <a:pt x="1806317" y="366796"/>
                  </a:lnTo>
                  <a:lnTo>
                    <a:pt x="1734064" y="366338"/>
                  </a:lnTo>
                  <a:lnTo>
                    <a:pt x="1661811" y="365944"/>
                  </a:lnTo>
                  <a:lnTo>
                    <a:pt x="1589559" y="365612"/>
                  </a:lnTo>
                  <a:lnTo>
                    <a:pt x="1517306" y="365338"/>
                  </a:lnTo>
                  <a:lnTo>
                    <a:pt x="1445053" y="365119"/>
                  </a:lnTo>
                  <a:lnTo>
                    <a:pt x="1372801" y="364954"/>
                  </a:lnTo>
                  <a:lnTo>
                    <a:pt x="1300548" y="364838"/>
                  </a:lnTo>
                  <a:lnTo>
                    <a:pt x="1228295" y="364770"/>
                  </a:lnTo>
                  <a:lnTo>
                    <a:pt x="1156043" y="364746"/>
                  </a:lnTo>
                  <a:lnTo>
                    <a:pt x="1083790" y="364766"/>
                  </a:lnTo>
                  <a:lnTo>
                    <a:pt x="1011537" y="364826"/>
                  </a:lnTo>
                  <a:lnTo>
                    <a:pt x="939284" y="364924"/>
                  </a:lnTo>
                  <a:lnTo>
                    <a:pt x="867032" y="365059"/>
                  </a:lnTo>
                  <a:lnTo>
                    <a:pt x="794779" y="365229"/>
                  </a:lnTo>
                  <a:lnTo>
                    <a:pt x="722526" y="365431"/>
                  </a:lnTo>
                  <a:lnTo>
                    <a:pt x="650274" y="365664"/>
                  </a:lnTo>
                  <a:lnTo>
                    <a:pt x="578021" y="365928"/>
                  </a:lnTo>
                  <a:lnTo>
                    <a:pt x="505768" y="366219"/>
                  </a:lnTo>
                  <a:lnTo>
                    <a:pt x="433516" y="366537"/>
                  </a:lnTo>
                  <a:lnTo>
                    <a:pt x="361263" y="366880"/>
                  </a:lnTo>
                  <a:lnTo>
                    <a:pt x="289010" y="367248"/>
                  </a:lnTo>
                  <a:lnTo>
                    <a:pt x="216758" y="367639"/>
                  </a:lnTo>
                  <a:lnTo>
                    <a:pt x="144505" y="368051"/>
                  </a:lnTo>
                  <a:lnTo>
                    <a:pt x="72252" y="368484"/>
                  </a:lnTo>
                  <a:lnTo>
                    <a:pt x="0" y="368938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786031"/>
              <a:ext cx="5707962" cy="225454"/>
            </a:xfrm>
            <a:custGeom>
              <a:avLst/>
              <a:pathLst>
                <a:path w="5707962" h="225454">
                  <a:moveTo>
                    <a:pt x="0" y="0"/>
                  </a:moveTo>
                  <a:lnTo>
                    <a:pt x="72252" y="5403"/>
                  </a:lnTo>
                  <a:lnTo>
                    <a:pt x="144505" y="10786"/>
                  </a:lnTo>
                  <a:lnTo>
                    <a:pt x="216758" y="16148"/>
                  </a:lnTo>
                  <a:lnTo>
                    <a:pt x="289010" y="21489"/>
                  </a:lnTo>
                  <a:lnTo>
                    <a:pt x="361263" y="26806"/>
                  </a:lnTo>
                  <a:lnTo>
                    <a:pt x="433516" y="32100"/>
                  </a:lnTo>
                  <a:lnTo>
                    <a:pt x="505768" y="37368"/>
                  </a:lnTo>
                  <a:lnTo>
                    <a:pt x="578021" y="42609"/>
                  </a:lnTo>
                  <a:lnTo>
                    <a:pt x="650274" y="47822"/>
                  </a:lnTo>
                  <a:lnTo>
                    <a:pt x="722526" y="53005"/>
                  </a:lnTo>
                  <a:lnTo>
                    <a:pt x="794779" y="58158"/>
                  </a:lnTo>
                  <a:lnTo>
                    <a:pt x="867032" y="63277"/>
                  </a:lnTo>
                  <a:lnTo>
                    <a:pt x="939284" y="68362"/>
                  </a:lnTo>
                  <a:lnTo>
                    <a:pt x="1011537" y="73410"/>
                  </a:lnTo>
                  <a:lnTo>
                    <a:pt x="1083790" y="78420"/>
                  </a:lnTo>
                  <a:lnTo>
                    <a:pt x="1156043" y="83389"/>
                  </a:lnTo>
                  <a:lnTo>
                    <a:pt x="1228295" y="88316"/>
                  </a:lnTo>
                  <a:lnTo>
                    <a:pt x="1300548" y="93198"/>
                  </a:lnTo>
                  <a:lnTo>
                    <a:pt x="1372801" y="98032"/>
                  </a:lnTo>
                  <a:lnTo>
                    <a:pt x="1445053" y="102816"/>
                  </a:lnTo>
                  <a:lnTo>
                    <a:pt x="1517306" y="107548"/>
                  </a:lnTo>
                  <a:lnTo>
                    <a:pt x="1589559" y="112224"/>
                  </a:lnTo>
                  <a:lnTo>
                    <a:pt x="1661811" y="116841"/>
                  </a:lnTo>
                  <a:lnTo>
                    <a:pt x="1734064" y="121397"/>
                  </a:lnTo>
                  <a:lnTo>
                    <a:pt x="1806317" y="125889"/>
                  </a:lnTo>
                  <a:lnTo>
                    <a:pt x="1878569" y="130312"/>
                  </a:lnTo>
                  <a:lnTo>
                    <a:pt x="1950822" y="134664"/>
                  </a:lnTo>
                  <a:lnTo>
                    <a:pt x="2023075" y="138941"/>
                  </a:lnTo>
                  <a:lnTo>
                    <a:pt x="2095328" y="143139"/>
                  </a:lnTo>
                  <a:lnTo>
                    <a:pt x="2167580" y="147256"/>
                  </a:lnTo>
                  <a:lnTo>
                    <a:pt x="2239833" y="151286"/>
                  </a:lnTo>
                  <a:lnTo>
                    <a:pt x="2312086" y="155227"/>
                  </a:lnTo>
                  <a:lnTo>
                    <a:pt x="2384338" y="159075"/>
                  </a:lnTo>
                  <a:lnTo>
                    <a:pt x="2456591" y="162826"/>
                  </a:lnTo>
                  <a:lnTo>
                    <a:pt x="2528844" y="166476"/>
                  </a:lnTo>
                  <a:lnTo>
                    <a:pt x="2601096" y="170023"/>
                  </a:lnTo>
                  <a:lnTo>
                    <a:pt x="2673349" y="173463"/>
                  </a:lnTo>
                  <a:lnTo>
                    <a:pt x="2745602" y="176792"/>
                  </a:lnTo>
                  <a:lnTo>
                    <a:pt x="2817854" y="180009"/>
                  </a:lnTo>
                  <a:lnTo>
                    <a:pt x="2890107" y="183110"/>
                  </a:lnTo>
                  <a:lnTo>
                    <a:pt x="2962360" y="186094"/>
                  </a:lnTo>
                  <a:lnTo>
                    <a:pt x="3034612" y="188959"/>
                  </a:lnTo>
                  <a:lnTo>
                    <a:pt x="3106865" y="191702"/>
                  </a:lnTo>
                  <a:lnTo>
                    <a:pt x="3179118" y="194324"/>
                  </a:lnTo>
                  <a:lnTo>
                    <a:pt x="3251371" y="196824"/>
                  </a:lnTo>
                  <a:lnTo>
                    <a:pt x="3323623" y="199201"/>
                  </a:lnTo>
                  <a:lnTo>
                    <a:pt x="3395876" y="201456"/>
                  </a:lnTo>
                  <a:lnTo>
                    <a:pt x="3468129" y="203590"/>
                  </a:lnTo>
                  <a:lnTo>
                    <a:pt x="3540381" y="205604"/>
                  </a:lnTo>
                  <a:lnTo>
                    <a:pt x="3612634" y="207500"/>
                  </a:lnTo>
                  <a:lnTo>
                    <a:pt x="3684887" y="209279"/>
                  </a:lnTo>
                  <a:lnTo>
                    <a:pt x="3757139" y="210945"/>
                  </a:lnTo>
                  <a:lnTo>
                    <a:pt x="3829392" y="212499"/>
                  </a:lnTo>
                  <a:lnTo>
                    <a:pt x="3901645" y="213945"/>
                  </a:lnTo>
                  <a:lnTo>
                    <a:pt x="3973897" y="215285"/>
                  </a:lnTo>
                  <a:lnTo>
                    <a:pt x="4046150" y="216524"/>
                  </a:lnTo>
                  <a:lnTo>
                    <a:pt x="4118403" y="217665"/>
                  </a:lnTo>
                  <a:lnTo>
                    <a:pt x="4190656" y="218711"/>
                  </a:lnTo>
                  <a:lnTo>
                    <a:pt x="4262908" y="219666"/>
                  </a:lnTo>
                  <a:lnTo>
                    <a:pt x="4335161" y="220534"/>
                  </a:lnTo>
                  <a:lnTo>
                    <a:pt x="4407414" y="221318"/>
                  </a:lnTo>
                  <a:lnTo>
                    <a:pt x="4479666" y="222022"/>
                  </a:lnTo>
                  <a:lnTo>
                    <a:pt x="4551919" y="222650"/>
                  </a:lnTo>
                  <a:lnTo>
                    <a:pt x="4624172" y="223205"/>
                  </a:lnTo>
                  <a:lnTo>
                    <a:pt x="4696424" y="223690"/>
                  </a:lnTo>
                  <a:lnTo>
                    <a:pt x="4768677" y="224110"/>
                  </a:lnTo>
                  <a:lnTo>
                    <a:pt x="4840930" y="224467"/>
                  </a:lnTo>
                  <a:lnTo>
                    <a:pt x="4913182" y="224764"/>
                  </a:lnTo>
                  <a:lnTo>
                    <a:pt x="4985435" y="225004"/>
                  </a:lnTo>
                  <a:lnTo>
                    <a:pt x="5057688" y="225191"/>
                  </a:lnTo>
                  <a:lnTo>
                    <a:pt x="5129941" y="225326"/>
                  </a:lnTo>
                  <a:lnTo>
                    <a:pt x="5202193" y="225413"/>
                  </a:lnTo>
                  <a:lnTo>
                    <a:pt x="5274446" y="225454"/>
                  </a:lnTo>
                  <a:lnTo>
                    <a:pt x="5346699" y="225452"/>
                  </a:lnTo>
                  <a:lnTo>
                    <a:pt x="5418951" y="225408"/>
                  </a:lnTo>
                  <a:lnTo>
                    <a:pt x="5491204" y="225325"/>
                  </a:lnTo>
                  <a:lnTo>
                    <a:pt x="5563457" y="225204"/>
                  </a:lnTo>
                  <a:lnTo>
                    <a:pt x="5635709" y="225048"/>
                  </a:lnTo>
                  <a:lnTo>
                    <a:pt x="5707962" y="224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150778"/>
              <a:ext cx="5707962" cy="170374"/>
            </a:xfrm>
            <a:custGeom>
              <a:avLst/>
              <a:pathLst>
                <a:path w="5707962" h="170374">
                  <a:moveTo>
                    <a:pt x="5707962" y="170374"/>
                  </a:moveTo>
                  <a:lnTo>
                    <a:pt x="5635709" y="165235"/>
                  </a:lnTo>
                  <a:lnTo>
                    <a:pt x="5563457" y="160130"/>
                  </a:lnTo>
                  <a:lnTo>
                    <a:pt x="5491204" y="155059"/>
                  </a:lnTo>
                  <a:lnTo>
                    <a:pt x="5418951" y="150026"/>
                  </a:lnTo>
                  <a:lnTo>
                    <a:pt x="5346699" y="145032"/>
                  </a:lnTo>
                  <a:lnTo>
                    <a:pt x="5274446" y="140080"/>
                  </a:lnTo>
                  <a:lnTo>
                    <a:pt x="5202193" y="135171"/>
                  </a:lnTo>
                  <a:lnTo>
                    <a:pt x="5129941" y="130308"/>
                  </a:lnTo>
                  <a:lnTo>
                    <a:pt x="5057688" y="125494"/>
                  </a:lnTo>
                  <a:lnTo>
                    <a:pt x="4985435" y="120730"/>
                  </a:lnTo>
                  <a:lnTo>
                    <a:pt x="4913182" y="116021"/>
                  </a:lnTo>
                  <a:lnTo>
                    <a:pt x="4840930" y="111368"/>
                  </a:lnTo>
                  <a:lnTo>
                    <a:pt x="4768677" y="106775"/>
                  </a:lnTo>
                  <a:lnTo>
                    <a:pt x="4696424" y="102244"/>
                  </a:lnTo>
                  <a:lnTo>
                    <a:pt x="4624172" y="97780"/>
                  </a:lnTo>
                  <a:lnTo>
                    <a:pt x="4551919" y="93385"/>
                  </a:lnTo>
                  <a:lnTo>
                    <a:pt x="4479666" y="89063"/>
                  </a:lnTo>
                  <a:lnTo>
                    <a:pt x="4407414" y="84817"/>
                  </a:lnTo>
                  <a:lnTo>
                    <a:pt x="4335161" y="80651"/>
                  </a:lnTo>
                  <a:lnTo>
                    <a:pt x="4262908" y="76569"/>
                  </a:lnTo>
                  <a:lnTo>
                    <a:pt x="4190656" y="72574"/>
                  </a:lnTo>
                  <a:lnTo>
                    <a:pt x="4118403" y="68670"/>
                  </a:lnTo>
                  <a:lnTo>
                    <a:pt x="4046150" y="64861"/>
                  </a:lnTo>
                  <a:lnTo>
                    <a:pt x="3973897" y="61150"/>
                  </a:lnTo>
                  <a:lnTo>
                    <a:pt x="3901645" y="57541"/>
                  </a:lnTo>
                  <a:lnTo>
                    <a:pt x="3829392" y="54037"/>
                  </a:lnTo>
                  <a:lnTo>
                    <a:pt x="3757139" y="50641"/>
                  </a:lnTo>
                  <a:lnTo>
                    <a:pt x="3684887" y="47357"/>
                  </a:lnTo>
                  <a:lnTo>
                    <a:pt x="3612634" y="44186"/>
                  </a:lnTo>
                  <a:lnTo>
                    <a:pt x="3540381" y="41132"/>
                  </a:lnTo>
                  <a:lnTo>
                    <a:pt x="3468129" y="38196"/>
                  </a:lnTo>
                  <a:lnTo>
                    <a:pt x="3395876" y="35380"/>
                  </a:lnTo>
                  <a:lnTo>
                    <a:pt x="3323623" y="32686"/>
                  </a:lnTo>
                  <a:lnTo>
                    <a:pt x="3251371" y="30113"/>
                  </a:lnTo>
                  <a:lnTo>
                    <a:pt x="3179118" y="27662"/>
                  </a:lnTo>
                  <a:lnTo>
                    <a:pt x="3106865" y="25334"/>
                  </a:lnTo>
                  <a:lnTo>
                    <a:pt x="3034612" y="23128"/>
                  </a:lnTo>
                  <a:lnTo>
                    <a:pt x="2962360" y="21043"/>
                  </a:lnTo>
                  <a:lnTo>
                    <a:pt x="2890107" y="19077"/>
                  </a:lnTo>
                  <a:lnTo>
                    <a:pt x="2817854" y="17228"/>
                  </a:lnTo>
                  <a:lnTo>
                    <a:pt x="2745602" y="15495"/>
                  </a:lnTo>
                  <a:lnTo>
                    <a:pt x="2673349" y="13875"/>
                  </a:lnTo>
                  <a:lnTo>
                    <a:pt x="2601096" y="12364"/>
                  </a:lnTo>
                  <a:lnTo>
                    <a:pt x="2528844" y="10961"/>
                  </a:lnTo>
                  <a:lnTo>
                    <a:pt x="2456591" y="9662"/>
                  </a:lnTo>
                  <a:lnTo>
                    <a:pt x="2384338" y="8463"/>
                  </a:lnTo>
                  <a:lnTo>
                    <a:pt x="2312086" y="7361"/>
                  </a:lnTo>
                  <a:lnTo>
                    <a:pt x="2239833" y="6352"/>
                  </a:lnTo>
                  <a:lnTo>
                    <a:pt x="2167580" y="5432"/>
                  </a:lnTo>
                  <a:lnTo>
                    <a:pt x="2095328" y="4599"/>
                  </a:lnTo>
                  <a:lnTo>
                    <a:pt x="2023075" y="3847"/>
                  </a:lnTo>
                  <a:lnTo>
                    <a:pt x="1950822" y="3174"/>
                  </a:lnTo>
                  <a:lnTo>
                    <a:pt x="1878569" y="2576"/>
                  </a:lnTo>
                  <a:lnTo>
                    <a:pt x="1806317" y="2049"/>
                  </a:lnTo>
                  <a:lnTo>
                    <a:pt x="1734064" y="1591"/>
                  </a:lnTo>
                  <a:lnTo>
                    <a:pt x="1661811" y="1197"/>
                  </a:lnTo>
                  <a:lnTo>
                    <a:pt x="1589559" y="865"/>
                  </a:lnTo>
                  <a:lnTo>
                    <a:pt x="1517306" y="591"/>
                  </a:lnTo>
                  <a:lnTo>
                    <a:pt x="1445053" y="372"/>
                  </a:lnTo>
                  <a:lnTo>
                    <a:pt x="1372801" y="207"/>
                  </a:lnTo>
                  <a:lnTo>
                    <a:pt x="1300548" y="91"/>
                  </a:lnTo>
                  <a:lnTo>
                    <a:pt x="1228295" y="23"/>
                  </a:lnTo>
                  <a:lnTo>
                    <a:pt x="1156043" y="0"/>
                  </a:lnTo>
                  <a:lnTo>
                    <a:pt x="1083790" y="19"/>
                  </a:lnTo>
                  <a:lnTo>
                    <a:pt x="1011537" y="79"/>
                  </a:lnTo>
                  <a:lnTo>
                    <a:pt x="939284" y="177"/>
                  </a:lnTo>
                  <a:lnTo>
                    <a:pt x="867032" y="312"/>
                  </a:lnTo>
                  <a:lnTo>
                    <a:pt x="794779" y="482"/>
                  </a:lnTo>
                  <a:lnTo>
                    <a:pt x="722526" y="684"/>
                  </a:lnTo>
                  <a:lnTo>
                    <a:pt x="650274" y="918"/>
                  </a:lnTo>
                  <a:lnTo>
                    <a:pt x="578021" y="1181"/>
                  </a:lnTo>
                  <a:lnTo>
                    <a:pt x="505768" y="1472"/>
                  </a:lnTo>
                  <a:lnTo>
                    <a:pt x="433516" y="1790"/>
                  </a:lnTo>
                  <a:lnTo>
                    <a:pt x="361263" y="2133"/>
                  </a:lnTo>
                  <a:lnTo>
                    <a:pt x="289010" y="2501"/>
                  </a:lnTo>
                  <a:lnTo>
                    <a:pt x="216758" y="2892"/>
                  </a:lnTo>
                  <a:lnTo>
                    <a:pt x="144505" y="3304"/>
                  </a:lnTo>
                  <a:lnTo>
                    <a:pt x="72252" y="3738"/>
                  </a:lnTo>
                  <a:lnTo>
                    <a:pt x="0" y="4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70500"/>
              <a:ext cx="5707962" cy="195521"/>
            </a:xfrm>
            <a:custGeom>
              <a:avLst/>
              <a:pathLst>
                <a:path w="5707962" h="195521">
                  <a:moveTo>
                    <a:pt x="0" y="0"/>
                  </a:moveTo>
                  <a:lnTo>
                    <a:pt x="72252" y="2474"/>
                  </a:lnTo>
                  <a:lnTo>
                    <a:pt x="144505" y="4949"/>
                  </a:lnTo>
                  <a:lnTo>
                    <a:pt x="216758" y="7424"/>
                  </a:lnTo>
                  <a:lnTo>
                    <a:pt x="289010" y="9899"/>
                  </a:lnTo>
                  <a:lnTo>
                    <a:pt x="361263" y="12374"/>
                  </a:lnTo>
                  <a:lnTo>
                    <a:pt x="433516" y="14849"/>
                  </a:lnTo>
                  <a:lnTo>
                    <a:pt x="505768" y="17324"/>
                  </a:lnTo>
                  <a:lnTo>
                    <a:pt x="578021" y="19799"/>
                  </a:lnTo>
                  <a:lnTo>
                    <a:pt x="650274" y="22274"/>
                  </a:lnTo>
                  <a:lnTo>
                    <a:pt x="722526" y="24749"/>
                  </a:lnTo>
                  <a:lnTo>
                    <a:pt x="794779" y="27224"/>
                  </a:lnTo>
                  <a:lnTo>
                    <a:pt x="867032" y="29699"/>
                  </a:lnTo>
                  <a:lnTo>
                    <a:pt x="939284" y="32174"/>
                  </a:lnTo>
                  <a:lnTo>
                    <a:pt x="1011537" y="34649"/>
                  </a:lnTo>
                  <a:lnTo>
                    <a:pt x="1083790" y="37124"/>
                  </a:lnTo>
                  <a:lnTo>
                    <a:pt x="1156043" y="39599"/>
                  </a:lnTo>
                  <a:lnTo>
                    <a:pt x="1228295" y="42074"/>
                  </a:lnTo>
                  <a:lnTo>
                    <a:pt x="1300548" y="44549"/>
                  </a:lnTo>
                  <a:lnTo>
                    <a:pt x="1372801" y="47024"/>
                  </a:lnTo>
                  <a:lnTo>
                    <a:pt x="1445053" y="49499"/>
                  </a:lnTo>
                  <a:lnTo>
                    <a:pt x="1517306" y="51974"/>
                  </a:lnTo>
                  <a:lnTo>
                    <a:pt x="1589559" y="54449"/>
                  </a:lnTo>
                  <a:lnTo>
                    <a:pt x="1661811" y="56924"/>
                  </a:lnTo>
                  <a:lnTo>
                    <a:pt x="1734064" y="59398"/>
                  </a:lnTo>
                  <a:lnTo>
                    <a:pt x="1806317" y="61873"/>
                  </a:lnTo>
                  <a:lnTo>
                    <a:pt x="1878569" y="64348"/>
                  </a:lnTo>
                  <a:lnTo>
                    <a:pt x="1950822" y="66823"/>
                  </a:lnTo>
                  <a:lnTo>
                    <a:pt x="2023075" y="69298"/>
                  </a:lnTo>
                  <a:lnTo>
                    <a:pt x="2095328" y="71773"/>
                  </a:lnTo>
                  <a:lnTo>
                    <a:pt x="2167580" y="74248"/>
                  </a:lnTo>
                  <a:lnTo>
                    <a:pt x="2239833" y="76723"/>
                  </a:lnTo>
                  <a:lnTo>
                    <a:pt x="2312086" y="79198"/>
                  </a:lnTo>
                  <a:lnTo>
                    <a:pt x="2384338" y="81673"/>
                  </a:lnTo>
                  <a:lnTo>
                    <a:pt x="2456591" y="84148"/>
                  </a:lnTo>
                  <a:lnTo>
                    <a:pt x="2528844" y="86623"/>
                  </a:lnTo>
                  <a:lnTo>
                    <a:pt x="2601096" y="89098"/>
                  </a:lnTo>
                  <a:lnTo>
                    <a:pt x="2673349" y="91573"/>
                  </a:lnTo>
                  <a:lnTo>
                    <a:pt x="2745602" y="94048"/>
                  </a:lnTo>
                  <a:lnTo>
                    <a:pt x="2817854" y="96523"/>
                  </a:lnTo>
                  <a:lnTo>
                    <a:pt x="2890107" y="98998"/>
                  </a:lnTo>
                  <a:lnTo>
                    <a:pt x="2962360" y="101473"/>
                  </a:lnTo>
                  <a:lnTo>
                    <a:pt x="3034612" y="103948"/>
                  </a:lnTo>
                  <a:lnTo>
                    <a:pt x="3106865" y="106423"/>
                  </a:lnTo>
                  <a:lnTo>
                    <a:pt x="3179118" y="108898"/>
                  </a:lnTo>
                  <a:lnTo>
                    <a:pt x="3251371" y="111373"/>
                  </a:lnTo>
                  <a:lnTo>
                    <a:pt x="3323623" y="113848"/>
                  </a:lnTo>
                  <a:lnTo>
                    <a:pt x="3395876" y="116323"/>
                  </a:lnTo>
                  <a:lnTo>
                    <a:pt x="3468129" y="118797"/>
                  </a:lnTo>
                  <a:lnTo>
                    <a:pt x="3540381" y="121272"/>
                  </a:lnTo>
                  <a:lnTo>
                    <a:pt x="3612634" y="123747"/>
                  </a:lnTo>
                  <a:lnTo>
                    <a:pt x="3684887" y="126222"/>
                  </a:lnTo>
                  <a:lnTo>
                    <a:pt x="3757139" y="128697"/>
                  </a:lnTo>
                  <a:lnTo>
                    <a:pt x="3829392" y="131172"/>
                  </a:lnTo>
                  <a:lnTo>
                    <a:pt x="3901645" y="133647"/>
                  </a:lnTo>
                  <a:lnTo>
                    <a:pt x="3973897" y="136122"/>
                  </a:lnTo>
                  <a:lnTo>
                    <a:pt x="4046150" y="138597"/>
                  </a:lnTo>
                  <a:lnTo>
                    <a:pt x="4118403" y="141072"/>
                  </a:lnTo>
                  <a:lnTo>
                    <a:pt x="4190656" y="143547"/>
                  </a:lnTo>
                  <a:lnTo>
                    <a:pt x="4262908" y="146022"/>
                  </a:lnTo>
                  <a:lnTo>
                    <a:pt x="4335161" y="148497"/>
                  </a:lnTo>
                  <a:lnTo>
                    <a:pt x="4407414" y="150972"/>
                  </a:lnTo>
                  <a:lnTo>
                    <a:pt x="4479666" y="153447"/>
                  </a:lnTo>
                  <a:lnTo>
                    <a:pt x="4551919" y="155922"/>
                  </a:lnTo>
                  <a:lnTo>
                    <a:pt x="4624172" y="158397"/>
                  </a:lnTo>
                  <a:lnTo>
                    <a:pt x="4696424" y="160872"/>
                  </a:lnTo>
                  <a:lnTo>
                    <a:pt x="4768677" y="163347"/>
                  </a:lnTo>
                  <a:lnTo>
                    <a:pt x="4840930" y="165822"/>
                  </a:lnTo>
                  <a:lnTo>
                    <a:pt x="4913182" y="168297"/>
                  </a:lnTo>
                  <a:lnTo>
                    <a:pt x="4985435" y="170772"/>
                  </a:lnTo>
                  <a:lnTo>
                    <a:pt x="5057688" y="173247"/>
                  </a:lnTo>
                  <a:lnTo>
                    <a:pt x="5129941" y="175722"/>
                  </a:lnTo>
                  <a:lnTo>
                    <a:pt x="5202193" y="178196"/>
                  </a:lnTo>
                  <a:lnTo>
                    <a:pt x="5274446" y="180671"/>
                  </a:lnTo>
                  <a:lnTo>
                    <a:pt x="5346699" y="183146"/>
                  </a:lnTo>
                  <a:lnTo>
                    <a:pt x="5418951" y="185621"/>
                  </a:lnTo>
                  <a:lnTo>
                    <a:pt x="5491204" y="188096"/>
                  </a:lnTo>
                  <a:lnTo>
                    <a:pt x="5563457" y="190571"/>
                  </a:lnTo>
                  <a:lnTo>
                    <a:pt x="5635709" y="193046"/>
                  </a:lnTo>
                  <a:lnTo>
                    <a:pt x="5707962" y="195521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8636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232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540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232819" y="47098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2819" y="45984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32819" y="463615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765882" y="4525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765882" y="44644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765882" y="45874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86568" y="46337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86568" y="4674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886568" y="4657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876534" y="481776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876534" y="462912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876534" y="47476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07268" y="49835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07268" y="44355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807268" y="48063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822291" y="5096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822291" y="51449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822291" y="50403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626945" y="49081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626945" y="52140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626945" y="49171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489537"/>
              <a:ext cx="5707962" cy="568387"/>
            </a:xfrm>
            <a:custGeom>
              <a:avLst/>
              <a:pathLst>
                <a:path w="5707962" h="568387">
                  <a:moveTo>
                    <a:pt x="0" y="0"/>
                  </a:moveTo>
                  <a:lnTo>
                    <a:pt x="72252" y="5953"/>
                  </a:lnTo>
                  <a:lnTo>
                    <a:pt x="144505" y="11888"/>
                  </a:lnTo>
                  <a:lnTo>
                    <a:pt x="216758" y="17805"/>
                  </a:lnTo>
                  <a:lnTo>
                    <a:pt x="289010" y="23702"/>
                  </a:lnTo>
                  <a:lnTo>
                    <a:pt x="361263" y="29578"/>
                  </a:lnTo>
                  <a:lnTo>
                    <a:pt x="433516" y="35432"/>
                  </a:lnTo>
                  <a:lnTo>
                    <a:pt x="505768" y="41263"/>
                  </a:lnTo>
                  <a:lnTo>
                    <a:pt x="578021" y="47069"/>
                  </a:lnTo>
                  <a:lnTo>
                    <a:pt x="650274" y="52851"/>
                  </a:lnTo>
                  <a:lnTo>
                    <a:pt x="722526" y="58605"/>
                  </a:lnTo>
                  <a:lnTo>
                    <a:pt x="794779" y="64331"/>
                  </a:lnTo>
                  <a:lnTo>
                    <a:pt x="867032" y="70028"/>
                  </a:lnTo>
                  <a:lnTo>
                    <a:pt x="939284" y="75693"/>
                  </a:lnTo>
                  <a:lnTo>
                    <a:pt x="1011537" y="81325"/>
                  </a:lnTo>
                  <a:lnTo>
                    <a:pt x="1083790" y="86922"/>
                  </a:lnTo>
                  <a:lnTo>
                    <a:pt x="1156043" y="92483"/>
                  </a:lnTo>
                  <a:lnTo>
                    <a:pt x="1228295" y="98005"/>
                  </a:lnTo>
                  <a:lnTo>
                    <a:pt x="1300548" y="103486"/>
                  </a:lnTo>
                  <a:lnTo>
                    <a:pt x="1372801" y="108924"/>
                  </a:lnTo>
                  <a:lnTo>
                    <a:pt x="1445053" y="114317"/>
                  </a:lnTo>
                  <a:lnTo>
                    <a:pt x="1517306" y="119662"/>
                  </a:lnTo>
                  <a:lnTo>
                    <a:pt x="1589559" y="124957"/>
                  </a:lnTo>
                  <a:lnTo>
                    <a:pt x="1661811" y="130199"/>
                  </a:lnTo>
                  <a:lnTo>
                    <a:pt x="1734064" y="135385"/>
                  </a:lnTo>
                  <a:lnTo>
                    <a:pt x="1806317" y="140513"/>
                  </a:lnTo>
                  <a:lnTo>
                    <a:pt x="1878569" y="145579"/>
                  </a:lnTo>
                  <a:lnTo>
                    <a:pt x="1950822" y="150580"/>
                  </a:lnTo>
                  <a:lnTo>
                    <a:pt x="2023075" y="155513"/>
                  </a:lnTo>
                  <a:lnTo>
                    <a:pt x="2095328" y="160376"/>
                  </a:lnTo>
                  <a:lnTo>
                    <a:pt x="2167580" y="165164"/>
                  </a:lnTo>
                  <a:lnTo>
                    <a:pt x="2239833" y="169874"/>
                  </a:lnTo>
                  <a:lnTo>
                    <a:pt x="2312086" y="174503"/>
                  </a:lnTo>
                  <a:lnTo>
                    <a:pt x="2384338" y="179048"/>
                  </a:lnTo>
                  <a:lnTo>
                    <a:pt x="2456591" y="183505"/>
                  </a:lnTo>
                  <a:lnTo>
                    <a:pt x="2528844" y="187871"/>
                  </a:lnTo>
                  <a:lnTo>
                    <a:pt x="2601096" y="192143"/>
                  </a:lnTo>
                  <a:lnTo>
                    <a:pt x="2673349" y="196318"/>
                  </a:lnTo>
                  <a:lnTo>
                    <a:pt x="2745602" y="200393"/>
                  </a:lnTo>
                  <a:lnTo>
                    <a:pt x="2817854" y="204367"/>
                  </a:lnTo>
                  <a:lnTo>
                    <a:pt x="2890107" y="208235"/>
                  </a:lnTo>
                  <a:lnTo>
                    <a:pt x="2962360" y="211997"/>
                  </a:lnTo>
                  <a:lnTo>
                    <a:pt x="3034612" y="215651"/>
                  </a:lnTo>
                  <a:lnTo>
                    <a:pt x="3106865" y="219196"/>
                  </a:lnTo>
                  <a:lnTo>
                    <a:pt x="3179118" y="222631"/>
                  </a:lnTo>
                  <a:lnTo>
                    <a:pt x="3251371" y="225954"/>
                  </a:lnTo>
                  <a:lnTo>
                    <a:pt x="3323623" y="229167"/>
                  </a:lnTo>
                  <a:lnTo>
                    <a:pt x="3395876" y="232269"/>
                  </a:lnTo>
                  <a:lnTo>
                    <a:pt x="3468129" y="235262"/>
                  </a:lnTo>
                  <a:lnTo>
                    <a:pt x="3540381" y="238146"/>
                  </a:lnTo>
                  <a:lnTo>
                    <a:pt x="3612634" y="240922"/>
                  </a:lnTo>
                  <a:lnTo>
                    <a:pt x="3684887" y="243594"/>
                  </a:lnTo>
                  <a:lnTo>
                    <a:pt x="3757139" y="246162"/>
                  </a:lnTo>
                  <a:lnTo>
                    <a:pt x="3829392" y="248629"/>
                  </a:lnTo>
                  <a:lnTo>
                    <a:pt x="3901645" y="250998"/>
                  </a:lnTo>
                  <a:lnTo>
                    <a:pt x="3973897" y="253272"/>
                  </a:lnTo>
                  <a:lnTo>
                    <a:pt x="4046150" y="255454"/>
                  </a:lnTo>
                  <a:lnTo>
                    <a:pt x="4118403" y="257547"/>
                  </a:lnTo>
                  <a:lnTo>
                    <a:pt x="4190656" y="259554"/>
                  </a:lnTo>
                  <a:lnTo>
                    <a:pt x="4262908" y="261479"/>
                  </a:lnTo>
                  <a:lnTo>
                    <a:pt x="4335161" y="263325"/>
                  </a:lnTo>
                  <a:lnTo>
                    <a:pt x="4407414" y="265095"/>
                  </a:lnTo>
                  <a:lnTo>
                    <a:pt x="4479666" y="266792"/>
                  </a:lnTo>
                  <a:lnTo>
                    <a:pt x="4551919" y="268420"/>
                  </a:lnTo>
                  <a:lnTo>
                    <a:pt x="4624172" y="269983"/>
                  </a:lnTo>
                  <a:lnTo>
                    <a:pt x="4696424" y="271482"/>
                  </a:lnTo>
                  <a:lnTo>
                    <a:pt x="4768677" y="272922"/>
                  </a:lnTo>
                  <a:lnTo>
                    <a:pt x="4840930" y="274305"/>
                  </a:lnTo>
                  <a:lnTo>
                    <a:pt x="4913182" y="275634"/>
                  </a:lnTo>
                  <a:lnTo>
                    <a:pt x="4985435" y="276911"/>
                  </a:lnTo>
                  <a:lnTo>
                    <a:pt x="5057688" y="278140"/>
                  </a:lnTo>
                  <a:lnTo>
                    <a:pt x="5129941" y="279322"/>
                  </a:lnTo>
                  <a:lnTo>
                    <a:pt x="5202193" y="280461"/>
                  </a:lnTo>
                  <a:lnTo>
                    <a:pt x="5274446" y="281558"/>
                  </a:lnTo>
                  <a:lnTo>
                    <a:pt x="5346699" y="282615"/>
                  </a:lnTo>
                  <a:lnTo>
                    <a:pt x="5418951" y="283635"/>
                  </a:lnTo>
                  <a:lnTo>
                    <a:pt x="5491204" y="284619"/>
                  </a:lnTo>
                  <a:lnTo>
                    <a:pt x="5563457" y="285570"/>
                  </a:lnTo>
                  <a:lnTo>
                    <a:pt x="5635709" y="286489"/>
                  </a:lnTo>
                  <a:lnTo>
                    <a:pt x="5707962" y="287377"/>
                  </a:lnTo>
                  <a:lnTo>
                    <a:pt x="5707962" y="568387"/>
                  </a:lnTo>
                  <a:lnTo>
                    <a:pt x="5635709" y="562673"/>
                  </a:lnTo>
                  <a:lnTo>
                    <a:pt x="5563457" y="556989"/>
                  </a:lnTo>
                  <a:lnTo>
                    <a:pt x="5491204" y="551337"/>
                  </a:lnTo>
                  <a:lnTo>
                    <a:pt x="5418951" y="545718"/>
                  </a:lnTo>
                  <a:lnTo>
                    <a:pt x="5346699" y="540136"/>
                  </a:lnTo>
                  <a:lnTo>
                    <a:pt x="5274446" y="534590"/>
                  </a:lnTo>
                  <a:lnTo>
                    <a:pt x="5202193" y="529085"/>
                  </a:lnTo>
                  <a:lnTo>
                    <a:pt x="5129941" y="523621"/>
                  </a:lnTo>
                  <a:lnTo>
                    <a:pt x="5057688" y="518200"/>
                  </a:lnTo>
                  <a:lnTo>
                    <a:pt x="4985435" y="512826"/>
                  </a:lnTo>
                  <a:lnTo>
                    <a:pt x="4913182" y="507501"/>
                  </a:lnTo>
                  <a:lnTo>
                    <a:pt x="4840930" y="502227"/>
                  </a:lnTo>
                  <a:lnTo>
                    <a:pt x="4768677" y="497007"/>
                  </a:lnTo>
                  <a:lnTo>
                    <a:pt x="4696424" y="491844"/>
                  </a:lnTo>
                  <a:lnTo>
                    <a:pt x="4624172" y="486741"/>
                  </a:lnTo>
                  <a:lnTo>
                    <a:pt x="4551919" y="481701"/>
                  </a:lnTo>
                  <a:lnTo>
                    <a:pt x="4479666" y="476727"/>
                  </a:lnTo>
                  <a:lnTo>
                    <a:pt x="4407414" y="471821"/>
                  </a:lnTo>
                  <a:lnTo>
                    <a:pt x="4335161" y="466989"/>
                  </a:lnTo>
                  <a:lnTo>
                    <a:pt x="4262908" y="462232"/>
                  </a:lnTo>
                  <a:lnTo>
                    <a:pt x="4190656" y="457554"/>
                  </a:lnTo>
                  <a:lnTo>
                    <a:pt x="4118403" y="452958"/>
                  </a:lnTo>
                  <a:lnTo>
                    <a:pt x="4046150" y="448448"/>
                  </a:lnTo>
                  <a:lnTo>
                    <a:pt x="3973897" y="444028"/>
                  </a:lnTo>
                  <a:lnTo>
                    <a:pt x="3901645" y="439699"/>
                  </a:lnTo>
                  <a:lnTo>
                    <a:pt x="3829392" y="435466"/>
                  </a:lnTo>
                  <a:lnTo>
                    <a:pt x="3757139" y="431330"/>
                  </a:lnTo>
                  <a:lnTo>
                    <a:pt x="3684887" y="427296"/>
                  </a:lnTo>
                  <a:lnTo>
                    <a:pt x="3612634" y="423364"/>
                  </a:lnTo>
                  <a:lnTo>
                    <a:pt x="3540381" y="419538"/>
                  </a:lnTo>
                  <a:lnTo>
                    <a:pt x="3468129" y="415820"/>
                  </a:lnTo>
                  <a:lnTo>
                    <a:pt x="3395876" y="412209"/>
                  </a:lnTo>
                  <a:lnTo>
                    <a:pt x="3323623" y="408709"/>
                  </a:lnTo>
                  <a:lnTo>
                    <a:pt x="3251371" y="405319"/>
                  </a:lnTo>
                  <a:lnTo>
                    <a:pt x="3179118" y="402040"/>
                  </a:lnTo>
                  <a:lnTo>
                    <a:pt x="3106865" y="398872"/>
                  </a:lnTo>
                  <a:lnTo>
                    <a:pt x="3034612" y="395814"/>
                  </a:lnTo>
                  <a:lnTo>
                    <a:pt x="2962360" y="392865"/>
                  </a:lnTo>
                  <a:lnTo>
                    <a:pt x="2890107" y="390025"/>
                  </a:lnTo>
                  <a:lnTo>
                    <a:pt x="2817854" y="387291"/>
                  </a:lnTo>
                  <a:lnTo>
                    <a:pt x="2745602" y="384661"/>
                  </a:lnTo>
                  <a:lnTo>
                    <a:pt x="2673349" y="382134"/>
                  </a:lnTo>
                  <a:lnTo>
                    <a:pt x="2601096" y="379706"/>
                  </a:lnTo>
                  <a:lnTo>
                    <a:pt x="2528844" y="377376"/>
                  </a:lnTo>
                  <a:lnTo>
                    <a:pt x="2456591" y="375139"/>
                  </a:lnTo>
                  <a:lnTo>
                    <a:pt x="2384338" y="372994"/>
                  </a:lnTo>
                  <a:lnTo>
                    <a:pt x="2312086" y="370936"/>
                  </a:lnTo>
                  <a:lnTo>
                    <a:pt x="2239833" y="368962"/>
                  </a:lnTo>
                  <a:lnTo>
                    <a:pt x="2167580" y="367070"/>
                  </a:lnTo>
                  <a:lnTo>
                    <a:pt x="2095328" y="365255"/>
                  </a:lnTo>
                  <a:lnTo>
                    <a:pt x="2023075" y="363515"/>
                  </a:lnTo>
                  <a:lnTo>
                    <a:pt x="1950822" y="361845"/>
                  </a:lnTo>
                  <a:lnTo>
                    <a:pt x="1878569" y="360244"/>
                  </a:lnTo>
                  <a:lnTo>
                    <a:pt x="1806317" y="358707"/>
                  </a:lnTo>
                  <a:lnTo>
                    <a:pt x="1734064" y="357232"/>
                  </a:lnTo>
                  <a:lnTo>
                    <a:pt x="1661811" y="355816"/>
                  </a:lnTo>
                  <a:lnTo>
                    <a:pt x="1589559" y="354455"/>
                  </a:lnTo>
                  <a:lnTo>
                    <a:pt x="1517306" y="353147"/>
                  </a:lnTo>
                  <a:lnTo>
                    <a:pt x="1445053" y="351890"/>
                  </a:lnTo>
                  <a:lnTo>
                    <a:pt x="1372801" y="350680"/>
                  </a:lnTo>
                  <a:lnTo>
                    <a:pt x="1300548" y="349515"/>
                  </a:lnTo>
                  <a:lnTo>
                    <a:pt x="1228295" y="348394"/>
                  </a:lnTo>
                  <a:lnTo>
                    <a:pt x="1156043" y="347313"/>
                  </a:lnTo>
                  <a:lnTo>
                    <a:pt x="1083790" y="346271"/>
                  </a:lnTo>
                  <a:lnTo>
                    <a:pt x="1011537" y="345266"/>
                  </a:lnTo>
                  <a:lnTo>
                    <a:pt x="939284" y="344295"/>
                  </a:lnTo>
                  <a:lnTo>
                    <a:pt x="867032" y="343357"/>
                  </a:lnTo>
                  <a:lnTo>
                    <a:pt x="794779" y="342451"/>
                  </a:lnTo>
                  <a:lnTo>
                    <a:pt x="722526" y="341575"/>
                  </a:lnTo>
                  <a:lnTo>
                    <a:pt x="650274" y="340727"/>
                  </a:lnTo>
                  <a:lnTo>
                    <a:pt x="578021" y="339905"/>
                  </a:lnTo>
                  <a:lnTo>
                    <a:pt x="505768" y="339109"/>
                  </a:lnTo>
                  <a:lnTo>
                    <a:pt x="433516" y="338338"/>
                  </a:lnTo>
                  <a:lnTo>
                    <a:pt x="361263" y="337589"/>
                  </a:lnTo>
                  <a:lnTo>
                    <a:pt x="289010" y="336862"/>
                  </a:lnTo>
                  <a:lnTo>
                    <a:pt x="216758" y="336156"/>
                  </a:lnTo>
                  <a:lnTo>
                    <a:pt x="144505" y="335470"/>
                  </a:lnTo>
                  <a:lnTo>
                    <a:pt x="72252" y="334803"/>
                  </a:lnTo>
                  <a:lnTo>
                    <a:pt x="0" y="334154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489537"/>
              <a:ext cx="5707962" cy="287377"/>
            </a:xfrm>
            <a:custGeom>
              <a:avLst/>
              <a:pathLst>
                <a:path w="5707962" h="287377">
                  <a:moveTo>
                    <a:pt x="0" y="0"/>
                  </a:moveTo>
                  <a:lnTo>
                    <a:pt x="72252" y="5953"/>
                  </a:lnTo>
                  <a:lnTo>
                    <a:pt x="144505" y="11888"/>
                  </a:lnTo>
                  <a:lnTo>
                    <a:pt x="216758" y="17805"/>
                  </a:lnTo>
                  <a:lnTo>
                    <a:pt x="289010" y="23702"/>
                  </a:lnTo>
                  <a:lnTo>
                    <a:pt x="361263" y="29578"/>
                  </a:lnTo>
                  <a:lnTo>
                    <a:pt x="433516" y="35432"/>
                  </a:lnTo>
                  <a:lnTo>
                    <a:pt x="505768" y="41263"/>
                  </a:lnTo>
                  <a:lnTo>
                    <a:pt x="578021" y="47069"/>
                  </a:lnTo>
                  <a:lnTo>
                    <a:pt x="650274" y="52851"/>
                  </a:lnTo>
                  <a:lnTo>
                    <a:pt x="722526" y="58605"/>
                  </a:lnTo>
                  <a:lnTo>
                    <a:pt x="794779" y="64331"/>
                  </a:lnTo>
                  <a:lnTo>
                    <a:pt x="867032" y="70028"/>
                  </a:lnTo>
                  <a:lnTo>
                    <a:pt x="939284" y="75693"/>
                  </a:lnTo>
                  <a:lnTo>
                    <a:pt x="1011537" y="81325"/>
                  </a:lnTo>
                  <a:lnTo>
                    <a:pt x="1083790" y="86922"/>
                  </a:lnTo>
                  <a:lnTo>
                    <a:pt x="1156043" y="92483"/>
                  </a:lnTo>
                  <a:lnTo>
                    <a:pt x="1228295" y="98005"/>
                  </a:lnTo>
                  <a:lnTo>
                    <a:pt x="1300548" y="103486"/>
                  </a:lnTo>
                  <a:lnTo>
                    <a:pt x="1372801" y="108924"/>
                  </a:lnTo>
                  <a:lnTo>
                    <a:pt x="1445053" y="114317"/>
                  </a:lnTo>
                  <a:lnTo>
                    <a:pt x="1517306" y="119662"/>
                  </a:lnTo>
                  <a:lnTo>
                    <a:pt x="1589559" y="124957"/>
                  </a:lnTo>
                  <a:lnTo>
                    <a:pt x="1661811" y="130199"/>
                  </a:lnTo>
                  <a:lnTo>
                    <a:pt x="1734064" y="135385"/>
                  </a:lnTo>
                  <a:lnTo>
                    <a:pt x="1806317" y="140513"/>
                  </a:lnTo>
                  <a:lnTo>
                    <a:pt x="1878569" y="145579"/>
                  </a:lnTo>
                  <a:lnTo>
                    <a:pt x="1950822" y="150580"/>
                  </a:lnTo>
                  <a:lnTo>
                    <a:pt x="2023075" y="155513"/>
                  </a:lnTo>
                  <a:lnTo>
                    <a:pt x="2095328" y="160376"/>
                  </a:lnTo>
                  <a:lnTo>
                    <a:pt x="2167580" y="165164"/>
                  </a:lnTo>
                  <a:lnTo>
                    <a:pt x="2239833" y="169874"/>
                  </a:lnTo>
                  <a:lnTo>
                    <a:pt x="2312086" y="174503"/>
                  </a:lnTo>
                  <a:lnTo>
                    <a:pt x="2384338" y="179048"/>
                  </a:lnTo>
                  <a:lnTo>
                    <a:pt x="2456591" y="183505"/>
                  </a:lnTo>
                  <a:lnTo>
                    <a:pt x="2528844" y="187871"/>
                  </a:lnTo>
                  <a:lnTo>
                    <a:pt x="2601096" y="192143"/>
                  </a:lnTo>
                  <a:lnTo>
                    <a:pt x="2673349" y="196318"/>
                  </a:lnTo>
                  <a:lnTo>
                    <a:pt x="2745602" y="200393"/>
                  </a:lnTo>
                  <a:lnTo>
                    <a:pt x="2817854" y="204367"/>
                  </a:lnTo>
                  <a:lnTo>
                    <a:pt x="2890107" y="208235"/>
                  </a:lnTo>
                  <a:lnTo>
                    <a:pt x="2962360" y="211997"/>
                  </a:lnTo>
                  <a:lnTo>
                    <a:pt x="3034612" y="215651"/>
                  </a:lnTo>
                  <a:lnTo>
                    <a:pt x="3106865" y="219196"/>
                  </a:lnTo>
                  <a:lnTo>
                    <a:pt x="3179118" y="222631"/>
                  </a:lnTo>
                  <a:lnTo>
                    <a:pt x="3251371" y="225954"/>
                  </a:lnTo>
                  <a:lnTo>
                    <a:pt x="3323623" y="229167"/>
                  </a:lnTo>
                  <a:lnTo>
                    <a:pt x="3395876" y="232269"/>
                  </a:lnTo>
                  <a:lnTo>
                    <a:pt x="3468129" y="235262"/>
                  </a:lnTo>
                  <a:lnTo>
                    <a:pt x="3540381" y="238146"/>
                  </a:lnTo>
                  <a:lnTo>
                    <a:pt x="3612634" y="240922"/>
                  </a:lnTo>
                  <a:lnTo>
                    <a:pt x="3684887" y="243594"/>
                  </a:lnTo>
                  <a:lnTo>
                    <a:pt x="3757139" y="246162"/>
                  </a:lnTo>
                  <a:lnTo>
                    <a:pt x="3829392" y="248629"/>
                  </a:lnTo>
                  <a:lnTo>
                    <a:pt x="3901645" y="250998"/>
                  </a:lnTo>
                  <a:lnTo>
                    <a:pt x="3973897" y="253272"/>
                  </a:lnTo>
                  <a:lnTo>
                    <a:pt x="4046150" y="255454"/>
                  </a:lnTo>
                  <a:lnTo>
                    <a:pt x="4118403" y="257547"/>
                  </a:lnTo>
                  <a:lnTo>
                    <a:pt x="4190656" y="259554"/>
                  </a:lnTo>
                  <a:lnTo>
                    <a:pt x="4262908" y="261479"/>
                  </a:lnTo>
                  <a:lnTo>
                    <a:pt x="4335161" y="263325"/>
                  </a:lnTo>
                  <a:lnTo>
                    <a:pt x="4407414" y="265095"/>
                  </a:lnTo>
                  <a:lnTo>
                    <a:pt x="4479666" y="266792"/>
                  </a:lnTo>
                  <a:lnTo>
                    <a:pt x="4551919" y="268420"/>
                  </a:lnTo>
                  <a:lnTo>
                    <a:pt x="4624172" y="269983"/>
                  </a:lnTo>
                  <a:lnTo>
                    <a:pt x="4696424" y="271482"/>
                  </a:lnTo>
                  <a:lnTo>
                    <a:pt x="4768677" y="272922"/>
                  </a:lnTo>
                  <a:lnTo>
                    <a:pt x="4840930" y="274305"/>
                  </a:lnTo>
                  <a:lnTo>
                    <a:pt x="4913182" y="275634"/>
                  </a:lnTo>
                  <a:lnTo>
                    <a:pt x="4985435" y="276911"/>
                  </a:lnTo>
                  <a:lnTo>
                    <a:pt x="5057688" y="278140"/>
                  </a:lnTo>
                  <a:lnTo>
                    <a:pt x="5129941" y="279322"/>
                  </a:lnTo>
                  <a:lnTo>
                    <a:pt x="5202193" y="280461"/>
                  </a:lnTo>
                  <a:lnTo>
                    <a:pt x="5274446" y="281558"/>
                  </a:lnTo>
                  <a:lnTo>
                    <a:pt x="5346699" y="282615"/>
                  </a:lnTo>
                  <a:lnTo>
                    <a:pt x="5418951" y="283635"/>
                  </a:lnTo>
                  <a:lnTo>
                    <a:pt x="5491204" y="284619"/>
                  </a:lnTo>
                  <a:lnTo>
                    <a:pt x="5563457" y="285570"/>
                  </a:lnTo>
                  <a:lnTo>
                    <a:pt x="5635709" y="286489"/>
                  </a:lnTo>
                  <a:lnTo>
                    <a:pt x="5707962" y="287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823691"/>
              <a:ext cx="5707962" cy="234233"/>
            </a:xfrm>
            <a:custGeom>
              <a:avLst/>
              <a:pathLst>
                <a:path w="5707962" h="234233">
                  <a:moveTo>
                    <a:pt x="5707962" y="234233"/>
                  </a:moveTo>
                  <a:lnTo>
                    <a:pt x="5635709" y="228519"/>
                  </a:lnTo>
                  <a:lnTo>
                    <a:pt x="5563457" y="222835"/>
                  </a:lnTo>
                  <a:lnTo>
                    <a:pt x="5491204" y="217183"/>
                  </a:lnTo>
                  <a:lnTo>
                    <a:pt x="5418951" y="211564"/>
                  </a:lnTo>
                  <a:lnTo>
                    <a:pt x="5346699" y="205982"/>
                  </a:lnTo>
                  <a:lnTo>
                    <a:pt x="5274446" y="200436"/>
                  </a:lnTo>
                  <a:lnTo>
                    <a:pt x="5202193" y="194930"/>
                  </a:lnTo>
                  <a:lnTo>
                    <a:pt x="5129941" y="189466"/>
                  </a:lnTo>
                  <a:lnTo>
                    <a:pt x="5057688" y="184046"/>
                  </a:lnTo>
                  <a:lnTo>
                    <a:pt x="4985435" y="178672"/>
                  </a:lnTo>
                  <a:lnTo>
                    <a:pt x="4913182" y="173347"/>
                  </a:lnTo>
                  <a:lnTo>
                    <a:pt x="4840930" y="168073"/>
                  </a:lnTo>
                  <a:lnTo>
                    <a:pt x="4768677" y="162853"/>
                  </a:lnTo>
                  <a:lnTo>
                    <a:pt x="4696424" y="157690"/>
                  </a:lnTo>
                  <a:lnTo>
                    <a:pt x="4624172" y="152587"/>
                  </a:lnTo>
                  <a:lnTo>
                    <a:pt x="4551919" y="147547"/>
                  </a:lnTo>
                  <a:lnTo>
                    <a:pt x="4479666" y="142572"/>
                  </a:lnTo>
                  <a:lnTo>
                    <a:pt x="4407414" y="137667"/>
                  </a:lnTo>
                  <a:lnTo>
                    <a:pt x="4335161" y="132834"/>
                  </a:lnTo>
                  <a:lnTo>
                    <a:pt x="4262908" y="128077"/>
                  </a:lnTo>
                  <a:lnTo>
                    <a:pt x="4190656" y="123399"/>
                  </a:lnTo>
                  <a:lnTo>
                    <a:pt x="4118403" y="118804"/>
                  </a:lnTo>
                  <a:lnTo>
                    <a:pt x="4046150" y="114294"/>
                  </a:lnTo>
                  <a:lnTo>
                    <a:pt x="3973897" y="109873"/>
                  </a:lnTo>
                  <a:lnTo>
                    <a:pt x="3901645" y="105545"/>
                  </a:lnTo>
                  <a:lnTo>
                    <a:pt x="3829392" y="101311"/>
                  </a:lnTo>
                  <a:lnTo>
                    <a:pt x="3757139" y="97176"/>
                  </a:lnTo>
                  <a:lnTo>
                    <a:pt x="3684887" y="93142"/>
                  </a:lnTo>
                  <a:lnTo>
                    <a:pt x="3612634" y="89210"/>
                  </a:lnTo>
                  <a:lnTo>
                    <a:pt x="3540381" y="85384"/>
                  </a:lnTo>
                  <a:lnTo>
                    <a:pt x="3468129" y="81665"/>
                  </a:lnTo>
                  <a:lnTo>
                    <a:pt x="3395876" y="78055"/>
                  </a:lnTo>
                  <a:lnTo>
                    <a:pt x="3323623" y="74555"/>
                  </a:lnTo>
                  <a:lnTo>
                    <a:pt x="3251371" y="71165"/>
                  </a:lnTo>
                  <a:lnTo>
                    <a:pt x="3179118" y="67886"/>
                  </a:lnTo>
                  <a:lnTo>
                    <a:pt x="3106865" y="64718"/>
                  </a:lnTo>
                  <a:lnTo>
                    <a:pt x="3034612" y="61660"/>
                  </a:lnTo>
                  <a:lnTo>
                    <a:pt x="2962360" y="58711"/>
                  </a:lnTo>
                  <a:lnTo>
                    <a:pt x="2890107" y="55871"/>
                  </a:lnTo>
                  <a:lnTo>
                    <a:pt x="2817854" y="53137"/>
                  </a:lnTo>
                  <a:lnTo>
                    <a:pt x="2745602" y="50507"/>
                  </a:lnTo>
                  <a:lnTo>
                    <a:pt x="2673349" y="47980"/>
                  </a:lnTo>
                  <a:lnTo>
                    <a:pt x="2601096" y="45552"/>
                  </a:lnTo>
                  <a:lnTo>
                    <a:pt x="2528844" y="43222"/>
                  </a:lnTo>
                  <a:lnTo>
                    <a:pt x="2456591" y="40985"/>
                  </a:lnTo>
                  <a:lnTo>
                    <a:pt x="2384338" y="38839"/>
                  </a:lnTo>
                  <a:lnTo>
                    <a:pt x="2312086" y="36781"/>
                  </a:lnTo>
                  <a:lnTo>
                    <a:pt x="2239833" y="34808"/>
                  </a:lnTo>
                  <a:lnTo>
                    <a:pt x="2167580" y="32915"/>
                  </a:lnTo>
                  <a:lnTo>
                    <a:pt x="2095328" y="31101"/>
                  </a:lnTo>
                  <a:lnTo>
                    <a:pt x="2023075" y="29360"/>
                  </a:lnTo>
                  <a:lnTo>
                    <a:pt x="1950822" y="27691"/>
                  </a:lnTo>
                  <a:lnTo>
                    <a:pt x="1878569" y="26090"/>
                  </a:lnTo>
                  <a:lnTo>
                    <a:pt x="1806317" y="24553"/>
                  </a:lnTo>
                  <a:lnTo>
                    <a:pt x="1734064" y="23078"/>
                  </a:lnTo>
                  <a:lnTo>
                    <a:pt x="1661811" y="21662"/>
                  </a:lnTo>
                  <a:lnTo>
                    <a:pt x="1589559" y="20301"/>
                  </a:lnTo>
                  <a:lnTo>
                    <a:pt x="1517306" y="18993"/>
                  </a:lnTo>
                  <a:lnTo>
                    <a:pt x="1445053" y="17735"/>
                  </a:lnTo>
                  <a:lnTo>
                    <a:pt x="1372801" y="16526"/>
                  </a:lnTo>
                  <a:lnTo>
                    <a:pt x="1300548" y="15361"/>
                  </a:lnTo>
                  <a:lnTo>
                    <a:pt x="1228295" y="14240"/>
                  </a:lnTo>
                  <a:lnTo>
                    <a:pt x="1156043" y="13159"/>
                  </a:lnTo>
                  <a:lnTo>
                    <a:pt x="1083790" y="12117"/>
                  </a:lnTo>
                  <a:lnTo>
                    <a:pt x="1011537" y="11111"/>
                  </a:lnTo>
                  <a:lnTo>
                    <a:pt x="939284" y="10141"/>
                  </a:lnTo>
                  <a:lnTo>
                    <a:pt x="867032" y="9203"/>
                  </a:lnTo>
                  <a:lnTo>
                    <a:pt x="794779" y="8297"/>
                  </a:lnTo>
                  <a:lnTo>
                    <a:pt x="722526" y="7421"/>
                  </a:lnTo>
                  <a:lnTo>
                    <a:pt x="650274" y="6572"/>
                  </a:lnTo>
                  <a:lnTo>
                    <a:pt x="578021" y="5751"/>
                  </a:lnTo>
                  <a:lnTo>
                    <a:pt x="505768" y="4955"/>
                  </a:lnTo>
                  <a:lnTo>
                    <a:pt x="433516" y="4183"/>
                  </a:lnTo>
                  <a:lnTo>
                    <a:pt x="361263" y="3435"/>
                  </a:lnTo>
                  <a:lnTo>
                    <a:pt x="289010" y="2708"/>
                  </a:lnTo>
                  <a:lnTo>
                    <a:pt x="216758" y="2002"/>
                  </a:lnTo>
                  <a:lnTo>
                    <a:pt x="144505" y="1316"/>
                  </a:lnTo>
                  <a:lnTo>
                    <a:pt x="72252" y="6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56614"/>
              <a:ext cx="5707962" cy="260805"/>
            </a:xfrm>
            <a:custGeom>
              <a:avLst/>
              <a:pathLst>
                <a:path w="5707962" h="260805">
                  <a:moveTo>
                    <a:pt x="0" y="0"/>
                  </a:moveTo>
                  <a:lnTo>
                    <a:pt x="72252" y="3301"/>
                  </a:lnTo>
                  <a:lnTo>
                    <a:pt x="144505" y="6602"/>
                  </a:lnTo>
                  <a:lnTo>
                    <a:pt x="216758" y="9904"/>
                  </a:lnTo>
                  <a:lnTo>
                    <a:pt x="289010" y="13205"/>
                  </a:lnTo>
                  <a:lnTo>
                    <a:pt x="361263" y="16506"/>
                  </a:lnTo>
                  <a:lnTo>
                    <a:pt x="433516" y="19808"/>
                  </a:lnTo>
                  <a:lnTo>
                    <a:pt x="505768" y="23109"/>
                  </a:lnTo>
                  <a:lnTo>
                    <a:pt x="578021" y="26410"/>
                  </a:lnTo>
                  <a:lnTo>
                    <a:pt x="650274" y="29712"/>
                  </a:lnTo>
                  <a:lnTo>
                    <a:pt x="722526" y="33013"/>
                  </a:lnTo>
                  <a:lnTo>
                    <a:pt x="794779" y="36314"/>
                  </a:lnTo>
                  <a:lnTo>
                    <a:pt x="867032" y="39616"/>
                  </a:lnTo>
                  <a:lnTo>
                    <a:pt x="939284" y="42917"/>
                  </a:lnTo>
                  <a:lnTo>
                    <a:pt x="1011537" y="46218"/>
                  </a:lnTo>
                  <a:lnTo>
                    <a:pt x="1083790" y="49520"/>
                  </a:lnTo>
                  <a:lnTo>
                    <a:pt x="1156043" y="52821"/>
                  </a:lnTo>
                  <a:lnTo>
                    <a:pt x="1228295" y="56122"/>
                  </a:lnTo>
                  <a:lnTo>
                    <a:pt x="1300548" y="59424"/>
                  </a:lnTo>
                  <a:lnTo>
                    <a:pt x="1372801" y="62725"/>
                  </a:lnTo>
                  <a:lnTo>
                    <a:pt x="1445053" y="66026"/>
                  </a:lnTo>
                  <a:lnTo>
                    <a:pt x="1517306" y="69328"/>
                  </a:lnTo>
                  <a:lnTo>
                    <a:pt x="1589559" y="72629"/>
                  </a:lnTo>
                  <a:lnTo>
                    <a:pt x="1661811" y="75930"/>
                  </a:lnTo>
                  <a:lnTo>
                    <a:pt x="1734064" y="79232"/>
                  </a:lnTo>
                  <a:lnTo>
                    <a:pt x="1806317" y="82533"/>
                  </a:lnTo>
                  <a:lnTo>
                    <a:pt x="1878569" y="85834"/>
                  </a:lnTo>
                  <a:lnTo>
                    <a:pt x="1950822" y="89136"/>
                  </a:lnTo>
                  <a:lnTo>
                    <a:pt x="2023075" y="92437"/>
                  </a:lnTo>
                  <a:lnTo>
                    <a:pt x="2095328" y="95738"/>
                  </a:lnTo>
                  <a:lnTo>
                    <a:pt x="2167580" y="99040"/>
                  </a:lnTo>
                  <a:lnTo>
                    <a:pt x="2239833" y="102341"/>
                  </a:lnTo>
                  <a:lnTo>
                    <a:pt x="2312086" y="105642"/>
                  </a:lnTo>
                  <a:lnTo>
                    <a:pt x="2384338" y="108944"/>
                  </a:lnTo>
                  <a:lnTo>
                    <a:pt x="2456591" y="112245"/>
                  </a:lnTo>
                  <a:lnTo>
                    <a:pt x="2528844" y="115546"/>
                  </a:lnTo>
                  <a:lnTo>
                    <a:pt x="2601096" y="118848"/>
                  </a:lnTo>
                  <a:lnTo>
                    <a:pt x="2673349" y="122149"/>
                  </a:lnTo>
                  <a:lnTo>
                    <a:pt x="2745602" y="125450"/>
                  </a:lnTo>
                  <a:lnTo>
                    <a:pt x="2817854" y="128752"/>
                  </a:lnTo>
                  <a:lnTo>
                    <a:pt x="2890107" y="132053"/>
                  </a:lnTo>
                  <a:lnTo>
                    <a:pt x="2962360" y="135354"/>
                  </a:lnTo>
                  <a:lnTo>
                    <a:pt x="3034612" y="138656"/>
                  </a:lnTo>
                  <a:lnTo>
                    <a:pt x="3106865" y="141957"/>
                  </a:lnTo>
                  <a:lnTo>
                    <a:pt x="3179118" y="145258"/>
                  </a:lnTo>
                  <a:lnTo>
                    <a:pt x="3251371" y="148560"/>
                  </a:lnTo>
                  <a:lnTo>
                    <a:pt x="3323623" y="151861"/>
                  </a:lnTo>
                  <a:lnTo>
                    <a:pt x="3395876" y="155162"/>
                  </a:lnTo>
                  <a:lnTo>
                    <a:pt x="3468129" y="158464"/>
                  </a:lnTo>
                  <a:lnTo>
                    <a:pt x="3540381" y="161765"/>
                  </a:lnTo>
                  <a:lnTo>
                    <a:pt x="3612634" y="165066"/>
                  </a:lnTo>
                  <a:lnTo>
                    <a:pt x="3684887" y="168368"/>
                  </a:lnTo>
                  <a:lnTo>
                    <a:pt x="3757139" y="171669"/>
                  </a:lnTo>
                  <a:lnTo>
                    <a:pt x="3829392" y="174970"/>
                  </a:lnTo>
                  <a:lnTo>
                    <a:pt x="3901645" y="178272"/>
                  </a:lnTo>
                  <a:lnTo>
                    <a:pt x="3973897" y="181573"/>
                  </a:lnTo>
                  <a:lnTo>
                    <a:pt x="4046150" y="184874"/>
                  </a:lnTo>
                  <a:lnTo>
                    <a:pt x="4118403" y="188176"/>
                  </a:lnTo>
                  <a:lnTo>
                    <a:pt x="4190656" y="191477"/>
                  </a:lnTo>
                  <a:lnTo>
                    <a:pt x="4262908" y="194778"/>
                  </a:lnTo>
                  <a:lnTo>
                    <a:pt x="4335161" y="198080"/>
                  </a:lnTo>
                  <a:lnTo>
                    <a:pt x="4407414" y="201381"/>
                  </a:lnTo>
                  <a:lnTo>
                    <a:pt x="4479666" y="204682"/>
                  </a:lnTo>
                  <a:lnTo>
                    <a:pt x="4551919" y="207984"/>
                  </a:lnTo>
                  <a:lnTo>
                    <a:pt x="4624172" y="211285"/>
                  </a:lnTo>
                  <a:lnTo>
                    <a:pt x="4696424" y="214586"/>
                  </a:lnTo>
                  <a:lnTo>
                    <a:pt x="4768677" y="217888"/>
                  </a:lnTo>
                  <a:lnTo>
                    <a:pt x="4840930" y="221189"/>
                  </a:lnTo>
                  <a:lnTo>
                    <a:pt x="4913182" y="224490"/>
                  </a:lnTo>
                  <a:lnTo>
                    <a:pt x="4985435" y="227792"/>
                  </a:lnTo>
                  <a:lnTo>
                    <a:pt x="5057688" y="231093"/>
                  </a:lnTo>
                  <a:lnTo>
                    <a:pt x="5129941" y="234394"/>
                  </a:lnTo>
                  <a:lnTo>
                    <a:pt x="5202193" y="237696"/>
                  </a:lnTo>
                  <a:lnTo>
                    <a:pt x="5274446" y="240997"/>
                  </a:lnTo>
                  <a:lnTo>
                    <a:pt x="5346699" y="244298"/>
                  </a:lnTo>
                  <a:lnTo>
                    <a:pt x="5418951" y="247600"/>
                  </a:lnTo>
                  <a:lnTo>
                    <a:pt x="5491204" y="250901"/>
                  </a:lnTo>
                  <a:lnTo>
                    <a:pt x="5563457" y="254202"/>
                  </a:lnTo>
                  <a:lnTo>
                    <a:pt x="5635709" y="257504"/>
                  </a:lnTo>
                  <a:lnTo>
                    <a:pt x="5707962" y="260805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29950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387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450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32819" y="35943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32819" y="30929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32819" y="35878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765882" y="368853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65882" y="35336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65882" y="34203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86568" y="25394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886568" y="34078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886568" y="32277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876534" y="36541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876534" y="43635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76534" y="37498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07268" y="35844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807268" y="3807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07268" y="39742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22291" y="49380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822291" y="44976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22291" y="523312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626945" y="43583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626945" y="42400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626945" y="48358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786813"/>
              <a:ext cx="5707962" cy="1876193"/>
            </a:xfrm>
            <a:custGeom>
              <a:avLst/>
              <a:pathLst>
                <a:path w="5707962" h="1876193">
                  <a:moveTo>
                    <a:pt x="0" y="0"/>
                  </a:moveTo>
                  <a:lnTo>
                    <a:pt x="72252" y="20446"/>
                  </a:lnTo>
                  <a:lnTo>
                    <a:pt x="144505" y="40844"/>
                  </a:lnTo>
                  <a:lnTo>
                    <a:pt x="216758" y="61191"/>
                  </a:lnTo>
                  <a:lnTo>
                    <a:pt x="289010" y="81487"/>
                  </a:lnTo>
                  <a:lnTo>
                    <a:pt x="361263" y="101726"/>
                  </a:lnTo>
                  <a:lnTo>
                    <a:pt x="433516" y="121908"/>
                  </a:lnTo>
                  <a:lnTo>
                    <a:pt x="505768" y="142028"/>
                  </a:lnTo>
                  <a:lnTo>
                    <a:pt x="578021" y="162083"/>
                  </a:lnTo>
                  <a:lnTo>
                    <a:pt x="650274" y="182071"/>
                  </a:lnTo>
                  <a:lnTo>
                    <a:pt x="722526" y="201987"/>
                  </a:lnTo>
                  <a:lnTo>
                    <a:pt x="794779" y="221829"/>
                  </a:lnTo>
                  <a:lnTo>
                    <a:pt x="867032" y="241591"/>
                  </a:lnTo>
                  <a:lnTo>
                    <a:pt x="939284" y="261269"/>
                  </a:lnTo>
                  <a:lnTo>
                    <a:pt x="1011537" y="280860"/>
                  </a:lnTo>
                  <a:lnTo>
                    <a:pt x="1083790" y="300358"/>
                  </a:lnTo>
                  <a:lnTo>
                    <a:pt x="1156043" y="319759"/>
                  </a:lnTo>
                  <a:lnTo>
                    <a:pt x="1228295" y="339056"/>
                  </a:lnTo>
                  <a:lnTo>
                    <a:pt x="1300548" y="358245"/>
                  </a:lnTo>
                  <a:lnTo>
                    <a:pt x="1372801" y="377320"/>
                  </a:lnTo>
                  <a:lnTo>
                    <a:pt x="1445053" y="396274"/>
                  </a:lnTo>
                  <a:lnTo>
                    <a:pt x="1517306" y="415101"/>
                  </a:lnTo>
                  <a:lnTo>
                    <a:pt x="1589559" y="433795"/>
                  </a:lnTo>
                  <a:lnTo>
                    <a:pt x="1661811" y="452347"/>
                  </a:lnTo>
                  <a:lnTo>
                    <a:pt x="1734064" y="470752"/>
                  </a:lnTo>
                  <a:lnTo>
                    <a:pt x="1806317" y="489000"/>
                  </a:lnTo>
                  <a:lnTo>
                    <a:pt x="1878569" y="507084"/>
                  </a:lnTo>
                  <a:lnTo>
                    <a:pt x="1950822" y="524996"/>
                  </a:lnTo>
                  <a:lnTo>
                    <a:pt x="2023075" y="542728"/>
                  </a:lnTo>
                  <a:lnTo>
                    <a:pt x="2095328" y="560270"/>
                  </a:lnTo>
                  <a:lnTo>
                    <a:pt x="2167580" y="577615"/>
                  </a:lnTo>
                  <a:lnTo>
                    <a:pt x="2239833" y="594752"/>
                  </a:lnTo>
                  <a:lnTo>
                    <a:pt x="2312086" y="611674"/>
                  </a:lnTo>
                  <a:lnTo>
                    <a:pt x="2384338" y="628371"/>
                  </a:lnTo>
                  <a:lnTo>
                    <a:pt x="2456591" y="644835"/>
                  </a:lnTo>
                  <a:lnTo>
                    <a:pt x="2528844" y="661057"/>
                  </a:lnTo>
                  <a:lnTo>
                    <a:pt x="2601096" y="677028"/>
                  </a:lnTo>
                  <a:lnTo>
                    <a:pt x="2673349" y="692742"/>
                  </a:lnTo>
                  <a:lnTo>
                    <a:pt x="2745602" y="708190"/>
                  </a:lnTo>
                  <a:lnTo>
                    <a:pt x="2817854" y="723366"/>
                  </a:lnTo>
                  <a:lnTo>
                    <a:pt x="2890107" y="738265"/>
                  </a:lnTo>
                  <a:lnTo>
                    <a:pt x="2962360" y="752879"/>
                  </a:lnTo>
                  <a:lnTo>
                    <a:pt x="3034612" y="767206"/>
                  </a:lnTo>
                  <a:lnTo>
                    <a:pt x="3106865" y="781242"/>
                  </a:lnTo>
                  <a:lnTo>
                    <a:pt x="3179118" y="794985"/>
                  </a:lnTo>
                  <a:lnTo>
                    <a:pt x="3251371" y="808433"/>
                  </a:lnTo>
                  <a:lnTo>
                    <a:pt x="3323623" y="821586"/>
                  </a:lnTo>
                  <a:lnTo>
                    <a:pt x="3395876" y="834444"/>
                  </a:lnTo>
                  <a:lnTo>
                    <a:pt x="3468129" y="847011"/>
                  </a:lnTo>
                  <a:lnTo>
                    <a:pt x="3540381" y="859288"/>
                  </a:lnTo>
                  <a:lnTo>
                    <a:pt x="3612634" y="871280"/>
                  </a:lnTo>
                  <a:lnTo>
                    <a:pt x="3684887" y="882992"/>
                  </a:lnTo>
                  <a:lnTo>
                    <a:pt x="3757139" y="894429"/>
                  </a:lnTo>
                  <a:lnTo>
                    <a:pt x="3829392" y="905598"/>
                  </a:lnTo>
                  <a:lnTo>
                    <a:pt x="3901645" y="916506"/>
                  </a:lnTo>
                  <a:lnTo>
                    <a:pt x="3973897" y="927161"/>
                  </a:lnTo>
                  <a:lnTo>
                    <a:pt x="4046150" y="937571"/>
                  </a:lnTo>
                  <a:lnTo>
                    <a:pt x="4118403" y="947743"/>
                  </a:lnTo>
                  <a:lnTo>
                    <a:pt x="4190656" y="957688"/>
                  </a:lnTo>
                  <a:lnTo>
                    <a:pt x="4262908" y="967413"/>
                  </a:lnTo>
                  <a:lnTo>
                    <a:pt x="4335161" y="976927"/>
                  </a:lnTo>
                  <a:lnTo>
                    <a:pt x="4407414" y="986240"/>
                  </a:lnTo>
                  <a:lnTo>
                    <a:pt x="4479666" y="995361"/>
                  </a:lnTo>
                  <a:lnTo>
                    <a:pt x="4551919" y="1004297"/>
                  </a:lnTo>
                  <a:lnTo>
                    <a:pt x="4624172" y="1013058"/>
                  </a:lnTo>
                  <a:lnTo>
                    <a:pt x="4696424" y="1021651"/>
                  </a:lnTo>
                  <a:lnTo>
                    <a:pt x="4768677" y="1030086"/>
                  </a:lnTo>
                  <a:lnTo>
                    <a:pt x="4840930" y="1038369"/>
                  </a:lnTo>
                  <a:lnTo>
                    <a:pt x="4913182" y="1046508"/>
                  </a:lnTo>
                  <a:lnTo>
                    <a:pt x="4985435" y="1054510"/>
                  </a:lnTo>
                  <a:lnTo>
                    <a:pt x="5057688" y="1062383"/>
                  </a:lnTo>
                  <a:lnTo>
                    <a:pt x="5129941" y="1070133"/>
                  </a:lnTo>
                  <a:lnTo>
                    <a:pt x="5202193" y="1077766"/>
                  </a:lnTo>
                  <a:lnTo>
                    <a:pt x="5274446" y="1085288"/>
                  </a:lnTo>
                  <a:lnTo>
                    <a:pt x="5346699" y="1092705"/>
                  </a:lnTo>
                  <a:lnTo>
                    <a:pt x="5418951" y="1100023"/>
                  </a:lnTo>
                  <a:lnTo>
                    <a:pt x="5491204" y="1107245"/>
                  </a:lnTo>
                  <a:lnTo>
                    <a:pt x="5563457" y="1114378"/>
                  </a:lnTo>
                  <a:lnTo>
                    <a:pt x="5635709" y="1121426"/>
                  </a:lnTo>
                  <a:lnTo>
                    <a:pt x="5707962" y="1128393"/>
                  </a:lnTo>
                  <a:lnTo>
                    <a:pt x="5707962" y="1876193"/>
                  </a:lnTo>
                  <a:lnTo>
                    <a:pt x="5635709" y="1856383"/>
                  </a:lnTo>
                  <a:lnTo>
                    <a:pt x="5563457" y="1836654"/>
                  </a:lnTo>
                  <a:lnTo>
                    <a:pt x="5491204" y="1817010"/>
                  </a:lnTo>
                  <a:lnTo>
                    <a:pt x="5418951" y="1797456"/>
                  </a:lnTo>
                  <a:lnTo>
                    <a:pt x="5346699" y="1777997"/>
                  </a:lnTo>
                  <a:lnTo>
                    <a:pt x="5274446" y="1758637"/>
                  </a:lnTo>
                  <a:lnTo>
                    <a:pt x="5202193" y="1739382"/>
                  </a:lnTo>
                  <a:lnTo>
                    <a:pt x="5129941" y="1720239"/>
                  </a:lnTo>
                  <a:lnTo>
                    <a:pt x="5057688" y="1701212"/>
                  </a:lnTo>
                  <a:lnTo>
                    <a:pt x="4985435" y="1682308"/>
                  </a:lnTo>
                  <a:lnTo>
                    <a:pt x="4913182" y="1663534"/>
                  </a:lnTo>
                  <a:lnTo>
                    <a:pt x="4840930" y="1644896"/>
                  </a:lnTo>
                  <a:lnTo>
                    <a:pt x="4768677" y="1626402"/>
                  </a:lnTo>
                  <a:lnTo>
                    <a:pt x="4696424" y="1608060"/>
                  </a:lnTo>
                  <a:lnTo>
                    <a:pt x="4624172" y="1589877"/>
                  </a:lnTo>
                  <a:lnTo>
                    <a:pt x="4551919" y="1571861"/>
                  </a:lnTo>
                  <a:lnTo>
                    <a:pt x="4479666" y="1554020"/>
                  </a:lnTo>
                  <a:lnTo>
                    <a:pt x="4407414" y="1536364"/>
                  </a:lnTo>
                  <a:lnTo>
                    <a:pt x="4335161" y="1518900"/>
                  </a:lnTo>
                  <a:lnTo>
                    <a:pt x="4262908" y="1501638"/>
                  </a:lnTo>
                  <a:lnTo>
                    <a:pt x="4190656" y="1484586"/>
                  </a:lnTo>
                  <a:lnTo>
                    <a:pt x="4118403" y="1467754"/>
                  </a:lnTo>
                  <a:lnTo>
                    <a:pt x="4046150" y="1451150"/>
                  </a:lnTo>
                  <a:lnTo>
                    <a:pt x="3973897" y="1434782"/>
                  </a:lnTo>
                  <a:lnTo>
                    <a:pt x="3901645" y="1418660"/>
                  </a:lnTo>
                  <a:lnTo>
                    <a:pt x="3829392" y="1402791"/>
                  </a:lnTo>
                  <a:lnTo>
                    <a:pt x="3757139" y="1387184"/>
                  </a:lnTo>
                  <a:lnTo>
                    <a:pt x="3684887" y="1371844"/>
                  </a:lnTo>
                  <a:lnTo>
                    <a:pt x="3612634" y="1356779"/>
                  </a:lnTo>
                  <a:lnTo>
                    <a:pt x="3540381" y="1341995"/>
                  </a:lnTo>
                  <a:lnTo>
                    <a:pt x="3468129" y="1327495"/>
                  </a:lnTo>
                  <a:lnTo>
                    <a:pt x="3395876" y="1313285"/>
                  </a:lnTo>
                  <a:lnTo>
                    <a:pt x="3323623" y="1299367"/>
                  </a:lnTo>
                  <a:lnTo>
                    <a:pt x="3251371" y="1285743"/>
                  </a:lnTo>
                  <a:lnTo>
                    <a:pt x="3179118" y="1272414"/>
                  </a:lnTo>
                  <a:lnTo>
                    <a:pt x="3106865" y="1259380"/>
                  </a:lnTo>
                  <a:lnTo>
                    <a:pt x="3034612" y="1246639"/>
                  </a:lnTo>
                  <a:lnTo>
                    <a:pt x="2962360" y="1234189"/>
                  </a:lnTo>
                  <a:lnTo>
                    <a:pt x="2890107" y="1222027"/>
                  </a:lnTo>
                  <a:lnTo>
                    <a:pt x="2817854" y="1210149"/>
                  </a:lnTo>
                  <a:lnTo>
                    <a:pt x="2745602" y="1198548"/>
                  </a:lnTo>
                  <a:lnTo>
                    <a:pt x="2673349" y="1187220"/>
                  </a:lnTo>
                  <a:lnTo>
                    <a:pt x="2601096" y="1176156"/>
                  </a:lnTo>
                  <a:lnTo>
                    <a:pt x="2528844" y="1165351"/>
                  </a:lnTo>
                  <a:lnTo>
                    <a:pt x="2456591" y="1154796"/>
                  </a:lnTo>
                  <a:lnTo>
                    <a:pt x="2384338" y="1144483"/>
                  </a:lnTo>
                  <a:lnTo>
                    <a:pt x="2312086" y="1134404"/>
                  </a:lnTo>
                  <a:lnTo>
                    <a:pt x="2239833" y="1124549"/>
                  </a:lnTo>
                  <a:lnTo>
                    <a:pt x="2167580" y="1114909"/>
                  </a:lnTo>
                  <a:lnTo>
                    <a:pt x="2095328" y="1105477"/>
                  </a:lnTo>
                  <a:lnTo>
                    <a:pt x="2023075" y="1096243"/>
                  </a:lnTo>
                  <a:lnTo>
                    <a:pt x="1950822" y="1087197"/>
                  </a:lnTo>
                  <a:lnTo>
                    <a:pt x="1878569" y="1078333"/>
                  </a:lnTo>
                  <a:lnTo>
                    <a:pt x="1806317" y="1069640"/>
                  </a:lnTo>
                  <a:lnTo>
                    <a:pt x="1734064" y="1061112"/>
                  </a:lnTo>
                  <a:lnTo>
                    <a:pt x="1661811" y="1052739"/>
                  </a:lnTo>
                  <a:lnTo>
                    <a:pt x="1589559" y="1044515"/>
                  </a:lnTo>
                  <a:lnTo>
                    <a:pt x="1517306" y="1036432"/>
                  </a:lnTo>
                  <a:lnTo>
                    <a:pt x="1445053" y="1028482"/>
                  </a:lnTo>
                  <a:lnTo>
                    <a:pt x="1372801" y="1020660"/>
                  </a:lnTo>
                  <a:lnTo>
                    <a:pt x="1300548" y="1012958"/>
                  </a:lnTo>
                  <a:lnTo>
                    <a:pt x="1228295" y="1005370"/>
                  </a:lnTo>
                  <a:lnTo>
                    <a:pt x="1156043" y="997891"/>
                  </a:lnTo>
                  <a:lnTo>
                    <a:pt x="1083790" y="990514"/>
                  </a:lnTo>
                  <a:lnTo>
                    <a:pt x="1011537" y="983236"/>
                  </a:lnTo>
                  <a:lnTo>
                    <a:pt x="939284" y="976050"/>
                  </a:lnTo>
                  <a:lnTo>
                    <a:pt x="867032" y="968952"/>
                  </a:lnTo>
                  <a:lnTo>
                    <a:pt x="794779" y="961937"/>
                  </a:lnTo>
                  <a:lnTo>
                    <a:pt x="722526" y="955001"/>
                  </a:lnTo>
                  <a:lnTo>
                    <a:pt x="650274" y="948141"/>
                  </a:lnTo>
                  <a:lnTo>
                    <a:pt x="578021" y="941352"/>
                  </a:lnTo>
                  <a:lnTo>
                    <a:pt x="505768" y="934631"/>
                  </a:lnTo>
                  <a:lnTo>
                    <a:pt x="433516" y="927974"/>
                  </a:lnTo>
                  <a:lnTo>
                    <a:pt x="361263" y="921379"/>
                  </a:lnTo>
                  <a:lnTo>
                    <a:pt x="289010" y="914842"/>
                  </a:lnTo>
                  <a:lnTo>
                    <a:pt x="216758" y="908360"/>
                  </a:lnTo>
                  <a:lnTo>
                    <a:pt x="144505" y="901931"/>
                  </a:lnTo>
                  <a:lnTo>
                    <a:pt x="72252" y="895552"/>
                  </a:lnTo>
                  <a:lnTo>
                    <a:pt x="0" y="88922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786813"/>
              <a:ext cx="5707962" cy="1128393"/>
            </a:xfrm>
            <a:custGeom>
              <a:avLst/>
              <a:pathLst>
                <a:path w="5707962" h="1128393">
                  <a:moveTo>
                    <a:pt x="0" y="0"/>
                  </a:moveTo>
                  <a:lnTo>
                    <a:pt x="72252" y="20446"/>
                  </a:lnTo>
                  <a:lnTo>
                    <a:pt x="144505" y="40844"/>
                  </a:lnTo>
                  <a:lnTo>
                    <a:pt x="216758" y="61191"/>
                  </a:lnTo>
                  <a:lnTo>
                    <a:pt x="289010" y="81487"/>
                  </a:lnTo>
                  <a:lnTo>
                    <a:pt x="361263" y="101726"/>
                  </a:lnTo>
                  <a:lnTo>
                    <a:pt x="433516" y="121908"/>
                  </a:lnTo>
                  <a:lnTo>
                    <a:pt x="505768" y="142028"/>
                  </a:lnTo>
                  <a:lnTo>
                    <a:pt x="578021" y="162083"/>
                  </a:lnTo>
                  <a:lnTo>
                    <a:pt x="650274" y="182071"/>
                  </a:lnTo>
                  <a:lnTo>
                    <a:pt x="722526" y="201987"/>
                  </a:lnTo>
                  <a:lnTo>
                    <a:pt x="794779" y="221829"/>
                  </a:lnTo>
                  <a:lnTo>
                    <a:pt x="867032" y="241591"/>
                  </a:lnTo>
                  <a:lnTo>
                    <a:pt x="939284" y="261269"/>
                  </a:lnTo>
                  <a:lnTo>
                    <a:pt x="1011537" y="280860"/>
                  </a:lnTo>
                  <a:lnTo>
                    <a:pt x="1083790" y="300358"/>
                  </a:lnTo>
                  <a:lnTo>
                    <a:pt x="1156043" y="319759"/>
                  </a:lnTo>
                  <a:lnTo>
                    <a:pt x="1228295" y="339056"/>
                  </a:lnTo>
                  <a:lnTo>
                    <a:pt x="1300548" y="358245"/>
                  </a:lnTo>
                  <a:lnTo>
                    <a:pt x="1372801" y="377320"/>
                  </a:lnTo>
                  <a:lnTo>
                    <a:pt x="1445053" y="396274"/>
                  </a:lnTo>
                  <a:lnTo>
                    <a:pt x="1517306" y="415101"/>
                  </a:lnTo>
                  <a:lnTo>
                    <a:pt x="1589559" y="433795"/>
                  </a:lnTo>
                  <a:lnTo>
                    <a:pt x="1661811" y="452347"/>
                  </a:lnTo>
                  <a:lnTo>
                    <a:pt x="1734064" y="470752"/>
                  </a:lnTo>
                  <a:lnTo>
                    <a:pt x="1806317" y="489000"/>
                  </a:lnTo>
                  <a:lnTo>
                    <a:pt x="1878569" y="507084"/>
                  </a:lnTo>
                  <a:lnTo>
                    <a:pt x="1950822" y="524996"/>
                  </a:lnTo>
                  <a:lnTo>
                    <a:pt x="2023075" y="542728"/>
                  </a:lnTo>
                  <a:lnTo>
                    <a:pt x="2095328" y="560270"/>
                  </a:lnTo>
                  <a:lnTo>
                    <a:pt x="2167580" y="577615"/>
                  </a:lnTo>
                  <a:lnTo>
                    <a:pt x="2239833" y="594752"/>
                  </a:lnTo>
                  <a:lnTo>
                    <a:pt x="2312086" y="611674"/>
                  </a:lnTo>
                  <a:lnTo>
                    <a:pt x="2384338" y="628371"/>
                  </a:lnTo>
                  <a:lnTo>
                    <a:pt x="2456591" y="644835"/>
                  </a:lnTo>
                  <a:lnTo>
                    <a:pt x="2528844" y="661057"/>
                  </a:lnTo>
                  <a:lnTo>
                    <a:pt x="2601096" y="677028"/>
                  </a:lnTo>
                  <a:lnTo>
                    <a:pt x="2673349" y="692742"/>
                  </a:lnTo>
                  <a:lnTo>
                    <a:pt x="2745602" y="708190"/>
                  </a:lnTo>
                  <a:lnTo>
                    <a:pt x="2817854" y="723366"/>
                  </a:lnTo>
                  <a:lnTo>
                    <a:pt x="2890107" y="738265"/>
                  </a:lnTo>
                  <a:lnTo>
                    <a:pt x="2962360" y="752879"/>
                  </a:lnTo>
                  <a:lnTo>
                    <a:pt x="3034612" y="767206"/>
                  </a:lnTo>
                  <a:lnTo>
                    <a:pt x="3106865" y="781242"/>
                  </a:lnTo>
                  <a:lnTo>
                    <a:pt x="3179118" y="794985"/>
                  </a:lnTo>
                  <a:lnTo>
                    <a:pt x="3251371" y="808433"/>
                  </a:lnTo>
                  <a:lnTo>
                    <a:pt x="3323623" y="821586"/>
                  </a:lnTo>
                  <a:lnTo>
                    <a:pt x="3395876" y="834444"/>
                  </a:lnTo>
                  <a:lnTo>
                    <a:pt x="3468129" y="847011"/>
                  </a:lnTo>
                  <a:lnTo>
                    <a:pt x="3540381" y="859288"/>
                  </a:lnTo>
                  <a:lnTo>
                    <a:pt x="3612634" y="871280"/>
                  </a:lnTo>
                  <a:lnTo>
                    <a:pt x="3684887" y="882992"/>
                  </a:lnTo>
                  <a:lnTo>
                    <a:pt x="3757139" y="894429"/>
                  </a:lnTo>
                  <a:lnTo>
                    <a:pt x="3829392" y="905598"/>
                  </a:lnTo>
                  <a:lnTo>
                    <a:pt x="3901645" y="916506"/>
                  </a:lnTo>
                  <a:lnTo>
                    <a:pt x="3973897" y="927161"/>
                  </a:lnTo>
                  <a:lnTo>
                    <a:pt x="4046150" y="937571"/>
                  </a:lnTo>
                  <a:lnTo>
                    <a:pt x="4118403" y="947743"/>
                  </a:lnTo>
                  <a:lnTo>
                    <a:pt x="4190656" y="957688"/>
                  </a:lnTo>
                  <a:lnTo>
                    <a:pt x="4262908" y="967413"/>
                  </a:lnTo>
                  <a:lnTo>
                    <a:pt x="4335161" y="976927"/>
                  </a:lnTo>
                  <a:lnTo>
                    <a:pt x="4407414" y="986240"/>
                  </a:lnTo>
                  <a:lnTo>
                    <a:pt x="4479666" y="995361"/>
                  </a:lnTo>
                  <a:lnTo>
                    <a:pt x="4551919" y="1004297"/>
                  </a:lnTo>
                  <a:lnTo>
                    <a:pt x="4624172" y="1013058"/>
                  </a:lnTo>
                  <a:lnTo>
                    <a:pt x="4696424" y="1021651"/>
                  </a:lnTo>
                  <a:lnTo>
                    <a:pt x="4768677" y="1030086"/>
                  </a:lnTo>
                  <a:lnTo>
                    <a:pt x="4840930" y="1038369"/>
                  </a:lnTo>
                  <a:lnTo>
                    <a:pt x="4913182" y="1046508"/>
                  </a:lnTo>
                  <a:lnTo>
                    <a:pt x="4985435" y="1054510"/>
                  </a:lnTo>
                  <a:lnTo>
                    <a:pt x="5057688" y="1062383"/>
                  </a:lnTo>
                  <a:lnTo>
                    <a:pt x="5129941" y="1070133"/>
                  </a:lnTo>
                  <a:lnTo>
                    <a:pt x="5202193" y="1077766"/>
                  </a:lnTo>
                  <a:lnTo>
                    <a:pt x="5274446" y="1085288"/>
                  </a:lnTo>
                  <a:lnTo>
                    <a:pt x="5346699" y="1092705"/>
                  </a:lnTo>
                  <a:lnTo>
                    <a:pt x="5418951" y="1100023"/>
                  </a:lnTo>
                  <a:lnTo>
                    <a:pt x="5491204" y="1107245"/>
                  </a:lnTo>
                  <a:lnTo>
                    <a:pt x="5563457" y="1114378"/>
                  </a:lnTo>
                  <a:lnTo>
                    <a:pt x="5635709" y="1121426"/>
                  </a:lnTo>
                  <a:lnTo>
                    <a:pt x="5707962" y="1128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676035"/>
              <a:ext cx="5707962" cy="986971"/>
            </a:xfrm>
            <a:custGeom>
              <a:avLst/>
              <a:pathLst>
                <a:path w="5707962" h="986971">
                  <a:moveTo>
                    <a:pt x="5707962" y="986971"/>
                  </a:moveTo>
                  <a:lnTo>
                    <a:pt x="5635709" y="967161"/>
                  </a:lnTo>
                  <a:lnTo>
                    <a:pt x="5563457" y="947432"/>
                  </a:lnTo>
                  <a:lnTo>
                    <a:pt x="5491204" y="927788"/>
                  </a:lnTo>
                  <a:lnTo>
                    <a:pt x="5418951" y="908234"/>
                  </a:lnTo>
                  <a:lnTo>
                    <a:pt x="5346699" y="888775"/>
                  </a:lnTo>
                  <a:lnTo>
                    <a:pt x="5274446" y="869415"/>
                  </a:lnTo>
                  <a:lnTo>
                    <a:pt x="5202193" y="850160"/>
                  </a:lnTo>
                  <a:lnTo>
                    <a:pt x="5129941" y="831017"/>
                  </a:lnTo>
                  <a:lnTo>
                    <a:pt x="5057688" y="811990"/>
                  </a:lnTo>
                  <a:lnTo>
                    <a:pt x="4985435" y="793086"/>
                  </a:lnTo>
                  <a:lnTo>
                    <a:pt x="4913182" y="774312"/>
                  </a:lnTo>
                  <a:lnTo>
                    <a:pt x="4840930" y="755674"/>
                  </a:lnTo>
                  <a:lnTo>
                    <a:pt x="4768677" y="737180"/>
                  </a:lnTo>
                  <a:lnTo>
                    <a:pt x="4696424" y="718838"/>
                  </a:lnTo>
                  <a:lnTo>
                    <a:pt x="4624172" y="700655"/>
                  </a:lnTo>
                  <a:lnTo>
                    <a:pt x="4551919" y="682639"/>
                  </a:lnTo>
                  <a:lnTo>
                    <a:pt x="4479666" y="664798"/>
                  </a:lnTo>
                  <a:lnTo>
                    <a:pt x="4407414" y="647142"/>
                  </a:lnTo>
                  <a:lnTo>
                    <a:pt x="4335161" y="629678"/>
                  </a:lnTo>
                  <a:lnTo>
                    <a:pt x="4262908" y="612416"/>
                  </a:lnTo>
                  <a:lnTo>
                    <a:pt x="4190656" y="595364"/>
                  </a:lnTo>
                  <a:lnTo>
                    <a:pt x="4118403" y="578532"/>
                  </a:lnTo>
                  <a:lnTo>
                    <a:pt x="4046150" y="561928"/>
                  </a:lnTo>
                  <a:lnTo>
                    <a:pt x="3973897" y="545560"/>
                  </a:lnTo>
                  <a:lnTo>
                    <a:pt x="3901645" y="529438"/>
                  </a:lnTo>
                  <a:lnTo>
                    <a:pt x="3829392" y="513569"/>
                  </a:lnTo>
                  <a:lnTo>
                    <a:pt x="3757139" y="497962"/>
                  </a:lnTo>
                  <a:lnTo>
                    <a:pt x="3684887" y="482622"/>
                  </a:lnTo>
                  <a:lnTo>
                    <a:pt x="3612634" y="467557"/>
                  </a:lnTo>
                  <a:lnTo>
                    <a:pt x="3540381" y="452773"/>
                  </a:lnTo>
                  <a:lnTo>
                    <a:pt x="3468129" y="438273"/>
                  </a:lnTo>
                  <a:lnTo>
                    <a:pt x="3395876" y="424063"/>
                  </a:lnTo>
                  <a:lnTo>
                    <a:pt x="3323623" y="410145"/>
                  </a:lnTo>
                  <a:lnTo>
                    <a:pt x="3251371" y="396521"/>
                  </a:lnTo>
                  <a:lnTo>
                    <a:pt x="3179118" y="383192"/>
                  </a:lnTo>
                  <a:lnTo>
                    <a:pt x="3106865" y="370158"/>
                  </a:lnTo>
                  <a:lnTo>
                    <a:pt x="3034612" y="357417"/>
                  </a:lnTo>
                  <a:lnTo>
                    <a:pt x="2962360" y="344967"/>
                  </a:lnTo>
                  <a:lnTo>
                    <a:pt x="2890107" y="332805"/>
                  </a:lnTo>
                  <a:lnTo>
                    <a:pt x="2817854" y="320927"/>
                  </a:lnTo>
                  <a:lnTo>
                    <a:pt x="2745602" y="309326"/>
                  </a:lnTo>
                  <a:lnTo>
                    <a:pt x="2673349" y="297998"/>
                  </a:lnTo>
                  <a:lnTo>
                    <a:pt x="2601096" y="286934"/>
                  </a:lnTo>
                  <a:lnTo>
                    <a:pt x="2528844" y="276129"/>
                  </a:lnTo>
                  <a:lnTo>
                    <a:pt x="2456591" y="265574"/>
                  </a:lnTo>
                  <a:lnTo>
                    <a:pt x="2384338" y="255261"/>
                  </a:lnTo>
                  <a:lnTo>
                    <a:pt x="2312086" y="245182"/>
                  </a:lnTo>
                  <a:lnTo>
                    <a:pt x="2239833" y="235327"/>
                  </a:lnTo>
                  <a:lnTo>
                    <a:pt x="2167580" y="225687"/>
                  </a:lnTo>
                  <a:lnTo>
                    <a:pt x="2095328" y="216255"/>
                  </a:lnTo>
                  <a:lnTo>
                    <a:pt x="2023075" y="207021"/>
                  </a:lnTo>
                  <a:lnTo>
                    <a:pt x="1950822" y="197975"/>
                  </a:lnTo>
                  <a:lnTo>
                    <a:pt x="1878569" y="189111"/>
                  </a:lnTo>
                  <a:lnTo>
                    <a:pt x="1806317" y="180418"/>
                  </a:lnTo>
                  <a:lnTo>
                    <a:pt x="1734064" y="171890"/>
                  </a:lnTo>
                  <a:lnTo>
                    <a:pt x="1661811" y="163517"/>
                  </a:lnTo>
                  <a:lnTo>
                    <a:pt x="1589559" y="155293"/>
                  </a:lnTo>
                  <a:lnTo>
                    <a:pt x="1517306" y="147210"/>
                  </a:lnTo>
                  <a:lnTo>
                    <a:pt x="1445053" y="139260"/>
                  </a:lnTo>
                  <a:lnTo>
                    <a:pt x="1372801" y="131438"/>
                  </a:lnTo>
                  <a:lnTo>
                    <a:pt x="1300548" y="123736"/>
                  </a:lnTo>
                  <a:lnTo>
                    <a:pt x="1228295" y="116148"/>
                  </a:lnTo>
                  <a:lnTo>
                    <a:pt x="1156043" y="108669"/>
                  </a:lnTo>
                  <a:lnTo>
                    <a:pt x="1083790" y="101292"/>
                  </a:lnTo>
                  <a:lnTo>
                    <a:pt x="1011537" y="94014"/>
                  </a:lnTo>
                  <a:lnTo>
                    <a:pt x="939284" y="86828"/>
                  </a:lnTo>
                  <a:lnTo>
                    <a:pt x="867032" y="79730"/>
                  </a:lnTo>
                  <a:lnTo>
                    <a:pt x="794779" y="72715"/>
                  </a:lnTo>
                  <a:lnTo>
                    <a:pt x="722526" y="65779"/>
                  </a:lnTo>
                  <a:lnTo>
                    <a:pt x="650274" y="58919"/>
                  </a:lnTo>
                  <a:lnTo>
                    <a:pt x="578021" y="52130"/>
                  </a:lnTo>
                  <a:lnTo>
                    <a:pt x="505768" y="45409"/>
                  </a:lnTo>
                  <a:lnTo>
                    <a:pt x="433516" y="38752"/>
                  </a:lnTo>
                  <a:lnTo>
                    <a:pt x="361263" y="32157"/>
                  </a:lnTo>
                  <a:lnTo>
                    <a:pt x="289010" y="25620"/>
                  </a:lnTo>
                  <a:lnTo>
                    <a:pt x="216758" y="19138"/>
                  </a:lnTo>
                  <a:lnTo>
                    <a:pt x="144505" y="12709"/>
                  </a:lnTo>
                  <a:lnTo>
                    <a:pt x="72252" y="6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231424"/>
              <a:ext cx="5707962" cy="1057682"/>
            </a:xfrm>
            <a:custGeom>
              <a:avLst/>
              <a:pathLst>
                <a:path w="5707962" h="1057682">
                  <a:moveTo>
                    <a:pt x="0" y="0"/>
                  </a:moveTo>
                  <a:lnTo>
                    <a:pt x="72252" y="13388"/>
                  </a:lnTo>
                  <a:lnTo>
                    <a:pt x="144505" y="26776"/>
                  </a:lnTo>
                  <a:lnTo>
                    <a:pt x="216758" y="40165"/>
                  </a:lnTo>
                  <a:lnTo>
                    <a:pt x="289010" y="53553"/>
                  </a:lnTo>
                  <a:lnTo>
                    <a:pt x="361263" y="66941"/>
                  </a:lnTo>
                  <a:lnTo>
                    <a:pt x="433516" y="80330"/>
                  </a:lnTo>
                  <a:lnTo>
                    <a:pt x="505768" y="93718"/>
                  </a:lnTo>
                  <a:lnTo>
                    <a:pt x="578021" y="107107"/>
                  </a:lnTo>
                  <a:lnTo>
                    <a:pt x="650274" y="120495"/>
                  </a:lnTo>
                  <a:lnTo>
                    <a:pt x="722526" y="133883"/>
                  </a:lnTo>
                  <a:lnTo>
                    <a:pt x="794779" y="147272"/>
                  </a:lnTo>
                  <a:lnTo>
                    <a:pt x="867032" y="160660"/>
                  </a:lnTo>
                  <a:lnTo>
                    <a:pt x="939284" y="174049"/>
                  </a:lnTo>
                  <a:lnTo>
                    <a:pt x="1011537" y="187437"/>
                  </a:lnTo>
                  <a:lnTo>
                    <a:pt x="1083790" y="200825"/>
                  </a:lnTo>
                  <a:lnTo>
                    <a:pt x="1156043" y="214214"/>
                  </a:lnTo>
                  <a:lnTo>
                    <a:pt x="1228295" y="227602"/>
                  </a:lnTo>
                  <a:lnTo>
                    <a:pt x="1300548" y="240990"/>
                  </a:lnTo>
                  <a:lnTo>
                    <a:pt x="1372801" y="254379"/>
                  </a:lnTo>
                  <a:lnTo>
                    <a:pt x="1445053" y="267767"/>
                  </a:lnTo>
                  <a:lnTo>
                    <a:pt x="1517306" y="281156"/>
                  </a:lnTo>
                  <a:lnTo>
                    <a:pt x="1589559" y="294544"/>
                  </a:lnTo>
                  <a:lnTo>
                    <a:pt x="1661811" y="307932"/>
                  </a:lnTo>
                  <a:lnTo>
                    <a:pt x="1734064" y="321321"/>
                  </a:lnTo>
                  <a:lnTo>
                    <a:pt x="1806317" y="334709"/>
                  </a:lnTo>
                  <a:lnTo>
                    <a:pt x="1878569" y="348098"/>
                  </a:lnTo>
                  <a:lnTo>
                    <a:pt x="1950822" y="361486"/>
                  </a:lnTo>
                  <a:lnTo>
                    <a:pt x="2023075" y="374874"/>
                  </a:lnTo>
                  <a:lnTo>
                    <a:pt x="2095328" y="388263"/>
                  </a:lnTo>
                  <a:lnTo>
                    <a:pt x="2167580" y="401651"/>
                  </a:lnTo>
                  <a:lnTo>
                    <a:pt x="2239833" y="415039"/>
                  </a:lnTo>
                  <a:lnTo>
                    <a:pt x="2312086" y="428428"/>
                  </a:lnTo>
                  <a:lnTo>
                    <a:pt x="2384338" y="441816"/>
                  </a:lnTo>
                  <a:lnTo>
                    <a:pt x="2456591" y="455205"/>
                  </a:lnTo>
                  <a:lnTo>
                    <a:pt x="2528844" y="468593"/>
                  </a:lnTo>
                  <a:lnTo>
                    <a:pt x="2601096" y="481981"/>
                  </a:lnTo>
                  <a:lnTo>
                    <a:pt x="2673349" y="495370"/>
                  </a:lnTo>
                  <a:lnTo>
                    <a:pt x="2745602" y="508758"/>
                  </a:lnTo>
                  <a:lnTo>
                    <a:pt x="2817854" y="522147"/>
                  </a:lnTo>
                  <a:lnTo>
                    <a:pt x="2890107" y="535535"/>
                  </a:lnTo>
                  <a:lnTo>
                    <a:pt x="2962360" y="548923"/>
                  </a:lnTo>
                  <a:lnTo>
                    <a:pt x="3034612" y="562312"/>
                  </a:lnTo>
                  <a:lnTo>
                    <a:pt x="3106865" y="575700"/>
                  </a:lnTo>
                  <a:lnTo>
                    <a:pt x="3179118" y="589088"/>
                  </a:lnTo>
                  <a:lnTo>
                    <a:pt x="3251371" y="602477"/>
                  </a:lnTo>
                  <a:lnTo>
                    <a:pt x="3323623" y="615865"/>
                  </a:lnTo>
                  <a:lnTo>
                    <a:pt x="3395876" y="629254"/>
                  </a:lnTo>
                  <a:lnTo>
                    <a:pt x="3468129" y="642642"/>
                  </a:lnTo>
                  <a:lnTo>
                    <a:pt x="3540381" y="656030"/>
                  </a:lnTo>
                  <a:lnTo>
                    <a:pt x="3612634" y="669419"/>
                  </a:lnTo>
                  <a:lnTo>
                    <a:pt x="3684887" y="682807"/>
                  </a:lnTo>
                  <a:lnTo>
                    <a:pt x="3757139" y="696196"/>
                  </a:lnTo>
                  <a:lnTo>
                    <a:pt x="3829392" y="709584"/>
                  </a:lnTo>
                  <a:lnTo>
                    <a:pt x="3901645" y="722972"/>
                  </a:lnTo>
                  <a:lnTo>
                    <a:pt x="3973897" y="736361"/>
                  </a:lnTo>
                  <a:lnTo>
                    <a:pt x="4046150" y="749749"/>
                  </a:lnTo>
                  <a:lnTo>
                    <a:pt x="4118403" y="763137"/>
                  </a:lnTo>
                  <a:lnTo>
                    <a:pt x="4190656" y="776526"/>
                  </a:lnTo>
                  <a:lnTo>
                    <a:pt x="4262908" y="789914"/>
                  </a:lnTo>
                  <a:lnTo>
                    <a:pt x="4335161" y="803303"/>
                  </a:lnTo>
                  <a:lnTo>
                    <a:pt x="4407414" y="816691"/>
                  </a:lnTo>
                  <a:lnTo>
                    <a:pt x="4479666" y="830079"/>
                  </a:lnTo>
                  <a:lnTo>
                    <a:pt x="4551919" y="843468"/>
                  </a:lnTo>
                  <a:lnTo>
                    <a:pt x="4624172" y="856856"/>
                  </a:lnTo>
                  <a:lnTo>
                    <a:pt x="4696424" y="870245"/>
                  </a:lnTo>
                  <a:lnTo>
                    <a:pt x="4768677" y="883633"/>
                  </a:lnTo>
                  <a:lnTo>
                    <a:pt x="4840930" y="897021"/>
                  </a:lnTo>
                  <a:lnTo>
                    <a:pt x="4913182" y="910410"/>
                  </a:lnTo>
                  <a:lnTo>
                    <a:pt x="4985435" y="923798"/>
                  </a:lnTo>
                  <a:lnTo>
                    <a:pt x="5057688" y="937186"/>
                  </a:lnTo>
                  <a:lnTo>
                    <a:pt x="5129941" y="950575"/>
                  </a:lnTo>
                  <a:lnTo>
                    <a:pt x="5202193" y="963963"/>
                  </a:lnTo>
                  <a:lnTo>
                    <a:pt x="5274446" y="977352"/>
                  </a:lnTo>
                  <a:lnTo>
                    <a:pt x="5346699" y="990740"/>
                  </a:lnTo>
                  <a:lnTo>
                    <a:pt x="5418951" y="1004128"/>
                  </a:lnTo>
                  <a:lnTo>
                    <a:pt x="5491204" y="1017517"/>
                  </a:lnTo>
                  <a:lnTo>
                    <a:pt x="5563457" y="1030905"/>
                  </a:lnTo>
                  <a:lnTo>
                    <a:pt x="5635709" y="1044294"/>
                  </a:lnTo>
                  <a:lnTo>
                    <a:pt x="5707962" y="105768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235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207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078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32819" y="25459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32819" y="26932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32819" y="25244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765882" y="28317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765882" y="27844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765882" y="29159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886568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6568" y="27184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86568" y="27553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876534" y="29919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876534" y="29711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876534" y="315305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07268" y="28563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07268" y="28728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07268" y="27036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822291" y="48707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822291" y="4106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822291" y="39322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26945" y="33142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626945" y="33507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626945" y="33258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085241"/>
              <a:ext cx="5707962" cy="1713076"/>
            </a:xfrm>
            <a:custGeom>
              <a:avLst/>
              <a:pathLst>
                <a:path w="5707962" h="1713076">
                  <a:moveTo>
                    <a:pt x="0" y="0"/>
                  </a:moveTo>
                  <a:lnTo>
                    <a:pt x="72252" y="18580"/>
                  </a:lnTo>
                  <a:lnTo>
                    <a:pt x="144505" y="37115"/>
                  </a:lnTo>
                  <a:lnTo>
                    <a:pt x="216758" y="55603"/>
                  </a:lnTo>
                  <a:lnTo>
                    <a:pt x="289010" y="74041"/>
                  </a:lnTo>
                  <a:lnTo>
                    <a:pt x="361263" y="92428"/>
                  </a:lnTo>
                  <a:lnTo>
                    <a:pt x="433516" y="110759"/>
                  </a:lnTo>
                  <a:lnTo>
                    <a:pt x="505768" y="129033"/>
                  </a:lnTo>
                  <a:lnTo>
                    <a:pt x="578021" y="147246"/>
                  </a:lnTo>
                  <a:lnTo>
                    <a:pt x="650274" y="165396"/>
                  </a:lnTo>
                  <a:lnTo>
                    <a:pt x="722526" y="183479"/>
                  </a:lnTo>
                  <a:lnTo>
                    <a:pt x="794779" y="201490"/>
                  </a:lnTo>
                  <a:lnTo>
                    <a:pt x="867032" y="219428"/>
                  </a:lnTo>
                  <a:lnTo>
                    <a:pt x="939284" y="237287"/>
                  </a:lnTo>
                  <a:lnTo>
                    <a:pt x="1011537" y="255064"/>
                  </a:lnTo>
                  <a:lnTo>
                    <a:pt x="1083790" y="272753"/>
                  </a:lnTo>
                  <a:lnTo>
                    <a:pt x="1156043" y="290351"/>
                  </a:lnTo>
                  <a:lnTo>
                    <a:pt x="1228295" y="307852"/>
                  </a:lnTo>
                  <a:lnTo>
                    <a:pt x="1300548" y="325251"/>
                  </a:lnTo>
                  <a:lnTo>
                    <a:pt x="1372801" y="342542"/>
                  </a:lnTo>
                  <a:lnTo>
                    <a:pt x="1445053" y="359721"/>
                  </a:lnTo>
                  <a:lnTo>
                    <a:pt x="1517306" y="376780"/>
                  </a:lnTo>
                  <a:lnTo>
                    <a:pt x="1589559" y="393713"/>
                  </a:lnTo>
                  <a:lnTo>
                    <a:pt x="1661811" y="410514"/>
                  </a:lnTo>
                  <a:lnTo>
                    <a:pt x="1734064" y="427175"/>
                  </a:lnTo>
                  <a:lnTo>
                    <a:pt x="1806317" y="443690"/>
                  </a:lnTo>
                  <a:lnTo>
                    <a:pt x="1878569" y="460051"/>
                  </a:lnTo>
                  <a:lnTo>
                    <a:pt x="1950822" y="476250"/>
                  </a:lnTo>
                  <a:lnTo>
                    <a:pt x="2023075" y="492279"/>
                  </a:lnTo>
                  <a:lnTo>
                    <a:pt x="2095328" y="508131"/>
                  </a:lnTo>
                  <a:lnTo>
                    <a:pt x="2167580" y="523796"/>
                  </a:lnTo>
                  <a:lnTo>
                    <a:pt x="2239833" y="539267"/>
                  </a:lnTo>
                  <a:lnTo>
                    <a:pt x="2312086" y="554536"/>
                  </a:lnTo>
                  <a:lnTo>
                    <a:pt x="2384338" y="569593"/>
                  </a:lnTo>
                  <a:lnTo>
                    <a:pt x="2456591" y="584431"/>
                  </a:lnTo>
                  <a:lnTo>
                    <a:pt x="2528844" y="599041"/>
                  </a:lnTo>
                  <a:lnTo>
                    <a:pt x="2601096" y="613417"/>
                  </a:lnTo>
                  <a:lnTo>
                    <a:pt x="2673349" y="627550"/>
                  </a:lnTo>
                  <a:lnTo>
                    <a:pt x="2745602" y="641433"/>
                  </a:lnTo>
                  <a:lnTo>
                    <a:pt x="2817854" y="655061"/>
                  </a:lnTo>
                  <a:lnTo>
                    <a:pt x="2890107" y="668428"/>
                  </a:lnTo>
                  <a:lnTo>
                    <a:pt x="2962360" y="681528"/>
                  </a:lnTo>
                  <a:lnTo>
                    <a:pt x="3034612" y="694358"/>
                  </a:lnTo>
                  <a:lnTo>
                    <a:pt x="3106865" y="706914"/>
                  </a:lnTo>
                  <a:lnTo>
                    <a:pt x="3179118" y="719195"/>
                  </a:lnTo>
                  <a:lnTo>
                    <a:pt x="3251371" y="731198"/>
                  </a:lnTo>
                  <a:lnTo>
                    <a:pt x="3323623" y="742925"/>
                  </a:lnTo>
                  <a:lnTo>
                    <a:pt x="3395876" y="754375"/>
                  </a:lnTo>
                  <a:lnTo>
                    <a:pt x="3468129" y="765550"/>
                  </a:lnTo>
                  <a:lnTo>
                    <a:pt x="3540381" y="776454"/>
                  </a:lnTo>
                  <a:lnTo>
                    <a:pt x="3612634" y="787090"/>
                  </a:lnTo>
                  <a:lnTo>
                    <a:pt x="3684887" y="797462"/>
                  </a:lnTo>
                  <a:lnTo>
                    <a:pt x="3757139" y="807576"/>
                  </a:lnTo>
                  <a:lnTo>
                    <a:pt x="3829392" y="817438"/>
                  </a:lnTo>
                  <a:lnTo>
                    <a:pt x="3901645" y="827055"/>
                  </a:lnTo>
                  <a:lnTo>
                    <a:pt x="3973897" y="836434"/>
                  </a:lnTo>
                  <a:lnTo>
                    <a:pt x="4046150" y="845582"/>
                  </a:lnTo>
                  <a:lnTo>
                    <a:pt x="4118403" y="854508"/>
                  </a:lnTo>
                  <a:lnTo>
                    <a:pt x="4190656" y="863219"/>
                  </a:lnTo>
                  <a:lnTo>
                    <a:pt x="4262908" y="871724"/>
                  </a:lnTo>
                  <a:lnTo>
                    <a:pt x="4335161" y="880032"/>
                  </a:lnTo>
                  <a:lnTo>
                    <a:pt x="4407414" y="888150"/>
                  </a:lnTo>
                  <a:lnTo>
                    <a:pt x="4479666" y="896087"/>
                  </a:lnTo>
                  <a:lnTo>
                    <a:pt x="4551919" y="903851"/>
                  </a:lnTo>
                  <a:lnTo>
                    <a:pt x="4624172" y="911449"/>
                  </a:lnTo>
                  <a:lnTo>
                    <a:pt x="4696424" y="918891"/>
                  </a:lnTo>
                  <a:lnTo>
                    <a:pt x="4768677" y="926183"/>
                  </a:lnTo>
                  <a:lnTo>
                    <a:pt x="4840930" y="933334"/>
                  </a:lnTo>
                  <a:lnTo>
                    <a:pt x="4913182" y="940348"/>
                  </a:lnTo>
                  <a:lnTo>
                    <a:pt x="4985435" y="947235"/>
                  </a:lnTo>
                  <a:lnTo>
                    <a:pt x="5057688" y="953999"/>
                  </a:lnTo>
                  <a:lnTo>
                    <a:pt x="5129941" y="960648"/>
                  </a:lnTo>
                  <a:lnTo>
                    <a:pt x="5202193" y="967187"/>
                  </a:lnTo>
                  <a:lnTo>
                    <a:pt x="5274446" y="973622"/>
                  </a:lnTo>
                  <a:lnTo>
                    <a:pt x="5346699" y="979959"/>
                  </a:lnTo>
                  <a:lnTo>
                    <a:pt x="5418951" y="986201"/>
                  </a:lnTo>
                  <a:lnTo>
                    <a:pt x="5491204" y="992355"/>
                  </a:lnTo>
                  <a:lnTo>
                    <a:pt x="5563457" y="998424"/>
                  </a:lnTo>
                  <a:lnTo>
                    <a:pt x="5635709" y="1004413"/>
                  </a:lnTo>
                  <a:lnTo>
                    <a:pt x="5707962" y="1010326"/>
                  </a:lnTo>
                  <a:lnTo>
                    <a:pt x="5707962" y="1713076"/>
                  </a:lnTo>
                  <a:lnTo>
                    <a:pt x="5635709" y="1695093"/>
                  </a:lnTo>
                  <a:lnTo>
                    <a:pt x="5563457" y="1677187"/>
                  </a:lnTo>
                  <a:lnTo>
                    <a:pt x="5491204" y="1659361"/>
                  </a:lnTo>
                  <a:lnTo>
                    <a:pt x="5418951" y="1641619"/>
                  </a:lnTo>
                  <a:lnTo>
                    <a:pt x="5346699" y="1623965"/>
                  </a:lnTo>
                  <a:lnTo>
                    <a:pt x="5274446" y="1606406"/>
                  </a:lnTo>
                  <a:lnTo>
                    <a:pt x="5202193" y="1588945"/>
                  </a:lnTo>
                  <a:lnTo>
                    <a:pt x="5129941" y="1571589"/>
                  </a:lnTo>
                  <a:lnTo>
                    <a:pt x="5057688" y="1554342"/>
                  </a:lnTo>
                  <a:lnTo>
                    <a:pt x="4985435" y="1537211"/>
                  </a:lnTo>
                  <a:lnTo>
                    <a:pt x="4913182" y="1520202"/>
                  </a:lnTo>
                  <a:lnTo>
                    <a:pt x="4840930" y="1503321"/>
                  </a:lnTo>
                  <a:lnTo>
                    <a:pt x="4768677" y="1486576"/>
                  </a:lnTo>
                  <a:lnTo>
                    <a:pt x="4696424" y="1469973"/>
                  </a:lnTo>
                  <a:lnTo>
                    <a:pt x="4624172" y="1453519"/>
                  </a:lnTo>
                  <a:lnTo>
                    <a:pt x="4551919" y="1437222"/>
                  </a:lnTo>
                  <a:lnTo>
                    <a:pt x="4479666" y="1421090"/>
                  </a:lnTo>
                  <a:lnTo>
                    <a:pt x="4407414" y="1405132"/>
                  </a:lnTo>
                  <a:lnTo>
                    <a:pt x="4335161" y="1389354"/>
                  </a:lnTo>
                  <a:lnTo>
                    <a:pt x="4262908" y="1373766"/>
                  </a:lnTo>
                  <a:lnTo>
                    <a:pt x="4190656" y="1358375"/>
                  </a:lnTo>
                  <a:lnTo>
                    <a:pt x="4118403" y="1343191"/>
                  </a:lnTo>
                  <a:lnTo>
                    <a:pt x="4046150" y="1328221"/>
                  </a:lnTo>
                  <a:lnTo>
                    <a:pt x="3973897" y="1313474"/>
                  </a:lnTo>
                  <a:lnTo>
                    <a:pt x="3901645" y="1298957"/>
                  </a:lnTo>
                  <a:lnTo>
                    <a:pt x="3829392" y="1284678"/>
                  </a:lnTo>
                  <a:lnTo>
                    <a:pt x="3757139" y="1270645"/>
                  </a:lnTo>
                  <a:lnTo>
                    <a:pt x="3684887" y="1256864"/>
                  </a:lnTo>
                  <a:lnTo>
                    <a:pt x="3612634" y="1243340"/>
                  </a:lnTo>
                  <a:lnTo>
                    <a:pt x="3540381" y="1230080"/>
                  </a:lnTo>
                  <a:lnTo>
                    <a:pt x="3468129" y="1217089"/>
                  </a:lnTo>
                  <a:lnTo>
                    <a:pt x="3395876" y="1204368"/>
                  </a:lnTo>
                  <a:lnTo>
                    <a:pt x="3323623" y="1191923"/>
                  </a:lnTo>
                  <a:lnTo>
                    <a:pt x="3251371" y="1179754"/>
                  </a:lnTo>
                  <a:lnTo>
                    <a:pt x="3179118" y="1167862"/>
                  </a:lnTo>
                  <a:lnTo>
                    <a:pt x="3106865" y="1156247"/>
                  </a:lnTo>
                  <a:lnTo>
                    <a:pt x="3034612" y="1144907"/>
                  </a:lnTo>
                  <a:lnTo>
                    <a:pt x="2962360" y="1133842"/>
                  </a:lnTo>
                  <a:lnTo>
                    <a:pt x="2890107" y="1123047"/>
                  </a:lnTo>
                  <a:lnTo>
                    <a:pt x="2817854" y="1112518"/>
                  </a:lnTo>
                  <a:lnTo>
                    <a:pt x="2745602" y="1102250"/>
                  </a:lnTo>
                  <a:lnTo>
                    <a:pt x="2673349" y="1092238"/>
                  </a:lnTo>
                  <a:lnTo>
                    <a:pt x="2601096" y="1082475"/>
                  </a:lnTo>
                  <a:lnTo>
                    <a:pt x="2528844" y="1072955"/>
                  </a:lnTo>
                  <a:lnTo>
                    <a:pt x="2456591" y="1063670"/>
                  </a:lnTo>
                  <a:lnTo>
                    <a:pt x="2384338" y="1054612"/>
                  </a:lnTo>
                  <a:lnTo>
                    <a:pt x="2312086" y="1045774"/>
                  </a:lnTo>
                  <a:lnTo>
                    <a:pt x="2239833" y="1037147"/>
                  </a:lnTo>
                  <a:lnTo>
                    <a:pt x="2167580" y="1028722"/>
                  </a:lnTo>
                  <a:lnTo>
                    <a:pt x="2095328" y="1020492"/>
                  </a:lnTo>
                  <a:lnTo>
                    <a:pt x="2023075" y="1012448"/>
                  </a:lnTo>
                  <a:lnTo>
                    <a:pt x="1950822" y="1004582"/>
                  </a:lnTo>
                  <a:lnTo>
                    <a:pt x="1878569" y="996885"/>
                  </a:lnTo>
                  <a:lnTo>
                    <a:pt x="1806317" y="989350"/>
                  </a:lnTo>
                  <a:lnTo>
                    <a:pt x="1734064" y="981970"/>
                  </a:lnTo>
                  <a:lnTo>
                    <a:pt x="1661811" y="974736"/>
                  </a:lnTo>
                  <a:lnTo>
                    <a:pt x="1589559" y="967641"/>
                  </a:lnTo>
                  <a:lnTo>
                    <a:pt x="1517306" y="960678"/>
                  </a:lnTo>
                  <a:lnTo>
                    <a:pt x="1445053" y="953842"/>
                  </a:lnTo>
                  <a:lnTo>
                    <a:pt x="1372801" y="947125"/>
                  </a:lnTo>
                  <a:lnTo>
                    <a:pt x="1300548" y="940521"/>
                  </a:lnTo>
                  <a:lnTo>
                    <a:pt x="1228295" y="934024"/>
                  </a:lnTo>
                  <a:lnTo>
                    <a:pt x="1156043" y="927629"/>
                  </a:lnTo>
                  <a:lnTo>
                    <a:pt x="1083790" y="921332"/>
                  </a:lnTo>
                  <a:lnTo>
                    <a:pt x="1011537" y="915125"/>
                  </a:lnTo>
                  <a:lnTo>
                    <a:pt x="939284" y="909006"/>
                  </a:lnTo>
                  <a:lnTo>
                    <a:pt x="867032" y="902970"/>
                  </a:lnTo>
                  <a:lnTo>
                    <a:pt x="794779" y="897012"/>
                  </a:lnTo>
                  <a:lnTo>
                    <a:pt x="722526" y="891128"/>
                  </a:lnTo>
                  <a:lnTo>
                    <a:pt x="650274" y="885315"/>
                  </a:lnTo>
                  <a:lnTo>
                    <a:pt x="578021" y="879569"/>
                  </a:lnTo>
                  <a:lnTo>
                    <a:pt x="505768" y="873887"/>
                  </a:lnTo>
                  <a:lnTo>
                    <a:pt x="433516" y="868265"/>
                  </a:lnTo>
                  <a:lnTo>
                    <a:pt x="361263" y="862701"/>
                  </a:lnTo>
                  <a:lnTo>
                    <a:pt x="289010" y="857192"/>
                  </a:lnTo>
                  <a:lnTo>
                    <a:pt x="216758" y="851735"/>
                  </a:lnTo>
                  <a:lnTo>
                    <a:pt x="144505" y="846327"/>
                  </a:lnTo>
                  <a:lnTo>
                    <a:pt x="72252" y="840967"/>
                  </a:lnTo>
                  <a:lnTo>
                    <a:pt x="0" y="835651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085241"/>
              <a:ext cx="5707962" cy="1010326"/>
            </a:xfrm>
            <a:custGeom>
              <a:avLst/>
              <a:pathLst>
                <a:path w="5707962" h="1010326">
                  <a:moveTo>
                    <a:pt x="0" y="0"/>
                  </a:moveTo>
                  <a:lnTo>
                    <a:pt x="72252" y="18580"/>
                  </a:lnTo>
                  <a:lnTo>
                    <a:pt x="144505" y="37115"/>
                  </a:lnTo>
                  <a:lnTo>
                    <a:pt x="216758" y="55603"/>
                  </a:lnTo>
                  <a:lnTo>
                    <a:pt x="289010" y="74041"/>
                  </a:lnTo>
                  <a:lnTo>
                    <a:pt x="361263" y="92428"/>
                  </a:lnTo>
                  <a:lnTo>
                    <a:pt x="433516" y="110759"/>
                  </a:lnTo>
                  <a:lnTo>
                    <a:pt x="505768" y="129033"/>
                  </a:lnTo>
                  <a:lnTo>
                    <a:pt x="578021" y="147246"/>
                  </a:lnTo>
                  <a:lnTo>
                    <a:pt x="650274" y="165396"/>
                  </a:lnTo>
                  <a:lnTo>
                    <a:pt x="722526" y="183479"/>
                  </a:lnTo>
                  <a:lnTo>
                    <a:pt x="794779" y="201490"/>
                  </a:lnTo>
                  <a:lnTo>
                    <a:pt x="867032" y="219428"/>
                  </a:lnTo>
                  <a:lnTo>
                    <a:pt x="939284" y="237287"/>
                  </a:lnTo>
                  <a:lnTo>
                    <a:pt x="1011537" y="255064"/>
                  </a:lnTo>
                  <a:lnTo>
                    <a:pt x="1083790" y="272753"/>
                  </a:lnTo>
                  <a:lnTo>
                    <a:pt x="1156043" y="290351"/>
                  </a:lnTo>
                  <a:lnTo>
                    <a:pt x="1228295" y="307852"/>
                  </a:lnTo>
                  <a:lnTo>
                    <a:pt x="1300548" y="325251"/>
                  </a:lnTo>
                  <a:lnTo>
                    <a:pt x="1372801" y="342542"/>
                  </a:lnTo>
                  <a:lnTo>
                    <a:pt x="1445053" y="359721"/>
                  </a:lnTo>
                  <a:lnTo>
                    <a:pt x="1517306" y="376780"/>
                  </a:lnTo>
                  <a:lnTo>
                    <a:pt x="1589559" y="393713"/>
                  </a:lnTo>
                  <a:lnTo>
                    <a:pt x="1661811" y="410514"/>
                  </a:lnTo>
                  <a:lnTo>
                    <a:pt x="1734064" y="427175"/>
                  </a:lnTo>
                  <a:lnTo>
                    <a:pt x="1806317" y="443690"/>
                  </a:lnTo>
                  <a:lnTo>
                    <a:pt x="1878569" y="460051"/>
                  </a:lnTo>
                  <a:lnTo>
                    <a:pt x="1950822" y="476250"/>
                  </a:lnTo>
                  <a:lnTo>
                    <a:pt x="2023075" y="492279"/>
                  </a:lnTo>
                  <a:lnTo>
                    <a:pt x="2095328" y="508131"/>
                  </a:lnTo>
                  <a:lnTo>
                    <a:pt x="2167580" y="523796"/>
                  </a:lnTo>
                  <a:lnTo>
                    <a:pt x="2239833" y="539267"/>
                  </a:lnTo>
                  <a:lnTo>
                    <a:pt x="2312086" y="554536"/>
                  </a:lnTo>
                  <a:lnTo>
                    <a:pt x="2384338" y="569593"/>
                  </a:lnTo>
                  <a:lnTo>
                    <a:pt x="2456591" y="584431"/>
                  </a:lnTo>
                  <a:lnTo>
                    <a:pt x="2528844" y="599041"/>
                  </a:lnTo>
                  <a:lnTo>
                    <a:pt x="2601096" y="613417"/>
                  </a:lnTo>
                  <a:lnTo>
                    <a:pt x="2673349" y="627550"/>
                  </a:lnTo>
                  <a:lnTo>
                    <a:pt x="2745602" y="641433"/>
                  </a:lnTo>
                  <a:lnTo>
                    <a:pt x="2817854" y="655061"/>
                  </a:lnTo>
                  <a:lnTo>
                    <a:pt x="2890107" y="668428"/>
                  </a:lnTo>
                  <a:lnTo>
                    <a:pt x="2962360" y="681528"/>
                  </a:lnTo>
                  <a:lnTo>
                    <a:pt x="3034612" y="694358"/>
                  </a:lnTo>
                  <a:lnTo>
                    <a:pt x="3106865" y="706914"/>
                  </a:lnTo>
                  <a:lnTo>
                    <a:pt x="3179118" y="719195"/>
                  </a:lnTo>
                  <a:lnTo>
                    <a:pt x="3251371" y="731198"/>
                  </a:lnTo>
                  <a:lnTo>
                    <a:pt x="3323623" y="742925"/>
                  </a:lnTo>
                  <a:lnTo>
                    <a:pt x="3395876" y="754375"/>
                  </a:lnTo>
                  <a:lnTo>
                    <a:pt x="3468129" y="765550"/>
                  </a:lnTo>
                  <a:lnTo>
                    <a:pt x="3540381" y="776454"/>
                  </a:lnTo>
                  <a:lnTo>
                    <a:pt x="3612634" y="787090"/>
                  </a:lnTo>
                  <a:lnTo>
                    <a:pt x="3684887" y="797462"/>
                  </a:lnTo>
                  <a:lnTo>
                    <a:pt x="3757139" y="807576"/>
                  </a:lnTo>
                  <a:lnTo>
                    <a:pt x="3829392" y="817438"/>
                  </a:lnTo>
                  <a:lnTo>
                    <a:pt x="3901645" y="827055"/>
                  </a:lnTo>
                  <a:lnTo>
                    <a:pt x="3973897" y="836434"/>
                  </a:lnTo>
                  <a:lnTo>
                    <a:pt x="4046150" y="845582"/>
                  </a:lnTo>
                  <a:lnTo>
                    <a:pt x="4118403" y="854508"/>
                  </a:lnTo>
                  <a:lnTo>
                    <a:pt x="4190656" y="863219"/>
                  </a:lnTo>
                  <a:lnTo>
                    <a:pt x="4262908" y="871724"/>
                  </a:lnTo>
                  <a:lnTo>
                    <a:pt x="4335161" y="880032"/>
                  </a:lnTo>
                  <a:lnTo>
                    <a:pt x="4407414" y="888150"/>
                  </a:lnTo>
                  <a:lnTo>
                    <a:pt x="4479666" y="896087"/>
                  </a:lnTo>
                  <a:lnTo>
                    <a:pt x="4551919" y="903851"/>
                  </a:lnTo>
                  <a:lnTo>
                    <a:pt x="4624172" y="911449"/>
                  </a:lnTo>
                  <a:lnTo>
                    <a:pt x="4696424" y="918891"/>
                  </a:lnTo>
                  <a:lnTo>
                    <a:pt x="4768677" y="926183"/>
                  </a:lnTo>
                  <a:lnTo>
                    <a:pt x="4840930" y="933334"/>
                  </a:lnTo>
                  <a:lnTo>
                    <a:pt x="4913182" y="940348"/>
                  </a:lnTo>
                  <a:lnTo>
                    <a:pt x="4985435" y="947235"/>
                  </a:lnTo>
                  <a:lnTo>
                    <a:pt x="5057688" y="953999"/>
                  </a:lnTo>
                  <a:lnTo>
                    <a:pt x="5129941" y="960648"/>
                  </a:lnTo>
                  <a:lnTo>
                    <a:pt x="5202193" y="967187"/>
                  </a:lnTo>
                  <a:lnTo>
                    <a:pt x="5274446" y="973622"/>
                  </a:lnTo>
                  <a:lnTo>
                    <a:pt x="5346699" y="979959"/>
                  </a:lnTo>
                  <a:lnTo>
                    <a:pt x="5418951" y="986201"/>
                  </a:lnTo>
                  <a:lnTo>
                    <a:pt x="5491204" y="992355"/>
                  </a:lnTo>
                  <a:lnTo>
                    <a:pt x="5563457" y="998424"/>
                  </a:lnTo>
                  <a:lnTo>
                    <a:pt x="5635709" y="1004413"/>
                  </a:lnTo>
                  <a:lnTo>
                    <a:pt x="5707962" y="1010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2920893"/>
              <a:ext cx="5707962" cy="877424"/>
            </a:xfrm>
            <a:custGeom>
              <a:avLst/>
              <a:pathLst>
                <a:path w="5707962" h="877424">
                  <a:moveTo>
                    <a:pt x="5707962" y="877424"/>
                  </a:moveTo>
                  <a:lnTo>
                    <a:pt x="5635709" y="859442"/>
                  </a:lnTo>
                  <a:lnTo>
                    <a:pt x="5563457" y="841535"/>
                  </a:lnTo>
                  <a:lnTo>
                    <a:pt x="5491204" y="823709"/>
                  </a:lnTo>
                  <a:lnTo>
                    <a:pt x="5418951" y="805967"/>
                  </a:lnTo>
                  <a:lnTo>
                    <a:pt x="5346699" y="788314"/>
                  </a:lnTo>
                  <a:lnTo>
                    <a:pt x="5274446" y="770754"/>
                  </a:lnTo>
                  <a:lnTo>
                    <a:pt x="5202193" y="753294"/>
                  </a:lnTo>
                  <a:lnTo>
                    <a:pt x="5129941" y="735937"/>
                  </a:lnTo>
                  <a:lnTo>
                    <a:pt x="5057688" y="718691"/>
                  </a:lnTo>
                  <a:lnTo>
                    <a:pt x="4985435" y="701560"/>
                  </a:lnTo>
                  <a:lnTo>
                    <a:pt x="4913182" y="684550"/>
                  </a:lnTo>
                  <a:lnTo>
                    <a:pt x="4840930" y="667670"/>
                  </a:lnTo>
                  <a:lnTo>
                    <a:pt x="4768677" y="650924"/>
                  </a:lnTo>
                  <a:lnTo>
                    <a:pt x="4696424" y="634321"/>
                  </a:lnTo>
                  <a:lnTo>
                    <a:pt x="4624172" y="617867"/>
                  </a:lnTo>
                  <a:lnTo>
                    <a:pt x="4551919" y="601570"/>
                  </a:lnTo>
                  <a:lnTo>
                    <a:pt x="4479666" y="585439"/>
                  </a:lnTo>
                  <a:lnTo>
                    <a:pt x="4407414" y="569480"/>
                  </a:lnTo>
                  <a:lnTo>
                    <a:pt x="4335161" y="553702"/>
                  </a:lnTo>
                  <a:lnTo>
                    <a:pt x="4262908" y="538114"/>
                  </a:lnTo>
                  <a:lnTo>
                    <a:pt x="4190656" y="522724"/>
                  </a:lnTo>
                  <a:lnTo>
                    <a:pt x="4118403" y="507539"/>
                  </a:lnTo>
                  <a:lnTo>
                    <a:pt x="4046150" y="492569"/>
                  </a:lnTo>
                  <a:lnTo>
                    <a:pt x="3973897" y="477822"/>
                  </a:lnTo>
                  <a:lnTo>
                    <a:pt x="3901645" y="463305"/>
                  </a:lnTo>
                  <a:lnTo>
                    <a:pt x="3829392" y="449027"/>
                  </a:lnTo>
                  <a:lnTo>
                    <a:pt x="3757139" y="434993"/>
                  </a:lnTo>
                  <a:lnTo>
                    <a:pt x="3684887" y="421212"/>
                  </a:lnTo>
                  <a:lnTo>
                    <a:pt x="3612634" y="407689"/>
                  </a:lnTo>
                  <a:lnTo>
                    <a:pt x="3540381" y="394429"/>
                  </a:lnTo>
                  <a:lnTo>
                    <a:pt x="3468129" y="381437"/>
                  </a:lnTo>
                  <a:lnTo>
                    <a:pt x="3395876" y="368717"/>
                  </a:lnTo>
                  <a:lnTo>
                    <a:pt x="3323623" y="356271"/>
                  </a:lnTo>
                  <a:lnTo>
                    <a:pt x="3251371" y="344102"/>
                  </a:lnTo>
                  <a:lnTo>
                    <a:pt x="3179118" y="332210"/>
                  </a:lnTo>
                  <a:lnTo>
                    <a:pt x="3106865" y="320595"/>
                  </a:lnTo>
                  <a:lnTo>
                    <a:pt x="3034612" y="309256"/>
                  </a:lnTo>
                  <a:lnTo>
                    <a:pt x="2962360" y="298190"/>
                  </a:lnTo>
                  <a:lnTo>
                    <a:pt x="2890107" y="287395"/>
                  </a:lnTo>
                  <a:lnTo>
                    <a:pt x="2817854" y="276866"/>
                  </a:lnTo>
                  <a:lnTo>
                    <a:pt x="2745602" y="266598"/>
                  </a:lnTo>
                  <a:lnTo>
                    <a:pt x="2673349" y="256586"/>
                  </a:lnTo>
                  <a:lnTo>
                    <a:pt x="2601096" y="246824"/>
                  </a:lnTo>
                  <a:lnTo>
                    <a:pt x="2528844" y="237303"/>
                  </a:lnTo>
                  <a:lnTo>
                    <a:pt x="2456591" y="228018"/>
                  </a:lnTo>
                  <a:lnTo>
                    <a:pt x="2384338" y="218961"/>
                  </a:lnTo>
                  <a:lnTo>
                    <a:pt x="2312086" y="210122"/>
                  </a:lnTo>
                  <a:lnTo>
                    <a:pt x="2239833" y="201495"/>
                  </a:lnTo>
                  <a:lnTo>
                    <a:pt x="2167580" y="193070"/>
                  </a:lnTo>
                  <a:lnTo>
                    <a:pt x="2095328" y="184840"/>
                  </a:lnTo>
                  <a:lnTo>
                    <a:pt x="2023075" y="176796"/>
                  </a:lnTo>
                  <a:lnTo>
                    <a:pt x="1950822" y="168930"/>
                  </a:lnTo>
                  <a:lnTo>
                    <a:pt x="1878569" y="161233"/>
                  </a:lnTo>
                  <a:lnTo>
                    <a:pt x="1806317" y="153699"/>
                  </a:lnTo>
                  <a:lnTo>
                    <a:pt x="1734064" y="146318"/>
                  </a:lnTo>
                  <a:lnTo>
                    <a:pt x="1661811" y="139084"/>
                  </a:lnTo>
                  <a:lnTo>
                    <a:pt x="1589559" y="131989"/>
                  </a:lnTo>
                  <a:lnTo>
                    <a:pt x="1517306" y="125027"/>
                  </a:lnTo>
                  <a:lnTo>
                    <a:pt x="1445053" y="118190"/>
                  </a:lnTo>
                  <a:lnTo>
                    <a:pt x="1372801" y="111473"/>
                  </a:lnTo>
                  <a:lnTo>
                    <a:pt x="1300548" y="104869"/>
                  </a:lnTo>
                  <a:lnTo>
                    <a:pt x="1228295" y="98372"/>
                  </a:lnTo>
                  <a:lnTo>
                    <a:pt x="1156043" y="91978"/>
                  </a:lnTo>
                  <a:lnTo>
                    <a:pt x="1083790" y="85680"/>
                  </a:lnTo>
                  <a:lnTo>
                    <a:pt x="1011537" y="79474"/>
                  </a:lnTo>
                  <a:lnTo>
                    <a:pt x="939284" y="73355"/>
                  </a:lnTo>
                  <a:lnTo>
                    <a:pt x="867032" y="67318"/>
                  </a:lnTo>
                  <a:lnTo>
                    <a:pt x="794779" y="61360"/>
                  </a:lnTo>
                  <a:lnTo>
                    <a:pt x="722526" y="55476"/>
                  </a:lnTo>
                  <a:lnTo>
                    <a:pt x="650274" y="49663"/>
                  </a:lnTo>
                  <a:lnTo>
                    <a:pt x="578021" y="43917"/>
                  </a:lnTo>
                  <a:lnTo>
                    <a:pt x="505768" y="38235"/>
                  </a:lnTo>
                  <a:lnTo>
                    <a:pt x="433516" y="32613"/>
                  </a:lnTo>
                  <a:lnTo>
                    <a:pt x="361263" y="27049"/>
                  </a:lnTo>
                  <a:lnTo>
                    <a:pt x="289010" y="21540"/>
                  </a:lnTo>
                  <a:lnTo>
                    <a:pt x="216758" y="16083"/>
                  </a:lnTo>
                  <a:lnTo>
                    <a:pt x="144505" y="10675"/>
                  </a:lnTo>
                  <a:lnTo>
                    <a:pt x="72252" y="5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503067"/>
              <a:ext cx="5707962" cy="943875"/>
            </a:xfrm>
            <a:custGeom>
              <a:avLst/>
              <a:pathLst>
                <a:path w="5707962" h="943875">
                  <a:moveTo>
                    <a:pt x="0" y="0"/>
                  </a:moveTo>
                  <a:lnTo>
                    <a:pt x="72252" y="11947"/>
                  </a:lnTo>
                  <a:lnTo>
                    <a:pt x="144505" y="23895"/>
                  </a:lnTo>
                  <a:lnTo>
                    <a:pt x="216758" y="35843"/>
                  </a:lnTo>
                  <a:lnTo>
                    <a:pt x="289010" y="47791"/>
                  </a:lnTo>
                  <a:lnTo>
                    <a:pt x="361263" y="59738"/>
                  </a:lnTo>
                  <a:lnTo>
                    <a:pt x="433516" y="71686"/>
                  </a:lnTo>
                  <a:lnTo>
                    <a:pt x="505768" y="83634"/>
                  </a:lnTo>
                  <a:lnTo>
                    <a:pt x="578021" y="95582"/>
                  </a:lnTo>
                  <a:lnTo>
                    <a:pt x="650274" y="107530"/>
                  </a:lnTo>
                  <a:lnTo>
                    <a:pt x="722526" y="119477"/>
                  </a:lnTo>
                  <a:lnTo>
                    <a:pt x="794779" y="131425"/>
                  </a:lnTo>
                  <a:lnTo>
                    <a:pt x="867032" y="143373"/>
                  </a:lnTo>
                  <a:lnTo>
                    <a:pt x="939284" y="155321"/>
                  </a:lnTo>
                  <a:lnTo>
                    <a:pt x="1011537" y="167269"/>
                  </a:lnTo>
                  <a:lnTo>
                    <a:pt x="1083790" y="179216"/>
                  </a:lnTo>
                  <a:lnTo>
                    <a:pt x="1156043" y="191164"/>
                  </a:lnTo>
                  <a:lnTo>
                    <a:pt x="1228295" y="203112"/>
                  </a:lnTo>
                  <a:lnTo>
                    <a:pt x="1300548" y="215060"/>
                  </a:lnTo>
                  <a:lnTo>
                    <a:pt x="1372801" y="227008"/>
                  </a:lnTo>
                  <a:lnTo>
                    <a:pt x="1445053" y="238955"/>
                  </a:lnTo>
                  <a:lnTo>
                    <a:pt x="1517306" y="250903"/>
                  </a:lnTo>
                  <a:lnTo>
                    <a:pt x="1589559" y="262851"/>
                  </a:lnTo>
                  <a:lnTo>
                    <a:pt x="1661811" y="274799"/>
                  </a:lnTo>
                  <a:lnTo>
                    <a:pt x="1734064" y="286747"/>
                  </a:lnTo>
                  <a:lnTo>
                    <a:pt x="1806317" y="298694"/>
                  </a:lnTo>
                  <a:lnTo>
                    <a:pt x="1878569" y="310642"/>
                  </a:lnTo>
                  <a:lnTo>
                    <a:pt x="1950822" y="322590"/>
                  </a:lnTo>
                  <a:lnTo>
                    <a:pt x="2023075" y="334538"/>
                  </a:lnTo>
                  <a:lnTo>
                    <a:pt x="2095328" y="346485"/>
                  </a:lnTo>
                  <a:lnTo>
                    <a:pt x="2167580" y="358433"/>
                  </a:lnTo>
                  <a:lnTo>
                    <a:pt x="2239833" y="370381"/>
                  </a:lnTo>
                  <a:lnTo>
                    <a:pt x="2312086" y="382329"/>
                  </a:lnTo>
                  <a:lnTo>
                    <a:pt x="2384338" y="394277"/>
                  </a:lnTo>
                  <a:lnTo>
                    <a:pt x="2456591" y="406224"/>
                  </a:lnTo>
                  <a:lnTo>
                    <a:pt x="2528844" y="418172"/>
                  </a:lnTo>
                  <a:lnTo>
                    <a:pt x="2601096" y="430120"/>
                  </a:lnTo>
                  <a:lnTo>
                    <a:pt x="2673349" y="442068"/>
                  </a:lnTo>
                  <a:lnTo>
                    <a:pt x="2745602" y="454016"/>
                  </a:lnTo>
                  <a:lnTo>
                    <a:pt x="2817854" y="465963"/>
                  </a:lnTo>
                  <a:lnTo>
                    <a:pt x="2890107" y="477911"/>
                  </a:lnTo>
                  <a:lnTo>
                    <a:pt x="2962360" y="489859"/>
                  </a:lnTo>
                  <a:lnTo>
                    <a:pt x="3034612" y="501807"/>
                  </a:lnTo>
                  <a:lnTo>
                    <a:pt x="3106865" y="513755"/>
                  </a:lnTo>
                  <a:lnTo>
                    <a:pt x="3179118" y="525702"/>
                  </a:lnTo>
                  <a:lnTo>
                    <a:pt x="3251371" y="537650"/>
                  </a:lnTo>
                  <a:lnTo>
                    <a:pt x="3323623" y="549598"/>
                  </a:lnTo>
                  <a:lnTo>
                    <a:pt x="3395876" y="561546"/>
                  </a:lnTo>
                  <a:lnTo>
                    <a:pt x="3468129" y="573494"/>
                  </a:lnTo>
                  <a:lnTo>
                    <a:pt x="3540381" y="585441"/>
                  </a:lnTo>
                  <a:lnTo>
                    <a:pt x="3612634" y="597389"/>
                  </a:lnTo>
                  <a:lnTo>
                    <a:pt x="3684887" y="609337"/>
                  </a:lnTo>
                  <a:lnTo>
                    <a:pt x="3757139" y="621285"/>
                  </a:lnTo>
                  <a:lnTo>
                    <a:pt x="3829392" y="633232"/>
                  </a:lnTo>
                  <a:lnTo>
                    <a:pt x="3901645" y="645180"/>
                  </a:lnTo>
                  <a:lnTo>
                    <a:pt x="3973897" y="657128"/>
                  </a:lnTo>
                  <a:lnTo>
                    <a:pt x="4046150" y="669076"/>
                  </a:lnTo>
                  <a:lnTo>
                    <a:pt x="4118403" y="681024"/>
                  </a:lnTo>
                  <a:lnTo>
                    <a:pt x="4190656" y="692971"/>
                  </a:lnTo>
                  <a:lnTo>
                    <a:pt x="4262908" y="704919"/>
                  </a:lnTo>
                  <a:lnTo>
                    <a:pt x="4335161" y="716867"/>
                  </a:lnTo>
                  <a:lnTo>
                    <a:pt x="4407414" y="728815"/>
                  </a:lnTo>
                  <a:lnTo>
                    <a:pt x="4479666" y="740763"/>
                  </a:lnTo>
                  <a:lnTo>
                    <a:pt x="4551919" y="752710"/>
                  </a:lnTo>
                  <a:lnTo>
                    <a:pt x="4624172" y="764658"/>
                  </a:lnTo>
                  <a:lnTo>
                    <a:pt x="4696424" y="776606"/>
                  </a:lnTo>
                  <a:lnTo>
                    <a:pt x="4768677" y="788554"/>
                  </a:lnTo>
                  <a:lnTo>
                    <a:pt x="4840930" y="800502"/>
                  </a:lnTo>
                  <a:lnTo>
                    <a:pt x="4913182" y="812449"/>
                  </a:lnTo>
                  <a:lnTo>
                    <a:pt x="4985435" y="824397"/>
                  </a:lnTo>
                  <a:lnTo>
                    <a:pt x="5057688" y="836345"/>
                  </a:lnTo>
                  <a:lnTo>
                    <a:pt x="5129941" y="848293"/>
                  </a:lnTo>
                  <a:lnTo>
                    <a:pt x="5202193" y="860241"/>
                  </a:lnTo>
                  <a:lnTo>
                    <a:pt x="5274446" y="872188"/>
                  </a:lnTo>
                  <a:lnTo>
                    <a:pt x="5346699" y="884136"/>
                  </a:lnTo>
                  <a:lnTo>
                    <a:pt x="5418951" y="896084"/>
                  </a:lnTo>
                  <a:lnTo>
                    <a:pt x="5491204" y="908032"/>
                  </a:lnTo>
                  <a:lnTo>
                    <a:pt x="5563457" y="919980"/>
                  </a:lnTo>
                  <a:lnTo>
                    <a:pt x="5635709" y="931927"/>
                  </a:lnTo>
                  <a:lnTo>
                    <a:pt x="5707962" y="94387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92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4999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2076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89153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196230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92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900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608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315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023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18833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49713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80594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1474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21572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46604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7748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08365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43563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41876" y="1669789"/>
              <a:ext cx="37711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Environmental Distance vs Length at Lewisetta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4364124" y="47057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4364124" y="462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4364124" y="4627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05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16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0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354996" y="5006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354996" y="51553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354996" y="49916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809766" y="53221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809766" y="5279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809766" y="5105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761206" y="4606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761206" y="4612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761206" y="46335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888146" y="5020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88146" y="4985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888146" y="5110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22390" y="53599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122390" y="52188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122390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3708" y="51230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3708" y="48651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3708" y="47239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800153"/>
              <a:ext cx="5764489" cy="568807"/>
            </a:xfrm>
            <a:custGeom>
              <a:avLst/>
              <a:pathLst>
                <a:path w="5764489" h="568807">
                  <a:moveTo>
                    <a:pt x="0" y="115147"/>
                  </a:moveTo>
                  <a:lnTo>
                    <a:pt x="72968" y="116456"/>
                  </a:lnTo>
                  <a:lnTo>
                    <a:pt x="145936" y="117745"/>
                  </a:lnTo>
                  <a:lnTo>
                    <a:pt x="218904" y="119016"/>
                  </a:lnTo>
                  <a:lnTo>
                    <a:pt x="291872" y="120266"/>
                  </a:lnTo>
                  <a:lnTo>
                    <a:pt x="364841" y="121496"/>
                  </a:lnTo>
                  <a:lnTo>
                    <a:pt x="437809" y="122703"/>
                  </a:lnTo>
                  <a:lnTo>
                    <a:pt x="510777" y="123887"/>
                  </a:lnTo>
                  <a:lnTo>
                    <a:pt x="583745" y="125046"/>
                  </a:lnTo>
                  <a:lnTo>
                    <a:pt x="656713" y="126180"/>
                  </a:lnTo>
                  <a:lnTo>
                    <a:pt x="729682" y="127286"/>
                  </a:lnTo>
                  <a:lnTo>
                    <a:pt x="802650" y="128364"/>
                  </a:lnTo>
                  <a:lnTo>
                    <a:pt x="875618" y="129412"/>
                  </a:lnTo>
                  <a:lnTo>
                    <a:pt x="948586" y="130428"/>
                  </a:lnTo>
                  <a:lnTo>
                    <a:pt x="1021555" y="131411"/>
                  </a:lnTo>
                  <a:lnTo>
                    <a:pt x="1094523" y="132358"/>
                  </a:lnTo>
                  <a:lnTo>
                    <a:pt x="1167491" y="133268"/>
                  </a:lnTo>
                  <a:lnTo>
                    <a:pt x="1240459" y="134139"/>
                  </a:lnTo>
                  <a:lnTo>
                    <a:pt x="1313427" y="134969"/>
                  </a:lnTo>
                  <a:lnTo>
                    <a:pt x="1386396" y="135755"/>
                  </a:lnTo>
                  <a:lnTo>
                    <a:pt x="1459364" y="136494"/>
                  </a:lnTo>
                  <a:lnTo>
                    <a:pt x="1532332" y="137185"/>
                  </a:lnTo>
                  <a:lnTo>
                    <a:pt x="1605300" y="137824"/>
                  </a:lnTo>
                  <a:lnTo>
                    <a:pt x="1678268" y="138409"/>
                  </a:lnTo>
                  <a:lnTo>
                    <a:pt x="1751237" y="138936"/>
                  </a:lnTo>
                  <a:lnTo>
                    <a:pt x="1824205" y="139402"/>
                  </a:lnTo>
                  <a:lnTo>
                    <a:pt x="1897173" y="139804"/>
                  </a:lnTo>
                  <a:lnTo>
                    <a:pt x="1970141" y="140138"/>
                  </a:lnTo>
                  <a:lnTo>
                    <a:pt x="2043110" y="140400"/>
                  </a:lnTo>
                  <a:lnTo>
                    <a:pt x="2116078" y="140587"/>
                  </a:lnTo>
                  <a:lnTo>
                    <a:pt x="2189046" y="140695"/>
                  </a:lnTo>
                  <a:lnTo>
                    <a:pt x="2262014" y="140719"/>
                  </a:lnTo>
                  <a:lnTo>
                    <a:pt x="2334982" y="140654"/>
                  </a:lnTo>
                  <a:lnTo>
                    <a:pt x="2407951" y="140497"/>
                  </a:lnTo>
                  <a:lnTo>
                    <a:pt x="2480919" y="140243"/>
                  </a:lnTo>
                  <a:lnTo>
                    <a:pt x="2553887" y="139887"/>
                  </a:lnTo>
                  <a:lnTo>
                    <a:pt x="2626855" y="139425"/>
                  </a:lnTo>
                  <a:lnTo>
                    <a:pt x="2699823" y="138851"/>
                  </a:lnTo>
                  <a:lnTo>
                    <a:pt x="2772792" y="138162"/>
                  </a:lnTo>
                  <a:lnTo>
                    <a:pt x="2845760" y="137352"/>
                  </a:lnTo>
                  <a:lnTo>
                    <a:pt x="2918728" y="136417"/>
                  </a:lnTo>
                  <a:lnTo>
                    <a:pt x="2991696" y="135354"/>
                  </a:lnTo>
                  <a:lnTo>
                    <a:pt x="3064665" y="134157"/>
                  </a:lnTo>
                  <a:lnTo>
                    <a:pt x="3137633" y="132824"/>
                  </a:lnTo>
                  <a:lnTo>
                    <a:pt x="3210601" y="131351"/>
                  </a:lnTo>
                  <a:lnTo>
                    <a:pt x="3283569" y="129736"/>
                  </a:lnTo>
                  <a:lnTo>
                    <a:pt x="3356537" y="127975"/>
                  </a:lnTo>
                  <a:lnTo>
                    <a:pt x="3429506" y="126068"/>
                  </a:lnTo>
                  <a:lnTo>
                    <a:pt x="3502474" y="124013"/>
                  </a:lnTo>
                  <a:lnTo>
                    <a:pt x="3575442" y="121808"/>
                  </a:lnTo>
                  <a:lnTo>
                    <a:pt x="3648410" y="119455"/>
                  </a:lnTo>
                  <a:lnTo>
                    <a:pt x="3721379" y="116954"/>
                  </a:lnTo>
                  <a:lnTo>
                    <a:pt x="3794347" y="114305"/>
                  </a:lnTo>
                  <a:lnTo>
                    <a:pt x="3867315" y="111510"/>
                  </a:lnTo>
                  <a:lnTo>
                    <a:pt x="3940283" y="108572"/>
                  </a:lnTo>
                  <a:lnTo>
                    <a:pt x="4013251" y="105493"/>
                  </a:lnTo>
                  <a:lnTo>
                    <a:pt x="4086220" y="102276"/>
                  </a:lnTo>
                  <a:lnTo>
                    <a:pt x="4159188" y="98925"/>
                  </a:lnTo>
                  <a:lnTo>
                    <a:pt x="4232156" y="95444"/>
                  </a:lnTo>
                  <a:lnTo>
                    <a:pt x="4305124" y="91837"/>
                  </a:lnTo>
                  <a:lnTo>
                    <a:pt x="4378092" y="88108"/>
                  </a:lnTo>
                  <a:lnTo>
                    <a:pt x="4451061" y="84261"/>
                  </a:lnTo>
                  <a:lnTo>
                    <a:pt x="4524029" y="80302"/>
                  </a:lnTo>
                  <a:lnTo>
                    <a:pt x="4596997" y="76235"/>
                  </a:lnTo>
                  <a:lnTo>
                    <a:pt x="4669965" y="72064"/>
                  </a:lnTo>
                  <a:lnTo>
                    <a:pt x="4742934" y="67794"/>
                  </a:lnTo>
                  <a:lnTo>
                    <a:pt x="4815902" y="63431"/>
                  </a:lnTo>
                  <a:lnTo>
                    <a:pt x="4888870" y="58977"/>
                  </a:lnTo>
                  <a:lnTo>
                    <a:pt x="4961838" y="54439"/>
                  </a:lnTo>
                  <a:lnTo>
                    <a:pt x="5034806" y="49820"/>
                  </a:lnTo>
                  <a:lnTo>
                    <a:pt x="5107775" y="45123"/>
                  </a:lnTo>
                  <a:lnTo>
                    <a:pt x="5180743" y="40354"/>
                  </a:lnTo>
                  <a:lnTo>
                    <a:pt x="5253711" y="35516"/>
                  </a:lnTo>
                  <a:lnTo>
                    <a:pt x="5326679" y="30612"/>
                  </a:lnTo>
                  <a:lnTo>
                    <a:pt x="5399647" y="25647"/>
                  </a:lnTo>
                  <a:lnTo>
                    <a:pt x="5472616" y="20623"/>
                  </a:lnTo>
                  <a:lnTo>
                    <a:pt x="5545584" y="15543"/>
                  </a:lnTo>
                  <a:lnTo>
                    <a:pt x="5618552" y="10411"/>
                  </a:lnTo>
                  <a:lnTo>
                    <a:pt x="5691520" y="5229"/>
                  </a:lnTo>
                  <a:lnTo>
                    <a:pt x="5764489" y="0"/>
                  </a:lnTo>
                  <a:lnTo>
                    <a:pt x="5764489" y="331723"/>
                  </a:lnTo>
                  <a:lnTo>
                    <a:pt x="5691520" y="330952"/>
                  </a:lnTo>
                  <a:lnTo>
                    <a:pt x="5618552" y="330229"/>
                  </a:lnTo>
                  <a:lnTo>
                    <a:pt x="5545584" y="329555"/>
                  </a:lnTo>
                  <a:lnTo>
                    <a:pt x="5472616" y="328934"/>
                  </a:lnTo>
                  <a:lnTo>
                    <a:pt x="5399647" y="328369"/>
                  </a:lnTo>
                  <a:lnTo>
                    <a:pt x="5326679" y="327862"/>
                  </a:lnTo>
                  <a:lnTo>
                    <a:pt x="5253711" y="327417"/>
                  </a:lnTo>
                  <a:lnTo>
                    <a:pt x="5180743" y="327037"/>
                  </a:lnTo>
                  <a:lnTo>
                    <a:pt x="5107775" y="326727"/>
                  </a:lnTo>
                  <a:lnTo>
                    <a:pt x="5034806" y="326489"/>
                  </a:lnTo>
                  <a:lnTo>
                    <a:pt x="4961838" y="326328"/>
                  </a:lnTo>
                  <a:lnTo>
                    <a:pt x="4888870" y="326248"/>
                  </a:lnTo>
                  <a:lnTo>
                    <a:pt x="4815902" y="326254"/>
                  </a:lnTo>
                  <a:lnTo>
                    <a:pt x="4742934" y="326349"/>
                  </a:lnTo>
                  <a:lnTo>
                    <a:pt x="4669965" y="326538"/>
                  </a:lnTo>
                  <a:lnTo>
                    <a:pt x="4596997" y="326826"/>
                  </a:lnTo>
                  <a:lnTo>
                    <a:pt x="4524029" y="327217"/>
                  </a:lnTo>
                  <a:lnTo>
                    <a:pt x="4451061" y="327716"/>
                  </a:lnTo>
                  <a:lnTo>
                    <a:pt x="4378092" y="328329"/>
                  </a:lnTo>
                  <a:lnTo>
                    <a:pt x="4305124" y="329058"/>
                  </a:lnTo>
                  <a:lnTo>
                    <a:pt x="4232156" y="329909"/>
                  </a:lnTo>
                  <a:lnTo>
                    <a:pt x="4159188" y="330887"/>
                  </a:lnTo>
                  <a:lnTo>
                    <a:pt x="4086220" y="331995"/>
                  </a:lnTo>
                  <a:lnTo>
                    <a:pt x="4013251" y="333237"/>
                  </a:lnTo>
                  <a:lnTo>
                    <a:pt x="3940283" y="334616"/>
                  </a:lnTo>
                  <a:lnTo>
                    <a:pt x="3867315" y="336137"/>
                  </a:lnTo>
                  <a:lnTo>
                    <a:pt x="3794347" y="337801"/>
                  </a:lnTo>
                  <a:lnTo>
                    <a:pt x="3721379" y="339610"/>
                  </a:lnTo>
                  <a:lnTo>
                    <a:pt x="3648410" y="341567"/>
                  </a:lnTo>
                  <a:lnTo>
                    <a:pt x="3575442" y="343673"/>
                  </a:lnTo>
                  <a:lnTo>
                    <a:pt x="3502474" y="345927"/>
                  </a:lnTo>
                  <a:lnTo>
                    <a:pt x="3429506" y="348330"/>
                  </a:lnTo>
                  <a:lnTo>
                    <a:pt x="3356537" y="350882"/>
                  </a:lnTo>
                  <a:lnTo>
                    <a:pt x="3283569" y="353580"/>
                  </a:lnTo>
                  <a:lnTo>
                    <a:pt x="3210601" y="356423"/>
                  </a:lnTo>
                  <a:lnTo>
                    <a:pt x="3137633" y="359409"/>
                  </a:lnTo>
                  <a:lnTo>
                    <a:pt x="3064665" y="362534"/>
                  </a:lnTo>
                  <a:lnTo>
                    <a:pt x="2991696" y="365797"/>
                  </a:lnTo>
                  <a:lnTo>
                    <a:pt x="2918728" y="369192"/>
                  </a:lnTo>
                  <a:lnTo>
                    <a:pt x="2845760" y="372716"/>
                  </a:lnTo>
                  <a:lnTo>
                    <a:pt x="2772792" y="376364"/>
                  </a:lnTo>
                  <a:lnTo>
                    <a:pt x="2699823" y="380134"/>
                  </a:lnTo>
                  <a:lnTo>
                    <a:pt x="2626855" y="384019"/>
                  </a:lnTo>
                  <a:lnTo>
                    <a:pt x="2553887" y="388015"/>
                  </a:lnTo>
                  <a:lnTo>
                    <a:pt x="2480919" y="392117"/>
                  </a:lnTo>
                  <a:lnTo>
                    <a:pt x="2407951" y="396322"/>
                  </a:lnTo>
                  <a:lnTo>
                    <a:pt x="2334982" y="400624"/>
                  </a:lnTo>
                  <a:lnTo>
                    <a:pt x="2262014" y="405018"/>
                  </a:lnTo>
                  <a:lnTo>
                    <a:pt x="2189046" y="409500"/>
                  </a:lnTo>
                  <a:lnTo>
                    <a:pt x="2116078" y="414066"/>
                  </a:lnTo>
                  <a:lnTo>
                    <a:pt x="2043110" y="418712"/>
                  </a:lnTo>
                  <a:lnTo>
                    <a:pt x="1970141" y="423433"/>
                  </a:lnTo>
                  <a:lnTo>
                    <a:pt x="1897173" y="428226"/>
                  </a:lnTo>
                  <a:lnTo>
                    <a:pt x="1824205" y="433087"/>
                  </a:lnTo>
                  <a:lnTo>
                    <a:pt x="1751237" y="438011"/>
                  </a:lnTo>
                  <a:lnTo>
                    <a:pt x="1678268" y="442997"/>
                  </a:lnTo>
                  <a:lnTo>
                    <a:pt x="1605300" y="448040"/>
                  </a:lnTo>
                  <a:lnTo>
                    <a:pt x="1532332" y="453138"/>
                  </a:lnTo>
                  <a:lnTo>
                    <a:pt x="1459364" y="458287"/>
                  </a:lnTo>
                  <a:lnTo>
                    <a:pt x="1386396" y="463485"/>
                  </a:lnTo>
                  <a:lnTo>
                    <a:pt x="1313427" y="468730"/>
                  </a:lnTo>
                  <a:lnTo>
                    <a:pt x="1240459" y="474018"/>
                  </a:lnTo>
                  <a:lnTo>
                    <a:pt x="1167491" y="479348"/>
                  </a:lnTo>
                  <a:lnTo>
                    <a:pt x="1094523" y="484716"/>
                  </a:lnTo>
                  <a:lnTo>
                    <a:pt x="1021555" y="490123"/>
                  </a:lnTo>
                  <a:lnTo>
                    <a:pt x="948586" y="495564"/>
                  </a:lnTo>
                  <a:lnTo>
                    <a:pt x="875618" y="501039"/>
                  </a:lnTo>
                  <a:lnTo>
                    <a:pt x="802650" y="506545"/>
                  </a:lnTo>
                  <a:lnTo>
                    <a:pt x="729682" y="512082"/>
                  </a:lnTo>
                  <a:lnTo>
                    <a:pt x="656713" y="517647"/>
                  </a:lnTo>
                  <a:lnTo>
                    <a:pt x="583745" y="523239"/>
                  </a:lnTo>
                  <a:lnTo>
                    <a:pt x="510777" y="528857"/>
                  </a:lnTo>
                  <a:lnTo>
                    <a:pt x="437809" y="534499"/>
                  </a:lnTo>
                  <a:lnTo>
                    <a:pt x="364841" y="540165"/>
                  </a:lnTo>
                  <a:lnTo>
                    <a:pt x="291872" y="545853"/>
                  </a:lnTo>
                  <a:lnTo>
                    <a:pt x="218904" y="551562"/>
                  </a:lnTo>
                  <a:lnTo>
                    <a:pt x="145936" y="557292"/>
                  </a:lnTo>
                  <a:lnTo>
                    <a:pt x="72968" y="563040"/>
                  </a:lnTo>
                  <a:lnTo>
                    <a:pt x="0" y="56880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800153"/>
              <a:ext cx="5764489" cy="140719"/>
            </a:xfrm>
            <a:custGeom>
              <a:avLst/>
              <a:pathLst>
                <a:path w="5764489" h="140719">
                  <a:moveTo>
                    <a:pt x="0" y="115147"/>
                  </a:moveTo>
                  <a:lnTo>
                    <a:pt x="72968" y="116456"/>
                  </a:lnTo>
                  <a:lnTo>
                    <a:pt x="145936" y="117745"/>
                  </a:lnTo>
                  <a:lnTo>
                    <a:pt x="218904" y="119016"/>
                  </a:lnTo>
                  <a:lnTo>
                    <a:pt x="291872" y="120266"/>
                  </a:lnTo>
                  <a:lnTo>
                    <a:pt x="364841" y="121496"/>
                  </a:lnTo>
                  <a:lnTo>
                    <a:pt x="437809" y="122703"/>
                  </a:lnTo>
                  <a:lnTo>
                    <a:pt x="510777" y="123887"/>
                  </a:lnTo>
                  <a:lnTo>
                    <a:pt x="583745" y="125046"/>
                  </a:lnTo>
                  <a:lnTo>
                    <a:pt x="656713" y="126180"/>
                  </a:lnTo>
                  <a:lnTo>
                    <a:pt x="729682" y="127286"/>
                  </a:lnTo>
                  <a:lnTo>
                    <a:pt x="802650" y="128364"/>
                  </a:lnTo>
                  <a:lnTo>
                    <a:pt x="875618" y="129412"/>
                  </a:lnTo>
                  <a:lnTo>
                    <a:pt x="948586" y="130428"/>
                  </a:lnTo>
                  <a:lnTo>
                    <a:pt x="1021555" y="131411"/>
                  </a:lnTo>
                  <a:lnTo>
                    <a:pt x="1094523" y="132358"/>
                  </a:lnTo>
                  <a:lnTo>
                    <a:pt x="1167491" y="133268"/>
                  </a:lnTo>
                  <a:lnTo>
                    <a:pt x="1240459" y="134139"/>
                  </a:lnTo>
                  <a:lnTo>
                    <a:pt x="1313427" y="134969"/>
                  </a:lnTo>
                  <a:lnTo>
                    <a:pt x="1386396" y="135755"/>
                  </a:lnTo>
                  <a:lnTo>
                    <a:pt x="1459364" y="136494"/>
                  </a:lnTo>
                  <a:lnTo>
                    <a:pt x="1532332" y="137185"/>
                  </a:lnTo>
                  <a:lnTo>
                    <a:pt x="1605300" y="137824"/>
                  </a:lnTo>
                  <a:lnTo>
                    <a:pt x="1678268" y="138409"/>
                  </a:lnTo>
                  <a:lnTo>
                    <a:pt x="1751237" y="138936"/>
                  </a:lnTo>
                  <a:lnTo>
                    <a:pt x="1824205" y="139402"/>
                  </a:lnTo>
                  <a:lnTo>
                    <a:pt x="1897173" y="139804"/>
                  </a:lnTo>
                  <a:lnTo>
                    <a:pt x="1970141" y="140138"/>
                  </a:lnTo>
                  <a:lnTo>
                    <a:pt x="2043110" y="140400"/>
                  </a:lnTo>
                  <a:lnTo>
                    <a:pt x="2116078" y="140587"/>
                  </a:lnTo>
                  <a:lnTo>
                    <a:pt x="2189046" y="140695"/>
                  </a:lnTo>
                  <a:lnTo>
                    <a:pt x="2262014" y="140719"/>
                  </a:lnTo>
                  <a:lnTo>
                    <a:pt x="2334982" y="140654"/>
                  </a:lnTo>
                  <a:lnTo>
                    <a:pt x="2407951" y="140497"/>
                  </a:lnTo>
                  <a:lnTo>
                    <a:pt x="2480919" y="140243"/>
                  </a:lnTo>
                  <a:lnTo>
                    <a:pt x="2553887" y="139887"/>
                  </a:lnTo>
                  <a:lnTo>
                    <a:pt x="2626855" y="139425"/>
                  </a:lnTo>
                  <a:lnTo>
                    <a:pt x="2699823" y="138851"/>
                  </a:lnTo>
                  <a:lnTo>
                    <a:pt x="2772792" y="138162"/>
                  </a:lnTo>
                  <a:lnTo>
                    <a:pt x="2845760" y="137352"/>
                  </a:lnTo>
                  <a:lnTo>
                    <a:pt x="2918728" y="136417"/>
                  </a:lnTo>
                  <a:lnTo>
                    <a:pt x="2991696" y="135354"/>
                  </a:lnTo>
                  <a:lnTo>
                    <a:pt x="3064665" y="134157"/>
                  </a:lnTo>
                  <a:lnTo>
                    <a:pt x="3137633" y="132824"/>
                  </a:lnTo>
                  <a:lnTo>
                    <a:pt x="3210601" y="131351"/>
                  </a:lnTo>
                  <a:lnTo>
                    <a:pt x="3283569" y="129736"/>
                  </a:lnTo>
                  <a:lnTo>
                    <a:pt x="3356537" y="127975"/>
                  </a:lnTo>
                  <a:lnTo>
                    <a:pt x="3429506" y="126068"/>
                  </a:lnTo>
                  <a:lnTo>
                    <a:pt x="3502474" y="124013"/>
                  </a:lnTo>
                  <a:lnTo>
                    <a:pt x="3575442" y="121808"/>
                  </a:lnTo>
                  <a:lnTo>
                    <a:pt x="3648410" y="119455"/>
                  </a:lnTo>
                  <a:lnTo>
                    <a:pt x="3721379" y="116954"/>
                  </a:lnTo>
                  <a:lnTo>
                    <a:pt x="3794347" y="114305"/>
                  </a:lnTo>
                  <a:lnTo>
                    <a:pt x="3867315" y="111510"/>
                  </a:lnTo>
                  <a:lnTo>
                    <a:pt x="3940283" y="108572"/>
                  </a:lnTo>
                  <a:lnTo>
                    <a:pt x="4013251" y="105493"/>
                  </a:lnTo>
                  <a:lnTo>
                    <a:pt x="4086220" y="102276"/>
                  </a:lnTo>
                  <a:lnTo>
                    <a:pt x="4159188" y="98925"/>
                  </a:lnTo>
                  <a:lnTo>
                    <a:pt x="4232156" y="95444"/>
                  </a:lnTo>
                  <a:lnTo>
                    <a:pt x="4305124" y="91837"/>
                  </a:lnTo>
                  <a:lnTo>
                    <a:pt x="4378092" y="88108"/>
                  </a:lnTo>
                  <a:lnTo>
                    <a:pt x="4451061" y="84261"/>
                  </a:lnTo>
                  <a:lnTo>
                    <a:pt x="4524029" y="80302"/>
                  </a:lnTo>
                  <a:lnTo>
                    <a:pt x="4596997" y="76235"/>
                  </a:lnTo>
                  <a:lnTo>
                    <a:pt x="4669965" y="72064"/>
                  </a:lnTo>
                  <a:lnTo>
                    <a:pt x="4742934" y="67794"/>
                  </a:lnTo>
                  <a:lnTo>
                    <a:pt x="4815902" y="63431"/>
                  </a:lnTo>
                  <a:lnTo>
                    <a:pt x="4888870" y="58977"/>
                  </a:lnTo>
                  <a:lnTo>
                    <a:pt x="4961838" y="54439"/>
                  </a:lnTo>
                  <a:lnTo>
                    <a:pt x="5034806" y="49820"/>
                  </a:lnTo>
                  <a:lnTo>
                    <a:pt x="5107775" y="45123"/>
                  </a:lnTo>
                  <a:lnTo>
                    <a:pt x="5180743" y="40354"/>
                  </a:lnTo>
                  <a:lnTo>
                    <a:pt x="5253711" y="35516"/>
                  </a:lnTo>
                  <a:lnTo>
                    <a:pt x="5326679" y="30612"/>
                  </a:lnTo>
                  <a:lnTo>
                    <a:pt x="5399647" y="25647"/>
                  </a:lnTo>
                  <a:lnTo>
                    <a:pt x="5472616" y="20623"/>
                  </a:lnTo>
                  <a:lnTo>
                    <a:pt x="5545584" y="15543"/>
                  </a:lnTo>
                  <a:lnTo>
                    <a:pt x="5618552" y="10411"/>
                  </a:lnTo>
                  <a:lnTo>
                    <a:pt x="5691520" y="5229"/>
                  </a:lnTo>
                  <a:lnTo>
                    <a:pt x="57644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26402"/>
              <a:ext cx="5764489" cy="242558"/>
            </a:xfrm>
            <a:custGeom>
              <a:avLst/>
              <a:pathLst>
                <a:path w="5764489" h="242558">
                  <a:moveTo>
                    <a:pt x="5764489" y="5474"/>
                  </a:moveTo>
                  <a:lnTo>
                    <a:pt x="5691520" y="4703"/>
                  </a:lnTo>
                  <a:lnTo>
                    <a:pt x="5618552" y="3980"/>
                  </a:lnTo>
                  <a:lnTo>
                    <a:pt x="5545584" y="3306"/>
                  </a:lnTo>
                  <a:lnTo>
                    <a:pt x="5472616" y="2685"/>
                  </a:lnTo>
                  <a:lnTo>
                    <a:pt x="5399647" y="2120"/>
                  </a:lnTo>
                  <a:lnTo>
                    <a:pt x="5326679" y="1613"/>
                  </a:lnTo>
                  <a:lnTo>
                    <a:pt x="5253711" y="1168"/>
                  </a:lnTo>
                  <a:lnTo>
                    <a:pt x="5180743" y="788"/>
                  </a:lnTo>
                  <a:lnTo>
                    <a:pt x="5107775" y="478"/>
                  </a:lnTo>
                  <a:lnTo>
                    <a:pt x="5034806" y="240"/>
                  </a:lnTo>
                  <a:lnTo>
                    <a:pt x="4961838" y="79"/>
                  </a:lnTo>
                  <a:lnTo>
                    <a:pt x="4888870" y="0"/>
                  </a:lnTo>
                  <a:lnTo>
                    <a:pt x="4815902" y="5"/>
                  </a:lnTo>
                  <a:lnTo>
                    <a:pt x="4742934" y="100"/>
                  </a:lnTo>
                  <a:lnTo>
                    <a:pt x="4669965" y="289"/>
                  </a:lnTo>
                  <a:lnTo>
                    <a:pt x="4596997" y="577"/>
                  </a:lnTo>
                  <a:lnTo>
                    <a:pt x="4524029" y="968"/>
                  </a:lnTo>
                  <a:lnTo>
                    <a:pt x="4451061" y="1468"/>
                  </a:lnTo>
                  <a:lnTo>
                    <a:pt x="4378092" y="2080"/>
                  </a:lnTo>
                  <a:lnTo>
                    <a:pt x="4305124" y="2809"/>
                  </a:lnTo>
                  <a:lnTo>
                    <a:pt x="4232156" y="3660"/>
                  </a:lnTo>
                  <a:lnTo>
                    <a:pt x="4159188" y="4638"/>
                  </a:lnTo>
                  <a:lnTo>
                    <a:pt x="4086220" y="5746"/>
                  </a:lnTo>
                  <a:lnTo>
                    <a:pt x="4013251" y="6988"/>
                  </a:lnTo>
                  <a:lnTo>
                    <a:pt x="3940283" y="8367"/>
                  </a:lnTo>
                  <a:lnTo>
                    <a:pt x="3867315" y="9888"/>
                  </a:lnTo>
                  <a:lnTo>
                    <a:pt x="3794347" y="11552"/>
                  </a:lnTo>
                  <a:lnTo>
                    <a:pt x="3721379" y="13361"/>
                  </a:lnTo>
                  <a:lnTo>
                    <a:pt x="3648410" y="15319"/>
                  </a:lnTo>
                  <a:lnTo>
                    <a:pt x="3575442" y="17424"/>
                  </a:lnTo>
                  <a:lnTo>
                    <a:pt x="3502474" y="19678"/>
                  </a:lnTo>
                  <a:lnTo>
                    <a:pt x="3429506" y="22081"/>
                  </a:lnTo>
                  <a:lnTo>
                    <a:pt x="3356537" y="24633"/>
                  </a:lnTo>
                  <a:lnTo>
                    <a:pt x="3283569" y="27331"/>
                  </a:lnTo>
                  <a:lnTo>
                    <a:pt x="3210601" y="30174"/>
                  </a:lnTo>
                  <a:lnTo>
                    <a:pt x="3137633" y="33160"/>
                  </a:lnTo>
                  <a:lnTo>
                    <a:pt x="3064665" y="36285"/>
                  </a:lnTo>
                  <a:lnTo>
                    <a:pt x="2991696" y="39548"/>
                  </a:lnTo>
                  <a:lnTo>
                    <a:pt x="2918728" y="42943"/>
                  </a:lnTo>
                  <a:lnTo>
                    <a:pt x="2845760" y="46467"/>
                  </a:lnTo>
                  <a:lnTo>
                    <a:pt x="2772792" y="50116"/>
                  </a:lnTo>
                  <a:lnTo>
                    <a:pt x="2699823" y="53885"/>
                  </a:lnTo>
                  <a:lnTo>
                    <a:pt x="2626855" y="57770"/>
                  </a:lnTo>
                  <a:lnTo>
                    <a:pt x="2553887" y="61766"/>
                  </a:lnTo>
                  <a:lnTo>
                    <a:pt x="2480919" y="65869"/>
                  </a:lnTo>
                  <a:lnTo>
                    <a:pt x="2407951" y="70073"/>
                  </a:lnTo>
                  <a:lnTo>
                    <a:pt x="2334982" y="74375"/>
                  </a:lnTo>
                  <a:lnTo>
                    <a:pt x="2262014" y="78769"/>
                  </a:lnTo>
                  <a:lnTo>
                    <a:pt x="2189046" y="83251"/>
                  </a:lnTo>
                  <a:lnTo>
                    <a:pt x="2116078" y="87817"/>
                  </a:lnTo>
                  <a:lnTo>
                    <a:pt x="2043110" y="92463"/>
                  </a:lnTo>
                  <a:lnTo>
                    <a:pt x="1970141" y="97184"/>
                  </a:lnTo>
                  <a:lnTo>
                    <a:pt x="1897173" y="101977"/>
                  </a:lnTo>
                  <a:lnTo>
                    <a:pt x="1824205" y="106838"/>
                  </a:lnTo>
                  <a:lnTo>
                    <a:pt x="1751237" y="111762"/>
                  </a:lnTo>
                  <a:lnTo>
                    <a:pt x="1678268" y="116748"/>
                  </a:lnTo>
                  <a:lnTo>
                    <a:pt x="1605300" y="121791"/>
                  </a:lnTo>
                  <a:lnTo>
                    <a:pt x="1532332" y="126889"/>
                  </a:lnTo>
                  <a:lnTo>
                    <a:pt x="1459364" y="132038"/>
                  </a:lnTo>
                  <a:lnTo>
                    <a:pt x="1386396" y="137237"/>
                  </a:lnTo>
                  <a:lnTo>
                    <a:pt x="1313427" y="142481"/>
                  </a:lnTo>
                  <a:lnTo>
                    <a:pt x="1240459" y="147769"/>
                  </a:lnTo>
                  <a:lnTo>
                    <a:pt x="1167491" y="153099"/>
                  </a:lnTo>
                  <a:lnTo>
                    <a:pt x="1094523" y="158468"/>
                  </a:lnTo>
                  <a:lnTo>
                    <a:pt x="1021555" y="163874"/>
                  </a:lnTo>
                  <a:lnTo>
                    <a:pt x="948586" y="169315"/>
                  </a:lnTo>
                  <a:lnTo>
                    <a:pt x="875618" y="174790"/>
                  </a:lnTo>
                  <a:lnTo>
                    <a:pt x="802650" y="180296"/>
                  </a:lnTo>
                  <a:lnTo>
                    <a:pt x="729682" y="185833"/>
                  </a:lnTo>
                  <a:lnTo>
                    <a:pt x="656713" y="191398"/>
                  </a:lnTo>
                  <a:lnTo>
                    <a:pt x="583745" y="196990"/>
                  </a:lnTo>
                  <a:lnTo>
                    <a:pt x="510777" y="202608"/>
                  </a:lnTo>
                  <a:lnTo>
                    <a:pt x="437809" y="208251"/>
                  </a:lnTo>
                  <a:lnTo>
                    <a:pt x="364841" y="213916"/>
                  </a:lnTo>
                  <a:lnTo>
                    <a:pt x="291872" y="219604"/>
                  </a:lnTo>
                  <a:lnTo>
                    <a:pt x="218904" y="225313"/>
                  </a:lnTo>
                  <a:lnTo>
                    <a:pt x="145936" y="231043"/>
                  </a:lnTo>
                  <a:lnTo>
                    <a:pt x="72968" y="236791"/>
                  </a:lnTo>
                  <a:lnTo>
                    <a:pt x="0" y="242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4966015"/>
              <a:ext cx="5764489" cy="176115"/>
            </a:xfrm>
            <a:custGeom>
              <a:avLst/>
              <a:pathLst>
                <a:path w="5764489" h="176115">
                  <a:moveTo>
                    <a:pt x="0" y="176115"/>
                  </a:moveTo>
                  <a:lnTo>
                    <a:pt x="72968" y="173886"/>
                  </a:lnTo>
                  <a:lnTo>
                    <a:pt x="145936" y="171657"/>
                  </a:lnTo>
                  <a:lnTo>
                    <a:pt x="218904" y="169427"/>
                  </a:lnTo>
                  <a:lnTo>
                    <a:pt x="291872" y="167198"/>
                  </a:lnTo>
                  <a:lnTo>
                    <a:pt x="364841" y="164969"/>
                  </a:lnTo>
                  <a:lnTo>
                    <a:pt x="437809" y="162739"/>
                  </a:lnTo>
                  <a:lnTo>
                    <a:pt x="510777" y="160510"/>
                  </a:lnTo>
                  <a:lnTo>
                    <a:pt x="583745" y="158281"/>
                  </a:lnTo>
                  <a:lnTo>
                    <a:pt x="656713" y="156052"/>
                  </a:lnTo>
                  <a:lnTo>
                    <a:pt x="729682" y="153822"/>
                  </a:lnTo>
                  <a:lnTo>
                    <a:pt x="802650" y="151593"/>
                  </a:lnTo>
                  <a:lnTo>
                    <a:pt x="875618" y="149364"/>
                  </a:lnTo>
                  <a:lnTo>
                    <a:pt x="948586" y="147134"/>
                  </a:lnTo>
                  <a:lnTo>
                    <a:pt x="1021555" y="144905"/>
                  </a:lnTo>
                  <a:lnTo>
                    <a:pt x="1094523" y="142676"/>
                  </a:lnTo>
                  <a:lnTo>
                    <a:pt x="1167491" y="140446"/>
                  </a:lnTo>
                  <a:lnTo>
                    <a:pt x="1240459" y="138217"/>
                  </a:lnTo>
                  <a:lnTo>
                    <a:pt x="1313427" y="135988"/>
                  </a:lnTo>
                  <a:lnTo>
                    <a:pt x="1386396" y="133758"/>
                  </a:lnTo>
                  <a:lnTo>
                    <a:pt x="1459364" y="131529"/>
                  </a:lnTo>
                  <a:lnTo>
                    <a:pt x="1532332" y="129300"/>
                  </a:lnTo>
                  <a:lnTo>
                    <a:pt x="1605300" y="127070"/>
                  </a:lnTo>
                  <a:lnTo>
                    <a:pt x="1678268" y="124841"/>
                  </a:lnTo>
                  <a:lnTo>
                    <a:pt x="1751237" y="122612"/>
                  </a:lnTo>
                  <a:lnTo>
                    <a:pt x="1824205" y="120382"/>
                  </a:lnTo>
                  <a:lnTo>
                    <a:pt x="1897173" y="118153"/>
                  </a:lnTo>
                  <a:lnTo>
                    <a:pt x="1970141" y="115924"/>
                  </a:lnTo>
                  <a:lnTo>
                    <a:pt x="2043110" y="113695"/>
                  </a:lnTo>
                  <a:lnTo>
                    <a:pt x="2116078" y="111465"/>
                  </a:lnTo>
                  <a:lnTo>
                    <a:pt x="2189046" y="109236"/>
                  </a:lnTo>
                  <a:lnTo>
                    <a:pt x="2262014" y="107007"/>
                  </a:lnTo>
                  <a:lnTo>
                    <a:pt x="2334982" y="104777"/>
                  </a:lnTo>
                  <a:lnTo>
                    <a:pt x="2407951" y="102548"/>
                  </a:lnTo>
                  <a:lnTo>
                    <a:pt x="2480919" y="100319"/>
                  </a:lnTo>
                  <a:lnTo>
                    <a:pt x="2553887" y="98089"/>
                  </a:lnTo>
                  <a:lnTo>
                    <a:pt x="2626855" y="95860"/>
                  </a:lnTo>
                  <a:lnTo>
                    <a:pt x="2699823" y="93631"/>
                  </a:lnTo>
                  <a:lnTo>
                    <a:pt x="2772792" y="91401"/>
                  </a:lnTo>
                  <a:lnTo>
                    <a:pt x="2845760" y="89172"/>
                  </a:lnTo>
                  <a:lnTo>
                    <a:pt x="2918728" y="86943"/>
                  </a:lnTo>
                  <a:lnTo>
                    <a:pt x="2991696" y="84713"/>
                  </a:lnTo>
                  <a:lnTo>
                    <a:pt x="3064665" y="82484"/>
                  </a:lnTo>
                  <a:lnTo>
                    <a:pt x="3137633" y="80255"/>
                  </a:lnTo>
                  <a:lnTo>
                    <a:pt x="3210601" y="78026"/>
                  </a:lnTo>
                  <a:lnTo>
                    <a:pt x="3283569" y="75796"/>
                  </a:lnTo>
                  <a:lnTo>
                    <a:pt x="3356537" y="73567"/>
                  </a:lnTo>
                  <a:lnTo>
                    <a:pt x="3429506" y="71338"/>
                  </a:lnTo>
                  <a:lnTo>
                    <a:pt x="3502474" y="69108"/>
                  </a:lnTo>
                  <a:lnTo>
                    <a:pt x="3575442" y="66879"/>
                  </a:lnTo>
                  <a:lnTo>
                    <a:pt x="3648410" y="64650"/>
                  </a:lnTo>
                  <a:lnTo>
                    <a:pt x="3721379" y="62420"/>
                  </a:lnTo>
                  <a:lnTo>
                    <a:pt x="3794347" y="60191"/>
                  </a:lnTo>
                  <a:lnTo>
                    <a:pt x="3867315" y="57962"/>
                  </a:lnTo>
                  <a:lnTo>
                    <a:pt x="3940283" y="55732"/>
                  </a:lnTo>
                  <a:lnTo>
                    <a:pt x="4013251" y="53503"/>
                  </a:lnTo>
                  <a:lnTo>
                    <a:pt x="4086220" y="51274"/>
                  </a:lnTo>
                  <a:lnTo>
                    <a:pt x="4159188" y="49044"/>
                  </a:lnTo>
                  <a:lnTo>
                    <a:pt x="4232156" y="46815"/>
                  </a:lnTo>
                  <a:lnTo>
                    <a:pt x="4305124" y="44586"/>
                  </a:lnTo>
                  <a:lnTo>
                    <a:pt x="4378092" y="42356"/>
                  </a:lnTo>
                  <a:lnTo>
                    <a:pt x="4451061" y="40127"/>
                  </a:lnTo>
                  <a:lnTo>
                    <a:pt x="4524029" y="37898"/>
                  </a:lnTo>
                  <a:lnTo>
                    <a:pt x="4596997" y="35669"/>
                  </a:lnTo>
                  <a:lnTo>
                    <a:pt x="4669965" y="33439"/>
                  </a:lnTo>
                  <a:lnTo>
                    <a:pt x="4742934" y="31210"/>
                  </a:lnTo>
                  <a:lnTo>
                    <a:pt x="4815902" y="28981"/>
                  </a:lnTo>
                  <a:lnTo>
                    <a:pt x="4888870" y="26751"/>
                  </a:lnTo>
                  <a:lnTo>
                    <a:pt x="4961838" y="24522"/>
                  </a:lnTo>
                  <a:lnTo>
                    <a:pt x="5034806" y="22293"/>
                  </a:lnTo>
                  <a:lnTo>
                    <a:pt x="5107775" y="20063"/>
                  </a:lnTo>
                  <a:lnTo>
                    <a:pt x="5180743" y="17834"/>
                  </a:lnTo>
                  <a:lnTo>
                    <a:pt x="5253711" y="15605"/>
                  </a:lnTo>
                  <a:lnTo>
                    <a:pt x="5326679" y="13375"/>
                  </a:lnTo>
                  <a:lnTo>
                    <a:pt x="5399647" y="11146"/>
                  </a:lnTo>
                  <a:lnTo>
                    <a:pt x="5472616" y="8917"/>
                  </a:lnTo>
                  <a:lnTo>
                    <a:pt x="5545584" y="6687"/>
                  </a:lnTo>
                  <a:lnTo>
                    <a:pt x="5618552" y="4458"/>
                  </a:lnTo>
                  <a:lnTo>
                    <a:pt x="5691520" y="2229"/>
                  </a:lnTo>
                  <a:lnTo>
                    <a:pt x="5764489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364124" y="4440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4124" y="45830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64124" y="4506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06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688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494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354996" y="4577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354996" y="4624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354996" y="45348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809766" y="49041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809766" y="48452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809766" y="48149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761206" y="41218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761206" y="4355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761206" y="42574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88146" y="45990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88146" y="47079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88146" y="4543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22390" y="51672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122390" y="51379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22390" y="52292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3708" y="4858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3708" y="46204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3708" y="47685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480931"/>
              <a:ext cx="5764489" cy="591621"/>
            </a:xfrm>
            <a:custGeom>
              <a:avLst/>
              <a:pathLst>
                <a:path w="5764489" h="591621">
                  <a:moveTo>
                    <a:pt x="0" y="120016"/>
                  </a:moveTo>
                  <a:lnTo>
                    <a:pt x="72968" y="121372"/>
                  </a:lnTo>
                  <a:lnTo>
                    <a:pt x="145936" y="122709"/>
                  </a:lnTo>
                  <a:lnTo>
                    <a:pt x="218904" y="124025"/>
                  </a:lnTo>
                  <a:lnTo>
                    <a:pt x="291872" y="125321"/>
                  </a:lnTo>
                  <a:lnTo>
                    <a:pt x="364841" y="126595"/>
                  </a:lnTo>
                  <a:lnTo>
                    <a:pt x="437809" y="127846"/>
                  </a:lnTo>
                  <a:lnTo>
                    <a:pt x="510777" y="129073"/>
                  </a:lnTo>
                  <a:lnTo>
                    <a:pt x="583745" y="130274"/>
                  </a:lnTo>
                  <a:lnTo>
                    <a:pt x="656713" y="131449"/>
                  </a:lnTo>
                  <a:lnTo>
                    <a:pt x="729682" y="132595"/>
                  </a:lnTo>
                  <a:lnTo>
                    <a:pt x="802650" y="133712"/>
                  </a:lnTo>
                  <a:lnTo>
                    <a:pt x="875618" y="134797"/>
                  </a:lnTo>
                  <a:lnTo>
                    <a:pt x="948586" y="135849"/>
                  </a:lnTo>
                  <a:lnTo>
                    <a:pt x="1021555" y="136867"/>
                  </a:lnTo>
                  <a:lnTo>
                    <a:pt x="1094523" y="137848"/>
                  </a:lnTo>
                  <a:lnTo>
                    <a:pt x="1167491" y="138790"/>
                  </a:lnTo>
                  <a:lnTo>
                    <a:pt x="1240459" y="139692"/>
                  </a:lnTo>
                  <a:lnTo>
                    <a:pt x="1313427" y="140550"/>
                  </a:lnTo>
                  <a:lnTo>
                    <a:pt x="1386396" y="141363"/>
                  </a:lnTo>
                  <a:lnTo>
                    <a:pt x="1459364" y="142128"/>
                  </a:lnTo>
                  <a:lnTo>
                    <a:pt x="1532332" y="142842"/>
                  </a:lnTo>
                  <a:lnTo>
                    <a:pt x="1605300" y="143502"/>
                  </a:lnTo>
                  <a:lnTo>
                    <a:pt x="1678268" y="144106"/>
                  </a:lnTo>
                  <a:lnTo>
                    <a:pt x="1751237" y="144650"/>
                  </a:lnTo>
                  <a:lnTo>
                    <a:pt x="1824205" y="145131"/>
                  </a:lnTo>
                  <a:lnTo>
                    <a:pt x="1897173" y="145544"/>
                  </a:lnTo>
                  <a:lnTo>
                    <a:pt x="1970141" y="145888"/>
                  </a:lnTo>
                  <a:lnTo>
                    <a:pt x="2043110" y="146157"/>
                  </a:lnTo>
                  <a:lnTo>
                    <a:pt x="2116078" y="146347"/>
                  </a:lnTo>
                  <a:lnTo>
                    <a:pt x="2189046" y="146455"/>
                  </a:lnTo>
                  <a:lnTo>
                    <a:pt x="2262014" y="146476"/>
                  </a:lnTo>
                  <a:lnTo>
                    <a:pt x="2334982" y="146405"/>
                  </a:lnTo>
                  <a:lnTo>
                    <a:pt x="2407951" y="146238"/>
                  </a:lnTo>
                  <a:lnTo>
                    <a:pt x="2480919" y="145970"/>
                  </a:lnTo>
                  <a:lnTo>
                    <a:pt x="2553887" y="145596"/>
                  </a:lnTo>
                  <a:lnTo>
                    <a:pt x="2626855" y="145111"/>
                  </a:lnTo>
                  <a:lnTo>
                    <a:pt x="2699823" y="144510"/>
                  </a:lnTo>
                  <a:lnTo>
                    <a:pt x="2772792" y="143790"/>
                  </a:lnTo>
                  <a:lnTo>
                    <a:pt x="2845760" y="142944"/>
                  </a:lnTo>
                  <a:lnTo>
                    <a:pt x="2918728" y="141968"/>
                  </a:lnTo>
                  <a:lnTo>
                    <a:pt x="2991696" y="140859"/>
                  </a:lnTo>
                  <a:lnTo>
                    <a:pt x="3064665" y="139611"/>
                  </a:lnTo>
                  <a:lnTo>
                    <a:pt x="3137633" y="138221"/>
                  </a:lnTo>
                  <a:lnTo>
                    <a:pt x="3210601" y="136686"/>
                  </a:lnTo>
                  <a:lnTo>
                    <a:pt x="3283569" y="135003"/>
                  </a:lnTo>
                  <a:lnTo>
                    <a:pt x="3356537" y="133169"/>
                  </a:lnTo>
                  <a:lnTo>
                    <a:pt x="3429506" y="131182"/>
                  </a:lnTo>
                  <a:lnTo>
                    <a:pt x="3502474" y="129041"/>
                  </a:lnTo>
                  <a:lnTo>
                    <a:pt x="3575442" y="126746"/>
                  </a:lnTo>
                  <a:lnTo>
                    <a:pt x="3648410" y="124296"/>
                  </a:lnTo>
                  <a:lnTo>
                    <a:pt x="3721379" y="121691"/>
                  </a:lnTo>
                  <a:lnTo>
                    <a:pt x="3794347" y="118933"/>
                  </a:lnTo>
                  <a:lnTo>
                    <a:pt x="3867315" y="116024"/>
                  </a:lnTo>
                  <a:lnTo>
                    <a:pt x="3940283" y="112966"/>
                  </a:lnTo>
                  <a:lnTo>
                    <a:pt x="4013251" y="109761"/>
                  </a:lnTo>
                  <a:lnTo>
                    <a:pt x="4086220" y="106413"/>
                  </a:lnTo>
                  <a:lnTo>
                    <a:pt x="4159188" y="102926"/>
                  </a:lnTo>
                  <a:lnTo>
                    <a:pt x="4232156" y="99303"/>
                  </a:lnTo>
                  <a:lnTo>
                    <a:pt x="4305124" y="95549"/>
                  </a:lnTo>
                  <a:lnTo>
                    <a:pt x="4378092" y="91669"/>
                  </a:lnTo>
                  <a:lnTo>
                    <a:pt x="4451061" y="87666"/>
                  </a:lnTo>
                  <a:lnTo>
                    <a:pt x="4524029" y="83546"/>
                  </a:lnTo>
                  <a:lnTo>
                    <a:pt x="4596997" y="79314"/>
                  </a:lnTo>
                  <a:lnTo>
                    <a:pt x="4669965" y="74974"/>
                  </a:lnTo>
                  <a:lnTo>
                    <a:pt x="4742934" y="70532"/>
                  </a:lnTo>
                  <a:lnTo>
                    <a:pt x="4815902" y="65992"/>
                  </a:lnTo>
                  <a:lnTo>
                    <a:pt x="4888870" y="61358"/>
                  </a:lnTo>
                  <a:lnTo>
                    <a:pt x="4961838" y="56636"/>
                  </a:lnTo>
                  <a:lnTo>
                    <a:pt x="5034806" y="51830"/>
                  </a:lnTo>
                  <a:lnTo>
                    <a:pt x="5107775" y="46944"/>
                  </a:lnTo>
                  <a:lnTo>
                    <a:pt x="5180743" y="41982"/>
                  </a:lnTo>
                  <a:lnTo>
                    <a:pt x="5253711" y="36949"/>
                  </a:lnTo>
                  <a:lnTo>
                    <a:pt x="5326679" y="31847"/>
                  </a:lnTo>
                  <a:lnTo>
                    <a:pt x="5399647" y="26681"/>
                  </a:lnTo>
                  <a:lnTo>
                    <a:pt x="5472616" y="21454"/>
                  </a:lnTo>
                  <a:lnTo>
                    <a:pt x="5545584" y="16170"/>
                  </a:lnTo>
                  <a:lnTo>
                    <a:pt x="5618552" y="10830"/>
                  </a:lnTo>
                  <a:lnTo>
                    <a:pt x="5691520" y="5439"/>
                  </a:lnTo>
                  <a:lnTo>
                    <a:pt x="5764489" y="0"/>
                  </a:lnTo>
                  <a:lnTo>
                    <a:pt x="5764489" y="344845"/>
                  </a:lnTo>
                  <a:lnTo>
                    <a:pt x="5691520" y="344048"/>
                  </a:lnTo>
                  <a:lnTo>
                    <a:pt x="5618552" y="343300"/>
                  </a:lnTo>
                  <a:lnTo>
                    <a:pt x="5545584" y="342604"/>
                  </a:lnTo>
                  <a:lnTo>
                    <a:pt x="5472616" y="341962"/>
                  </a:lnTo>
                  <a:lnTo>
                    <a:pt x="5399647" y="341378"/>
                  </a:lnTo>
                  <a:lnTo>
                    <a:pt x="5326679" y="340855"/>
                  </a:lnTo>
                  <a:lnTo>
                    <a:pt x="5253711" y="340397"/>
                  </a:lnTo>
                  <a:lnTo>
                    <a:pt x="5180743" y="340006"/>
                  </a:lnTo>
                  <a:lnTo>
                    <a:pt x="5107775" y="339687"/>
                  </a:lnTo>
                  <a:lnTo>
                    <a:pt x="5034806" y="339444"/>
                  </a:lnTo>
                  <a:lnTo>
                    <a:pt x="4961838" y="339281"/>
                  </a:lnTo>
                  <a:lnTo>
                    <a:pt x="4888870" y="339202"/>
                  </a:lnTo>
                  <a:lnTo>
                    <a:pt x="4815902" y="339212"/>
                  </a:lnTo>
                  <a:lnTo>
                    <a:pt x="4742934" y="339314"/>
                  </a:lnTo>
                  <a:lnTo>
                    <a:pt x="4669965" y="339515"/>
                  </a:lnTo>
                  <a:lnTo>
                    <a:pt x="4596997" y="339818"/>
                  </a:lnTo>
                  <a:lnTo>
                    <a:pt x="4524029" y="340229"/>
                  </a:lnTo>
                  <a:lnTo>
                    <a:pt x="4451061" y="340752"/>
                  </a:lnTo>
                  <a:lnTo>
                    <a:pt x="4378092" y="341392"/>
                  </a:lnTo>
                  <a:lnTo>
                    <a:pt x="4305124" y="342154"/>
                  </a:lnTo>
                  <a:lnTo>
                    <a:pt x="4232156" y="343043"/>
                  </a:lnTo>
                  <a:lnTo>
                    <a:pt x="4159188" y="344064"/>
                  </a:lnTo>
                  <a:lnTo>
                    <a:pt x="4086220" y="345219"/>
                  </a:lnTo>
                  <a:lnTo>
                    <a:pt x="4013251" y="346514"/>
                  </a:lnTo>
                  <a:lnTo>
                    <a:pt x="3940283" y="347952"/>
                  </a:lnTo>
                  <a:lnTo>
                    <a:pt x="3867315" y="349537"/>
                  </a:lnTo>
                  <a:lnTo>
                    <a:pt x="3794347" y="351271"/>
                  </a:lnTo>
                  <a:lnTo>
                    <a:pt x="3721379" y="353156"/>
                  </a:lnTo>
                  <a:lnTo>
                    <a:pt x="3648410" y="355195"/>
                  </a:lnTo>
                  <a:lnTo>
                    <a:pt x="3575442" y="357387"/>
                  </a:lnTo>
                  <a:lnTo>
                    <a:pt x="3502474" y="359735"/>
                  </a:lnTo>
                  <a:lnTo>
                    <a:pt x="3429506" y="362237"/>
                  </a:lnTo>
                  <a:lnTo>
                    <a:pt x="3356537" y="364893"/>
                  </a:lnTo>
                  <a:lnTo>
                    <a:pt x="3283569" y="367702"/>
                  </a:lnTo>
                  <a:lnTo>
                    <a:pt x="3210601" y="370662"/>
                  </a:lnTo>
                  <a:lnTo>
                    <a:pt x="3137633" y="373769"/>
                  </a:lnTo>
                  <a:lnTo>
                    <a:pt x="3064665" y="377023"/>
                  </a:lnTo>
                  <a:lnTo>
                    <a:pt x="2991696" y="380418"/>
                  </a:lnTo>
                  <a:lnTo>
                    <a:pt x="2918728" y="383951"/>
                  </a:lnTo>
                  <a:lnTo>
                    <a:pt x="2845760" y="387619"/>
                  </a:lnTo>
                  <a:lnTo>
                    <a:pt x="2772792" y="391416"/>
                  </a:lnTo>
                  <a:lnTo>
                    <a:pt x="2699823" y="395338"/>
                  </a:lnTo>
                  <a:lnTo>
                    <a:pt x="2626855" y="399381"/>
                  </a:lnTo>
                  <a:lnTo>
                    <a:pt x="2553887" y="403539"/>
                  </a:lnTo>
                  <a:lnTo>
                    <a:pt x="2480919" y="407808"/>
                  </a:lnTo>
                  <a:lnTo>
                    <a:pt x="2407951" y="412182"/>
                  </a:lnTo>
                  <a:lnTo>
                    <a:pt x="2334982" y="416658"/>
                  </a:lnTo>
                  <a:lnTo>
                    <a:pt x="2262014" y="421230"/>
                  </a:lnTo>
                  <a:lnTo>
                    <a:pt x="2189046" y="425894"/>
                  </a:lnTo>
                  <a:lnTo>
                    <a:pt x="2116078" y="430645"/>
                  </a:lnTo>
                  <a:lnTo>
                    <a:pt x="2043110" y="435478"/>
                  </a:lnTo>
                  <a:lnTo>
                    <a:pt x="1970141" y="440390"/>
                  </a:lnTo>
                  <a:lnTo>
                    <a:pt x="1897173" y="445376"/>
                  </a:lnTo>
                  <a:lnTo>
                    <a:pt x="1824205" y="450433"/>
                  </a:lnTo>
                  <a:lnTo>
                    <a:pt x="1751237" y="455557"/>
                  </a:lnTo>
                  <a:lnTo>
                    <a:pt x="1678268" y="460744"/>
                  </a:lnTo>
                  <a:lnTo>
                    <a:pt x="1605300" y="465990"/>
                  </a:lnTo>
                  <a:lnTo>
                    <a:pt x="1532332" y="471294"/>
                  </a:lnTo>
                  <a:lnTo>
                    <a:pt x="1459364" y="476651"/>
                  </a:lnTo>
                  <a:lnTo>
                    <a:pt x="1386396" y="482058"/>
                  </a:lnTo>
                  <a:lnTo>
                    <a:pt x="1313427" y="487514"/>
                  </a:lnTo>
                  <a:lnTo>
                    <a:pt x="1240459" y="493016"/>
                  </a:lnTo>
                  <a:lnTo>
                    <a:pt x="1167491" y="498560"/>
                  </a:lnTo>
                  <a:lnTo>
                    <a:pt x="1094523" y="504145"/>
                  </a:lnTo>
                  <a:lnTo>
                    <a:pt x="1021555" y="509769"/>
                  </a:lnTo>
                  <a:lnTo>
                    <a:pt x="948586" y="515430"/>
                  </a:lnTo>
                  <a:lnTo>
                    <a:pt x="875618" y="521125"/>
                  </a:lnTo>
                  <a:lnTo>
                    <a:pt x="802650" y="526853"/>
                  </a:lnTo>
                  <a:lnTo>
                    <a:pt x="729682" y="532613"/>
                  </a:lnTo>
                  <a:lnTo>
                    <a:pt x="656713" y="538402"/>
                  </a:lnTo>
                  <a:lnTo>
                    <a:pt x="583745" y="544219"/>
                  </a:lnTo>
                  <a:lnTo>
                    <a:pt x="510777" y="550064"/>
                  </a:lnTo>
                  <a:lnTo>
                    <a:pt x="437809" y="555933"/>
                  </a:lnTo>
                  <a:lnTo>
                    <a:pt x="364841" y="561827"/>
                  </a:lnTo>
                  <a:lnTo>
                    <a:pt x="291872" y="567744"/>
                  </a:lnTo>
                  <a:lnTo>
                    <a:pt x="218904" y="573683"/>
                  </a:lnTo>
                  <a:lnTo>
                    <a:pt x="145936" y="579643"/>
                  </a:lnTo>
                  <a:lnTo>
                    <a:pt x="72968" y="585623"/>
                  </a:lnTo>
                  <a:lnTo>
                    <a:pt x="0" y="591621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480931"/>
              <a:ext cx="5764489" cy="146476"/>
            </a:xfrm>
            <a:custGeom>
              <a:avLst/>
              <a:pathLst>
                <a:path w="5764489" h="146476">
                  <a:moveTo>
                    <a:pt x="0" y="120016"/>
                  </a:moveTo>
                  <a:lnTo>
                    <a:pt x="72968" y="121372"/>
                  </a:lnTo>
                  <a:lnTo>
                    <a:pt x="145936" y="122709"/>
                  </a:lnTo>
                  <a:lnTo>
                    <a:pt x="218904" y="124025"/>
                  </a:lnTo>
                  <a:lnTo>
                    <a:pt x="291872" y="125321"/>
                  </a:lnTo>
                  <a:lnTo>
                    <a:pt x="364841" y="126595"/>
                  </a:lnTo>
                  <a:lnTo>
                    <a:pt x="437809" y="127846"/>
                  </a:lnTo>
                  <a:lnTo>
                    <a:pt x="510777" y="129073"/>
                  </a:lnTo>
                  <a:lnTo>
                    <a:pt x="583745" y="130274"/>
                  </a:lnTo>
                  <a:lnTo>
                    <a:pt x="656713" y="131449"/>
                  </a:lnTo>
                  <a:lnTo>
                    <a:pt x="729682" y="132595"/>
                  </a:lnTo>
                  <a:lnTo>
                    <a:pt x="802650" y="133712"/>
                  </a:lnTo>
                  <a:lnTo>
                    <a:pt x="875618" y="134797"/>
                  </a:lnTo>
                  <a:lnTo>
                    <a:pt x="948586" y="135849"/>
                  </a:lnTo>
                  <a:lnTo>
                    <a:pt x="1021555" y="136867"/>
                  </a:lnTo>
                  <a:lnTo>
                    <a:pt x="1094523" y="137848"/>
                  </a:lnTo>
                  <a:lnTo>
                    <a:pt x="1167491" y="138790"/>
                  </a:lnTo>
                  <a:lnTo>
                    <a:pt x="1240459" y="139692"/>
                  </a:lnTo>
                  <a:lnTo>
                    <a:pt x="1313427" y="140550"/>
                  </a:lnTo>
                  <a:lnTo>
                    <a:pt x="1386396" y="141363"/>
                  </a:lnTo>
                  <a:lnTo>
                    <a:pt x="1459364" y="142128"/>
                  </a:lnTo>
                  <a:lnTo>
                    <a:pt x="1532332" y="142842"/>
                  </a:lnTo>
                  <a:lnTo>
                    <a:pt x="1605300" y="143502"/>
                  </a:lnTo>
                  <a:lnTo>
                    <a:pt x="1678268" y="144106"/>
                  </a:lnTo>
                  <a:lnTo>
                    <a:pt x="1751237" y="144650"/>
                  </a:lnTo>
                  <a:lnTo>
                    <a:pt x="1824205" y="145131"/>
                  </a:lnTo>
                  <a:lnTo>
                    <a:pt x="1897173" y="145544"/>
                  </a:lnTo>
                  <a:lnTo>
                    <a:pt x="1970141" y="145888"/>
                  </a:lnTo>
                  <a:lnTo>
                    <a:pt x="2043110" y="146157"/>
                  </a:lnTo>
                  <a:lnTo>
                    <a:pt x="2116078" y="146347"/>
                  </a:lnTo>
                  <a:lnTo>
                    <a:pt x="2189046" y="146455"/>
                  </a:lnTo>
                  <a:lnTo>
                    <a:pt x="2262014" y="146476"/>
                  </a:lnTo>
                  <a:lnTo>
                    <a:pt x="2334982" y="146405"/>
                  </a:lnTo>
                  <a:lnTo>
                    <a:pt x="2407951" y="146238"/>
                  </a:lnTo>
                  <a:lnTo>
                    <a:pt x="2480919" y="145970"/>
                  </a:lnTo>
                  <a:lnTo>
                    <a:pt x="2553887" y="145596"/>
                  </a:lnTo>
                  <a:lnTo>
                    <a:pt x="2626855" y="145111"/>
                  </a:lnTo>
                  <a:lnTo>
                    <a:pt x="2699823" y="144510"/>
                  </a:lnTo>
                  <a:lnTo>
                    <a:pt x="2772792" y="143790"/>
                  </a:lnTo>
                  <a:lnTo>
                    <a:pt x="2845760" y="142944"/>
                  </a:lnTo>
                  <a:lnTo>
                    <a:pt x="2918728" y="141968"/>
                  </a:lnTo>
                  <a:lnTo>
                    <a:pt x="2991696" y="140859"/>
                  </a:lnTo>
                  <a:lnTo>
                    <a:pt x="3064665" y="139611"/>
                  </a:lnTo>
                  <a:lnTo>
                    <a:pt x="3137633" y="138221"/>
                  </a:lnTo>
                  <a:lnTo>
                    <a:pt x="3210601" y="136686"/>
                  </a:lnTo>
                  <a:lnTo>
                    <a:pt x="3283569" y="135003"/>
                  </a:lnTo>
                  <a:lnTo>
                    <a:pt x="3356537" y="133169"/>
                  </a:lnTo>
                  <a:lnTo>
                    <a:pt x="3429506" y="131182"/>
                  </a:lnTo>
                  <a:lnTo>
                    <a:pt x="3502474" y="129041"/>
                  </a:lnTo>
                  <a:lnTo>
                    <a:pt x="3575442" y="126746"/>
                  </a:lnTo>
                  <a:lnTo>
                    <a:pt x="3648410" y="124296"/>
                  </a:lnTo>
                  <a:lnTo>
                    <a:pt x="3721379" y="121691"/>
                  </a:lnTo>
                  <a:lnTo>
                    <a:pt x="3794347" y="118933"/>
                  </a:lnTo>
                  <a:lnTo>
                    <a:pt x="3867315" y="116024"/>
                  </a:lnTo>
                  <a:lnTo>
                    <a:pt x="3940283" y="112966"/>
                  </a:lnTo>
                  <a:lnTo>
                    <a:pt x="4013251" y="109761"/>
                  </a:lnTo>
                  <a:lnTo>
                    <a:pt x="4086220" y="106413"/>
                  </a:lnTo>
                  <a:lnTo>
                    <a:pt x="4159188" y="102926"/>
                  </a:lnTo>
                  <a:lnTo>
                    <a:pt x="4232156" y="99303"/>
                  </a:lnTo>
                  <a:lnTo>
                    <a:pt x="4305124" y="95549"/>
                  </a:lnTo>
                  <a:lnTo>
                    <a:pt x="4378092" y="91669"/>
                  </a:lnTo>
                  <a:lnTo>
                    <a:pt x="4451061" y="87666"/>
                  </a:lnTo>
                  <a:lnTo>
                    <a:pt x="4524029" y="83546"/>
                  </a:lnTo>
                  <a:lnTo>
                    <a:pt x="4596997" y="79314"/>
                  </a:lnTo>
                  <a:lnTo>
                    <a:pt x="4669965" y="74974"/>
                  </a:lnTo>
                  <a:lnTo>
                    <a:pt x="4742934" y="70532"/>
                  </a:lnTo>
                  <a:lnTo>
                    <a:pt x="4815902" y="65992"/>
                  </a:lnTo>
                  <a:lnTo>
                    <a:pt x="4888870" y="61358"/>
                  </a:lnTo>
                  <a:lnTo>
                    <a:pt x="4961838" y="56636"/>
                  </a:lnTo>
                  <a:lnTo>
                    <a:pt x="5034806" y="51830"/>
                  </a:lnTo>
                  <a:lnTo>
                    <a:pt x="5107775" y="46944"/>
                  </a:lnTo>
                  <a:lnTo>
                    <a:pt x="5180743" y="41982"/>
                  </a:lnTo>
                  <a:lnTo>
                    <a:pt x="5253711" y="36949"/>
                  </a:lnTo>
                  <a:lnTo>
                    <a:pt x="5326679" y="31847"/>
                  </a:lnTo>
                  <a:lnTo>
                    <a:pt x="5399647" y="26681"/>
                  </a:lnTo>
                  <a:lnTo>
                    <a:pt x="5472616" y="21454"/>
                  </a:lnTo>
                  <a:lnTo>
                    <a:pt x="5545584" y="16170"/>
                  </a:lnTo>
                  <a:lnTo>
                    <a:pt x="5618552" y="10830"/>
                  </a:lnTo>
                  <a:lnTo>
                    <a:pt x="5691520" y="5439"/>
                  </a:lnTo>
                  <a:lnTo>
                    <a:pt x="57644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20134"/>
              <a:ext cx="5764489" cy="252419"/>
            </a:xfrm>
            <a:custGeom>
              <a:avLst/>
              <a:pathLst>
                <a:path w="5764489" h="252419">
                  <a:moveTo>
                    <a:pt x="5764489" y="5643"/>
                  </a:moveTo>
                  <a:lnTo>
                    <a:pt x="5691520" y="4846"/>
                  </a:lnTo>
                  <a:lnTo>
                    <a:pt x="5618552" y="4098"/>
                  </a:lnTo>
                  <a:lnTo>
                    <a:pt x="5545584" y="3401"/>
                  </a:lnTo>
                  <a:lnTo>
                    <a:pt x="5472616" y="2760"/>
                  </a:lnTo>
                  <a:lnTo>
                    <a:pt x="5399647" y="2176"/>
                  </a:lnTo>
                  <a:lnTo>
                    <a:pt x="5326679" y="1653"/>
                  </a:lnTo>
                  <a:lnTo>
                    <a:pt x="5253711" y="1194"/>
                  </a:lnTo>
                  <a:lnTo>
                    <a:pt x="5180743" y="804"/>
                  </a:lnTo>
                  <a:lnTo>
                    <a:pt x="5107775" y="485"/>
                  </a:lnTo>
                  <a:lnTo>
                    <a:pt x="5034806" y="242"/>
                  </a:lnTo>
                  <a:lnTo>
                    <a:pt x="4961838" y="79"/>
                  </a:lnTo>
                  <a:lnTo>
                    <a:pt x="4888870" y="0"/>
                  </a:lnTo>
                  <a:lnTo>
                    <a:pt x="4815902" y="9"/>
                  </a:lnTo>
                  <a:lnTo>
                    <a:pt x="4742934" y="112"/>
                  </a:lnTo>
                  <a:lnTo>
                    <a:pt x="4669965" y="312"/>
                  </a:lnTo>
                  <a:lnTo>
                    <a:pt x="4596997" y="616"/>
                  </a:lnTo>
                  <a:lnTo>
                    <a:pt x="4524029" y="1026"/>
                  </a:lnTo>
                  <a:lnTo>
                    <a:pt x="4451061" y="1549"/>
                  </a:lnTo>
                  <a:lnTo>
                    <a:pt x="4378092" y="2190"/>
                  </a:lnTo>
                  <a:lnTo>
                    <a:pt x="4305124" y="2952"/>
                  </a:lnTo>
                  <a:lnTo>
                    <a:pt x="4232156" y="3841"/>
                  </a:lnTo>
                  <a:lnTo>
                    <a:pt x="4159188" y="4861"/>
                  </a:lnTo>
                  <a:lnTo>
                    <a:pt x="4086220" y="6017"/>
                  </a:lnTo>
                  <a:lnTo>
                    <a:pt x="4013251" y="7312"/>
                  </a:lnTo>
                  <a:lnTo>
                    <a:pt x="3940283" y="8750"/>
                  </a:lnTo>
                  <a:lnTo>
                    <a:pt x="3867315" y="10334"/>
                  </a:lnTo>
                  <a:lnTo>
                    <a:pt x="3794347" y="12068"/>
                  </a:lnTo>
                  <a:lnTo>
                    <a:pt x="3721379" y="13954"/>
                  </a:lnTo>
                  <a:lnTo>
                    <a:pt x="3648410" y="15992"/>
                  </a:lnTo>
                  <a:lnTo>
                    <a:pt x="3575442" y="18185"/>
                  </a:lnTo>
                  <a:lnTo>
                    <a:pt x="3502474" y="20532"/>
                  </a:lnTo>
                  <a:lnTo>
                    <a:pt x="3429506" y="23034"/>
                  </a:lnTo>
                  <a:lnTo>
                    <a:pt x="3356537" y="25691"/>
                  </a:lnTo>
                  <a:lnTo>
                    <a:pt x="3283569" y="28499"/>
                  </a:lnTo>
                  <a:lnTo>
                    <a:pt x="3210601" y="31459"/>
                  </a:lnTo>
                  <a:lnTo>
                    <a:pt x="3137633" y="34567"/>
                  </a:lnTo>
                  <a:lnTo>
                    <a:pt x="3064665" y="37820"/>
                  </a:lnTo>
                  <a:lnTo>
                    <a:pt x="2991696" y="41215"/>
                  </a:lnTo>
                  <a:lnTo>
                    <a:pt x="2918728" y="44749"/>
                  </a:lnTo>
                  <a:lnTo>
                    <a:pt x="2845760" y="48416"/>
                  </a:lnTo>
                  <a:lnTo>
                    <a:pt x="2772792" y="52213"/>
                  </a:lnTo>
                  <a:lnTo>
                    <a:pt x="2699823" y="56135"/>
                  </a:lnTo>
                  <a:lnTo>
                    <a:pt x="2626855" y="60178"/>
                  </a:lnTo>
                  <a:lnTo>
                    <a:pt x="2553887" y="64336"/>
                  </a:lnTo>
                  <a:lnTo>
                    <a:pt x="2480919" y="68605"/>
                  </a:lnTo>
                  <a:lnTo>
                    <a:pt x="2407951" y="72980"/>
                  </a:lnTo>
                  <a:lnTo>
                    <a:pt x="2334982" y="77456"/>
                  </a:lnTo>
                  <a:lnTo>
                    <a:pt x="2262014" y="82028"/>
                  </a:lnTo>
                  <a:lnTo>
                    <a:pt x="2189046" y="86691"/>
                  </a:lnTo>
                  <a:lnTo>
                    <a:pt x="2116078" y="91442"/>
                  </a:lnTo>
                  <a:lnTo>
                    <a:pt x="2043110" y="96276"/>
                  </a:lnTo>
                  <a:lnTo>
                    <a:pt x="1970141" y="101187"/>
                  </a:lnTo>
                  <a:lnTo>
                    <a:pt x="1897173" y="106174"/>
                  </a:lnTo>
                  <a:lnTo>
                    <a:pt x="1824205" y="111231"/>
                  </a:lnTo>
                  <a:lnTo>
                    <a:pt x="1751237" y="116354"/>
                  </a:lnTo>
                  <a:lnTo>
                    <a:pt x="1678268" y="121541"/>
                  </a:lnTo>
                  <a:lnTo>
                    <a:pt x="1605300" y="126788"/>
                  </a:lnTo>
                  <a:lnTo>
                    <a:pt x="1532332" y="132091"/>
                  </a:lnTo>
                  <a:lnTo>
                    <a:pt x="1459364" y="137448"/>
                  </a:lnTo>
                  <a:lnTo>
                    <a:pt x="1386396" y="142856"/>
                  </a:lnTo>
                  <a:lnTo>
                    <a:pt x="1313427" y="148312"/>
                  </a:lnTo>
                  <a:lnTo>
                    <a:pt x="1240459" y="153813"/>
                  </a:lnTo>
                  <a:lnTo>
                    <a:pt x="1167491" y="159357"/>
                  </a:lnTo>
                  <a:lnTo>
                    <a:pt x="1094523" y="164943"/>
                  </a:lnTo>
                  <a:lnTo>
                    <a:pt x="1021555" y="170567"/>
                  </a:lnTo>
                  <a:lnTo>
                    <a:pt x="948586" y="176227"/>
                  </a:lnTo>
                  <a:lnTo>
                    <a:pt x="875618" y="181922"/>
                  </a:lnTo>
                  <a:lnTo>
                    <a:pt x="802650" y="187651"/>
                  </a:lnTo>
                  <a:lnTo>
                    <a:pt x="729682" y="193410"/>
                  </a:lnTo>
                  <a:lnTo>
                    <a:pt x="656713" y="199199"/>
                  </a:lnTo>
                  <a:lnTo>
                    <a:pt x="583745" y="205017"/>
                  </a:lnTo>
                  <a:lnTo>
                    <a:pt x="510777" y="210861"/>
                  </a:lnTo>
                  <a:lnTo>
                    <a:pt x="437809" y="216731"/>
                  </a:lnTo>
                  <a:lnTo>
                    <a:pt x="364841" y="222625"/>
                  </a:lnTo>
                  <a:lnTo>
                    <a:pt x="291872" y="228542"/>
                  </a:lnTo>
                  <a:lnTo>
                    <a:pt x="218904" y="234480"/>
                  </a:lnTo>
                  <a:lnTo>
                    <a:pt x="145936" y="240440"/>
                  </a:lnTo>
                  <a:lnTo>
                    <a:pt x="72968" y="246420"/>
                  </a:lnTo>
                  <a:lnTo>
                    <a:pt x="0" y="252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53354"/>
              <a:ext cx="5764489" cy="183396"/>
            </a:xfrm>
            <a:custGeom>
              <a:avLst/>
              <a:pathLst>
                <a:path w="5764489" h="183396">
                  <a:moveTo>
                    <a:pt x="0" y="183396"/>
                  </a:moveTo>
                  <a:lnTo>
                    <a:pt x="72968" y="181074"/>
                  </a:lnTo>
                  <a:lnTo>
                    <a:pt x="145936" y="178753"/>
                  </a:lnTo>
                  <a:lnTo>
                    <a:pt x="218904" y="176431"/>
                  </a:lnTo>
                  <a:lnTo>
                    <a:pt x="291872" y="174110"/>
                  </a:lnTo>
                  <a:lnTo>
                    <a:pt x="364841" y="171788"/>
                  </a:lnTo>
                  <a:lnTo>
                    <a:pt x="437809" y="169467"/>
                  </a:lnTo>
                  <a:lnTo>
                    <a:pt x="510777" y="167145"/>
                  </a:lnTo>
                  <a:lnTo>
                    <a:pt x="583745" y="164824"/>
                  </a:lnTo>
                  <a:lnTo>
                    <a:pt x="656713" y="162502"/>
                  </a:lnTo>
                  <a:lnTo>
                    <a:pt x="729682" y="160181"/>
                  </a:lnTo>
                  <a:lnTo>
                    <a:pt x="802650" y="157859"/>
                  </a:lnTo>
                  <a:lnTo>
                    <a:pt x="875618" y="155538"/>
                  </a:lnTo>
                  <a:lnTo>
                    <a:pt x="948586" y="153217"/>
                  </a:lnTo>
                  <a:lnTo>
                    <a:pt x="1021555" y="150895"/>
                  </a:lnTo>
                  <a:lnTo>
                    <a:pt x="1094523" y="148574"/>
                  </a:lnTo>
                  <a:lnTo>
                    <a:pt x="1167491" y="146252"/>
                  </a:lnTo>
                  <a:lnTo>
                    <a:pt x="1240459" y="143931"/>
                  </a:lnTo>
                  <a:lnTo>
                    <a:pt x="1313427" y="141609"/>
                  </a:lnTo>
                  <a:lnTo>
                    <a:pt x="1386396" y="139288"/>
                  </a:lnTo>
                  <a:lnTo>
                    <a:pt x="1459364" y="136966"/>
                  </a:lnTo>
                  <a:lnTo>
                    <a:pt x="1532332" y="134645"/>
                  </a:lnTo>
                  <a:lnTo>
                    <a:pt x="1605300" y="132323"/>
                  </a:lnTo>
                  <a:lnTo>
                    <a:pt x="1678268" y="130002"/>
                  </a:lnTo>
                  <a:lnTo>
                    <a:pt x="1751237" y="127680"/>
                  </a:lnTo>
                  <a:lnTo>
                    <a:pt x="1824205" y="125359"/>
                  </a:lnTo>
                  <a:lnTo>
                    <a:pt x="1897173" y="123037"/>
                  </a:lnTo>
                  <a:lnTo>
                    <a:pt x="1970141" y="120716"/>
                  </a:lnTo>
                  <a:lnTo>
                    <a:pt x="2043110" y="118394"/>
                  </a:lnTo>
                  <a:lnTo>
                    <a:pt x="2116078" y="116073"/>
                  </a:lnTo>
                  <a:lnTo>
                    <a:pt x="2189046" y="113752"/>
                  </a:lnTo>
                  <a:lnTo>
                    <a:pt x="2262014" y="111430"/>
                  </a:lnTo>
                  <a:lnTo>
                    <a:pt x="2334982" y="109109"/>
                  </a:lnTo>
                  <a:lnTo>
                    <a:pt x="2407951" y="106787"/>
                  </a:lnTo>
                  <a:lnTo>
                    <a:pt x="2480919" y="104466"/>
                  </a:lnTo>
                  <a:lnTo>
                    <a:pt x="2553887" y="102144"/>
                  </a:lnTo>
                  <a:lnTo>
                    <a:pt x="2626855" y="99823"/>
                  </a:lnTo>
                  <a:lnTo>
                    <a:pt x="2699823" y="97501"/>
                  </a:lnTo>
                  <a:lnTo>
                    <a:pt x="2772792" y="95180"/>
                  </a:lnTo>
                  <a:lnTo>
                    <a:pt x="2845760" y="92858"/>
                  </a:lnTo>
                  <a:lnTo>
                    <a:pt x="2918728" y="90537"/>
                  </a:lnTo>
                  <a:lnTo>
                    <a:pt x="2991696" y="88215"/>
                  </a:lnTo>
                  <a:lnTo>
                    <a:pt x="3064665" y="85894"/>
                  </a:lnTo>
                  <a:lnTo>
                    <a:pt x="3137633" y="83572"/>
                  </a:lnTo>
                  <a:lnTo>
                    <a:pt x="3210601" y="81251"/>
                  </a:lnTo>
                  <a:lnTo>
                    <a:pt x="3283569" y="78929"/>
                  </a:lnTo>
                  <a:lnTo>
                    <a:pt x="3356537" y="76608"/>
                  </a:lnTo>
                  <a:lnTo>
                    <a:pt x="3429506" y="74287"/>
                  </a:lnTo>
                  <a:lnTo>
                    <a:pt x="3502474" y="71965"/>
                  </a:lnTo>
                  <a:lnTo>
                    <a:pt x="3575442" y="69644"/>
                  </a:lnTo>
                  <a:lnTo>
                    <a:pt x="3648410" y="67322"/>
                  </a:lnTo>
                  <a:lnTo>
                    <a:pt x="3721379" y="65001"/>
                  </a:lnTo>
                  <a:lnTo>
                    <a:pt x="3794347" y="62679"/>
                  </a:lnTo>
                  <a:lnTo>
                    <a:pt x="3867315" y="60358"/>
                  </a:lnTo>
                  <a:lnTo>
                    <a:pt x="3940283" y="58036"/>
                  </a:lnTo>
                  <a:lnTo>
                    <a:pt x="4013251" y="55715"/>
                  </a:lnTo>
                  <a:lnTo>
                    <a:pt x="4086220" y="53393"/>
                  </a:lnTo>
                  <a:lnTo>
                    <a:pt x="4159188" y="51072"/>
                  </a:lnTo>
                  <a:lnTo>
                    <a:pt x="4232156" y="48750"/>
                  </a:lnTo>
                  <a:lnTo>
                    <a:pt x="4305124" y="46429"/>
                  </a:lnTo>
                  <a:lnTo>
                    <a:pt x="4378092" y="44107"/>
                  </a:lnTo>
                  <a:lnTo>
                    <a:pt x="4451061" y="41786"/>
                  </a:lnTo>
                  <a:lnTo>
                    <a:pt x="4524029" y="39464"/>
                  </a:lnTo>
                  <a:lnTo>
                    <a:pt x="4596997" y="37143"/>
                  </a:lnTo>
                  <a:lnTo>
                    <a:pt x="4669965" y="34822"/>
                  </a:lnTo>
                  <a:lnTo>
                    <a:pt x="4742934" y="32500"/>
                  </a:lnTo>
                  <a:lnTo>
                    <a:pt x="4815902" y="30179"/>
                  </a:lnTo>
                  <a:lnTo>
                    <a:pt x="4888870" y="27857"/>
                  </a:lnTo>
                  <a:lnTo>
                    <a:pt x="4961838" y="25536"/>
                  </a:lnTo>
                  <a:lnTo>
                    <a:pt x="5034806" y="23214"/>
                  </a:lnTo>
                  <a:lnTo>
                    <a:pt x="5107775" y="20893"/>
                  </a:lnTo>
                  <a:lnTo>
                    <a:pt x="5180743" y="18571"/>
                  </a:lnTo>
                  <a:lnTo>
                    <a:pt x="5253711" y="16250"/>
                  </a:lnTo>
                  <a:lnTo>
                    <a:pt x="5326679" y="13928"/>
                  </a:lnTo>
                  <a:lnTo>
                    <a:pt x="5399647" y="11607"/>
                  </a:lnTo>
                  <a:lnTo>
                    <a:pt x="5472616" y="9285"/>
                  </a:lnTo>
                  <a:lnTo>
                    <a:pt x="5545584" y="6964"/>
                  </a:lnTo>
                  <a:lnTo>
                    <a:pt x="5618552" y="4642"/>
                  </a:lnTo>
                  <a:lnTo>
                    <a:pt x="5691520" y="2321"/>
                  </a:lnTo>
                  <a:lnTo>
                    <a:pt x="5764489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364124" y="42481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364124" y="3554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364124" y="36348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588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26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6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354996" y="44776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354996" y="45926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354996" y="46611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809766" y="4418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09766" y="431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09766" y="47990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761206" y="3337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761206" y="31636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761206" y="3838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88146" y="3876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88146" y="3267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888146" y="39411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22390" y="43626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22390" y="42838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122390" y="47310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3708" y="4707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3708" y="4791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3708" y="4141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173844"/>
              <a:ext cx="5764489" cy="1555068"/>
            </a:xfrm>
            <a:custGeom>
              <a:avLst/>
              <a:pathLst>
                <a:path w="5764489" h="1555068">
                  <a:moveTo>
                    <a:pt x="0" y="0"/>
                  </a:moveTo>
                  <a:lnTo>
                    <a:pt x="72968" y="16691"/>
                  </a:lnTo>
                  <a:lnTo>
                    <a:pt x="145936" y="33343"/>
                  </a:lnTo>
                  <a:lnTo>
                    <a:pt x="218904" y="49956"/>
                  </a:lnTo>
                  <a:lnTo>
                    <a:pt x="291872" y="66527"/>
                  </a:lnTo>
                  <a:lnTo>
                    <a:pt x="364841" y="83054"/>
                  </a:lnTo>
                  <a:lnTo>
                    <a:pt x="437809" y="99535"/>
                  </a:lnTo>
                  <a:lnTo>
                    <a:pt x="510777" y="115966"/>
                  </a:lnTo>
                  <a:lnTo>
                    <a:pt x="583745" y="132347"/>
                  </a:lnTo>
                  <a:lnTo>
                    <a:pt x="656713" y="148674"/>
                  </a:lnTo>
                  <a:lnTo>
                    <a:pt x="729682" y="164944"/>
                  </a:lnTo>
                  <a:lnTo>
                    <a:pt x="802650" y="181155"/>
                  </a:lnTo>
                  <a:lnTo>
                    <a:pt x="875618" y="197303"/>
                  </a:lnTo>
                  <a:lnTo>
                    <a:pt x="948586" y="213384"/>
                  </a:lnTo>
                  <a:lnTo>
                    <a:pt x="1021555" y="229396"/>
                  </a:lnTo>
                  <a:lnTo>
                    <a:pt x="1094523" y="245334"/>
                  </a:lnTo>
                  <a:lnTo>
                    <a:pt x="1167491" y="261194"/>
                  </a:lnTo>
                  <a:lnTo>
                    <a:pt x="1240459" y="276973"/>
                  </a:lnTo>
                  <a:lnTo>
                    <a:pt x="1313427" y="292665"/>
                  </a:lnTo>
                  <a:lnTo>
                    <a:pt x="1386396" y="308265"/>
                  </a:lnTo>
                  <a:lnTo>
                    <a:pt x="1459364" y="323769"/>
                  </a:lnTo>
                  <a:lnTo>
                    <a:pt x="1532332" y="339171"/>
                  </a:lnTo>
                  <a:lnTo>
                    <a:pt x="1605300" y="354465"/>
                  </a:lnTo>
                  <a:lnTo>
                    <a:pt x="1678268" y="369646"/>
                  </a:lnTo>
                  <a:lnTo>
                    <a:pt x="1751237" y="384706"/>
                  </a:lnTo>
                  <a:lnTo>
                    <a:pt x="1824205" y="399639"/>
                  </a:lnTo>
                  <a:lnTo>
                    <a:pt x="1897173" y="414438"/>
                  </a:lnTo>
                  <a:lnTo>
                    <a:pt x="1970141" y="429096"/>
                  </a:lnTo>
                  <a:lnTo>
                    <a:pt x="2043110" y="443603"/>
                  </a:lnTo>
                  <a:lnTo>
                    <a:pt x="2116078" y="457954"/>
                  </a:lnTo>
                  <a:lnTo>
                    <a:pt x="2189046" y="472138"/>
                  </a:lnTo>
                  <a:lnTo>
                    <a:pt x="2262014" y="486147"/>
                  </a:lnTo>
                  <a:lnTo>
                    <a:pt x="2334982" y="499972"/>
                  </a:lnTo>
                  <a:lnTo>
                    <a:pt x="2407951" y="513604"/>
                  </a:lnTo>
                  <a:lnTo>
                    <a:pt x="2480919" y="527033"/>
                  </a:lnTo>
                  <a:lnTo>
                    <a:pt x="2553887" y="540249"/>
                  </a:lnTo>
                  <a:lnTo>
                    <a:pt x="2626855" y="553243"/>
                  </a:lnTo>
                  <a:lnTo>
                    <a:pt x="2699823" y="566005"/>
                  </a:lnTo>
                  <a:lnTo>
                    <a:pt x="2772792" y="578525"/>
                  </a:lnTo>
                  <a:lnTo>
                    <a:pt x="2845760" y="590794"/>
                  </a:lnTo>
                  <a:lnTo>
                    <a:pt x="2918728" y="602802"/>
                  </a:lnTo>
                  <a:lnTo>
                    <a:pt x="2991696" y="614540"/>
                  </a:lnTo>
                  <a:lnTo>
                    <a:pt x="3064665" y="626002"/>
                  </a:lnTo>
                  <a:lnTo>
                    <a:pt x="3137633" y="637178"/>
                  </a:lnTo>
                  <a:lnTo>
                    <a:pt x="3210601" y="648062"/>
                  </a:lnTo>
                  <a:lnTo>
                    <a:pt x="3283569" y="658648"/>
                  </a:lnTo>
                  <a:lnTo>
                    <a:pt x="3356537" y="668931"/>
                  </a:lnTo>
                  <a:lnTo>
                    <a:pt x="3429506" y="678908"/>
                  </a:lnTo>
                  <a:lnTo>
                    <a:pt x="3502474" y="688575"/>
                  </a:lnTo>
                  <a:lnTo>
                    <a:pt x="3575442" y="697932"/>
                  </a:lnTo>
                  <a:lnTo>
                    <a:pt x="3648410" y="706978"/>
                  </a:lnTo>
                  <a:lnTo>
                    <a:pt x="3721379" y="715714"/>
                  </a:lnTo>
                  <a:lnTo>
                    <a:pt x="3794347" y="724142"/>
                  </a:lnTo>
                  <a:lnTo>
                    <a:pt x="3867315" y="732266"/>
                  </a:lnTo>
                  <a:lnTo>
                    <a:pt x="3940283" y="740090"/>
                  </a:lnTo>
                  <a:lnTo>
                    <a:pt x="4013251" y="747620"/>
                  </a:lnTo>
                  <a:lnTo>
                    <a:pt x="4086220" y="754863"/>
                  </a:lnTo>
                  <a:lnTo>
                    <a:pt x="4159188" y="761825"/>
                  </a:lnTo>
                  <a:lnTo>
                    <a:pt x="4232156" y="768515"/>
                  </a:lnTo>
                  <a:lnTo>
                    <a:pt x="4305124" y="774942"/>
                  </a:lnTo>
                  <a:lnTo>
                    <a:pt x="4378092" y="781114"/>
                  </a:lnTo>
                  <a:lnTo>
                    <a:pt x="4451061" y="787042"/>
                  </a:lnTo>
                  <a:lnTo>
                    <a:pt x="4524029" y="792733"/>
                  </a:lnTo>
                  <a:lnTo>
                    <a:pt x="4596997" y="798200"/>
                  </a:lnTo>
                  <a:lnTo>
                    <a:pt x="4669965" y="803450"/>
                  </a:lnTo>
                  <a:lnTo>
                    <a:pt x="4742934" y="808494"/>
                  </a:lnTo>
                  <a:lnTo>
                    <a:pt x="4815902" y="813341"/>
                  </a:lnTo>
                  <a:lnTo>
                    <a:pt x="4888870" y="818002"/>
                  </a:lnTo>
                  <a:lnTo>
                    <a:pt x="4961838" y="822484"/>
                  </a:lnTo>
                  <a:lnTo>
                    <a:pt x="5034806" y="826798"/>
                  </a:lnTo>
                  <a:lnTo>
                    <a:pt x="5107775" y="830950"/>
                  </a:lnTo>
                  <a:lnTo>
                    <a:pt x="5180743" y="834951"/>
                  </a:lnTo>
                  <a:lnTo>
                    <a:pt x="5253711" y="838808"/>
                  </a:lnTo>
                  <a:lnTo>
                    <a:pt x="5326679" y="842528"/>
                  </a:lnTo>
                  <a:lnTo>
                    <a:pt x="5399647" y="846118"/>
                  </a:lnTo>
                  <a:lnTo>
                    <a:pt x="5472616" y="849586"/>
                  </a:lnTo>
                  <a:lnTo>
                    <a:pt x="5545584" y="852938"/>
                  </a:lnTo>
                  <a:lnTo>
                    <a:pt x="5618552" y="856181"/>
                  </a:lnTo>
                  <a:lnTo>
                    <a:pt x="5691520" y="859319"/>
                  </a:lnTo>
                  <a:lnTo>
                    <a:pt x="5764489" y="862359"/>
                  </a:lnTo>
                  <a:lnTo>
                    <a:pt x="5764489" y="1555068"/>
                  </a:lnTo>
                  <a:lnTo>
                    <a:pt x="5691520" y="1539500"/>
                  </a:lnTo>
                  <a:lnTo>
                    <a:pt x="5618552" y="1524029"/>
                  </a:lnTo>
                  <a:lnTo>
                    <a:pt x="5545584" y="1508663"/>
                  </a:lnTo>
                  <a:lnTo>
                    <a:pt x="5472616" y="1493406"/>
                  </a:lnTo>
                  <a:lnTo>
                    <a:pt x="5399647" y="1478265"/>
                  </a:lnTo>
                  <a:lnTo>
                    <a:pt x="5326679" y="1463247"/>
                  </a:lnTo>
                  <a:lnTo>
                    <a:pt x="5253711" y="1448358"/>
                  </a:lnTo>
                  <a:lnTo>
                    <a:pt x="5180743" y="1433606"/>
                  </a:lnTo>
                  <a:lnTo>
                    <a:pt x="5107775" y="1418998"/>
                  </a:lnTo>
                  <a:lnTo>
                    <a:pt x="5034806" y="1404542"/>
                  </a:lnTo>
                  <a:lnTo>
                    <a:pt x="4961838" y="1390247"/>
                  </a:lnTo>
                  <a:lnTo>
                    <a:pt x="4888870" y="1376120"/>
                  </a:lnTo>
                  <a:lnTo>
                    <a:pt x="4815902" y="1362172"/>
                  </a:lnTo>
                  <a:lnTo>
                    <a:pt x="4742934" y="1348411"/>
                  </a:lnTo>
                  <a:lnTo>
                    <a:pt x="4669965" y="1334846"/>
                  </a:lnTo>
                  <a:lnTo>
                    <a:pt x="4596997" y="1321488"/>
                  </a:lnTo>
                  <a:lnTo>
                    <a:pt x="4524029" y="1308345"/>
                  </a:lnTo>
                  <a:lnTo>
                    <a:pt x="4451061" y="1295428"/>
                  </a:lnTo>
                  <a:lnTo>
                    <a:pt x="4378092" y="1282747"/>
                  </a:lnTo>
                  <a:lnTo>
                    <a:pt x="4305124" y="1270310"/>
                  </a:lnTo>
                  <a:lnTo>
                    <a:pt x="4232156" y="1258128"/>
                  </a:lnTo>
                  <a:lnTo>
                    <a:pt x="4159188" y="1246210"/>
                  </a:lnTo>
                  <a:lnTo>
                    <a:pt x="4086220" y="1234563"/>
                  </a:lnTo>
                  <a:lnTo>
                    <a:pt x="4013251" y="1223197"/>
                  </a:lnTo>
                  <a:lnTo>
                    <a:pt x="3940283" y="1212119"/>
                  </a:lnTo>
                  <a:lnTo>
                    <a:pt x="3867315" y="1201334"/>
                  </a:lnTo>
                  <a:lnTo>
                    <a:pt x="3794347" y="1190849"/>
                  </a:lnTo>
                  <a:lnTo>
                    <a:pt x="3721379" y="1180669"/>
                  </a:lnTo>
                  <a:lnTo>
                    <a:pt x="3648410" y="1170796"/>
                  </a:lnTo>
                  <a:lnTo>
                    <a:pt x="3575442" y="1161233"/>
                  </a:lnTo>
                  <a:lnTo>
                    <a:pt x="3502474" y="1151980"/>
                  </a:lnTo>
                  <a:lnTo>
                    <a:pt x="3429506" y="1143039"/>
                  </a:lnTo>
                  <a:lnTo>
                    <a:pt x="3356537" y="1134407"/>
                  </a:lnTo>
                  <a:lnTo>
                    <a:pt x="3283569" y="1126082"/>
                  </a:lnTo>
                  <a:lnTo>
                    <a:pt x="3210601" y="1118059"/>
                  </a:lnTo>
                  <a:lnTo>
                    <a:pt x="3137633" y="1110335"/>
                  </a:lnTo>
                  <a:lnTo>
                    <a:pt x="3064665" y="1102902"/>
                  </a:lnTo>
                  <a:lnTo>
                    <a:pt x="2991696" y="1095754"/>
                  </a:lnTo>
                  <a:lnTo>
                    <a:pt x="2918728" y="1088884"/>
                  </a:lnTo>
                  <a:lnTo>
                    <a:pt x="2845760" y="1082284"/>
                  </a:lnTo>
                  <a:lnTo>
                    <a:pt x="2772792" y="1075943"/>
                  </a:lnTo>
                  <a:lnTo>
                    <a:pt x="2699823" y="1069855"/>
                  </a:lnTo>
                  <a:lnTo>
                    <a:pt x="2626855" y="1064008"/>
                  </a:lnTo>
                  <a:lnTo>
                    <a:pt x="2553887" y="1058393"/>
                  </a:lnTo>
                  <a:lnTo>
                    <a:pt x="2480919" y="1053000"/>
                  </a:lnTo>
                  <a:lnTo>
                    <a:pt x="2407951" y="1047820"/>
                  </a:lnTo>
                  <a:lnTo>
                    <a:pt x="2334982" y="1042843"/>
                  </a:lnTo>
                  <a:lnTo>
                    <a:pt x="2262014" y="1038060"/>
                  </a:lnTo>
                  <a:lnTo>
                    <a:pt x="2189046" y="1033460"/>
                  </a:lnTo>
                  <a:lnTo>
                    <a:pt x="2116078" y="1029036"/>
                  </a:lnTo>
                  <a:lnTo>
                    <a:pt x="2043110" y="1024777"/>
                  </a:lnTo>
                  <a:lnTo>
                    <a:pt x="1970141" y="1020677"/>
                  </a:lnTo>
                  <a:lnTo>
                    <a:pt x="1897173" y="1016725"/>
                  </a:lnTo>
                  <a:lnTo>
                    <a:pt x="1824205" y="1012915"/>
                  </a:lnTo>
                  <a:lnTo>
                    <a:pt x="1751237" y="1009240"/>
                  </a:lnTo>
                  <a:lnTo>
                    <a:pt x="1678268" y="1005691"/>
                  </a:lnTo>
                  <a:lnTo>
                    <a:pt x="1605300" y="1002263"/>
                  </a:lnTo>
                  <a:lnTo>
                    <a:pt x="1532332" y="998948"/>
                  </a:lnTo>
                  <a:lnTo>
                    <a:pt x="1459364" y="995742"/>
                  </a:lnTo>
                  <a:lnTo>
                    <a:pt x="1386396" y="992637"/>
                  </a:lnTo>
                  <a:lnTo>
                    <a:pt x="1313427" y="989629"/>
                  </a:lnTo>
                  <a:lnTo>
                    <a:pt x="1240459" y="986712"/>
                  </a:lnTo>
                  <a:lnTo>
                    <a:pt x="1167491" y="983881"/>
                  </a:lnTo>
                  <a:lnTo>
                    <a:pt x="1094523" y="981133"/>
                  </a:lnTo>
                  <a:lnTo>
                    <a:pt x="1021555" y="978462"/>
                  </a:lnTo>
                  <a:lnTo>
                    <a:pt x="948586" y="975865"/>
                  </a:lnTo>
                  <a:lnTo>
                    <a:pt x="875618" y="973338"/>
                  </a:lnTo>
                  <a:lnTo>
                    <a:pt x="802650" y="970877"/>
                  </a:lnTo>
                  <a:lnTo>
                    <a:pt x="729682" y="968479"/>
                  </a:lnTo>
                  <a:lnTo>
                    <a:pt x="656713" y="966141"/>
                  </a:lnTo>
                  <a:lnTo>
                    <a:pt x="583745" y="963859"/>
                  </a:lnTo>
                  <a:lnTo>
                    <a:pt x="510777" y="961631"/>
                  </a:lnTo>
                  <a:lnTo>
                    <a:pt x="437809" y="959454"/>
                  </a:lnTo>
                  <a:lnTo>
                    <a:pt x="364841" y="957325"/>
                  </a:lnTo>
                  <a:lnTo>
                    <a:pt x="291872" y="955243"/>
                  </a:lnTo>
                  <a:lnTo>
                    <a:pt x="218904" y="953206"/>
                  </a:lnTo>
                  <a:lnTo>
                    <a:pt x="145936" y="951210"/>
                  </a:lnTo>
                  <a:lnTo>
                    <a:pt x="72968" y="949254"/>
                  </a:lnTo>
                  <a:lnTo>
                    <a:pt x="0" y="947336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173844"/>
              <a:ext cx="5764489" cy="862359"/>
            </a:xfrm>
            <a:custGeom>
              <a:avLst/>
              <a:pathLst>
                <a:path w="5764489" h="862359">
                  <a:moveTo>
                    <a:pt x="0" y="0"/>
                  </a:moveTo>
                  <a:lnTo>
                    <a:pt x="72968" y="16691"/>
                  </a:lnTo>
                  <a:lnTo>
                    <a:pt x="145936" y="33343"/>
                  </a:lnTo>
                  <a:lnTo>
                    <a:pt x="218904" y="49956"/>
                  </a:lnTo>
                  <a:lnTo>
                    <a:pt x="291872" y="66527"/>
                  </a:lnTo>
                  <a:lnTo>
                    <a:pt x="364841" y="83054"/>
                  </a:lnTo>
                  <a:lnTo>
                    <a:pt x="437809" y="99535"/>
                  </a:lnTo>
                  <a:lnTo>
                    <a:pt x="510777" y="115966"/>
                  </a:lnTo>
                  <a:lnTo>
                    <a:pt x="583745" y="132347"/>
                  </a:lnTo>
                  <a:lnTo>
                    <a:pt x="656713" y="148674"/>
                  </a:lnTo>
                  <a:lnTo>
                    <a:pt x="729682" y="164944"/>
                  </a:lnTo>
                  <a:lnTo>
                    <a:pt x="802650" y="181155"/>
                  </a:lnTo>
                  <a:lnTo>
                    <a:pt x="875618" y="197303"/>
                  </a:lnTo>
                  <a:lnTo>
                    <a:pt x="948586" y="213384"/>
                  </a:lnTo>
                  <a:lnTo>
                    <a:pt x="1021555" y="229396"/>
                  </a:lnTo>
                  <a:lnTo>
                    <a:pt x="1094523" y="245334"/>
                  </a:lnTo>
                  <a:lnTo>
                    <a:pt x="1167491" y="261194"/>
                  </a:lnTo>
                  <a:lnTo>
                    <a:pt x="1240459" y="276973"/>
                  </a:lnTo>
                  <a:lnTo>
                    <a:pt x="1313427" y="292665"/>
                  </a:lnTo>
                  <a:lnTo>
                    <a:pt x="1386396" y="308265"/>
                  </a:lnTo>
                  <a:lnTo>
                    <a:pt x="1459364" y="323769"/>
                  </a:lnTo>
                  <a:lnTo>
                    <a:pt x="1532332" y="339171"/>
                  </a:lnTo>
                  <a:lnTo>
                    <a:pt x="1605300" y="354465"/>
                  </a:lnTo>
                  <a:lnTo>
                    <a:pt x="1678268" y="369646"/>
                  </a:lnTo>
                  <a:lnTo>
                    <a:pt x="1751237" y="384706"/>
                  </a:lnTo>
                  <a:lnTo>
                    <a:pt x="1824205" y="399639"/>
                  </a:lnTo>
                  <a:lnTo>
                    <a:pt x="1897173" y="414438"/>
                  </a:lnTo>
                  <a:lnTo>
                    <a:pt x="1970141" y="429096"/>
                  </a:lnTo>
                  <a:lnTo>
                    <a:pt x="2043110" y="443603"/>
                  </a:lnTo>
                  <a:lnTo>
                    <a:pt x="2116078" y="457954"/>
                  </a:lnTo>
                  <a:lnTo>
                    <a:pt x="2189046" y="472138"/>
                  </a:lnTo>
                  <a:lnTo>
                    <a:pt x="2262014" y="486147"/>
                  </a:lnTo>
                  <a:lnTo>
                    <a:pt x="2334982" y="499972"/>
                  </a:lnTo>
                  <a:lnTo>
                    <a:pt x="2407951" y="513604"/>
                  </a:lnTo>
                  <a:lnTo>
                    <a:pt x="2480919" y="527033"/>
                  </a:lnTo>
                  <a:lnTo>
                    <a:pt x="2553887" y="540249"/>
                  </a:lnTo>
                  <a:lnTo>
                    <a:pt x="2626855" y="553243"/>
                  </a:lnTo>
                  <a:lnTo>
                    <a:pt x="2699823" y="566005"/>
                  </a:lnTo>
                  <a:lnTo>
                    <a:pt x="2772792" y="578525"/>
                  </a:lnTo>
                  <a:lnTo>
                    <a:pt x="2845760" y="590794"/>
                  </a:lnTo>
                  <a:lnTo>
                    <a:pt x="2918728" y="602802"/>
                  </a:lnTo>
                  <a:lnTo>
                    <a:pt x="2991696" y="614540"/>
                  </a:lnTo>
                  <a:lnTo>
                    <a:pt x="3064665" y="626002"/>
                  </a:lnTo>
                  <a:lnTo>
                    <a:pt x="3137633" y="637178"/>
                  </a:lnTo>
                  <a:lnTo>
                    <a:pt x="3210601" y="648062"/>
                  </a:lnTo>
                  <a:lnTo>
                    <a:pt x="3283569" y="658648"/>
                  </a:lnTo>
                  <a:lnTo>
                    <a:pt x="3356537" y="668931"/>
                  </a:lnTo>
                  <a:lnTo>
                    <a:pt x="3429506" y="678908"/>
                  </a:lnTo>
                  <a:lnTo>
                    <a:pt x="3502474" y="688575"/>
                  </a:lnTo>
                  <a:lnTo>
                    <a:pt x="3575442" y="697932"/>
                  </a:lnTo>
                  <a:lnTo>
                    <a:pt x="3648410" y="706978"/>
                  </a:lnTo>
                  <a:lnTo>
                    <a:pt x="3721379" y="715714"/>
                  </a:lnTo>
                  <a:lnTo>
                    <a:pt x="3794347" y="724142"/>
                  </a:lnTo>
                  <a:lnTo>
                    <a:pt x="3867315" y="732266"/>
                  </a:lnTo>
                  <a:lnTo>
                    <a:pt x="3940283" y="740090"/>
                  </a:lnTo>
                  <a:lnTo>
                    <a:pt x="4013251" y="747620"/>
                  </a:lnTo>
                  <a:lnTo>
                    <a:pt x="4086220" y="754863"/>
                  </a:lnTo>
                  <a:lnTo>
                    <a:pt x="4159188" y="761825"/>
                  </a:lnTo>
                  <a:lnTo>
                    <a:pt x="4232156" y="768515"/>
                  </a:lnTo>
                  <a:lnTo>
                    <a:pt x="4305124" y="774942"/>
                  </a:lnTo>
                  <a:lnTo>
                    <a:pt x="4378092" y="781114"/>
                  </a:lnTo>
                  <a:lnTo>
                    <a:pt x="4451061" y="787042"/>
                  </a:lnTo>
                  <a:lnTo>
                    <a:pt x="4524029" y="792733"/>
                  </a:lnTo>
                  <a:lnTo>
                    <a:pt x="4596997" y="798200"/>
                  </a:lnTo>
                  <a:lnTo>
                    <a:pt x="4669965" y="803450"/>
                  </a:lnTo>
                  <a:lnTo>
                    <a:pt x="4742934" y="808494"/>
                  </a:lnTo>
                  <a:lnTo>
                    <a:pt x="4815902" y="813341"/>
                  </a:lnTo>
                  <a:lnTo>
                    <a:pt x="4888870" y="818002"/>
                  </a:lnTo>
                  <a:lnTo>
                    <a:pt x="4961838" y="822484"/>
                  </a:lnTo>
                  <a:lnTo>
                    <a:pt x="5034806" y="826798"/>
                  </a:lnTo>
                  <a:lnTo>
                    <a:pt x="5107775" y="830950"/>
                  </a:lnTo>
                  <a:lnTo>
                    <a:pt x="5180743" y="834951"/>
                  </a:lnTo>
                  <a:lnTo>
                    <a:pt x="5253711" y="838808"/>
                  </a:lnTo>
                  <a:lnTo>
                    <a:pt x="5326679" y="842528"/>
                  </a:lnTo>
                  <a:lnTo>
                    <a:pt x="5399647" y="846118"/>
                  </a:lnTo>
                  <a:lnTo>
                    <a:pt x="5472616" y="849586"/>
                  </a:lnTo>
                  <a:lnTo>
                    <a:pt x="5545584" y="852938"/>
                  </a:lnTo>
                  <a:lnTo>
                    <a:pt x="5618552" y="856181"/>
                  </a:lnTo>
                  <a:lnTo>
                    <a:pt x="5691520" y="859319"/>
                  </a:lnTo>
                  <a:lnTo>
                    <a:pt x="5764489" y="862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4121181"/>
              <a:ext cx="5764489" cy="607731"/>
            </a:xfrm>
            <a:custGeom>
              <a:avLst/>
              <a:pathLst>
                <a:path w="5764489" h="607731">
                  <a:moveTo>
                    <a:pt x="5764489" y="607731"/>
                  </a:moveTo>
                  <a:lnTo>
                    <a:pt x="5691520" y="592163"/>
                  </a:lnTo>
                  <a:lnTo>
                    <a:pt x="5618552" y="576692"/>
                  </a:lnTo>
                  <a:lnTo>
                    <a:pt x="5545584" y="561326"/>
                  </a:lnTo>
                  <a:lnTo>
                    <a:pt x="5472616" y="546069"/>
                  </a:lnTo>
                  <a:lnTo>
                    <a:pt x="5399647" y="530929"/>
                  </a:lnTo>
                  <a:lnTo>
                    <a:pt x="5326679" y="515910"/>
                  </a:lnTo>
                  <a:lnTo>
                    <a:pt x="5253711" y="501022"/>
                  </a:lnTo>
                  <a:lnTo>
                    <a:pt x="5180743" y="486269"/>
                  </a:lnTo>
                  <a:lnTo>
                    <a:pt x="5107775" y="471661"/>
                  </a:lnTo>
                  <a:lnTo>
                    <a:pt x="5034806" y="457206"/>
                  </a:lnTo>
                  <a:lnTo>
                    <a:pt x="4961838" y="442910"/>
                  </a:lnTo>
                  <a:lnTo>
                    <a:pt x="4888870" y="428784"/>
                  </a:lnTo>
                  <a:lnTo>
                    <a:pt x="4815902" y="414835"/>
                  </a:lnTo>
                  <a:lnTo>
                    <a:pt x="4742934" y="401074"/>
                  </a:lnTo>
                  <a:lnTo>
                    <a:pt x="4669965" y="387509"/>
                  </a:lnTo>
                  <a:lnTo>
                    <a:pt x="4596997" y="374151"/>
                  </a:lnTo>
                  <a:lnTo>
                    <a:pt x="4524029" y="361008"/>
                  </a:lnTo>
                  <a:lnTo>
                    <a:pt x="4451061" y="348091"/>
                  </a:lnTo>
                  <a:lnTo>
                    <a:pt x="4378092" y="335410"/>
                  </a:lnTo>
                  <a:lnTo>
                    <a:pt x="4305124" y="322973"/>
                  </a:lnTo>
                  <a:lnTo>
                    <a:pt x="4232156" y="310791"/>
                  </a:lnTo>
                  <a:lnTo>
                    <a:pt x="4159188" y="298873"/>
                  </a:lnTo>
                  <a:lnTo>
                    <a:pt x="4086220" y="287227"/>
                  </a:lnTo>
                  <a:lnTo>
                    <a:pt x="4013251" y="275860"/>
                  </a:lnTo>
                  <a:lnTo>
                    <a:pt x="3940283" y="264782"/>
                  </a:lnTo>
                  <a:lnTo>
                    <a:pt x="3867315" y="253997"/>
                  </a:lnTo>
                  <a:lnTo>
                    <a:pt x="3794347" y="243512"/>
                  </a:lnTo>
                  <a:lnTo>
                    <a:pt x="3721379" y="233332"/>
                  </a:lnTo>
                  <a:lnTo>
                    <a:pt x="3648410" y="223459"/>
                  </a:lnTo>
                  <a:lnTo>
                    <a:pt x="3575442" y="213896"/>
                  </a:lnTo>
                  <a:lnTo>
                    <a:pt x="3502474" y="204644"/>
                  </a:lnTo>
                  <a:lnTo>
                    <a:pt x="3429506" y="195702"/>
                  </a:lnTo>
                  <a:lnTo>
                    <a:pt x="3356537" y="187070"/>
                  </a:lnTo>
                  <a:lnTo>
                    <a:pt x="3283569" y="178745"/>
                  </a:lnTo>
                  <a:lnTo>
                    <a:pt x="3210601" y="170722"/>
                  </a:lnTo>
                  <a:lnTo>
                    <a:pt x="3137633" y="162998"/>
                  </a:lnTo>
                  <a:lnTo>
                    <a:pt x="3064665" y="155565"/>
                  </a:lnTo>
                  <a:lnTo>
                    <a:pt x="2991696" y="148418"/>
                  </a:lnTo>
                  <a:lnTo>
                    <a:pt x="2918728" y="141548"/>
                  </a:lnTo>
                  <a:lnTo>
                    <a:pt x="2845760" y="134947"/>
                  </a:lnTo>
                  <a:lnTo>
                    <a:pt x="2772792" y="128607"/>
                  </a:lnTo>
                  <a:lnTo>
                    <a:pt x="2699823" y="122518"/>
                  </a:lnTo>
                  <a:lnTo>
                    <a:pt x="2626855" y="116671"/>
                  </a:lnTo>
                  <a:lnTo>
                    <a:pt x="2553887" y="111056"/>
                  </a:lnTo>
                  <a:lnTo>
                    <a:pt x="2480919" y="105664"/>
                  </a:lnTo>
                  <a:lnTo>
                    <a:pt x="2407951" y="100484"/>
                  </a:lnTo>
                  <a:lnTo>
                    <a:pt x="2334982" y="95507"/>
                  </a:lnTo>
                  <a:lnTo>
                    <a:pt x="2262014" y="90723"/>
                  </a:lnTo>
                  <a:lnTo>
                    <a:pt x="2189046" y="86124"/>
                  </a:lnTo>
                  <a:lnTo>
                    <a:pt x="2116078" y="81699"/>
                  </a:lnTo>
                  <a:lnTo>
                    <a:pt x="2043110" y="77441"/>
                  </a:lnTo>
                  <a:lnTo>
                    <a:pt x="1970141" y="73340"/>
                  </a:lnTo>
                  <a:lnTo>
                    <a:pt x="1897173" y="69388"/>
                  </a:lnTo>
                  <a:lnTo>
                    <a:pt x="1824205" y="65579"/>
                  </a:lnTo>
                  <a:lnTo>
                    <a:pt x="1751237" y="61903"/>
                  </a:lnTo>
                  <a:lnTo>
                    <a:pt x="1678268" y="58355"/>
                  </a:lnTo>
                  <a:lnTo>
                    <a:pt x="1605300" y="54926"/>
                  </a:lnTo>
                  <a:lnTo>
                    <a:pt x="1532332" y="51612"/>
                  </a:lnTo>
                  <a:lnTo>
                    <a:pt x="1459364" y="48405"/>
                  </a:lnTo>
                  <a:lnTo>
                    <a:pt x="1386396" y="45300"/>
                  </a:lnTo>
                  <a:lnTo>
                    <a:pt x="1313427" y="42292"/>
                  </a:lnTo>
                  <a:lnTo>
                    <a:pt x="1240459" y="39375"/>
                  </a:lnTo>
                  <a:lnTo>
                    <a:pt x="1167491" y="36545"/>
                  </a:lnTo>
                  <a:lnTo>
                    <a:pt x="1094523" y="33796"/>
                  </a:lnTo>
                  <a:lnTo>
                    <a:pt x="1021555" y="31126"/>
                  </a:lnTo>
                  <a:lnTo>
                    <a:pt x="948586" y="28529"/>
                  </a:lnTo>
                  <a:lnTo>
                    <a:pt x="875618" y="26002"/>
                  </a:lnTo>
                  <a:lnTo>
                    <a:pt x="802650" y="23541"/>
                  </a:lnTo>
                  <a:lnTo>
                    <a:pt x="729682" y="21142"/>
                  </a:lnTo>
                  <a:lnTo>
                    <a:pt x="656713" y="18804"/>
                  </a:lnTo>
                  <a:lnTo>
                    <a:pt x="583745" y="16522"/>
                  </a:lnTo>
                  <a:lnTo>
                    <a:pt x="510777" y="14294"/>
                  </a:lnTo>
                  <a:lnTo>
                    <a:pt x="437809" y="12117"/>
                  </a:lnTo>
                  <a:lnTo>
                    <a:pt x="364841" y="9989"/>
                  </a:lnTo>
                  <a:lnTo>
                    <a:pt x="291872" y="7907"/>
                  </a:lnTo>
                  <a:lnTo>
                    <a:pt x="218904" y="5869"/>
                  </a:lnTo>
                  <a:lnTo>
                    <a:pt x="145936" y="3873"/>
                  </a:lnTo>
                  <a:lnTo>
                    <a:pt x="72968" y="1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647513"/>
              <a:ext cx="5764489" cy="735045"/>
            </a:xfrm>
            <a:custGeom>
              <a:avLst/>
              <a:pathLst>
                <a:path w="5764489" h="735045">
                  <a:moveTo>
                    <a:pt x="0" y="0"/>
                  </a:moveTo>
                  <a:lnTo>
                    <a:pt x="72968" y="9304"/>
                  </a:lnTo>
                  <a:lnTo>
                    <a:pt x="145936" y="18608"/>
                  </a:lnTo>
                  <a:lnTo>
                    <a:pt x="218904" y="27913"/>
                  </a:lnTo>
                  <a:lnTo>
                    <a:pt x="291872" y="37217"/>
                  </a:lnTo>
                  <a:lnTo>
                    <a:pt x="364841" y="46521"/>
                  </a:lnTo>
                  <a:lnTo>
                    <a:pt x="437809" y="55826"/>
                  </a:lnTo>
                  <a:lnTo>
                    <a:pt x="510777" y="65130"/>
                  </a:lnTo>
                  <a:lnTo>
                    <a:pt x="583745" y="74435"/>
                  </a:lnTo>
                  <a:lnTo>
                    <a:pt x="656713" y="83739"/>
                  </a:lnTo>
                  <a:lnTo>
                    <a:pt x="729682" y="93043"/>
                  </a:lnTo>
                  <a:lnTo>
                    <a:pt x="802650" y="102348"/>
                  </a:lnTo>
                  <a:lnTo>
                    <a:pt x="875618" y="111652"/>
                  </a:lnTo>
                  <a:lnTo>
                    <a:pt x="948586" y="120956"/>
                  </a:lnTo>
                  <a:lnTo>
                    <a:pt x="1021555" y="130261"/>
                  </a:lnTo>
                  <a:lnTo>
                    <a:pt x="1094523" y="139565"/>
                  </a:lnTo>
                  <a:lnTo>
                    <a:pt x="1167491" y="148870"/>
                  </a:lnTo>
                  <a:lnTo>
                    <a:pt x="1240459" y="158174"/>
                  </a:lnTo>
                  <a:lnTo>
                    <a:pt x="1313427" y="167478"/>
                  </a:lnTo>
                  <a:lnTo>
                    <a:pt x="1386396" y="176783"/>
                  </a:lnTo>
                  <a:lnTo>
                    <a:pt x="1459364" y="186087"/>
                  </a:lnTo>
                  <a:lnTo>
                    <a:pt x="1532332" y="195391"/>
                  </a:lnTo>
                  <a:lnTo>
                    <a:pt x="1605300" y="204696"/>
                  </a:lnTo>
                  <a:lnTo>
                    <a:pt x="1678268" y="214000"/>
                  </a:lnTo>
                  <a:lnTo>
                    <a:pt x="1751237" y="223305"/>
                  </a:lnTo>
                  <a:lnTo>
                    <a:pt x="1824205" y="232609"/>
                  </a:lnTo>
                  <a:lnTo>
                    <a:pt x="1897173" y="241913"/>
                  </a:lnTo>
                  <a:lnTo>
                    <a:pt x="1970141" y="251218"/>
                  </a:lnTo>
                  <a:lnTo>
                    <a:pt x="2043110" y="260522"/>
                  </a:lnTo>
                  <a:lnTo>
                    <a:pt x="2116078" y="269826"/>
                  </a:lnTo>
                  <a:lnTo>
                    <a:pt x="2189046" y="279131"/>
                  </a:lnTo>
                  <a:lnTo>
                    <a:pt x="2262014" y="288435"/>
                  </a:lnTo>
                  <a:lnTo>
                    <a:pt x="2334982" y="297740"/>
                  </a:lnTo>
                  <a:lnTo>
                    <a:pt x="2407951" y="307044"/>
                  </a:lnTo>
                  <a:lnTo>
                    <a:pt x="2480919" y="316348"/>
                  </a:lnTo>
                  <a:lnTo>
                    <a:pt x="2553887" y="325653"/>
                  </a:lnTo>
                  <a:lnTo>
                    <a:pt x="2626855" y="334957"/>
                  </a:lnTo>
                  <a:lnTo>
                    <a:pt x="2699823" y="344261"/>
                  </a:lnTo>
                  <a:lnTo>
                    <a:pt x="2772792" y="353566"/>
                  </a:lnTo>
                  <a:lnTo>
                    <a:pt x="2845760" y="362870"/>
                  </a:lnTo>
                  <a:lnTo>
                    <a:pt x="2918728" y="372175"/>
                  </a:lnTo>
                  <a:lnTo>
                    <a:pt x="2991696" y="381479"/>
                  </a:lnTo>
                  <a:lnTo>
                    <a:pt x="3064665" y="390783"/>
                  </a:lnTo>
                  <a:lnTo>
                    <a:pt x="3137633" y="400088"/>
                  </a:lnTo>
                  <a:lnTo>
                    <a:pt x="3210601" y="409392"/>
                  </a:lnTo>
                  <a:lnTo>
                    <a:pt x="3283569" y="418696"/>
                  </a:lnTo>
                  <a:lnTo>
                    <a:pt x="3356537" y="428001"/>
                  </a:lnTo>
                  <a:lnTo>
                    <a:pt x="3429506" y="437305"/>
                  </a:lnTo>
                  <a:lnTo>
                    <a:pt x="3502474" y="446610"/>
                  </a:lnTo>
                  <a:lnTo>
                    <a:pt x="3575442" y="455914"/>
                  </a:lnTo>
                  <a:lnTo>
                    <a:pt x="3648410" y="465218"/>
                  </a:lnTo>
                  <a:lnTo>
                    <a:pt x="3721379" y="474523"/>
                  </a:lnTo>
                  <a:lnTo>
                    <a:pt x="3794347" y="483827"/>
                  </a:lnTo>
                  <a:lnTo>
                    <a:pt x="3867315" y="493131"/>
                  </a:lnTo>
                  <a:lnTo>
                    <a:pt x="3940283" y="502436"/>
                  </a:lnTo>
                  <a:lnTo>
                    <a:pt x="4013251" y="511740"/>
                  </a:lnTo>
                  <a:lnTo>
                    <a:pt x="4086220" y="521045"/>
                  </a:lnTo>
                  <a:lnTo>
                    <a:pt x="4159188" y="530349"/>
                  </a:lnTo>
                  <a:lnTo>
                    <a:pt x="4232156" y="539653"/>
                  </a:lnTo>
                  <a:lnTo>
                    <a:pt x="4305124" y="548958"/>
                  </a:lnTo>
                  <a:lnTo>
                    <a:pt x="4378092" y="558262"/>
                  </a:lnTo>
                  <a:lnTo>
                    <a:pt x="4451061" y="567567"/>
                  </a:lnTo>
                  <a:lnTo>
                    <a:pt x="4524029" y="576871"/>
                  </a:lnTo>
                  <a:lnTo>
                    <a:pt x="4596997" y="586175"/>
                  </a:lnTo>
                  <a:lnTo>
                    <a:pt x="4669965" y="595480"/>
                  </a:lnTo>
                  <a:lnTo>
                    <a:pt x="4742934" y="604784"/>
                  </a:lnTo>
                  <a:lnTo>
                    <a:pt x="4815902" y="614088"/>
                  </a:lnTo>
                  <a:lnTo>
                    <a:pt x="4888870" y="623393"/>
                  </a:lnTo>
                  <a:lnTo>
                    <a:pt x="4961838" y="632697"/>
                  </a:lnTo>
                  <a:lnTo>
                    <a:pt x="5034806" y="642002"/>
                  </a:lnTo>
                  <a:lnTo>
                    <a:pt x="5107775" y="651306"/>
                  </a:lnTo>
                  <a:lnTo>
                    <a:pt x="5180743" y="660610"/>
                  </a:lnTo>
                  <a:lnTo>
                    <a:pt x="5253711" y="669915"/>
                  </a:lnTo>
                  <a:lnTo>
                    <a:pt x="5326679" y="679219"/>
                  </a:lnTo>
                  <a:lnTo>
                    <a:pt x="5399647" y="688523"/>
                  </a:lnTo>
                  <a:lnTo>
                    <a:pt x="5472616" y="697828"/>
                  </a:lnTo>
                  <a:lnTo>
                    <a:pt x="5545584" y="707132"/>
                  </a:lnTo>
                  <a:lnTo>
                    <a:pt x="5618552" y="716437"/>
                  </a:lnTo>
                  <a:lnTo>
                    <a:pt x="5691520" y="725741"/>
                  </a:lnTo>
                  <a:lnTo>
                    <a:pt x="5764489" y="73504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364124" y="23972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64124" y="2388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364124" y="2554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258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636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354996" y="35616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354996" y="3225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354996" y="3310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09766" y="32536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809766" y="33678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809766" y="285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761206" y="2832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761206" y="298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761206" y="2935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888146" y="2836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888146" y="2877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888146" y="34317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22390" y="44384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122390" y="35582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3708" y="3403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3708" y="2939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319301"/>
              <a:ext cx="5764489" cy="1270630"/>
            </a:xfrm>
            <a:custGeom>
              <a:avLst/>
              <a:pathLst>
                <a:path w="5764489" h="1270630">
                  <a:moveTo>
                    <a:pt x="0" y="0"/>
                  </a:moveTo>
                  <a:lnTo>
                    <a:pt x="72968" y="13070"/>
                  </a:lnTo>
                  <a:lnTo>
                    <a:pt x="145936" y="26102"/>
                  </a:lnTo>
                  <a:lnTo>
                    <a:pt x="218904" y="39093"/>
                  </a:lnTo>
                  <a:lnTo>
                    <a:pt x="291872" y="52041"/>
                  </a:lnTo>
                  <a:lnTo>
                    <a:pt x="364841" y="64944"/>
                  </a:lnTo>
                  <a:lnTo>
                    <a:pt x="437809" y="77800"/>
                  </a:lnTo>
                  <a:lnTo>
                    <a:pt x="510777" y="90606"/>
                  </a:lnTo>
                  <a:lnTo>
                    <a:pt x="583745" y="103360"/>
                  </a:lnTo>
                  <a:lnTo>
                    <a:pt x="656713" y="116058"/>
                  </a:lnTo>
                  <a:lnTo>
                    <a:pt x="729682" y="128699"/>
                  </a:lnTo>
                  <a:lnTo>
                    <a:pt x="802650" y="141279"/>
                  </a:lnTo>
                  <a:lnTo>
                    <a:pt x="875618" y="153795"/>
                  </a:lnTo>
                  <a:lnTo>
                    <a:pt x="948586" y="166242"/>
                  </a:lnTo>
                  <a:lnTo>
                    <a:pt x="1021555" y="178619"/>
                  </a:lnTo>
                  <a:lnTo>
                    <a:pt x="1094523" y="190920"/>
                  </a:lnTo>
                  <a:lnTo>
                    <a:pt x="1167491" y="203142"/>
                  </a:lnTo>
                  <a:lnTo>
                    <a:pt x="1240459" y="215279"/>
                  </a:lnTo>
                  <a:lnTo>
                    <a:pt x="1313427" y="227329"/>
                  </a:lnTo>
                  <a:lnTo>
                    <a:pt x="1386396" y="239285"/>
                  </a:lnTo>
                  <a:lnTo>
                    <a:pt x="1459364" y="251142"/>
                  </a:lnTo>
                  <a:lnTo>
                    <a:pt x="1532332" y="262895"/>
                  </a:lnTo>
                  <a:lnTo>
                    <a:pt x="1605300" y="274538"/>
                  </a:lnTo>
                  <a:lnTo>
                    <a:pt x="1678268" y="286064"/>
                  </a:lnTo>
                  <a:lnTo>
                    <a:pt x="1751237" y="297468"/>
                  </a:lnTo>
                  <a:lnTo>
                    <a:pt x="1824205" y="308742"/>
                  </a:lnTo>
                  <a:lnTo>
                    <a:pt x="1897173" y="319879"/>
                  </a:lnTo>
                  <a:lnTo>
                    <a:pt x="1970141" y="330872"/>
                  </a:lnTo>
                  <a:lnTo>
                    <a:pt x="2043110" y="341712"/>
                  </a:lnTo>
                  <a:lnTo>
                    <a:pt x="2116078" y="352391"/>
                  </a:lnTo>
                  <a:lnTo>
                    <a:pt x="2189046" y="362901"/>
                  </a:lnTo>
                  <a:lnTo>
                    <a:pt x="2262014" y="373234"/>
                  </a:lnTo>
                  <a:lnTo>
                    <a:pt x="2334982" y="383378"/>
                  </a:lnTo>
                  <a:lnTo>
                    <a:pt x="2407951" y="393327"/>
                  </a:lnTo>
                  <a:lnTo>
                    <a:pt x="2480919" y="403069"/>
                  </a:lnTo>
                  <a:lnTo>
                    <a:pt x="2553887" y="412595"/>
                  </a:lnTo>
                  <a:lnTo>
                    <a:pt x="2626855" y="421896"/>
                  </a:lnTo>
                  <a:lnTo>
                    <a:pt x="2699823" y="430962"/>
                  </a:lnTo>
                  <a:lnTo>
                    <a:pt x="2772792" y="439783"/>
                  </a:lnTo>
                  <a:lnTo>
                    <a:pt x="2845760" y="448351"/>
                  </a:lnTo>
                  <a:lnTo>
                    <a:pt x="2918728" y="456656"/>
                  </a:lnTo>
                  <a:lnTo>
                    <a:pt x="2991696" y="464689"/>
                  </a:lnTo>
                  <a:lnTo>
                    <a:pt x="3064665" y="472443"/>
                  </a:lnTo>
                  <a:lnTo>
                    <a:pt x="3137633" y="479912"/>
                  </a:lnTo>
                  <a:lnTo>
                    <a:pt x="3210601" y="487087"/>
                  </a:lnTo>
                  <a:lnTo>
                    <a:pt x="3283569" y="493964"/>
                  </a:lnTo>
                  <a:lnTo>
                    <a:pt x="3356537" y="500539"/>
                  </a:lnTo>
                  <a:lnTo>
                    <a:pt x="3429506" y="506808"/>
                  </a:lnTo>
                  <a:lnTo>
                    <a:pt x="3502474" y="512769"/>
                  </a:lnTo>
                  <a:lnTo>
                    <a:pt x="3575442" y="518421"/>
                  </a:lnTo>
                  <a:lnTo>
                    <a:pt x="3648410" y="523765"/>
                  </a:lnTo>
                  <a:lnTo>
                    <a:pt x="3721379" y="528801"/>
                  </a:lnTo>
                  <a:lnTo>
                    <a:pt x="3794347" y="533533"/>
                  </a:lnTo>
                  <a:lnTo>
                    <a:pt x="3867315" y="537965"/>
                  </a:lnTo>
                  <a:lnTo>
                    <a:pt x="3940283" y="542101"/>
                  </a:lnTo>
                  <a:lnTo>
                    <a:pt x="4013251" y="545948"/>
                  </a:lnTo>
                  <a:lnTo>
                    <a:pt x="4086220" y="549512"/>
                  </a:lnTo>
                  <a:lnTo>
                    <a:pt x="4159188" y="552801"/>
                  </a:lnTo>
                  <a:lnTo>
                    <a:pt x="4232156" y="555822"/>
                  </a:lnTo>
                  <a:lnTo>
                    <a:pt x="4305124" y="558586"/>
                  </a:lnTo>
                  <a:lnTo>
                    <a:pt x="4378092" y="561100"/>
                  </a:lnTo>
                  <a:lnTo>
                    <a:pt x="4451061" y="563374"/>
                  </a:lnTo>
                  <a:lnTo>
                    <a:pt x="4524029" y="565418"/>
                  </a:lnTo>
                  <a:lnTo>
                    <a:pt x="4596997" y="567242"/>
                  </a:lnTo>
                  <a:lnTo>
                    <a:pt x="4669965" y="568855"/>
                  </a:lnTo>
                  <a:lnTo>
                    <a:pt x="4742934" y="570266"/>
                  </a:lnTo>
                  <a:lnTo>
                    <a:pt x="4815902" y="571486"/>
                  </a:lnTo>
                  <a:lnTo>
                    <a:pt x="4888870" y="572523"/>
                  </a:lnTo>
                  <a:lnTo>
                    <a:pt x="4961838" y="573386"/>
                  </a:lnTo>
                  <a:lnTo>
                    <a:pt x="5034806" y="574085"/>
                  </a:lnTo>
                  <a:lnTo>
                    <a:pt x="5107775" y="574627"/>
                  </a:lnTo>
                  <a:lnTo>
                    <a:pt x="5180743" y="575021"/>
                  </a:lnTo>
                  <a:lnTo>
                    <a:pt x="5253711" y="575274"/>
                  </a:lnTo>
                  <a:lnTo>
                    <a:pt x="5326679" y="575394"/>
                  </a:lnTo>
                  <a:lnTo>
                    <a:pt x="5399647" y="575387"/>
                  </a:lnTo>
                  <a:lnTo>
                    <a:pt x="5472616" y="575261"/>
                  </a:lnTo>
                  <a:lnTo>
                    <a:pt x="5545584" y="575022"/>
                  </a:lnTo>
                  <a:lnTo>
                    <a:pt x="5618552" y="574676"/>
                  </a:lnTo>
                  <a:lnTo>
                    <a:pt x="5691520" y="574229"/>
                  </a:lnTo>
                  <a:lnTo>
                    <a:pt x="5764489" y="573685"/>
                  </a:lnTo>
                  <a:lnTo>
                    <a:pt x="5764489" y="1270630"/>
                  </a:lnTo>
                  <a:lnTo>
                    <a:pt x="5691520" y="1258626"/>
                  </a:lnTo>
                  <a:lnTo>
                    <a:pt x="5618552" y="1246718"/>
                  </a:lnTo>
                  <a:lnTo>
                    <a:pt x="5545584" y="1234912"/>
                  </a:lnTo>
                  <a:lnTo>
                    <a:pt x="5472616" y="1223213"/>
                  </a:lnTo>
                  <a:lnTo>
                    <a:pt x="5399647" y="1211627"/>
                  </a:lnTo>
                  <a:lnTo>
                    <a:pt x="5326679" y="1200160"/>
                  </a:lnTo>
                  <a:lnTo>
                    <a:pt x="5253711" y="1188820"/>
                  </a:lnTo>
                  <a:lnTo>
                    <a:pt x="5180743" y="1177613"/>
                  </a:lnTo>
                  <a:lnTo>
                    <a:pt x="5107775" y="1166546"/>
                  </a:lnTo>
                  <a:lnTo>
                    <a:pt x="5034806" y="1155628"/>
                  </a:lnTo>
                  <a:lnTo>
                    <a:pt x="4961838" y="1144866"/>
                  </a:lnTo>
                  <a:lnTo>
                    <a:pt x="4888870" y="1134270"/>
                  </a:lnTo>
                  <a:lnTo>
                    <a:pt x="4815902" y="1123847"/>
                  </a:lnTo>
                  <a:lnTo>
                    <a:pt x="4742934" y="1113606"/>
                  </a:lnTo>
                  <a:lnTo>
                    <a:pt x="4669965" y="1103557"/>
                  </a:lnTo>
                  <a:lnTo>
                    <a:pt x="4596997" y="1093710"/>
                  </a:lnTo>
                  <a:lnTo>
                    <a:pt x="4524029" y="1084073"/>
                  </a:lnTo>
                  <a:lnTo>
                    <a:pt x="4451061" y="1074657"/>
                  </a:lnTo>
                  <a:lnTo>
                    <a:pt x="4378092" y="1065471"/>
                  </a:lnTo>
                  <a:lnTo>
                    <a:pt x="4305124" y="1056525"/>
                  </a:lnTo>
                  <a:lnTo>
                    <a:pt x="4232156" y="1047829"/>
                  </a:lnTo>
                  <a:lnTo>
                    <a:pt x="4159188" y="1039390"/>
                  </a:lnTo>
                  <a:lnTo>
                    <a:pt x="4086220" y="1031219"/>
                  </a:lnTo>
                  <a:lnTo>
                    <a:pt x="4013251" y="1023322"/>
                  </a:lnTo>
                  <a:lnTo>
                    <a:pt x="3940283" y="1015709"/>
                  </a:lnTo>
                  <a:lnTo>
                    <a:pt x="3867315" y="1008385"/>
                  </a:lnTo>
                  <a:lnTo>
                    <a:pt x="3794347" y="1001356"/>
                  </a:lnTo>
                  <a:lnTo>
                    <a:pt x="3721379" y="994628"/>
                  </a:lnTo>
                  <a:lnTo>
                    <a:pt x="3648410" y="988205"/>
                  </a:lnTo>
                  <a:lnTo>
                    <a:pt x="3575442" y="982088"/>
                  </a:lnTo>
                  <a:lnTo>
                    <a:pt x="3502474" y="976280"/>
                  </a:lnTo>
                  <a:lnTo>
                    <a:pt x="3429506" y="970781"/>
                  </a:lnTo>
                  <a:lnTo>
                    <a:pt x="3356537" y="965589"/>
                  </a:lnTo>
                  <a:lnTo>
                    <a:pt x="3283569" y="960704"/>
                  </a:lnTo>
                  <a:lnTo>
                    <a:pt x="3210601" y="956121"/>
                  </a:lnTo>
                  <a:lnTo>
                    <a:pt x="3137633" y="951836"/>
                  </a:lnTo>
                  <a:lnTo>
                    <a:pt x="3064665" y="947844"/>
                  </a:lnTo>
                  <a:lnTo>
                    <a:pt x="2991696" y="944138"/>
                  </a:lnTo>
                  <a:lnTo>
                    <a:pt x="2918728" y="940712"/>
                  </a:lnTo>
                  <a:lnTo>
                    <a:pt x="2845760" y="937556"/>
                  </a:lnTo>
                  <a:lnTo>
                    <a:pt x="2772792" y="934663"/>
                  </a:lnTo>
                  <a:lnTo>
                    <a:pt x="2699823" y="932024"/>
                  </a:lnTo>
                  <a:lnTo>
                    <a:pt x="2626855" y="929630"/>
                  </a:lnTo>
                  <a:lnTo>
                    <a:pt x="2553887" y="927471"/>
                  </a:lnTo>
                  <a:lnTo>
                    <a:pt x="2480919" y="925537"/>
                  </a:lnTo>
                  <a:lnTo>
                    <a:pt x="2407951" y="923819"/>
                  </a:lnTo>
                  <a:lnTo>
                    <a:pt x="2334982" y="922307"/>
                  </a:lnTo>
                  <a:lnTo>
                    <a:pt x="2262014" y="920992"/>
                  </a:lnTo>
                  <a:lnTo>
                    <a:pt x="2189046" y="919864"/>
                  </a:lnTo>
                  <a:lnTo>
                    <a:pt x="2116078" y="918914"/>
                  </a:lnTo>
                  <a:lnTo>
                    <a:pt x="2043110" y="918133"/>
                  </a:lnTo>
                  <a:lnTo>
                    <a:pt x="1970141" y="917513"/>
                  </a:lnTo>
                  <a:lnTo>
                    <a:pt x="1897173" y="917045"/>
                  </a:lnTo>
                  <a:lnTo>
                    <a:pt x="1824205" y="916722"/>
                  </a:lnTo>
                  <a:lnTo>
                    <a:pt x="1751237" y="916536"/>
                  </a:lnTo>
                  <a:lnTo>
                    <a:pt x="1678268" y="916479"/>
                  </a:lnTo>
                  <a:lnTo>
                    <a:pt x="1605300" y="916546"/>
                  </a:lnTo>
                  <a:lnTo>
                    <a:pt x="1532332" y="916728"/>
                  </a:lnTo>
                  <a:lnTo>
                    <a:pt x="1459364" y="917021"/>
                  </a:lnTo>
                  <a:lnTo>
                    <a:pt x="1386396" y="917418"/>
                  </a:lnTo>
                  <a:lnTo>
                    <a:pt x="1313427" y="917914"/>
                  </a:lnTo>
                  <a:lnTo>
                    <a:pt x="1240459" y="918503"/>
                  </a:lnTo>
                  <a:lnTo>
                    <a:pt x="1167491" y="919181"/>
                  </a:lnTo>
                  <a:lnTo>
                    <a:pt x="1094523" y="919942"/>
                  </a:lnTo>
                  <a:lnTo>
                    <a:pt x="1021555" y="920783"/>
                  </a:lnTo>
                  <a:lnTo>
                    <a:pt x="948586" y="921699"/>
                  </a:lnTo>
                  <a:lnTo>
                    <a:pt x="875618" y="922687"/>
                  </a:lnTo>
                  <a:lnTo>
                    <a:pt x="802650" y="923742"/>
                  </a:lnTo>
                  <a:lnTo>
                    <a:pt x="729682" y="924862"/>
                  </a:lnTo>
                  <a:lnTo>
                    <a:pt x="656713" y="926042"/>
                  </a:lnTo>
                  <a:lnTo>
                    <a:pt x="583745" y="927281"/>
                  </a:lnTo>
                  <a:lnTo>
                    <a:pt x="510777" y="928574"/>
                  </a:lnTo>
                  <a:lnTo>
                    <a:pt x="437809" y="929920"/>
                  </a:lnTo>
                  <a:lnTo>
                    <a:pt x="364841" y="931316"/>
                  </a:lnTo>
                  <a:lnTo>
                    <a:pt x="291872" y="932758"/>
                  </a:lnTo>
                  <a:lnTo>
                    <a:pt x="218904" y="934246"/>
                  </a:lnTo>
                  <a:lnTo>
                    <a:pt x="145936" y="935777"/>
                  </a:lnTo>
                  <a:lnTo>
                    <a:pt x="72968" y="937349"/>
                  </a:lnTo>
                  <a:lnTo>
                    <a:pt x="0" y="93895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319301"/>
              <a:ext cx="5764489" cy="575394"/>
            </a:xfrm>
            <a:custGeom>
              <a:avLst/>
              <a:pathLst>
                <a:path w="5764489" h="575394">
                  <a:moveTo>
                    <a:pt x="0" y="0"/>
                  </a:moveTo>
                  <a:lnTo>
                    <a:pt x="72968" y="13070"/>
                  </a:lnTo>
                  <a:lnTo>
                    <a:pt x="145936" y="26102"/>
                  </a:lnTo>
                  <a:lnTo>
                    <a:pt x="218904" y="39093"/>
                  </a:lnTo>
                  <a:lnTo>
                    <a:pt x="291872" y="52041"/>
                  </a:lnTo>
                  <a:lnTo>
                    <a:pt x="364841" y="64944"/>
                  </a:lnTo>
                  <a:lnTo>
                    <a:pt x="437809" y="77800"/>
                  </a:lnTo>
                  <a:lnTo>
                    <a:pt x="510777" y="90606"/>
                  </a:lnTo>
                  <a:lnTo>
                    <a:pt x="583745" y="103360"/>
                  </a:lnTo>
                  <a:lnTo>
                    <a:pt x="656713" y="116058"/>
                  </a:lnTo>
                  <a:lnTo>
                    <a:pt x="729682" y="128699"/>
                  </a:lnTo>
                  <a:lnTo>
                    <a:pt x="802650" y="141279"/>
                  </a:lnTo>
                  <a:lnTo>
                    <a:pt x="875618" y="153795"/>
                  </a:lnTo>
                  <a:lnTo>
                    <a:pt x="948586" y="166242"/>
                  </a:lnTo>
                  <a:lnTo>
                    <a:pt x="1021555" y="178619"/>
                  </a:lnTo>
                  <a:lnTo>
                    <a:pt x="1094523" y="190920"/>
                  </a:lnTo>
                  <a:lnTo>
                    <a:pt x="1167491" y="203142"/>
                  </a:lnTo>
                  <a:lnTo>
                    <a:pt x="1240459" y="215279"/>
                  </a:lnTo>
                  <a:lnTo>
                    <a:pt x="1313427" y="227329"/>
                  </a:lnTo>
                  <a:lnTo>
                    <a:pt x="1386396" y="239285"/>
                  </a:lnTo>
                  <a:lnTo>
                    <a:pt x="1459364" y="251142"/>
                  </a:lnTo>
                  <a:lnTo>
                    <a:pt x="1532332" y="262895"/>
                  </a:lnTo>
                  <a:lnTo>
                    <a:pt x="1605300" y="274538"/>
                  </a:lnTo>
                  <a:lnTo>
                    <a:pt x="1678268" y="286064"/>
                  </a:lnTo>
                  <a:lnTo>
                    <a:pt x="1751237" y="297468"/>
                  </a:lnTo>
                  <a:lnTo>
                    <a:pt x="1824205" y="308742"/>
                  </a:lnTo>
                  <a:lnTo>
                    <a:pt x="1897173" y="319879"/>
                  </a:lnTo>
                  <a:lnTo>
                    <a:pt x="1970141" y="330872"/>
                  </a:lnTo>
                  <a:lnTo>
                    <a:pt x="2043110" y="341712"/>
                  </a:lnTo>
                  <a:lnTo>
                    <a:pt x="2116078" y="352391"/>
                  </a:lnTo>
                  <a:lnTo>
                    <a:pt x="2189046" y="362901"/>
                  </a:lnTo>
                  <a:lnTo>
                    <a:pt x="2262014" y="373234"/>
                  </a:lnTo>
                  <a:lnTo>
                    <a:pt x="2334982" y="383378"/>
                  </a:lnTo>
                  <a:lnTo>
                    <a:pt x="2407951" y="393327"/>
                  </a:lnTo>
                  <a:lnTo>
                    <a:pt x="2480919" y="403069"/>
                  </a:lnTo>
                  <a:lnTo>
                    <a:pt x="2553887" y="412595"/>
                  </a:lnTo>
                  <a:lnTo>
                    <a:pt x="2626855" y="421896"/>
                  </a:lnTo>
                  <a:lnTo>
                    <a:pt x="2699823" y="430962"/>
                  </a:lnTo>
                  <a:lnTo>
                    <a:pt x="2772792" y="439783"/>
                  </a:lnTo>
                  <a:lnTo>
                    <a:pt x="2845760" y="448351"/>
                  </a:lnTo>
                  <a:lnTo>
                    <a:pt x="2918728" y="456656"/>
                  </a:lnTo>
                  <a:lnTo>
                    <a:pt x="2991696" y="464689"/>
                  </a:lnTo>
                  <a:lnTo>
                    <a:pt x="3064665" y="472443"/>
                  </a:lnTo>
                  <a:lnTo>
                    <a:pt x="3137633" y="479912"/>
                  </a:lnTo>
                  <a:lnTo>
                    <a:pt x="3210601" y="487087"/>
                  </a:lnTo>
                  <a:lnTo>
                    <a:pt x="3283569" y="493964"/>
                  </a:lnTo>
                  <a:lnTo>
                    <a:pt x="3356537" y="500539"/>
                  </a:lnTo>
                  <a:lnTo>
                    <a:pt x="3429506" y="506808"/>
                  </a:lnTo>
                  <a:lnTo>
                    <a:pt x="3502474" y="512769"/>
                  </a:lnTo>
                  <a:lnTo>
                    <a:pt x="3575442" y="518421"/>
                  </a:lnTo>
                  <a:lnTo>
                    <a:pt x="3648410" y="523765"/>
                  </a:lnTo>
                  <a:lnTo>
                    <a:pt x="3721379" y="528801"/>
                  </a:lnTo>
                  <a:lnTo>
                    <a:pt x="3794347" y="533533"/>
                  </a:lnTo>
                  <a:lnTo>
                    <a:pt x="3867315" y="537965"/>
                  </a:lnTo>
                  <a:lnTo>
                    <a:pt x="3940283" y="542101"/>
                  </a:lnTo>
                  <a:lnTo>
                    <a:pt x="4013251" y="545948"/>
                  </a:lnTo>
                  <a:lnTo>
                    <a:pt x="4086220" y="549512"/>
                  </a:lnTo>
                  <a:lnTo>
                    <a:pt x="4159188" y="552801"/>
                  </a:lnTo>
                  <a:lnTo>
                    <a:pt x="4232156" y="555822"/>
                  </a:lnTo>
                  <a:lnTo>
                    <a:pt x="4305124" y="558586"/>
                  </a:lnTo>
                  <a:lnTo>
                    <a:pt x="4378092" y="561100"/>
                  </a:lnTo>
                  <a:lnTo>
                    <a:pt x="4451061" y="563374"/>
                  </a:lnTo>
                  <a:lnTo>
                    <a:pt x="4524029" y="565418"/>
                  </a:lnTo>
                  <a:lnTo>
                    <a:pt x="4596997" y="567242"/>
                  </a:lnTo>
                  <a:lnTo>
                    <a:pt x="4669965" y="568855"/>
                  </a:lnTo>
                  <a:lnTo>
                    <a:pt x="4742934" y="570266"/>
                  </a:lnTo>
                  <a:lnTo>
                    <a:pt x="4815902" y="571486"/>
                  </a:lnTo>
                  <a:lnTo>
                    <a:pt x="4888870" y="572523"/>
                  </a:lnTo>
                  <a:lnTo>
                    <a:pt x="4961838" y="573386"/>
                  </a:lnTo>
                  <a:lnTo>
                    <a:pt x="5034806" y="574085"/>
                  </a:lnTo>
                  <a:lnTo>
                    <a:pt x="5107775" y="574627"/>
                  </a:lnTo>
                  <a:lnTo>
                    <a:pt x="5180743" y="575021"/>
                  </a:lnTo>
                  <a:lnTo>
                    <a:pt x="5253711" y="575274"/>
                  </a:lnTo>
                  <a:lnTo>
                    <a:pt x="5326679" y="575394"/>
                  </a:lnTo>
                  <a:lnTo>
                    <a:pt x="5399647" y="575387"/>
                  </a:lnTo>
                  <a:lnTo>
                    <a:pt x="5472616" y="575261"/>
                  </a:lnTo>
                  <a:lnTo>
                    <a:pt x="5545584" y="575022"/>
                  </a:lnTo>
                  <a:lnTo>
                    <a:pt x="5618552" y="574676"/>
                  </a:lnTo>
                  <a:lnTo>
                    <a:pt x="5691520" y="574229"/>
                  </a:lnTo>
                  <a:lnTo>
                    <a:pt x="5764489" y="573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235781"/>
              <a:ext cx="5764489" cy="354150"/>
            </a:xfrm>
            <a:custGeom>
              <a:avLst/>
              <a:pathLst>
                <a:path w="5764489" h="354150">
                  <a:moveTo>
                    <a:pt x="5764489" y="354150"/>
                  </a:moveTo>
                  <a:lnTo>
                    <a:pt x="5691520" y="342146"/>
                  </a:lnTo>
                  <a:lnTo>
                    <a:pt x="5618552" y="330239"/>
                  </a:lnTo>
                  <a:lnTo>
                    <a:pt x="5545584" y="318432"/>
                  </a:lnTo>
                  <a:lnTo>
                    <a:pt x="5472616" y="306733"/>
                  </a:lnTo>
                  <a:lnTo>
                    <a:pt x="5399647" y="295147"/>
                  </a:lnTo>
                  <a:lnTo>
                    <a:pt x="5326679" y="283680"/>
                  </a:lnTo>
                  <a:lnTo>
                    <a:pt x="5253711" y="272340"/>
                  </a:lnTo>
                  <a:lnTo>
                    <a:pt x="5180743" y="261133"/>
                  </a:lnTo>
                  <a:lnTo>
                    <a:pt x="5107775" y="250066"/>
                  </a:lnTo>
                  <a:lnTo>
                    <a:pt x="5034806" y="239148"/>
                  </a:lnTo>
                  <a:lnTo>
                    <a:pt x="4961838" y="228387"/>
                  </a:lnTo>
                  <a:lnTo>
                    <a:pt x="4888870" y="217790"/>
                  </a:lnTo>
                  <a:lnTo>
                    <a:pt x="4815902" y="207367"/>
                  </a:lnTo>
                  <a:lnTo>
                    <a:pt x="4742934" y="197126"/>
                  </a:lnTo>
                  <a:lnTo>
                    <a:pt x="4669965" y="187077"/>
                  </a:lnTo>
                  <a:lnTo>
                    <a:pt x="4596997" y="177230"/>
                  </a:lnTo>
                  <a:lnTo>
                    <a:pt x="4524029" y="167593"/>
                  </a:lnTo>
                  <a:lnTo>
                    <a:pt x="4451061" y="158177"/>
                  </a:lnTo>
                  <a:lnTo>
                    <a:pt x="4378092" y="148992"/>
                  </a:lnTo>
                  <a:lnTo>
                    <a:pt x="4305124" y="140046"/>
                  </a:lnTo>
                  <a:lnTo>
                    <a:pt x="4232156" y="131349"/>
                  </a:lnTo>
                  <a:lnTo>
                    <a:pt x="4159188" y="122910"/>
                  </a:lnTo>
                  <a:lnTo>
                    <a:pt x="4086220" y="114739"/>
                  </a:lnTo>
                  <a:lnTo>
                    <a:pt x="4013251" y="106842"/>
                  </a:lnTo>
                  <a:lnTo>
                    <a:pt x="3940283" y="99229"/>
                  </a:lnTo>
                  <a:lnTo>
                    <a:pt x="3867315" y="91905"/>
                  </a:lnTo>
                  <a:lnTo>
                    <a:pt x="3794347" y="84877"/>
                  </a:lnTo>
                  <a:lnTo>
                    <a:pt x="3721379" y="78149"/>
                  </a:lnTo>
                  <a:lnTo>
                    <a:pt x="3648410" y="71725"/>
                  </a:lnTo>
                  <a:lnTo>
                    <a:pt x="3575442" y="65608"/>
                  </a:lnTo>
                  <a:lnTo>
                    <a:pt x="3502474" y="59800"/>
                  </a:lnTo>
                  <a:lnTo>
                    <a:pt x="3429506" y="54301"/>
                  </a:lnTo>
                  <a:lnTo>
                    <a:pt x="3356537" y="49110"/>
                  </a:lnTo>
                  <a:lnTo>
                    <a:pt x="3283569" y="44224"/>
                  </a:lnTo>
                  <a:lnTo>
                    <a:pt x="3210601" y="39641"/>
                  </a:lnTo>
                  <a:lnTo>
                    <a:pt x="3137633" y="35356"/>
                  </a:lnTo>
                  <a:lnTo>
                    <a:pt x="3064665" y="31364"/>
                  </a:lnTo>
                  <a:lnTo>
                    <a:pt x="2991696" y="27658"/>
                  </a:lnTo>
                  <a:lnTo>
                    <a:pt x="2918728" y="24232"/>
                  </a:lnTo>
                  <a:lnTo>
                    <a:pt x="2845760" y="21076"/>
                  </a:lnTo>
                  <a:lnTo>
                    <a:pt x="2772792" y="18184"/>
                  </a:lnTo>
                  <a:lnTo>
                    <a:pt x="2699823" y="15545"/>
                  </a:lnTo>
                  <a:lnTo>
                    <a:pt x="2626855" y="13150"/>
                  </a:lnTo>
                  <a:lnTo>
                    <a:pt x="2553887" y="10991"/>
                  </a:lnTo>
                  <a:lnTo>
                    <a:pt x="2480919" y="9057"/>
                  </a:lnTo>
                  <a:lnTo>
                    <a:pt x="2407951" y="7339"/>
                  </a:lnTo>
                  <a:lnTo>
                    <a:pt x="2334982" y="5827"/>
                  </a:lnTo>
                  <a:lnTo>
                    <a:pt x="2262014" y="4512"/>
                  </a:lnTo>
                  <a:lnTo>
                    <a:pt x="2189046" y="3384"/>
                  </a:lnTo>
                  <a:lnTo>
                    <a:pt x="2116078" y="2434"/>
                  </a:lnTo>
                  <a:lnTo>
                    <a:pt x="2043110" y="1653"/>
                  </a:lnTo>
                  <a:lnTo>
                    <a:pt x="1970141" y="1033"/>
                  </a:lnTo>
                  <a:lnTo>
                    <a:pt x="1897173" y="565"/>
                  </a:lnTo>
                  <a:lnTo>
                    <a:pt x="1824205" y="242"/>
                  </a:lnTo>
                  <a:lnTo>
                    <a:pt x="1751237" y="56"/>
                  </a:lnTo>
                  <a:lnTo>
                    <a:pt x="1678268" y="0"/>
                  </a:lnTo>
                  <a:lnTo>
                    <a:pt x="1605300" y="66"/>
                  </a:lnTo>
                  <a:lnTo>
                    <a:pt x="1532332" y="249"/>
                  </a:lnTo>
                  <a:lnTo>
                    <a:pt x="1459364" y="541"/>
                  </a:lnTo>
                  <a:lnTo>
                    <a:pt x="1386396" y="938"/>
                  </a:lnTo>
                  <a:lnTo>
                    <a:pt x="1313427" y="1434"/>
                  </a:lnTo>
                  <a:lnTo>
                    <a:pt x="1240459" y="2023"/>
                  </a:lnTo>
                  <a:lnTo>
                    <a:pt x="1167491" y="2701"/>
                  </a:lnTo>
                  <a:lnTo>
                    <a:pt x="1094523" y="3462"/>
                  </a:lnTo>
                  <a:lnTo>
                    <a:pt x="1021555" y="4303"/>
                  </a:lnTo>
                  <a:lnTo>
                    <a:pt x="948586" y="5219"/>
                  </a:lnTo>
                  <a:lnTo>
                    <a:pt x="875618" y="6207"/>
                  </a:lnTo>
                  <a:lnTo>
                    <a:pt x="802650" y="7262"/>
                  </a:lnTo>
                  <a:lnTo>
                    <a:pt x="729682" y="8382"/>
                  </a:lnTo>
                  <a:lnTo>
                    <a:pt x="656713" y="9562"/>
                  </a:lnTo>
                  <a:lnTo>
                    <a:pt x="583745" y="10801"/>
                  </a:lnTo>
                  <a:lnTo>
                    <a:pt x="510777" y="12094"/>
                  </a:lnTo>
                  <a:lnTo>
                    <a:pt x="437809" y="13440"/>
                  </a:lnTo>
                  <a:lnTo>
                    <a:pt x="364841" y="14836"/>
                  </a:lnTo>
                  <a:lnTo>
                    <a:pt x="291872" y="16279"/>
                  </a:lnTo>
                  <a:lnTo>
                    <a:pt x="218904" y="17766"/>
                  </a:lnTo>
                  <a:lnTo>
                    <a:pt x="145936" y="19297"/>
                  </a:lnTo>
                  <a:lnTo>
                    <a:pt x="72968" y="20869"/>
                  </a:lnTo>
                  <a:lnTo>
                    <a:pt x="0" y="22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788781"/>
              <a:ext cx="5764489" cy="452678"/>
            </a:xfrm>
            <a:custGeom>
              <a:avLst/>
              <a:pathLst>
                <a:path w="5764489" h="452678">
                  <a:moveTo>
                    <a:pt x="0" y="0"/>
                  </a:moveTo>
                  <a:lnTo>
                    <a:pt x="72968" y="5730"/>
                  </a:lnTo>
                  <a:lnTo>
                    <a:pt x="145936" y="11460"/>
                  </a:lnTo>
                  <a:lnTo>
                    <a:pt x="218904" y="17190"/>
                  </a:lnTo>
                  <a:lnTo>
                    <a:pt x="291872" y="22920"/>
                  </a:lnTo>
                  <a:lnTo>
                    <a:pt x="364841" y="28650"/>
                  </a:lnTo>
                  <a:lnTo>
                    <a:pt x="437809" y="34380"/>
                  </a:lnTo>
                  <a:lnTo>
                    <a:pt x="510777" y="40110"/>
                  </a:lnTo>
                  <a:lnTo>
                    <a:pt x="583745" y="45840"/>
                  </a:lnTo>
                  <a:lnTo>
                    <a:pt x="656713" y="51570"/>
                  </a:lnTo>
                  <a:lnTo>
                    <a:pt x="729682" y="57301"/>
                  </a:lnTo>
                  <a:lnTo>
                    <a:pt x="802650" y="63031"/>
                  </a:lnTo>
                  <a:lnTo>
                    <a:pt x="875618" y="68761"/>
                  </a:lnTo>
                  <a:lnTo>
                    <a:pt x="948586" y="74491"/>
                  </a:lnTo>
                  <a:lnTo>
                    <a:pt x="1021555" y="80221"/>
                  </a:lnTo>
                  <a:lnTo>
                    <a:pt x="1094523" y="85951"/>
                  </a:lnTo>
                  <a:lnTo>
                    <a:pt x="1167491" y="91681"/>
                  </a:lnTo>
                  <a:lnTo>
                    <a:pt x="1240459" y="97411"/>
                  </a:lnTo>
                  <a:lnTo>
                    <a:pt x="1313427" y="103141"/>
                  </a:lnTo>
                  <a:lnTo>
                    <a:pt x="1386396" y="108871"/>
                  </a:lnTo>
                  <a:lnTo>
                    <a:pt x="1459364" y="114602"/>
                  </a:lnTo>
                  <a:lnTo>
                    <a:pt x="1532332" y="120332"/>
                  </a:lnTo>
                  <a:lnTo>
                    <a:pt x="1605300" y="126062"/>
                  </a:lnTo>
                  <a:lnTo>
                    <a:pt x="1678268" y="131792"/>
                  </a:lnTo>
                  <a:lnTo>
                    <a:pt x="1751237" y="137522"/>
                  </a:lnTo>
                  <a:lnTo>
                    <a:pt x="1824205" y="143252"/>
                  </a:lnTo>
                  <a:lnTo>
                    <a:pt x="1897173" y="148982"/>
                  </a:lnTo>
                  <a:lnTo>
                    <a:pt x="1970141" y="154712"/>
                  </a:lnTo>
                  <a:lnTo>
                    <a:pt x="2043110" y="160442"/>
                  </a:lnTo>
                  <a:lnTo>
                    <a:pt x="2116078" y="166172"/>
                  </a:lnTo>
                  <a:lnTo>
                    <a:pt x="2189046" y="171903"/>
                  </a:lnTo>
                  <a:lnTo>
                    <a:pt x="2262014" y="177633"/>
                  </a:lnTo>
                  <a:lnTo>
                    <a:pt x="2334982" y="183363"/>
                  </a:lnTo>
                  <a:lnTo>
                    <a:pt x="2407951" y="189093"/>
                  </a:lnTo>
                  <a:lnTo>
                    <a:pt x="2480919" y="194823"/>
                  </a:lnTo>
                  <a:lnTo>
                    <a:pt x="2553887" y="200553"/>
                  </a:lnTo>
                  <a:lnTo>
                    <a:pt x="2626855" y="206283"/>
                  </a:lnTo>
                  <a:lnTo>
                    <a:pt x="2699823" y="212013"/>
                  </a:lnTo>
                  <a:lnTo>
                    <a:pt x="2772792" y="217743"/>
                  </a:lnTo>
                  <a:lnTo>
                    <a:pt x="2845760" y="223473"/>
                  </a:lnTo>
                  <a:lnTo>
                    <a:pt x="2918728" y="229204"/>
                  </a:lnTo>
                  <a:lnTo>
                    <a:pt x="2991696" y="234934"/>
                  </a:lnTo>
                  <a:lnTo>
                    <a:pt x="3064665" y="240664"/>
                  </a:lnTo>
                  <a:lnTo>
                    <a:pt x="3137633" y="246394"/>
                  </a:lnTo>
                  <a:lnTo>
                    <a:pt x="3210601" y="252124"/>
                  </a:lnTo>
                  <a:lnTo>
                    <a:pt x="3283569" y="257854"/>
                  </a:lnTo>
                  <a:lnTo>
                    <a:pt x="3356537" y="263584"/>
                  </a:lnTo>
                  <a:lnTo>
                    <a:pt x="3429506" y="269314"/>
                  </a:lnTo>
                  <a:lnTo>
                    <a:pt x="3502474" y="275044"/>
                  </a:lnTo>
                  <a:lnTo>
                    <a:pt x="3575442" y="280775"/>
                  </a:lnTo>
                  <a:lnTo>
                    <a:pt x="3648410" y="286505"/>
                  </a:lnTo>
                  <a:lnTo>
                    <a:pt x="3721379" y="292235"/>
                  </a:lnTo>
                  <a:lnTo>
                    <a:pt x="3794347" y="297965"/>
                  </a:lnTo>
                  <a:lnTo>
                    <a:pt x="3867315" y="303695"/>
                  </a:lnTo>
                  <a:lnTo>
                    <a:pt x="3940283" y="309425"/>
                  </a:lnTo>
                  <a:lnTo>
                    <a:pt x="4013251" y="315155"/>
                  </a:lnTo>
                  <a:lnTo>
                    <a:pt x="4086220" y="320885"/>
                  </a:lnTo>
                  <a:lnTo>
                    <a:pt x="4159188" y="326615"/>
                  </a:lnTo>
                  <a:lnTo>
                    <a:pt x="4232156" y="332345"/>
                  </a:lnTo>
                  <a:lnTo>
                    <a:pt x="4305124" y="338076"/>
                  </a:lnTo>
                  <a:lnTo>
                    <a:pt x="4378092" y="343806"/>
                  </a:lnTo>
                  <a:lnTo>
                    <a:pt x="4451061" y="349536"/>
                  </a:lnTo>
                  <a:lnTo>
                    <a:pt x="4524029" y="355266"/>
                  </a:lnTo>
                  <a:lnTo>
                    <a:pt x="4596997" y="360996"/>
                  </a:lnTo>
                  <a:lnTo>
                    <a:pt x="4669965" y="366726"/>
                  </a:lnTo>
                  <a:lnTo>
                    <a:pt x="4742934" y="372456"/>
                  </a:lnTo>
                  <a:lnTo>
                    <a:pt x="4815902" y="378186"/>
                  </a:lnTo>
                  <a:lnTo>
                    <a:pt x="4888870" y="383916"/>
                  </a:lnTo>
                  <a:lnTo>
                    <a:pt x="4961838" y="389646"/>
                  </a:lnTo>
                  <a:lnTo>
                    <a:pt x="5034806" y="395377"/>
                  </a:lnTo>
                  <a:lnTo>
                    <a:pt x="5107775" y="401107"/>
                  </a:lnTo>
                  <a:lnTo>
                    <a:pt x="5180743" y="406837"/>
                  </a:lnTo>
                  <a:lnTo>
                    <a:pt x="5253711" y="412567"/>
                  </a:lnTo>
                  <a:lnTo>
                    <a:pt x="5326679" y="418297"/>
                  </a:lnTo>
                  <a:lnTo>
                    <a:pt x="5399647" y="424027"/>
                  </a:lnTo>
                  <a:lnTo>
                    <a:pt x="5472616" y="429757"/>
                  </a:lnTo>
                  <a:lnTo>
                    <a:pt x="5545584" y="435487"/>
                  </a:lnTo>
                  <a:lnTo>
                    <a:pt x="5618552" y="441217"/>
                  </a:lnTo>
                  <a:lnTo>
                    <a:pt x="5691520" y="446947"/>
                  </a:lnTo>
                  <a:lnTo>
                    <a:pt x="5764489" y="45267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0994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857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7202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5829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445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395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257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120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2998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284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30111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31006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31902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12700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27897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528793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312473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69789"/>
              <a:ext cx="38359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Environmental Distance vs Length at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2026-02-03T13:00:44Z</dcterms:modified>
  <cp:category/>
</cp:coreProperties>
</file>