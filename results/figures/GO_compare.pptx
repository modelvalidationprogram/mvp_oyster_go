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65" r:id="rId11"/>
  </p:sldIdLst>
  <p:sldSz cx="9144000" cy="6858000" type="screen4x3"/>
  <p:notesSz cx="6858000" cy="9144000"/>
  <p:custDataLst>
    <p:tags r:id="rId1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A9A"/>
    <a:srgbClr val="62BC99"/>
    <a:srgbClr val="1C9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63"/>
  </p:normalViewPr>
  <p:slideViewPr>
    <p:cSldViewPr>
      <p:cViewPr>
        <p:scale>
          <a:sx n="104" d="100"/>
          <a:sy n="104" d="100"/>
        </p:scale>
        <p:origin x="1576" y="-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F5A77-1A25-5546-A6A8-2F9BD78753E2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3B43DC-A096-7A4C-B5BE-918342A435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5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190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477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964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0791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3B43DC-A096-7A4C-B5BE-918342A4357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9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29/11/2025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305955" cy="4565104"/>
            <a:chOff x="457200" y="1600200"/>
            <a:chExt cx="8305955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9225" y="3169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9225" y="28853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9225" y="28435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530428" y="32488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530428" y="31280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530428" y="30058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690056" y="33907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690056" y="29100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690056" y="30010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466067" y="28089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466067" y="21943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466067" y="2343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084792" y="3661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084792" y="25457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084792" y="33532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4088396" y="34511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4088396" y="38397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4088396" y="35433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491651" y="51735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491651" y="49575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491651" y="50987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900288" y="48787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900288" y="46231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900288" y="49834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3478708"/>
            </a:xfrm>
            <a:custGeom>
              <a:avLst/>
              <a:gdLst/>
              <a:ahLst/>
              <a:cxnLst/>
              <a:rect l="0" t="0" r="0" b="0"/>
              <a:pathLst>
                <a:path w="5701062" h="3478708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  <a:lnTo>
                    <a:pt x="5701062" y="3478708"/>
                  </a:lnTo>
                  <a:lnTo>
                    <a:pt x="5628897" y="3437725"/>
                  </a:lnTo>
                  <a:lnTo>
                    <a:pt x="5556732" y="3396793"/>
                  </a:lnTo>
                  <a:lnTo>
                    <a:pt x="5484566" y="3355914"/>
                  </a:lnTo>
                  <a:lnTo>
                    <a:pt x="5412401" y="3315091"/>
                  </a:lnTo>
                  <a:lnTo>
                    <a:pt x="5340236" y="3274328"/>
                  </a:lnTo>
                  <a:lnTo>
                    <a:pt x="5268070" y="3233627"/>
                  </a:lnTo>
                  <a:lnTo>
                    <a:pt x="5195905" y="3192994"/>
                  </a:lnTo>
                  <a:lnTo>
                    <a:pt x="5123740" y="3152431"/>
                  </a:lnTo>
                  <a:lnTo>
                    <a:pt x="5051574" y="3111944"/>
                  </a:lnTo>
                  <a:lnTo>
                    <a:pt x="4979409" y="3071536"/>
                  </a:lnTo>
                  <a:lnTo>
                    <a:pt x="4907244" y="3031214"/>
                  </a:lnTo>
                  <a:lnTo>
                    <a:pt x="4835078" y="2990982"/>
                  </a:lnTo>
                  <a:lnTo>
                    <a:pt x="4762913" y="2950846"/>
                  </a:lnTo>
                  <a:lnTo>
                    <a:pt x="4690748" y="2910813"/>
                  </a:lnTo>
                  <a:lnTo>
                    <a:pt x="4618582" y="2870889"/>
                  </a:lnTo>
                  <a:lnTo>
                    <a:pt x="4546417" y="2831082"/>
                  </a:lnTo>
                  <a:lnTo>
                    <a:pt x="4474251" y="2791400"/>
                  </a:lnTo>
                  <a:lnTo>
                    <a:pt x="4402086" y="2751851"/>
                  </a:lnTo>
                  <a:lnTo>
                    <a:pt x="4329921" y="2712444"/>
                  </a:lnTo>
                  <a:lnTo>
                    <a:pt x="4257755" y="2673189"/>
                  </a:lnTo>
                  <a:lnTo>
                    <a:pt x="4185590" y="2634096"/>
                  </a:lnTo>
                  <a:lnTo>
                    <a:pt x="4113425" y="2595178"/>
                  </a:lnTo>
                  <a:lnTo>
                    <a:pt x="4041259" y="2556446"/>
                  </a:lnTo>
                  <a:lnTo>
                    <a:pt x="3969094" y="2517914"/>
                  </a:lnTo>
                  <a:lnTo>
                    <a:pt x="3896929" y="2479595"/>
                  </a:lnTo>
                  <a:lnTo>
                    <a:pt x="3824763" y="2441504"/>
                  </a:lnTo>
                  <a:lnTo>
                    <a:pt x="3752598" y="2403657"/>
                  </a:lnTo>
                  <a:lnTo>
                    <a:pt x="3680433" y="2366072"/>
                  </a:lnTo>
                  <a:lnTo>
                    <a:pt x="3608267" y="2328765"/>
                  </a:lnTo>
                  <a:lnTo>
                    <a:pt x="3536102" y="2291756"/>
                  </a:lnTo>
                  <a:lnTo>
                    <a:pt x="3463936" y="2255064"/>
                  </a:lnTo>
                  <a:lnTo>
                    <a:pt x="3391771" y="2218708"/>
                  </a:lnTo>
                  <a:lnTo>
                    <a:pt x="3319606" y="2182710"/>
                  </a:lnTo>
                  <a:lnTo>
                    <a:pt x="3247440" y="2147091"/>
                  </a:lnTo>
                  <a:lnTo>
                    <a:pt x="3175275" y="2111872"/>
                  </a:lnTo>
                  <a:lnTo>
                    <a:pt x="3103110" y="2077073"/>
                  </a:lnTo>
                  <a:lnTo>
                    <a:pt x="3030944" y="2042716"/>
                  </a:lnTo>
                  <a:lnTo>
                    <a:pt x="2958779" y="2008821"/>
                  </a:lnTo>
                  <a:lnTo>
                    <a:pt x="2886614" y="1975405"/>
                  </a:lnTo>
                  <a:lnTo>
                    <a:pt x="2814448" y="1942487"/>
                  </a:lnTo>
                  <a:lnTo>
                    <a:pt x="2742283" y="1910080"/>
                  </a:lnTo>
                  <a:lnTo>
                    <a:pt x="2670118" y="1878198"/>
                  </a:lnTo>
                  <a:lnTo>
                    <a:pt x="2597952" y="1846851"/>
                  </a:lnTo>
                  <a:lnTo>
                    <a:pt x="2525787" y="1816044"/>
                  </a:lnTo>
                  <a:lnTo>
                    <a:pt x="2453622" y="1785783"/>
                  </a:lnTo>
                  <a:lnTo>
                    <a:pt x="2381456" y="1756068"/>
                  </a:lnTo>
                  <a:lnTo>
                    <a:pt x="2309291" y="1726895"/>
                  </a:lnTo>
                  <a:lnTo>
                    <a:pt x="2237125" y="1698258"/>
                  </a:lnTo>
                  <a:lnTo>
                    <a:pt x="2164960" y="1670148"/>
                  </a:lnTo>
                  <a:lnTo>
                    <a:pt x="2092795" y="1642553"/>
                  </a:lnTo>
                  <a:lnTo>
                    <a:pt x="2020629" y="1615458"/>
                  </a:lnTo>
                  <a:lnTo>
                    <a:pt x="1948464" y="1588846"/>
                  </a:lnTo>
                  <a:lnTo>
                    <a:pt x="1876299" y="1562701"/>
                  </a:lnTo>
                  <a:lnTo>
                    <a:pt x="1804133" y="1537001"/>
                  </a:lnTo>
                  <a:lnTo>
                    <a:pt x="1731968" y="1511726"/>
                  </a:lnTo>
                  <a:lnTo>
                    <a:pt x="1659803" y="1486855"/>
                  </a:lnTo>
                  <a:lnTo>
                    <a:pt x="1587637" y="1462368"/>
                  </a:lnTo>
                  <a:lnTo>
                    <a:pt x="1515472" y="1438243"/>
                  </a:lnTo>
                  <a:lnTo>
                    <a:pt x="1443307" y="1414459"/>
                  </a:lnTo>
                  <a:lnTo>
                    <a:pt x="1371141" y="1390996"/>
                  </a:lnTo>
                  <a:lnTo>
                    <a:pt x="1298976" y="1367834"/>
                  </a:lnTo>
                  <a:lnTo>
                    <a:pt x="1226811" y="1344955"/>
                  </a:lnTo>
                  <a:lnTo>
                    <a:pt x="1154645" y="1322340"/>
                  </a:lnTo>
                  <a:lnTo>
                    <a:pt x="1082480" y="1299974"/>
                  </a:lnTo>
                  <a:lnTo>
                    <a:pt x="1010314" y="1277839"/>
                  </a:lnTo>
                  <a:lnTo>
                    <a:pt x="938149" y="1255920"/>
                  </a:lnTo>
                  <a:lnTo>
                    <a:pt x="865984" y="1234203"/>
                  </a:lnTo>
                  <a:lnTo>
                    <a:pt x="793818" y="1212676"/>
                  </a:lnTo>
                  <a:lnTo>
                    <a:pt x="721653" y="1191325"/>
                  </a:lnTo>
                  <a:lnTo>
                    <a:pt x="649488" y="1170139"/>
                  </a:lnTo>
                  <a:lnTo>
                    <a:pt x="577322" y="1149108"/>
                  </a:lnTo>
                  <a:lnTo>
                    <a:pt x="505157" y="1128221"/>
                  </a:lnTo>
                  <a:lnTo>
                    <a:pt x="432992" y="1107468"/>
                  </a:lnTo>
                  <a:lnTo>
                    <a:pt x="360826" y="1086842"/>
                  </a:lnTo>
                  <a:lnTo>
                    <a:pt x="288661" y="1066335"/>
                  </a:lnTo>
                  <a:lnTo>
                    <a:pt x="216496" y="1045938"/>
                  </a:lnTo>
                  <a:lnTo>
                    <a:pt x="144330" y="1025645"/>
                  </a:lnTo>
                  <a:lnTo>
                    <a:pt x="72165" y="1005450"/>
                  </a:lnTo>
                  <a:lnTo>
                    <a:pt x="0" y="98534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2278836"/>
            </a:xfrm>
            <a:custGeom>
              <a:avLst/>
              <a:gdLst/>
              <a:ahLst/>
              <a:cxnLst/>
              <a:rect l="0" t="0" r="0" b="0"/>
              <a:pathLst>
                <a:path w="5701062" h="2278836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055845"/>
              <a:ext cx="5701062" cy="2493361"/>
            </a:xfrm>
            <a:custGeom>
              <a:avLst/>
              <a:gdLst/>
              <a:ahLst/>
              <a:cxnLst/>
              <a:rect l="0" t="0" r="0" b="0"/>
              <a:pathLst>
                <a:path w="5701062" h="2493361">
                  <a:moveTo>
                    <a:pt x="5701062" y="2493361"/>
                  </a:moveTo>
                  <a:lnTo>
                    <a:pt x="5628897" y="2452379"/>
                  </a:lnTo>
                  <a:lnTo>
                    <a:pt x="5556732" y="2411446"/>
                  </a:lnTo>
                  <a:lnTo>
                    <a:pt x="5484566" y="2370567"/>
                  </a:lnTo>
                  <a:lnTo>
                    <a:pt x="5412401" y="2329744"/>
                  </a:lnTo>
                  <a:lnTo>
                    <a:pt x="5340236" y="2288981"/>
                  </a:lnTo>
                  <a:lnTo>
                    <a:pt x="5268070" y="2248281"/>
                  </a:lnTo>
                  <a:lnTo>
                    <a:pt x="5195905" y="2207647"/>
                  </a:lnTo>
                  <a:lnTo>
                    <a:pt x="5123740" y="2167085"/>
                  </a:lnTo>
                  <a:lnTo>
                    <a:pt x="5051574" y="2126597"/>
                  </a:lnTo>
                  <a:lnTo>
                    <a:pt x="4979409" y="2086190"/>
                  </a:lnTo>
                  <a:lnTo>
                    <a:pt x="4907244" y="2045867"/>
                  </a:lnTo>
                  <a:lnTo>
                    <a:pt x="4835078" y="2005635"/>
                  </a:lnTo>
                  <a:lnTo>
                    <a:pt x="4762913" y="1965500"/>
                  </a:lnTo>
                  <a:lnTo>
                    <a:pt x="4690748" y="1925467"/>
                  </a:lnTo>
                  <a:lnTo>
                    <a:pt x="4618582" y="1885543"/>
                  </a:lnTo>
                  <a:lnTo>
                    <a:pt x="4546417" y="1845736"/>
                  </a:lnTo>
                  <a:lnTo>
                    <a:pt x="4474251" y="1806053"/>
                  </a:lnTo>
                  <a:lnTo>
                    <a:pt x="4402086" y="1766504"/>
                  </a:lnTo>
                  <a:lnTo>
                    <a:pt x="4329921" y="1727097"/>
                  </a:lnTo>
                  <a:lnTo>
                    <a:pt x="4257755" y="1687842"/>
                  </a:lnTo>
                  <a:lnTo>
                    <a:pt x="4185590" y="1648750"/>
                  </a:lnTo>
                  <a:lnTo>
                    <a:pt x="4113425" y="1609831"/>
                  </a:lnTo>
                  <a:lnTo>
                    <a:pt x="4041259" y="1571100"/>
                  </a:lnTo>
                  <a:lnTo>
                    <a:pt x="3969094" y="1532567"/>
                  </a:lnTo>
                  <a:lnTo>
                    <a:pt x="3896929" y="1494248"/>
                  </a:lnTo>
                  <a:lnTo>
                    <a:pt x="3824763" y="1456157"/>
                  </a:lnTo>
                  <a:lnTo>
                    <a:pt x="3752598" y="1418311"/>
                  </a:lnTo>
                  <a:lnTo>
                    <a:pt x="3680433" y="1380725"/>
                  </a:lnTo>
                  <a:lnTo>
                    <a:pt x="3608267" y="1343419"/>
                  </a:lnTo>
                  <a:lnTo>
                    <a:pt x="3536102" y="1306410"/>
                  </a:lnTo>
                  <a:lnTo>
                    <a:pt x="3463936" y="1269717"/>
                  </a:lnTo>
                  <a:lnTo>
                    <a:pt x="3391771" y="1233362"/>
                  </a:lnTo>
                  <a:lnTo>
                    <a:pt x="3319606" y="1197364"/>
                  </a:lnTo>
                  <a:lnTo>
                    <a:pt x="3247440" y="1161744"/>
                  </a:lnTo>
                  <a:lnTo>
                    <a:pt x="3175275" y="1126525"/>
                  </a:lnTo>
                  <a:lnTo>
                    <a:pt x="3103110" y="1091727"/>
                  </a:lnTo>
                  <a:lnTo>
                    <a:pt x="3030944" y="1057370"/>
                  </a:lnTo>
                  <a:lnTo>
                    <a:pt x="2958779" y="1023474"/>
                  </a:lnTo>
                  <a:lnTo>
                    <a:pt x="2886614" y="990059"/>
                  </a:lnTo>
                  <a:lnTo>
                    <a:pt x="2814448" y="957140"/>
                  </a:lnTo>
                  <a:lnTo>
                    <a:pt x="2742283" y="924733"/>
                  </a:lnTo>
                  <a:lnTo>
                    <a:pt x="2670118" y="892851"/>
                  </a:lnTo>
                  <a:lnTo>
                    <a:pt x="2597952" y="861504"/>
                  </a:lnTo>
                  <a:lnTo>
                    <a:pt x="2525787" y="830698"/>
                  </a:lnTo>
                  <a:lnTo>
                    <a:pt x="2453622" y="800437"/>
                  </a:lnTo>
                  <a:lnTo>
                    <a:pt x="2381456" y="770721"/>
                  </a:lnTo>
                  <a:lnTo>
                    <a:pt x="2309291" y="741548"/>
                  </a:lnTo>
                  <a:lnTo>
                    <a:pt x="2237125" y="712911"/>
                  </a:lnTo>
                  <a:lnTo>
                    <a:pt x="2164960" y="684801"/>
                  </a:lnTo>
                  <a:lnTo>
                    <a:pt x="2092795" y="657206"/>
                  </a:lnTo>
                  <a:lnTo>
                    <a:pt x="2020629" y="630111"/>
                  </a:lnTo>
                  <a:lnTo>
                    <a:pt x="1948464" y="603500"/>
                  </a:lnTo>
                  <a:lnTo>
                    <a:pt x="1876299" y="577354"/>
                  </a:lnTo>
                  <a:lnTo>
                    <a:pt x="1804133" y="551654"/>
                  </a:lnTo>
                  <a:lnTo>
                    <a:pt x="1731968" y="526379"/>
                  </a:lnTo>
                  <a:lnTo>
                    <a:pt x="1659803" y="501509"/>
                  </a:lnTo>
                  <a:lnTo>
                    <a:pt x="1587637" y="477022"/>
                  </a:lnTo>
                  <a:lnTo>
                    <a:pt x="1515472" y="452896"/>
                  </a:lnTo>
                  <a:lnTo>
                    <a:pt x="1443307" y="429112"/>
                  </a:lnTo>
                  <a:lnTo>
                    <a:pt x="1371141" y="405649"/>
                  </a:lnTo>
                  <a:lnTo>
                    <a:pt x="1298976" y="382487"/>
                  </a:lnTo>
                  <a:lnTo>
                    <a:pt x="1226811" y="359608"/>
                  </a:lnTo>
                  <a:lnTo>
                    <a:pt x="1154645" y="336994"/>
                  </a:lnTo>
                  <a:lnTo>
                    <a:pt x="1082480" y="314627"/>
                  </a:lnTo>
                  <a:lnTo>
                    <a:pt x="1010314" y="292492"/>
                  </a:lnTo>
                  <a:lnTo>
                    <a:pt x="938149" y="270573"/>
                  </a:lnTo>
                  <a:lnTo>
                    <a:pt x="865984" y="248857"/>
                  </a:lnTo>
                  <a:lnTo>
                    <a:pt x="793818" y="227329"/>
                  </a:lnTo>
                  <a:lnTo>
                    <a:pt x="721653" y="205979"/>
                  </a:lnTo>
                  <a:lnTo>
                    <a:pt x="649488" y="184793"/>
                  </a:lnTo>
                  <a:lnTo>
                    <a:pt x="577322" y="163761"/>
                  </a:lnTo>
                  <a:lnTo>
                    <a:pt x="505157" y="142874"/>
                  </a:lnTo>
                  <a:lnTo>
                    <a:pt x="432992" y="122122"/>
                  </a:lnTo>
                  <a:lnTo>
                    <a:pt x="360826" y="101496"/>
                  </a:lnTo>
                  <a:lnTo>
                    <a:pt x="288661" y="80988"/>
                  </a:lnTo>
                  <a:lnTo>
                    <a:pt x="216496" y="60591"/>
                  </a:lnTo>
                  <a:lnTo>
                    <a:pt x="144330" y="40298"/>
                  </a:lnTo>
                  <a:lnTo>
                    <a:pt x="72165" y="201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563172"/>
              <a:ext cx="5701062" cy="2386099"/>
            </a:xfrm>
            <a:custGeom>
              <a:avLst/>
              <a:gdLst/>
              <a:ahLst/>
              <a:cxnLst/>
              <a:rect l="0" t="0" r="0" b="0"/>
              <a:pathLst>
                <a:path w="5701062" h="2386099">
                  <a:moveTo>
                    <a:pt x="0" y="0"/>
                  </a:moveTo>
                  <a:lnTo>
                    <a:pt x="72165" y="30203"/>
                  </a:lnTo>
                  <a:lnTo>
                    <a:pt x="144330" y="60407"/>
                  </a:lnTo>
                  <a:lnTo>
                    <a:pt x="216496" y="90611"/>
                  </a:lnTo>
                  <a:lnTo>
                    <a:pt x="288661" y="120815"/>
                  </a:lnTo>
                  <a:lnTo>
                    <a:pt x="360826" y="151018"/>
                  </a:lnTo>
                  <a:lnTo>
                    <a:pt x="432992" y="181222"/>
                  </a:lnTo>
                  <a:lnTo>
                    <a:pt x="505157" y="211426"/>
                  </a:lnTo>
                  <a:lnTo>
                    <a:pt x="577322" y="241630"/>
                  </a:lnTo>
                  <a:lnTo>
                    <a:pt x="649488" y="271834"/>
                  </a:lnTo>
                  <a:lnTo>
                    <a:pt x="721653" y="302037"/>
                  </a:lnTo>
                  <a:lnTo>
                    <a:pt x="793818" y="332241"/>
                  </a:lnTo>
                  <a:lnTo>
                    <a:pt x="865984" y="362445"/>
                  </a:lnTo>
                  <a:lnTo>
                    <a:pt x="938149" y="392649"/>
                  </a:lnTo>
                  <a:lnTo>
                    <a:pt x="1010314" y="422853"/>
                  </a:lnTo>
                  <a:lnTo>
                    <a:pt x="1082480" y="453056"/>
                  </a:lnTo>
                  <a:lnTo>
                    <a:pt x="1154645" y="483260"/>
                  </a:lnTo>
                  <a:lnTo>
                    <a:pt x="1226811" y="513464"/>
                  </a:lnTo>
                  <a:lnTo>
                    <a:pt x="1298976" y="543668"/>
                  </a:lnTo>
                  <a:lnTo>
                    <a:pt x="1371141" y="573871"/>
                  </a:lnTo>
                  <a:lnTo>
                    <a:pt x="1443307" y="604075"/>
                  </a:lnTo>
                  <a:lnTo>
                    <a:pt x="1515472" y="634279"/>
                  </a:lnTo>
                  <a:lnTo>
                    <a:pt x="1587637" y="664483"/>
                  </a:lnTo>
                  <a:lnTo>
                    <a:pt x="1659803" y="694687"/>
                  </a:lnTo>
                  <a:lnTo>
                    <a:pt x="1731968" y="724890"/>
                  </a:lnTo>
                  <a:lnTo>
                    <a:pt x="1804133" y="755094"/>
                  </a:lnTo>
                  <a:lnTo>
                    <a:pt x="1876299" y="785298"/>
                  </a:lnTo>
                  <a:lnTo>
                    <a:pt x="1948464" y="815502"/>
                  </a:lnTo>
                  <a:lnTo>
                    <a:pt x="2020629" y="845706"/>
                  </a:lnTo>
                  <a:lnTo>
                    <a:pt x="2092795" y="875909"/>
                  </a:lnTo>
                  <a:lnTo>
                    <a:pt x="2164960" y="906113"/>
                  </a:lnTo>
                  <a:lnTo>
                    <a:pt x="2237125" y="936317"/>
                  </a:lnTo>
                  <a:lnTo>
                    <a:pt x="2309291" y="966521"/>
                  </a:lnTo>
                  <a:lnTo>
                    <a:pt x="2381456" y="996724"/>
                  </a:lnTo>
                  <a:lnTo>
                    <a:pt x="2453622" y="1026928"/>
                  </a:lnTo>
                  <a:lnTo>
                    <a:pt x="2525787" y="1057132"/>
                  </a:lnTo>
                  <a:lnTo>
                    <a:pt x="2597952" y="1087336"/>
                  </a:lnTo>
                  <a:lnTo>
                    <a:pt x="2670118" y="1117540"/>
                  </a:lnTo>
                  <a:lnTo>
                    <a:pt x="2742283" y="1147743"/>
                  </a:lnTo>
                  <a:lnTo>
                    <a:pt x="2814448" y="1177947"/>
                  </a:lnTo>
                  <a:lnTo>
                    <a:pt x="2886614" y="1208151"/>
                  </a:lnTo>
                  <a:lnTo>
                    <a:pt x="2958779" y="1238355"/>
                  </a:lnTo>
                  <a:lnTo>
                    <a:pt x="3030944" y="1268559"/>
                  </a:lnTo>
                  <a:lnTo>
                    <a:pt x="3103110" y="1298762"/>
                  </a:lnTo>
                  <a:lnTo>
                    <a:pt x="3175275" y="1328966"/>
                  </a:lnTo>
                  <a:lnTo>
                    <a:pt x="3247440" y="1359170"/>
                  </a:lnTo>
                  <a:lnTo>
                    <a:pt x="3319606" y="1389374"/>
                  </a:lnTo>
                  <a:lnTo>
                    <a:pt x="3391771" y="1419577"/>
                  </a:lnTo>
                  <a:lnTo>
                    <a:pt x="3463936" y="1449781"/>
                  </a:lnTo>
                  <a:lnTo>
                    <a:pt x="3536102" y="1479985"/>
                  </a:lnTo>
                  <a:lnTo>
                    <a:pt x="3608267" y="1510189"/>
                  </a:lnTo>
                  <a:lnTo>
                    <a:pt x="3680433" y="1540393"/>
                  </a:lnTo>
                  <a:lnTo>
                    <a:pt x="3752598" y="1570596"/>
                  </a:lnTo>
                  <a:lnTo>
                    <a:pt x="3824763" y="1600800"/>
                  </a:lnTo>
                  <a:lnTo>
                    <a:pt x="3896929" y="1631004"/>
                  </a:lnTo>
                  <a:lnTo>
                    <a:pt x="3969094" y="1661208"/>
                  </a:lnTo>
                  <a:lnTo>
                    <a:pt x="4041259" y="1691412"/>
                  </a:lnTo>
                  <a:lnTo>
                    <a:pt x="4113425" y="1721615"/>
                  </a:lnTo>
                  <a:lnTo>
                    <a:pt x="4185590" y="1751819"/>
                  </a:lnTo>
                  <a:lnTo>
                    <a:pt x="4257755" y="1782023"/>
                  </a:lnTo>
                  <a:lnTo>
                    <a:pt x="4329921" y="1812227"/>
                  </a:lnTo>
                  <a:lnTo>
                    <a:pt x="4402086" y="1842430"/>
                  </a:lnTo>
                  <a:lnTo>
                    <a:pt x="4474251" y="1872634"/>
                  </a:lnTo>
                  <a:lnTo>
                    <a:pt x="4546417" y="1902838"/>
                  </a:lnTo>
                  <a:lnTo>
                    <a:pt x="4618582" y="1933042"/>
                  </a:lnTo>
                  <a:lnTo>
                    <a:pt x="4690748" y="1963246"/>
                  </a:lnTo>
                  <a:lnTo>
                    <a:pt x="4762913" y="1993449"/>
                  </a:lnTo>
                  <a:lnTo>
                    <a:pt x="4835078" y="2023653"/>
                  </a:lnTo>
                  <a:lnTo>
                    <a:pt x="4907244" y="2053857"/>
                  </a:lnTo>
                  <a:lnTo>
                    <a:pt x="4979409" y="2084061"/>
                  </a:lnTo>
                  <a:lnTo>
                    <a:pt x="5051574" y="2114265"/>
                  </a:lnTo>
                  <a:lnTo>
                    <a:pt x="5123740" y="2144468"/>
                  </a:lnTo>
                  <a:lnTo>
                    <a:pt x="5195905" y="2174672"/>
                  </a:lnTo>
                  <a:lnTo>
                    <a:pt x="5268070" y="2204876"/>
                  </a:lnTo>
                  <a:lnTo>
                    <a:pt x="5340236" y="2235080"/>
                  </a:lnTo>
                  <a:lnTo>
                    <a:pt x="5412401" y="2265283"/>
                  </a:lnTo>
                  <a:lnTo>
                    <a:pt x="5484566" y="2295487"/>
                  </a:lnTo>
                  <a:lnTo>
                    <a:pt x="5556732" y="2325691"/>
                  </a:lnTo>
                  <a:lnTo>
                    <a:pt x="5628897" y="2355895"/>
                  </a:lnTo>
                  <a:lnTo>
                    <a:pt x="5701062" y="238609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2781689" y="43451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2781689" y="4459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2781689" y="45356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30590" y="39499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30590" y="42150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30590" y="38588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773250" y="41230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773250" y="37604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773250" y="40738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363050" y="47020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363050" y="43569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363050" y="46689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3987641" y="36549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3987641" y="39911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3987641" y="38453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649205" y="37183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649205" y="3946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649205" y="394137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741314" y="51869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741314" y="5155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82915" y="52543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482915" y="51517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89293" y="3695474"/>
              <a:ext cx="3542659" cy="1256360"/>
            </a:xfrm>
            <a:custGeom>
              <a:avLst/>
              <a:gdLst/>
              <a:ahLst/>
              <a:cxnLst/>
              <a:rect l="0" t="0" r="0" b="0"/>
              <a:pathLst>
                <a:path w="3542659" h="1256360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  <a:lnTo>
                    <a:pt x="3542659" y="1256360"/>
                  </a:lnTo>
                  <a:lnTo>
                    <a:pt x="3497815" y="1243907"/>
                  </a:lnTo>
                  <a:lnTo>
                    <a:pt x="3452972" y="1231524"/>
                  </a:lnTo>
                  <a:lnTo>
                    <a:pt x="3408128" y="1219215"/>
                  </a:lnTo>
                  <a:lnTo>
                    <a:pt x="3363284" y="1206985"/>
                  </a:lnTo>
                  <a:lnTo>
                    <a:pt x="3318440" y="1194837"/>
                  </a:lnTo>
                  <a:lnTo>
                    <a:pt x="3273596" y="1182777"/>
                  </a:lnTo>
                  <a:lnTo>
                    <a:pt x="3228753" y="1170810"/>
                  </a:lnTo>
                  <a:lnTo>
                    <a:pt x="3183909" y="1158939"/>
                  </a:lnTo>
                  <a:lnTo>
                    <a:pt x="3139065" y="1147173"/>
                  </a:lnTo>
                  <a:lnTo>
                    <a:pt x="3094221" y="1135515"/>
                  </a:lnTo>
                  <a:lnTo>
                    <a:pt x="3049377" y="1123972"/>
                  </a:lnTo>
                  <a:lnTo>
                    <a:pt x="3004534" y="1112551"/>
                  </a:lnTo>
                  <a:lnTo>
                    <a:pt x="2959690" y="1101258"/>
                  </a:lnTo>
                  <a:lnTo>
                    <a:pt x="2914846" y="1090102"/>
                  </a:lnTo>
                  <a:lnTo>
                    <a:pt x="2870002" y="1079089"/>
                  </a:lnTo>
                  <a:lnTo>
                    <a:pt x="2825158" y="1068226"/>
                  </a:lnTo>
                  <a:lnTo>
                    <a:pt x="2780315" y="1057524"/>
                  </a:lnTo>
                  <a:lnTo>
                    <a:pt x="2735471" y="1046989"/>
                  </a:lnTo>
                  <a:lnTo>
                    <a:pt x="2690627" y="1036632"/>
                  </a:lnTo>
                  <a:lnTo>
                    <a:pt x="2645783" y="1026460"/>
                  </a:lnTo>
                  <a:lnTo>
                    <a:pt x="2600939" y="1016483"/>
                  </a:lnTo>
                  <a:lnTo>
                    <a:pt x="2556096" y="1006710"/>
                  </a:lnTo>
                  <a:lnTo>
                    <a:pt x="2511252" y="997152"/>
                  </a:lnTo>
                  <a:lnTo>
                    <a:pt x="2466408" y="987817"/>
                  </a:lnTo>
                  <a:lnTo>
                    <a:pt x="2421564" y="978714"/>
                  </a:lnTo>
                  <a:lnTo>
                    <a:pt x="2376721" y="969854"/>
                  </a:lnTo>
                  <a:lnTo>
                    <a:pt x="2331877" y="961245"/>
                  </a:lnTo>
                  <a:lnTo>
                    <a:pt x="2287033" y="952896"/>
                  </a:lnTo>
                  <a:lnTo>
                    <a:pt x="2242189" y="944814"/>
                  </a:lnTo>
                  <a:lnTo>
                    <a:pt x="2197345" y="937007"/>
                  </a:lnTo>
                  <a:lnTo>
                    <a:pt x="2152502" y="929482"/>
                  </a:lnTo>
                  <a:lnTo>
                    <a:pt x="2107658" y="922244"/>
                  </a:lnTo>
                  <a:lnTo>
                    <a:pt x="2062814" y="915299"/>
                  </a:lnTo>
                  <a:lnTo>
                    <a:pt x="2017970" y="908650"/>
                  </a:lnTo>
                  <a:lnTo>
                    <a:pt x="1973126" y="902299"/>
                  </a:lnTo>
                  <a:lnTo>
                    <a:pt x="1928283" y="896249"/>
                  </a:lnTo>
                  <a:lnTo>
                    <a:pt x="1883439" y="890498"/>
                  </a:lnTo>
                  <a:lnTo>
                    <a:pt x="1838595" y="885048"/>
                  </a:lnTo>
                  <a:lnTo>
                    <a:pt x="1793751" y="879894"/>
                  </a:lnTo>
                  <a:lnTo>
                    <a:pt x="1748907" y="875034"/>
                  </a:lnTo>
                  <a:lnTo>
                    <a:pt x="1704064" y="870464"/>
                  </a:lnTo>
                  <a:lnTo>
                    <a:pt x="1659220" y="866177"/>
                  </a:lnTo>
                  <a:lnTo>
                    <a:pt x="1614376" y="862168"/>
                  </a:lnTo>
                  <a:lnTo>
                    <a:pt x="1569532" y="858430"/>
                  </a:lnTo>
                  <a:lnTo>
                    <a:pt x="1524688" y="854954"/>
                  </a:lnTo>
                  <a:lnTo>
                    <a:pt x="1479845" y="851733"/>
                  </a:lnTo>
                  <a:lnTo>
                    <a:pt x="1435001" y="848757"/>
                  </a:lnTo>
                  <a:lnTo>
                    <a:pt x="1390157" y="846017"/>
                  </a:lnTo>
                  <a:lnTo>
                    <a:pt x="1345313" y="843504"/>
                  </a:lnTo>
                  <a:lnTo>
                    <a:pt x="1300469" y="841209"/>
                  </a:lnTo>
                  <a:lnTo>
                    <a:pt x="1255626" y="839122"/>
                  </a:lnTo>
                  <a:lnTo>
                    <a:pt x="1210782" y="837233"/>
                  </a:lnTo>
                  <a:lnTo>
                    <a:pt x="1165938" y="835534"/>
                  </a:lnTo>
                  <a:lnTo>
                    <a:pt x="1121094" y="834014"/>
                  </a:lnTo>
                  <a:lnTo>
                    <a:pt x="1076251" y="832666"/>
                  </a:lnTo>
                  <a:lnTo>
                    <a:pt x="1031407" y="831481"/>
                  </a:lnTo>
                  <a:lnTo>
                    <a:pt x="986563" y="830450"/>
                  </a:lnTo>
                  <a:lnTo>
                    <a:pt x="941719" y="829565"/>
                  </a:lnTo>
                  <a:lnTo>
                    <a:pt x="896875" y="828818"/>
                  </a:lnTo>
                  <a:lnTo>
                    <a:pt x="852032" y="828203"/>
                  </a:lnTo>
                  <a:lnTo>
                    <a:pt x="807188" y="827712"/>
                  </a:lnTo>
                  <a:lnTo>
                    <a:pt x="762344" y="827339"/>
                  </a:lnTo>
                  <a:lnTo>
                    <a:pt x="717500" y="827077"/>
                  </a:lnTo>
                  <a:lnTo>
                    <a:pt x="672656" y="826920"/>
                  </a:lnTo>
                  <a:lnTo>
                    <a:pt x="627813" y="826863"/>
                  </a:lnTo>
                  <a:lnTo>
                    <a:pt x="582969" y="826900"/>
                  </a:lnTo>
                  <a:lnTo>
                    <a:pt x="538125" y="827027"/>
                  </a:lnTo>
                  <a:lnTo>
                    <a:pt x="493281" y="827238"/>
                  </a:lnTo>
                  <a:lnTo>
                    <a:pt x="448437" y="827528"/>
                  </a:lnTo>
                  <a:lnTo>
                    <a:pt x="403594" y="827895"/>
                  </a:lnTo>
                  <a:lnTo>
                    <a:pt x="358750" y="828334"/>
                  </a:lnTo>
                  <a:lnTo>
                    <a:pt x="313906" y="828840"/>
                  </a:lnTo>
                  <a:lnTo>
                    <a:pt x="269062" y="829411"/>
                  </a:lnTo>
                  <a:lnTo>
                    <a:pt x="224218" y="830043"/>
                  </a:lnTo>
                  <a:lnTo>
                    <a:pt x="179375" y="830734"/>
                  </a:lnTo>
                  <a:lnTo>
                    <a:pt x="134531" y="831479"/>
                  </a:lnTo>
                  <a:lnTo>
                    <a:pt x="89687" y="832277"/>
                  </a:lnTo>
                  <a:lnTo>
                    <a:pt x="44843" y="833125"/>
                  </a:lnTo>
                  <a:lnTo>
                    <a:pt x="0" y="83402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89293" y="3695474"/>
              <a:ext cx="3542659" cy="526445"/>
            </a:xfrm>
            <a:custGeom>
              <a:avLst/>
              <a:gdLst/>
              <a:ahLst/>
              <a:cxnLst/>
              <a:rect l="0" t="0" r="0" b="0"/>
              <a:pathLst>
                <a:path w="3542659" h="526445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89293" y="4522338"/>
              <a:ext cx="3542659" cy="429497"/>
            </a:xfrm>
            <a:custGeom>
              <a:avLst/>
              <a:gdLst/>
              <a:ahLst/>
              <a:cxnLst/>
              <a:rect l="0" t="0" r="0" b="0"/>
              <a:pathLst>
                <a:path w="3542659" h="429497">
                  <a:moveTo>
                    <a:pt x="3542659" y="429497"/>
                  </a:moveTo>
                  <a:lnTo>
                    <a:pt x="3497815" y="417043"/>
                  </a:lnTo>
                  <a:lnTo>
                    <a:pt x="3452972" y="404660"/>
                  </a:lnTo>
                  <a:lnTo>
                    <a:pt x="3408128" y="392352"/>
                  </a:lnTo>
                  <a:lnTo>
                    <a:pt x="3363284" y="380121"/>
                  </a:lnTo>
                  <a:lnTo>
                    <a:pt x="3318440" y="367974"/>
                  </a:lnTo>
                  <a:lnTo>
                    <a:pt x="3273596" y="355914"/>
                  </a:lnTo>
                  <a:lnTo>
                    <a:pt x="3228753" y="343946"/>
                  </a:lnTo>
                  <a:lnTo>
                    <a:pt x="3183909" y="332076"/>
                  </a:lnTo>
                  <a:lnTo>
                    <a:pt x="3139065" y="320309"/>
                  </a:lnTo>
                  <a:lnTo>
                    <a:pt x="3094221" y="308651"/>
                  </a:lnTo>
                  <a:lnTo>
                    <a:pt x="3049377" y="297108"/>
                  </a:lnTo>
                  <a:lnTo>
                    <a:pt x="3004534" y="285687"/>
                  </a:lnTo>
                  <a:lnTo>
                    <a:pt x="2959690" y="274395"/>
                  </a:lnTo>
                  <a:lnTo>
                    <a:pt x="2914846" y="263238"/>
                  </a:lnTo>
                  <a:lnTo>
                    <a:pt x="2870002" y="252225"/>
                  </a:lnTo>
                  <a:lnTo>
                    <a:pt x="2825158" y="241363"/>
                  </a:lnTo>
                  <a:lnTo>
                    <a:pt x="2780315" y="230660"/>
                  </a:lnTo>
                  <a:lnTo>
                    <a:pt x="2735471" y="220126"/>
                  </a:lnTo>
                  <a:lnTo>
                    <a:pt x="2690627" y="209768"/>
                  </a:lnTo>
                  <a:lnTo>
                    <a:pt x="2645783" y="199596"/>
                  </a:lnTo>
                  <a:lnTo>
                    <a:pt x="2600939" y="189619"/>
                  </a:lnTo>
                  <a:lnTo>
                    <a:pt x="2556096" y="179847"/>
                  </a:lnTo>
                  <a:lnTo>
                    <a:pt x="2511252" y="170288"/>
                  </a:lnTo>
                  <a:lnTo>
                    <a:pt x="2466408" y="160953"/>
                  </a:lnTo>
                  <a:lnTo>
                    <a:pt x="2421564" y="151851"/>
                  </a:lnTo>
                  <a:lnTo>
                    <a:pt x="2376721" y="142991"/>
                  </a:lnTo>
                  <a:lnTo>
                    <a:pt x="2331877" y="134382"/>
                  </a:lnTo>
                  <a:lnTo>
                    <a:pt x="2287033" y="126032"/>
                  </a:lnTo>
                  <a:lnTo>
                    <a:pt x="2242189" y="117950"/>
                  </a:lnTo>
                  <a:lnTo>
                    <a:pt x="2197345" y="110144"/>
                  </a:lnTo>
                  <a:lnTo>
                    <a:pt x="2152502" y="102618"/>
                  </a:lnTo>
                  <a:lnTo>
                    <a:pt x="2107658" y="95381"/>
                  </a:lnTo>
                  <a:lnTo>
                    <a:pt x="2062814" y="88435"/>
                  </a:lnTo>
                  <a:lnTo>
                    <a:pt x="2017970" y="81786"/>
                  </a:lnTo>
                  <a:lnTo>
                    <a:pt x="1973126" y="75436"/>
                  </a:lnTo>
                  <a:lnTo>
                    <a:pt x="1928283" y="69385"/>
                  </a:lnTo>
                  <a:lnTo>
                    <a:pt x="1883439" y="63635"/>
                  </a:lnTo>
                  <a:lnTo>
                    <a:pt x="1838595" y="58184"/>
                  </a:lnTo>
                  <a:lnTo>
                    <a:pt x="1793751" y="53030"/>
                  </a:lnTo>
                  <a:lnTo>
                    <a:pt x="1748907" y="48171"/>
                  </a:lnTo>
                  <a:lnTo>
                    <a:pt x="1704064" y="43600"/>
                  </a:lnTo>
                  <a:lnTo>
                    <a:pt x="1659220" y="39314"/>
                  </a:lnTo>
                  <a:lnTo>
                    <a:pt x="1614376" y="35305"/>
                  </a:lnTo>
                  <a:lnTo>
                    <a:pt x="1569532" y="31566"/>
                  </a:lnTo>
                  <a:lnTo>
                    <a:pt x="1524688" y="28091"/>
                  </a:lnTo>
                  <a:lnTo>
                    <a:pt x="1479845" y="24869"/>
                  </a:lnTo>
                  <a:lnTo>
                    <a:pt x="1435001" y="21893"/>
                  </a:lnTo>
                  <a:lnTo>
                    <a:pt x="1390157" y="19154"/>
                  </a:lnTo>
                  <a:lnTo>
                    <a:pt x="1345313" y="16641"/>
                  </a:lnTo>
                  <a:lnTo>
                    <a:pt x="1300469" y="14346"/>
                  </a:lnTo>
                  <a:lnTo>
                    <a:pt x="1255626" y="12258"/>
                  </a:lnTo>
                  <a:lnTo>
                    <a:pt x="1210782" y="10370"/>
                  </a:lnTo>
                  <a:lnTo>
                    <a:pt x="1165938" y="8670"/>
                  </a:lnTo>
                  <a:lnTo>
                    <a:pt x="1121094" y="7151"/>
                  </a:lnTo>
                  <a:lnTo>
                    <a:pt x="1076251" y="5803"/>
                  </a:lnTo>
                  <a:lnTo>
                    <a:pt x="1031407" y="4617"/>
                  </a:lnTo>
                  <a:lnTo>
                    <a:pt x="986563" y="3586"/>
                  </a:lnTo>
                  <a:lnTo>
                    <a:pt x="941719" y="2701"/>
                  </a:lnTo>
                  <a:lnTo>
                    <a:pt x="896875" y="1955"/>
                  </a:lnTo>
                  <a:lnTo>
                    <a:pt x="852032" y="1340"/>
                  </a:lnTo>
                  <a:lnTo>
                    <a:pt x="807188" y="849"/>
                  </a:lnTo>
                  <a:lnTo>
                    <a:pt x="762344" y="475"/>
                  </a:lnTo>
                  <a:lnTo>
                    <a:pt x="717500" y="213"/>
                  </a:lnTo>
                  <a:lnTo>
                    <a:pt x="672656" y="57"/>
                  </a:lnTo>
                  <a:lnTo>
                    <a:pt x="627813" y="0"/>
                  </a:lnTo>
                  <a:lnTo>
                    <a:pt x="582969" y="37"/>
                  </a:lnTo>
                  <a:lnTo>
                    <a:pt x="538125" y="163"/>
                  </a:lnTo>
                  <a:lnTo>
                    <a:pt x="493281" y="374"/>
                  </a:lnTo>
                  <a:lnTo>
                    <a:pt x="448437" y="665"/>
                  </a:lnTo>
                  <a:lnTo>
                    <a:pt x="403594" y="1032"/>
                  </a:lnTo>
                  <a:lnTo>
                    <a:pt x="358750" y="1470"/>
                  </a:lnTo>
                  <a:lnTo>
                    <a:pt x="313906" y="1977"/>
                  </a:lnTo>
                  <a:lnTo>
                    <a:pt x="269062" y="2548"/>
                  </a:lnTo>
                  <a:lnTo>
                    <a:pt x="224218" y="3180"/>
                  </a:lnTo>
                  <a:lnTo>
                    <a:pt x="179375" y="3870"/>
                  </a:lnTo>
                  <a:lnTo>
                    <a:pt x="134531" y="4616"/>
                  </a:lnTo>
                  <a:lnTo>
                    <a:pt x="89687" y="5414"/>
                  </a:lnTo>
                  <a:lnTo>
                    <a:pt x="44843" y="6261"/>
                  </a:lnTo>
                  <a:lnTo>
                    <a:pt x="0" y="715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89293" y="4112485"/>
              <a:ext cx="3542659" cy="473568"/>
            </a:xfrm>
            <a:custGeom>
              <a:avLst/>
              <a:gdLst/>
              <a:ahLst/>
              <a:cxnLst/>
              <a:rect l="0" t="0" r="0" b="0"/>
              <a:pathLst>
                <a:path w="3542659" h="473568">
                  <a:moveTo>
                    <a:pt x="0" y="0"/>
                  </a:moveTo>
                  <a:lnTo>
                    <a:pt x="44843" y="5994"/>
                  </a:lnTo>
                  <a:lnTo>
                    <a:pt x="89687" y="11989"/>
                  </a:lnTo>
                  <a:lnTo>
                    <a:pt x="134531" y="17983"/>
                  </a:lnTo>
                  <a:lnTo>
                    <a:pt x="179375" y="23978"/>
                  </a:lnTo>
                  <a:lnTo>
                    <a:pt x="224218" y="29972"/>
                  </a:lnTo>
                  <a:lnTo>
                    <a:pt x="269062" y="35967"/>
                  </a:lnTo>
                  <a:lnTo>
                    <a:pt x="313906" y="41961"/>
                  </a:lnTo>
                  <a:lnTo>
                    <a:pt x="358750" y="47956"/>
                  </a:lnTo>
                  <a:lnTo>
                    <a:pt x="403594" y="53950"/>
                  </a:lnTo>
                  <a:lnTo>
                    <a:pt x="448437" y="59945"/>
                  </a:lnTo>
                  <a:lnTo>
                    <a:pt x="493281" y="65939"/>
                  </a:lnTo>
                  <a:lnTo>
                    <a:pt x="538125" y="71934"/>
                  </a:lnTo>
                  <a:lnTo>
                    <a:pt x="582969" y="77929"/>
                  </a:lnTo>
                  <a:lnTo>
                    <a:pt x="627813" y="83923"/>
                  </a:lnTo>
                  <a:lnTo>
                    <a:pt x="672656" y="89918"/>
                  </a:lnTo>
                  <a:lnTo>
                    <a:pt x="717500" y="95912"/>
                  </a:lnTo>
                  <a:lnTo>
                    <a:pt x="762344" y="101907"/>
                  </a:lnTo>
                  <a:lnTo>
                    <a:pt x="807188" y="107901"/>
                  </a:lnTo>
                  <a:lnTo>
                    <a:pt x="852032" y="113896"/>
                  </a:lnTo>
                  <a:lnTo>
                    <a:pt x="896875" y="119890"/>
                  </a:lnTo>
                  <a:lnTo>
                    <a:pt x="941719" y="125885"/>
                  </a:lnTo>
                  <a:lnTo>
                    <a:pt x="986563" y="131879"/>
                  </a:lnTo>
                  <a:lnTo>
                    <a:pt x="1031407" y="137874"/>
                  </a:lnTo>
                  <a:lnTo>
                    <a:pt x="1076251" y="143869"/>
                  </a:lnTo>
                  <a:lnTo>
                    <a:pt x="1121094" y="149863"/>
                  </a:lnTo>
                  <a:lnTo>
                    <a:pt x="1165938" y="155858"/>
                  </a:lnTo>
                  <a:lnTo>
                    <a:pt x="1210782" y="161852"/>
                  </a:lnTo>
                  <a:lnTo>
                    <a:pt x="1255626" y="167847"/>
                  </a:lnTo>
                  <a:lnTo>
                    <a:pt x="1300469" y="173841"/>
                  </a:lnTo>
                  <a:lnTo>
                    <a:pt x="1345313" y="179836"/>
                  </a:lnTo>
                  <a:lnTo>
                    <a:pt x="1390157" y="185830"/>
                  </a:lnTo>
                  <a:lnTo>
                    <a:pt x="1435001" y="191825"/>
                  </a:lnTo>
                  <a:lnTo>
                    <a:pt x="1479845" y="197819"/>
                  </a:lnTo>
                  <a:lnTo>
                    <a:pt x="1524688" y="203814"/>
                  </a:lnTo>
                  <a:lnTo>
                    <a:pt x="1569532" y="209809"/>
                  </a:lnTo>
                  <a:lnTo>
                    <a:pt x="1614376" y="215803"/>
                  </a:lnTo>
                  <a:lnTo>
                    <a:pt x="1659220" y="221798"/>
                  </a:lnTo>
                  <a:lnTo>
                    <a:pt x="1704064" y="227792"/>
                  </a:lnTo>
                  <a:lnTo>
                    <a:pt x="1748907" y="233787"/>
                  </a:lnTo>
                  <a:lnTo>
                    <a:pt x="1793751" y="239781"/>
                  </a:lnTo>
                  <a:lnTo>
                    <a:pt x="1838595" y="245776"/>
                  </a:lnTo>
                  <a:lnTo>
                    <a:pt x="1883439" y="251770"/>
                  </a:lnTo>
                  <a:lnTo>
                    <a:pt x="1928283" y="257765"/>
                  </a:lnTo>
                  <a:lnTo>
                    <a:pt x="1973126" y="263759"/>
                  </a:lnTo>
                  <a:lnTo>
                    <a:pt x="2017970" y="269754"/>
                  </a:lnTo>
                  <a:lnTo>
                    <a:pt x="2062814" y="275748"/>
                  </a:lnTo>
                  <a:lnTo>
                    <a:pt x="2107658" y="281743"/>
                  </a:lnTo>
                  <a:lnTo>
                    <a:pt x="2152502" y="287738"/>
                  </a:lnTo>
                  <a:lnTo>
                    <a:pt x="2197345" y="293732"/>
                  </a:lnTo>
                  <a:lnTo>
                    <a:pt x="2242189" y="299727"/>
                  </a:lnTo>
                  <a:lnTo>
                    <a:pt x="2287033" y="305721"/>
                  </a:lnTo>
                  <a:lnTo>
                    <a:pt x="2331877" y="311716"/>
                  </a:lnTo>
                  <a:lnTo>
                    <a:pt x="2376721" y="317710"/>
                  </a:lnTo>
                  <a:lnTo>
                    <a:pt x="2421564" y="323705"/>
                  </a:lnTo>
                  <a:lnTo>
                    <a:pt x="2466408" y="329699"/>
                  </a:lnTo>
                  <a:lnTo>
                    <a:pt x="2511252" y="335694"/>
                  </a:lnTo>
                  <a:lnTo>
                    <a:pt x="2556096" y="341688"/>
                  </a:lnTo>
                  <a:lnTo>
                    <a:pt x="2600939" y="347683"/>
                  </a:lnTo>
                  <a:lnTo>
                    <a:pt x="2645783" y="353678"/>
                  </a:lnTo>
                  <a:lnTo>
                    <a:pt x="2690627" y="359672"/>
                  </a:lnTo>
                  <a:lnTo>
                    <a:pt x="2735471" y="365667"/>
                  </a:lnTo>
                  <a:lnTo>
                    <a:pt x="2780315" y="371661"/>
                  </a:lnTo>
                  <a:lnTo>
                    <a:pt x="2825158" y="377656"/>
                  </a:lnTo>
                  <a:lnTo>
                    <a:pt x="2870002" y="383650"/>
                  </a:lnTo>
                  <a:lnTo>
                    <a:pt x="2914846" y="389645"/>
                  </a:lnTo>
                  <a:lnTo>
                    <a:pt x="2959690" y="395639"/>
                  </a:lnTo>
                  <a:lnTo>
                    <a:pt x="3004534" y="401634"/>
                  </a:lnTo>
                  <a:lnTo>
                    <a:pt x="3049377" y="407628"/>
                  </a:lnTo>
                  <a:lnTo>
                    <a:pt x="3094221" y="413623"/>
                  </a:lnTo>
                  <a:lnTo>
                    <a:pt x="3139065" y="419618"/>
                  </a:lnTo>
                  <a:lnTo>
                    <a:pt x="3183909" y="425612"/>
                  </a:lnTo>
                  <a:lnTo>
                    <a:pt x="3228753" y="431607"/>
                  </a:lnTo>
                  <a:lnTo>
                    <a:pt x="3273596" y="437601"/>
                  </a:lnTo>
                  <a:lnTo>
                    <a:pt x="3318440" y="443596"/>
                  </a:lnTo>
                  <a:lnTo>
                    <a:pt x="3363284" y="449590"/>
                  </a:lnTo>
                  <a:lnTo>
                    <a:pt x="3408128" y="455585"/>
                  </a:lnTo>
                  <a:lnTo>
                    <a:pt x="3452972" y="461579"/>
                  </a:lnTo>
                  <a:lnTo>
                    <a:pt x="3497815" y="467574"/>
                  </a:lnTo>
                  <a:lnTo>
                    <a:pt x="3542659" y="47356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30195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48343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649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84639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202787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3420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5234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7049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288644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20679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12562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316383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0714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697905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tx76"/>
            <p:cNvSpPr/>
            <p:nvPr/>
          </p:nvSpPr>
          <p:spPr>
            <a:xfrm>
              <a:off x="1147451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055063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962675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870287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70771" y="6065086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tx83"/>
            <p:cNvSpPr/>
            <p:nvPr/>
          </p:nvSpPr>
          <p:spPr>
            <a:xfrm>
              <a:off x="7668344" y="3501008"/>
              <a:ext cx="109481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Experimental Site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tx88"/>
            <p:cNvSpPr/>
            <p:nvPr/>
          </p:nvSpPr>
          <p:spPr>
            <a:xfrm>
              <a:off x="7741855" y="3780947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96971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</a:t>
              </a:r>
              <a:r>
                <a:rPr lang="en-US"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</a:t>
              </a:r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475656" y="1628800"/>
              <a:ext cx="3789182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(A) </a:t>
              </a:r>
              <a:r>
                <a:rPr sz="16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 at Final Time Point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65104"/>
            <a:chOff x="457200" y="1600200"/>
            <a:chExt cx="8229600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99225" y="33005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99225" y="30020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99225" y="29581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65171" y="33839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65171" y="32569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65171" y="31285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047641" y="35329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047641" y="30280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047641" y="312355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214050" y="29218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214050" y="227626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214050" y="24334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900288" y="38170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900288" y="26452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900288" y="34935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5078603" y="35963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5078603" y="4004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5078603" y="36932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374306" y="54055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374306" y="51787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374306" y="53270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460321" y="5095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460321" y="48274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460321" y="52059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70498"/>
              <a:ext cx="5701062" cy="2785296"/>
            </a:xfrm>
            <a:custGeom>
              <a:avLst/>
              <a:gdLst/>
              <a:ahLst/>
              <a:cxnLst/>
              <a:rect l="0" t="0" r="0" b="0"/>
              <a:pathLst>
                <a:path w="5701062" h="2785296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  <a:lnTo>
                    <a:pt x="5701062" y="2785296"/>
                  </a:lnTo>
                  <a:lnTo>
                    <a:pt x="5628897" y="2756364"/>
                  </a:lnTo>
                  <a:lnTo>
                    <a:pt x="5556732" y="2727598"/>
                  </a:lnTo>
                  <a:lnTo>
                    <a:pt x="5484566" y="2699007"/>
                  </a:lnTo>
                  <a:lnTo>
                    <a:pt x="5412401" y="2670603"/>
                  </a:lnTo>
                  <a:lnTo>
                    <a:pt x="5340236" y="2642398"/>
                  </a:lnTo>
                  <a:lnTo>
                    <a:pt x="5268070" y="2614403"/>
                  </a:lnTo>
                  <a:lnTo>
                    <a:pt x="5195905" y="2586631"/>
                  </a:lnTo>
                  <a:lnTo>
                    <a:pt x="5123740" y="2559097"/>
                  </a:lnTo>
                  <a:lnTo>
                    <a:pt x="5051574" y="2531815"/>
                  </a:lnTo>
                  <a:lnTo>
                    <a:pt x="4979409" y="2504800"/>
                  </a:lnTo>
                  <a:lnTo>
                    <a:pt x="4907244" y="2478069"/>
                  </a:lnTo>
                  <a:lnTo>
                    <a:pt x="4835078" y="2451639"/>
                  </a:lnTo>
                  <a:lnTo>
                    <a:pt x="4762913" y="2425528"/>
                  </a:lnTo>
                  <a:lnTo>
                    <a:pt x="4690748" y="2399753"/>
                  </a:lnTo>
                  <a:lnTo>
                    <a:pt x="4618582" y="2374335"/>
                  </a:lnTo>
                  <a:lnTo>
                    <a:pt x="4546417" y="2349293"/>
                  </a:lnTo>
                  <a:lnTo>
                    <a:pt x="4474251" y="2324647"/>
                  </a:lnTo>
                  <a:lnTo>
                    <a:pt x="4402086" y="2300417"/>
                  </a:lnTo>
                  <a:lnTo>
                    <a:pt x="4329921" y="2276624"/>
                  </a:lnTo>
                  <a:lnTo>
                    <a:pt x="4257755" y="2253289"/>
                  </a:lnTo>
                  <a:lnTo>
                    <a:pt x="4185590" y="2230430"/>
                  </a:lnTo>
                  <a:lnTo>
                    <a:pt x="4113425" y="2208068"/>
                  </a:lnTo>
                  <a:lnTo>
                    <a:pt x="4041259" y="2186221"/>
                  </a:lnTo>
                  <a:lnTo>
                    <a:pt x="3969094" y="2164906"/>
                  </a:lnTo>
                  <a:lnTo>
                    <a:pt x="3896929" y="2144138"/>
                  </a:lnTo>
                  <a:lnTo>
                    <a:pt x="3824763" y="2123932"/>
                  </a:lnTo>
                  <a:lnTo>
                    <a:pt x="3752598" y="2104300"/>
                  </a:lnTo>
                  <a:lnTo>
                    <a:pt x="3680433" y="2085249"/>
                  </a:lnTo>
                  <a:lnTo>
                    <a:pt x="3608267" y="2066788"/>
                  </a:lnTo>
                  <a:lnTo>
                    <a:pt x="3536102" y="2048920"/>
                  </a:lnTo>
                  <a:lnTo>
                    <a:pt x="3463936" y="2031647"/>
                  </a:lnTo>
                  <a:lnTo>
                    <a:pt x="3391771" y="2014966"/>
                  </a:lnTo>
                  <a:lnTo>
                    <a:pt x="3319606" y="1998873"/>
                  </a:lnTo>
                  <a:lnTo>
                    <a:pt x="3247440" y="1983360"/>
                  </a:lnTo>
                  <a:lnTo>
                    <a:pt x="3175275" y="1968419"/>
                  </a:lnTo>
                  <a:lnTo>
                    <a:pt x="3103110" y="1954037"/>
                  </a:lnTo>
                  <a:lnTo>
                    <a:pt x="3030944" y="1940199"/>
                  </a:lnTo>
                  <a:lnTo>
                    <a:pt x="2958779" y="1926891"/>
                  </a:lnTo>
                  <a:lnTo>
                    <a:pt x="2886614" y="1914093"/>
                  </a:lnTo>
                  <a:lnTo>
                    <a:pt x="2814448" y="1901789"/>
                  </a:lnTo>
                  <a:lnTo>
                    <a:pt x="2742283" y="1889957"/>
                  </a:lnTo>
                  <a:lnTo>
                    <a:pt x="2670118" y="1878579"/>
                  </a:lnTo>
                  <a:lnTo>
                    <a:pt x="2597952" y="1867634"/>
                  </a:lnTo>
                  <a:lnTo>
                    <a:pt x="2525787" y="1857101"/>
                  </a:lnTo>
                  <a:lnTo>
                    <a:pt x="2453622" y="1846960"/>
                  </a:lnTo>
                  <a:lnTo>
                    <a:pt x="2381456" y="1837191"/>
                  </a:lnTo>
                  <a:lnTo>
                    <a:pt x="2309291" y="1827774"/>
                  </a:lnTo>
                  <a:lnTo>
                    <a:pt x="2237125" y="1818691"/>
                  </a:lnTo>
                  <a:lnTo>
                    <a:pt x="2164960" y="1809923"/>
                  </a:lnTo>
                  <a:lnTo>
                    <a:pt x="2092795" y="1801452"/>
                  </a:lnTo>
                  <a:lnTo>
                    <a:pt x="2020629" y="1793262"/>
                  </a:lnTo>
                  <a:lnTo>
                    <a:pt x="1948464" y="1785336"/>
                  </a:lnTo>
                  <a:lnTo>
                    <a:pt x="1876299" y="1777659"/>
                  </a:lnTo>
                  <a:lnTo>
                    <a:pt x="1804133" y="1770217"/>
                  </a:lnTo>
                  <a:lnTo>
                    <a:pt x="1731968" y="1762996"/>
                  </a:lnTo>
                  <a:lnTo>
                    <a:pt x="1659803" y="1755983"/>
                  </a:lnTo>
                  <a:lnTo>
                    <a:pt x="1587637" y="1749165"/>
                  </a:lnTo>
                  <a:lnTo>
                    <a:pt x="1515472" y="1742532"/>
                  </a:lnTo>
                  <a:lnTo>
                    <a:pt x="1443307" y="1736073"/>
                  </a:lnTo>
                  <a:lnTo>
                    <a:pt x="1371141" y="1729778"/>
                  </a:lnTo>
                  <a:lnTo>
                    <a:pt x="1298976" y="1723637"/>
                  </a:lnTo>
                  <a:lnTo>
                    <a:pt x="1226811" y="1717641"/>
                  </a:lnTo>
                  <a:lnTo>
                    <a:pt x="1154645" y="1711782"/>
                  </a:lnTo>
                  <a:lnTo>
                    <a:pt x="1082480" y="1706053"/>
                  </a:lnTo>
                  <a:lnTo>
                    <a:pt x="1010314" y="1700446"/>
                  </a:lnTo>
                  <a:lnTo>
                    <a:pt x="938149" y="1694955"/>
                  </a:lnTo>
                  <a:lnTo>
                    <a:pt x="865984" y="1689572"/>
                  </a:lnTo>
                  <a:lnTo>
                    <a:pt x="793818" y="1684293"/>
                  </a:lnTo>
                  <a:lnTo>
                    <a:pt x="721653" y="1679111"/>
                  </a:lnTo>
                  <a:lnTo>
                    <a:pt x="649488" y="1674021"/>
                  </a:lnTo>
                  <a:lnTo>
                    <a:pt x="577322" y="1669019"/>
                  </a:lnTo>
                  <a:lnTo>
                    <a:pt x="505157" y="1664100"/>
                  </a:lnTo>
                  <a:lnTo>
                    <a:pt x="432992" y="1659260"/>
                  </a:lnTo>
                  <a:lnTo>
                    <a:pt x="360826" y="1654494"/>
                  </a:lnTo>
                  <a:lnTo>
                    <a:pt x="288661" y="1649799"/>
                  </a:lnTo>
                  <a:lnTo>
                    <a:pt x="216496" y="1645171"/>
                  </a:lnTo>
                  <a:lnTo>
                    <a:pt x="144330" y="1640607"/>
                  </a:lnTo>
                  <a:lnTo>
                    <a:pt x="72165" y="1636104"/>
                  </a:lnTo>
                  <a:lnTo>
                    <a:pt x="0" y="163165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70498"/>
              <a:ext cx="5701062" cy="1631819"/>
            </a:xfrm>
            <a:custGeom>
              <a:avLst/>
              <a:gdLst/>
              <a:ahLst/>
              <a:cxnLst/>
              <a:rect l="0" t="0" r="0" b="0"/>
              <a:pathLst>
                <a:path w="5701062" h="1631819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702158"/>
              <a:ext cx="5701062" cy="1153637"/>
            </a:xfrm>
            <a:custGeom>
              <a:avLst/>
              <a:gdLst/>
              <a:ahLst/>
              <a:cxnLst/>
              <a:rect l="0" t="0" r="0" b="0"/>
              <a:pathLst>
                <a:path w="5701062" h="1153637">
                  <a:moveTo>
                    <a:pt x="5701062" y="1153637"/>
                  </a:moveTo>
                  <a:lnTo>
                    <a:pt x="5628897" y="1124705"/>
                  </a:lnTo>
                  <a:lnTo>
                    <a:pt x="5556732" y="1095938"/>
                  </a:lnTo>
                  <a:lnTo>
                    <a:pt x="5484566" y="1067348"/>
                  </a:lnTo>
                  <a:lnTo>
                    <a:pt x="5412401" y="1038944"/>
                  </a:lnTo>
                  <a:lnTo>
                    <a:pt x="5340236" y="1010738"/>
                  </a:lnTo>
                  <a:lnTo>
                    <a:pt x="5268070" y="982743"/>
                  </a:lnTo>
                  <a:lnTo>
                    <a:pt x="5195905" y="954972"/>
                  </a:lnTo>
                  <a:lnTo>
                    <a:pt x="5123740" y="927438"/>
                  </a:lnTo>
                  <a:lnTo>
                    <a:pt x="5051574" y="900155"/>
                  </a:lnTo>
                  <a:lnTo>
                    <a:pt x="4979409" y="873141"/>
                  </a:lnTo>
                  <a:lnTo>
                    <a:pt x="4907244" y="846410"/>
                  </a:lnTo>
                  <a:lnTo>
                    <a:pt x="4835078" y="819980"/>
                  </a:lnTo>
                  <a:lnTo>
                    <a:pt x="4762913" y="793869"/>
                  </a:lnTo>
                  <a:lnTo>
                    <a:pt x="4690748" y="768094"/>
                  </a:lnTo>
                  <a:lnTo>
                    <a:pt x="4618582" y="742676"/>
                  </a:lnTo>
                  <a:lnTo>
                    <a:pt x="4546417" y="717634"/>
                  </a:lnTo>
                  <a:lnTo>
                    <a:pt x="4474251" y="692988"/>
                  </a:lnTo>
                  <a:lnTo>
                    <a:pt x="4402086" y="668758"/>
                  </a:lnTo>
                  <a:lnTo>
                    <a:pt x="4329921" y="644965"/>
                  </a:lnTo>
                  <a:lnTo>
                    <a:pt x="4257755" y="621629"/>
                  </a:lnTo>
                  <a:lnTo>
                    <a:pt x="4185590" y="598771"/>
                  </a:lnTo>
                  <a:lnTo>
                    <a:pt x="4113425" y="576409"/>
                  </a:lnTo>
                  <a:lnTo>
                    <a:pt x="4041259" y="554562"/>
                  </a:lnTo>
                  <a:lnTo>
                    <a:pt x="3969094" y="533247"/>
                  </a:lnTo>
                  <a:lnTo>
                    <a:pt x="3896929" y="512479"/>
                  </a:lnTo>
                  <a:lnTo>
                    <a:pt x="3824763" y="492273"/>
                  </a:lnTo>
                  <a:lnTo>
                    <a:pt x="3752598" y="472640"/>
                  </a:lnTo>
                  <a:lnTo>
                    <a:pt x="3680433" y="453590"/>
                  </a:lnTo>
                  <a:lnTo>
                    <a:pt x="3608267" y="435129"/>
                  </a:lnTo>
                  <a:lnTo>
                    <a:pt x="3536102" y="417261"/>
                  </a:lnTo>
                  <a:lnTo>
                    <a:pt x="3463936" y="399987"/>
                  </a:lnTo>
                  <a:lnTo>
                    <a:pt x="3391771" y="383306"/>
                  </a:lnTo>
                  <a:lnTo>
                    <a:pt x="3319606" y="367213"/>
                  </a:lnTo>
                  <a:lnTo>
                    <a:pt x="3247440" y="351701"/>
                  </a:lnTo>
                  <a:lnTo>
                    <a:pt x="3175275" y="336760"/>
                  </a:lnTo>
                  <a:lnTo>
                    <a:pt x="3103110" y="322378"/>
                  </a:lnTo>
                  <a:lnTo>
                    <a:pt x="3030944" y="308540"/>
                  </a:lnTo>
                  <a:lnTo>
                    <a:pt x="2958779" y="295231"/>
                  </a:lnTo>
                  <a:lnTo>
                    <a:pt x="2886614" y="282434"/>
                  </a:lnTo>
                  <a:lnTo>
                    <a:pt x="2814448" y="270129"/>
                  </a:lnTo>
                  <a:lnTo>
                    <a:pt x="2742283" y="258298"/>
                  </a:lnTo>
                  <a:lnTo>
                    <a:pt x="2670118" y="246920"/>
                  </a:lnTo>
                  <a:lnTo>
                    <a:pt x="2597952" y="235974"/>
                  </a:lnTo>
                  <a:lnTo>
                    <a:pt x="2525787" y="225441"/>
                  </a:lnTo>
                  <a:lnTo>
                    <a:pt x="2453622" y="215300"/>
                  </a:lnTo>
                  <a:lnTo>
                    <a:pt x="2381456" y="205532"/>
                  </a:lnTo>
                  <a:lnTo>
                    <a:pt x="2309291" y="196115"/>
                  </a:lnTo>
                  <a:lnTo>
                    <a:pt x="2237125" y="187032"/>
                  </a:lnTo>
                  <a:lnTo>
                    <a:pt x="2164960" y="178264"/>
                  </a:lnTo>
                  <a:lnTo>
                    <a:pt x="2092795" y="169793"/>
                  </a:lnTo>
                  <a:lnTo>
                    <a:pt x="2020629" y="161603"/>
                  </a:lnTo>
                  <a:lnTo>
                    <a:pt x="1948464" y="153677"/>
                  </a:lnTo>
                  <a:lnTo>
                    <a:pt x="1876299" y="146000"/>
                  </a:lnTo>
                  <a:lnTo>
                    <a:pt x="1804133" y="138558"/>
                  </a:lnTo>
                  <a:lnTo>
                    <a:pt x="1731968" y="131337"/>
                  </a:lnTo>
                  <a:lnTo>
                    <a:pt x="1659803" y="124323"/>
                  </a:lnTo>
                  <a:lnTo>
                    <a:pt x="1587637" y="117506"/>
                  </a:lnTo>
                  <a:lnTo>
                    <a:pt x="1515472" y="110873"/>
                  </a:lnTo>
                  <a:lnTo>
                    <a:pt x="1443307" y="104414"/>
                  </a:lnTo>
                  <a:lnTo>
                    <a:pt x="1371141" y="98118"/>
                  </a:lnTo>
                  <a:lnTo>
                    <a:pt x="1298976" y="91977"/>
                  </a:lnTo>
                  <a:lnTo>
                    <a:pt x="1226811" y="85982"/>
                  </a:lnTo>
                  <a:lnTo>
                    <a:pt x="1154645" y="80123"/>
                  </a:lnTo>
                  <a:lnTo>
                    <a:pt x="1082480" y="74394"/>
                  </a:lnTo>
                  <a:lnTo>
                    <a:pt x="1010314" y="68787"/>
                  </a:lnTo>
                  <a:lnTo>
                    <a:pt x="938149" y="63295"/>
                  </a:lnTo>
                  <a:lnTo>
                    <a:pt x="865984" y="57913"/>
                  </a:lnTo>
                  <a:lnTo>
                    <a:pt x="793818" y="52633"/>
                  </a:lnTo>
                  <a:lnTo>
                    <a:pt x="721653" y="47452"/>
                  </a:lnTo>
                  <a:lnTo>
                    <a:pt x="649488" y="42362"/>
                  </a:lnTo>
                  <a:lnTo>
                    <a:pt x="577322" y="37360"/>
                  </a:lnTo>
                  <a:lnTo>
                    <a:pt x="505157" y="32441"/>
                  </a:lnTo>
                  <a:lnTo>
                    <a:pt x="432992" y="27600"/>
                  </a:lnTo>
                  <a:lnTo>
                    <a:pt x="360826" y="22834"/>
                  </a:lnTo>
                  <a:lnTo>
                    <a:pt x="288661" y="18139"/>
                  </a:lnTo>
                  <a:lnTo>
                    <a:pt x="216496" y="13512"/>
                  </a:lnTo>
                  <a:lnTo>
                    <a:pt x="144330" y="8948"/>
                  </a:lnTo>
                  <a:lnTo>
                    <a:pt x="72165" y="44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886328"/>
              <a:ext cx="5701062" cy="1392728"/>
            </a:xfrm>
            <a:custGeom>
              <a:avLst/>
              <a:gdLst/>
              <a:ahLst/>
              <a:cxnLst/>
              <a:rect l="0" t="0" r="0" b="0"/>
              <a:pathLst>
                <a:path w="5701062" h="1392728">
                  <a:moveTo>
                    <a:pt x="0" y="0"/>
                  </a:moveTo>
                  <a:lnTo>
                    <a:pt x="72165" y="17629"/>
                  </a:lnTo>
                  <a:lnTo>
                    <a:pt x="144330" y="35258"/>
                  </a:lnTo>
                  <a:lnTo>
                    <a:pt x="216496" y="52888"/>
                  </a:lnTo>
                  <a:lnTo>
                    <a:pt x="288661" y="70517"/>
                  </a:lnTo>
                  <a:lnTo>
                    <a:pt x="360826" y="88147"/>
                  </a:lnTo>
                  <a:lnTo>
                    <a:pt x="432992" y="105776"/>
                  </a:lnTo>
                  <a:lnTo>
                    <a:pt x="505157" y="123406"/>
                  </a:lnTo>
                  <a:lnTo>
                    <a:pt x="577322" y="141035"/>
                  </a:lnTo>
                  <a:lnTo>
                    <a:pt x="649488" y="158665"/>
                  </a:lnTo>
                  <a:lnTo>
                    <a:pt x="721653" y="176294"/>
                  </a:lnTo>
                  <a:lnTo>
                    <a:pt x="793818" y="193924"/>
                  </a:lnTo>
                  <a:lnTo>
                    <a:pt x="865984" y="211553"/>
                  </a:lnTo>
                  <a:lnTo>
                    <a:pt x="938149" y="229183"/>
                  </a:lnTo>
                  <a:lnTo>
                    <a:pt x="1010314" y="246812"/>
                  </a:lnTo>
                  <a:lnTo>
                    <a:pt x="1082480" y="264442"/>
                  </a:lnTo>
                  <a:lnTo>
                    <a:pt x="1154645" y="282071"/>
                  </a:lnTo>
                  <a:lnTo>
                    <a:pt x="1226811" y="299700"/>
                  </a:lnTo>
                  <a:lnTo>
                    <a:pt x="1298976" y="317330"/>
                  </a:lnTo>
                  <a:lnTo>
                    <a:pt x="1371141" y="334959"/>
                  </a:lnTo>
                  <a:lnTo>
                    <a:pt x="1443307" y="352589"/>
                  </a:lnTo>
                  <a:lnTo>
                    <a:pt x="1515472" y="370218"/>
                  </a:lnTo>
                  <a:lnTo>
                    <a:pt x="1587637" y="387848"/>
                  </a:lnTo>
                  <a:lnTo>
                    <a:pt x="1659803" y="405477"/>
                  </a:lnTo>
                  <a:lnTo>
                    <a:pt x="1731968" y="423107"/>
                  </a:lnTo>
                  <a:lnTo>
                    <a:pt x="1804133" y="440736"/>
                  </a:lnTo>
                  <a:lnTo>
                    <a:pt x="1876299" y="458366"/>
                  </a:lnTo>
                  <a:lnTo>
                    <a:pt x="1948464" y="475995"/>
                  </a:lnTo>
                  <a:lnTo>
                    <a:pt x="2020629" y="493625"/>
                  </a:lnTo>
                  <a:lnTo>
                    <a:pt x="2092795" y="511254"/>
                  </a:lnTo>
                  <a:lnTo>
                    <a:pt x="2164960" y="528884"/>
                  </a:lnTo>
                  <a:lnTo>
                    <a:pt x="2237125" y="546513"/>
                  </a:lnTo>
                  <a:lnTo>
                    <a:pt x="2309291" y="564143"/>
                  </a:lnTo>
                  <a:lnTo>
                    <a:pt x="2381456" y="581772"/>
                  </a:lnTo>
                  <a:lnTo>
                    <a:pt x="2453622" y="599401"/>
                  </a:lnTo>
                  <a:lnTo>
                    <a:pt x="2525787" y="617031"/>
                  </a:lnTo>
                  <a:lnTo>
                    <a:pt x="2597952" y="634660"/>
                  </a:lnTo>
                  <a:lnTo>
                    <a:pt x="2670118" y="652290"/>
                  </a:lnTo>
                  <a:lnTo>
                    <a:pt x="2742283" y="669919"/>
                  </a:lnTo>
                  <a:lnTo>
                    <a:pt x="2814448" y="687549"/>
                  </a:lnTo>
                  <a:lnTo>
                    <a:pt x="2886614" y="705178"/>
                  </a:lnTo>
                  <a:lnTo>
                    <a:pt x="2958779" y="722808"/>
                  </a:lnTo>
                  <a:lnTo>
                    <a:pt x="3030944" y="740437"/>
                  </a:lnTo>
                  <a:lnTo>
                    <a:pt x="3103110" y="758067"/>
                  </a:lnTo>
                  <a:lnTo>
                    <a:pt x="3175275" y="775696"/>
                  </a:lnTo>
                  <a:lnTo>
                    <a:pt x="3247440" y="793326"/>
                  </a:lnTo>
                  <a:lnTo>
                    <a:pt x="3319606" y="810955"/>
                  </a:lnTo>
                  <a:lnTo>
                    <a:pt x="3391771" y="828585"/>
                  </a:lnTo>
                  <a:lnTo>
                    <a:pt x="3463936" y="846214"/>
                  </a:lnTo>
                  <a:lnTo>
                    <a:pt x="3536102" y="863843"/>
                  </a:lnTo>
                  <a:lnTo>
                    <a:pt x="3608267" y="881473"/>
                  </a:lnTo>
                  <a:lnTo>
                    <a:pt x="3680433" y="899102"/>
                  </a:lnTo>
                  <a:lnTo>
                    <a:pt x="3752598" y="916732"/>
                  </a:lnTo>
                  <a:lnTo>
                    <a:pt x="3824763" y="934361"/>
                  </a:lnTo>
                  <a:lnTo>
                    <a:pt x="3896929" y="951991"/>
                  </a:lnTo>
                  <a:lnTo>
                    <a:pt x="3969094" y="969620"/>
                  </a:lnTo>
                  <a:lnTo>
                    <a:pt x="4041259" y="987250"/>
                  </a:lnTo>
                  <a:lnTo>
                    <a:pt x="4113425" y="1004879"/>
                  </a:lnTo>
                  <a:lnTo>
                    <a:pt x="4185590" y="1022509"/>
                  </a:lnTo>
                  <a:lnTo>
                    <a:pt x="4257755" y="1040138"/>
                  </a:lnTo>
                  <a:lnTo>
                    <a:pt x="4329921" y="1057768"/>
                  </a:lnTo>
                  <a:lnTo>
                    <a:pt x="4402086" y="1075397"/>
                  </a:lnTo>
                  <a:lnTo>
                    <a:pt x="4474251" y="1093027"/>
                  </a:lnTo>
                  <a:lnTo>
                    <a:pt x="4546417" y="1110656"/>
                  </a:lnTo>
                  <a:lnTo>
                    <a:pt x="4618582" y="1128286"/>
                  </a:lnTo>
                  <a:lnTo>
                    <a:pt x="4690748" y="1145915"/>
                  </a:lnTo>
                  <a:lnTo>
                    <a:pt x="4762913" y="1163544"/>
                  </a:lnTo>
                  <a:lnTo>
                    <a:pt x="4835078" y="1181174"/>
                  </a:lnTo>
                  <a:lnTo>
                    <a:pt x="4907244" y="1198803"/>
                  </a:lnTo>
                  <a:lnTo>
                    <a:pt x="4979409" y="1216433"/>
                  </a:lnTo>
                  <a:lnTo>
                    <a:pt x="5051574" y="1234062"/>
                  </a:lnTo>
                  <a:lnTo>
                    <a:pt x="5123740" y="1251692"/>
                  </a:lnTo>
                  <a:lnTo>
                    <a:pt x="5195905" y="1269321"/>
                  </a:lnTo>
                  <a:lnTo>
                    <a:pt x="5268070" y="1286951"/>
                  </a:lnTo>
                  <a:lnTo>
                    <a:pt x="5340236" y="1304580"/>
                  </a:lnTo>
                  <a:lnTo>
                    <a:pt x="5412401" y="1322210"/>
                  </a:lnTo>
                  <a:lnTo>
                    <a:pt x="5484566" y="1339839"/>
                  </a:lnTo>
                  <a:lnTo>
                    <a:pt x="5556732" y="1357469"/>
                  </a:lnTo>
                  <a:lnTo>
                    <a:pt x="5628897" y="1375098"/>
                  </a:lnTo>
                  <a:lnTo>
                    <a:pt x="5701062" y="1392728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687988" y="45354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687988" y="4655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687988" y="47355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87237" y="41203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87237" y="43987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87237" y="4024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651804" y="43021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651804" y="39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651804" y="42505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877111" y="49103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877111" y="45477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877111" y="48756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803846" y="38104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803846" y="41635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803846" y="401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065851" y="38770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065851" y="41168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065851" y="4111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512492" y="54196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512492" y="53862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26504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265041" y="53827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345939" y="3721837"/>
              <a:ext cx="4977804" cy="1662104"/>
            </a:xfrm>
            <a:custGeom>
              <a:avLst/>
              <a:gdLst/>
              <a:ahLst/>
              <a:cxnLst/>
              <a:rect l="0" t="0" r="0" b="0"/>
              <a:pathLst>
                <a:path w="4977804" h="1662104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  <a:lnTo>
                    <a:pt x="4977804" y="1662104"/>
                  </a:lnTo>
                  <a:lnTo>
                    <a:pt x="4914794" y="1643857"/>
                  </a:lnTo>
                  <a:lnTo>
                    <a:pt x="4851784" y="1625670"/>
                  </a:lnTo>
                  <a:lnTo>
                    <a:pt x="4788774" y="1607546"/>
                  </a:lnTo>
                  <a:lnTo>
                    <a:pt x="4725764" y="1589488"/>
                  </a:lnTo>
                  <a:lnTo>
                    <a:pt x="4662754" y="1571502"/>
                  </a:lnTo>
                  <a:lnTo>
                    <a:pt x="4599743" y="1553591"/>
                  </a:lnTo>
                  <a:lnTo>
                    <a:pt x="4536733" y="1535761"/>
                  </a:lnTo>
                  <a:lnTo>
                    <a:pt x="4473723" y="1518018"/>
                  </a:lnTo>
                  <a:lnTo>
                    <a:pt x="4410713" y="1500367"/>
                  </a:lnTo>
                  <a:lnTo>
                    <a:pt x="4347703" y="1482814"/>
                  </a:lnTo>
                  <a:lnTo>
                    <a:pt x="4284692" y="1465367"/>
                  </a:lnTo>
                  <a:lnTo>
                    <a:pt x="4221682" y="1448033"/>
                  </a:lnTo>
                  <a:lnTo>
                    <a:pt x="4158672" y="1430820"/>
                  </a:lnTo>
                  <a:lnTo>
                    <a:pt x="4095662" y="1413737"/>
                  </a:lnTo>
                  <a:lnTo>
                    <a:pt x="4032652" y="1396793"/>
                  </a:lnTo>
                  <a:lnTo>
                    <a:pt x="3969641" y="1379998"/>
                  </a:lnTo>
                  <a:lnTo>
                    <a:pt x="3906631" y="1363364"/>
                  </a:lnTo>
                  <a:lnTo>
                    <a:pt x="3843621" y="1346903"/>
                  </a:lnTo>
                  <a:lnTo>
                    <a:pt x="3780611" y="1330627"/>
                  </a:lnTo>
                  <a:lnTo>
                    <a:pt x="3717601" y="1314550"/>
                  </a:lnTo>
                  <a:lnTo>
                    <a:pt x="3654591" y="1298686"/>
                  </a:lnTo>
                  <a:lnTo>
                    <a:pt x="3591580" y="1283053"/>
                  </a:lnTo>
                  <a:lnTo>
                    <a:pt x="3528570" y="1267666"/>
                  </a:lnTo>
                  <a:lnTo>
                    <a:pt x="3465560" y="1252543"/>
                  </a:lnTo>
                  <a:lnTo>
                    <a:pt x="3402550" y="1237703"/>
                  </a:lnTo>
                  <a:lnTo>
                    <a:pt x="3339540" y="1223166"/>
                  </a:lnTo>
                  <a:lnTo>
                    <a:pt x="3276529" y="1208952"/>
                  </a:lnTo>
                  <a:lnTo>
                    <a:pt x="3213519" y="1195083"/>
                  </a:lnTo>
                  <a:lnTo>
                    <a:pt x="3150509" y="1181580"/>
                  </a:lnTo>
                  <a:lnTo>
                    <a:pt x="3087499" y="1168464"/>
                  </a:lnTo>
                  <a:lnTo>
                    <a:pt x="3024489" y="1155758"/>
                  </a:lnTo>
                  <a:lnTo>
                    <a:pt x="2961478" y="1143482"/>
                  </a:lnTo>
                  <a:lnTo>
                    <a:pt x="2898468" y="1131657"/>
                  </a:lnTo>
                  <a:lnTo>
                    <a:pt x="2835458" y="1120302"/>
                  </a:lnTo>
                  <a:lnTo>
                    <a:pt x="2772448" y="1109433"/>
                  </a:lnTo>
                  <a:lnTo>
                    <a:pt x="2709438" y="1099066"/>
                  </a:lnTo>
                  <a:lnTo>
                    <a:pt x="2646427" y="1089212"/>
                  </a:lnTo>
                  <a:lnTo>
                    <a:pt x="2583417" y="1079880"/>
                  </a:lnTo>
                  <a:lnTo>
                    <a:pt x="2520407" y="1071076"/>
                  </a:lnTo>
                  <a:lnTo>
                    <a:pt x="2457397" y="1062803"/>
                  </a:lnTo>
                  <a:lnTo>
                    <a:pt x="2394387" y="1055057"/>
                  </a:lnTo>
                  <a:lnTo>
                    <a:pt x="2331377" y="1047835"/>
                  </a:lnTo>
                  <a:lnTo>
                    <a:pt x="2268366" y="1041128"/>
                  </a:lnTo>
                  <a:lnTo>
                    <a:pt x="2205356" y="1034924"/>
                  </a:lnTo>
                  <a:lnTo>
                    <a:pt x="2142346" y="1029209"/>
                  </a:lnTo>
                  <a:lnTo>
                    <a:pt x="2079336" y="1023965"/>
                  </a:lnTo>
                  <a:lnTo>
                    <a:pt x="2016326" y="1019175"/>
                  </a:lnTo>
                  <a:lnTo>
                    <a:pt x="1953315" y="1014818"/>
                  </a:lnTo>
                  <a:lnTo>
                    <a:pt x="1890305" y="1010873"/>
                  </a:lnTo>
                  <a:lnTo>
                    <a:pt x="1827295" y="1007319"/>
                  </a:lnTo>
                  <a:lnTo>
                    <a:pt x="1764285" y="1004134"/>
                  </a:lnTo>
                  <a:lnTo>
                    <a:pt x="1701275" y="1001296"/>
                  </a:lnTo>
                  <a:lnTo>
                    <a:pt x="1638264" y="998784"/>
                  </a:lnTo>
                  <a:lnTo>
                    <a:pt x="1575254" y="996577"/>
                  </a:lnTo>
                  <a:lnTo>
                    <a:pt x="1512244" y="994656"/>
                  </a:lnTo>
                  <a:lnTo>
                    <a:pt x="1449234" y="993002"/>
                  </a:lnTo>
                  <a:lnTo>
                    <a:pt x="1386224" y="991597"/>
                  </a:lnTo>
                  <a:lnTo>
                    <a:pt x="1323213" y="990423"/>
                  </a:lnTo>
                  <a:lnTo>
                    <a:pt x="1260203" y="989465"/>
                  </a:lnTo>
                  <a:lnTo>
                    <a:pt x="1197193" y="988709"/>
                  </a:lnTo>
                  <a:lnTo>
                    <a:pt x="1134183" y="988139"/>
                  </a:lnTo>
                  <a:lnTo>
                    <a:pt x="1071173" y="987743"/>
                  </a:lnTo>
                  <a:lnTo>
                    <a:pt x="1008163" y="987510"/>
                  </a:lnTo>
                  <a:lnTo>
                    <a:pt x="945152" y="987427"/>
                  </a:lnTo>
                  <a:lnTo>
                    <a:pt x="882142" y="987485"/>
                  </a:lnTo>
                  <a:lnTo>
                    <a:pt x="819132" y="987674"/>
                  </a:lnTo>
                  <a:lnTo>
                    <a:pt x="756122" y="987985"/>
                  </a:lnTo>
                  <a:lnTo>
                    <a:pt x="693112" y="988410"/>
                  </a:lnTo>
                  <a:lnTo>
                    <a:pt x="630101" y="988942"/>
                  </a:lnTo>
                  <a:lnTo>
                    <a:pt x="567091" y="989573"/>
                  </a:lnTo>
                  <a:lnTo>
                    <a:pt x="504081" y="990297"/>
                  </a:lnTo>
                  <a:lnTo>
                    <a:pt x="441071" y="991108"/>
                  </a:lnTo>
                  <a:lnTo>
                    <a:pt x="378061" y="992001"/>
                  </a:lnTo>
                  <a:lnTo>
                    <a:pt x="315050" y="992970"/>
                  </a:lnTo>
                  <a:lnTo>
                    <a:pt x="252040" y="994011"/>
                  </a:lnTo>
                  <a:lnTo>
                    <a:pt x="189030" y="995119"/>
                  </a:lnTo>
                  <a:lnTo>
                    <a:pt x="126020" y="996291"/>
                  </a:lnTo>
                  <a:lnTo>
                    <a:pt x="63010" y="997522"/>
                  </a:lnTo>
                  <a:lnTo>
                    <a:pt x="0" y="99881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345939" y="3721837"/>
              <a:ext cx="4977804" cy="690557"/>
            </a:xfrm>
            <a:custGeom>
              <a:avLst/>
              <a:gdLst/>
              <a:ahLst/>
              <a:cxnLst/>
              <a:rect l="0" t="0" r="0" b="0"/>
              <a:pathLst>
                <a:path w="4977804" h="690557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345939" y="4709265"/>
              <a:ext cx="4977804" cy="674676"/>
            </a:xfrm>
            <a:custGeom>
              <a:avLst/>
              <a:gdLst/>
              <a:ahLst/>
              <a:cxnLst/>
              <a:rect l="0" t="0" r="0" b="0"/>
              <a:pathLst>
                <a:path w="4977804" h="674676">
                  <a:moveTo>
                    <a:pt x="4977804" y="674676"/>
                  </a:moveTo>
                  <a:lnTo>
                    <a:pt x="4914794" y="656430"/>
                  </a:lnTo>
                  <a:lnTo>
                    <a:pt x="4851784" y="638243"/>
                  </a:lnTo>
                  <a:lnTo>
                    <a:pt x="4788774" y="620118"/>
                  </a:lnTo>
                  <a:lnTo>
                    <a:pt x="4725764" y="602061"/>
                  </a:lnTo>
                  <a:lnTo>
                    <a:pt x="4662754" y="584074"/>
                  </a:lnTo>
                  <a:lnTo>
                    <a:pt x="4599743" y="566164"/>
                  </a:lnTo>
                  <a:lnTo>
                    <a:pt x="4536733" y="548334"/>
                  </a:lnTo>
                  <a:lnTo>
                    <a:pt x="4473723" y="530590"/>
                  </a:lnTo>
                  <a:lnTo>
                    <a:pt x="4410713" y="512939"/>
                  </a:lnTo>
                  <a:lnTo>
                    <a:pt x="4347703" y="495387"/>
                  </a:lnTo>
                  <a:lnTo>
                    <a:pt x="4284692" y="477940"/>
                  </a:lnTo>
                  <a:lnTo>
                    <a:pt x="4221682" y="460606"/>
                  </a:lnTo>
                  <a:lnTo>
                    <a:pt x="4158672" y="443392"/>
                  </a:lnTo>
                  <a:lnTo>
                    <a:pt x="4095662" y="426309"/>
                  </a:lnTo>
                  <a:lnTo>
                    <a:pt x="4032652" y="409365"/>
                  </a:lnTo>
                  <a:lnTo>
                    <a:pt x="3969641" y="392571"/>
                  </a:lnTo>
                  <a:lnTo>
                    <a:pt x="3906631" y="375937"/>
                  </a:lnTo>
                  <a:lnTo>
                    <a:pt x="3843621" y="359476"/>
                  </a:lnTo>
                  <a:lnTo>
                    <a:pt x="3780611" y="343199"/>
                  </a:lnTo>
                  <a:lnTo>
                    <a:pt x="3717601" y="327122"/>
                  </a:lnTo>
                  <a:lnTo>
                    <a:pt x="3654591" y="311259"/>
                  </a:lnTo>
                  <a:lnTo>
                    <a:pt x="3591580" y="295625"/>
                  </a:lnTo>
                  <a:lnTo>
                    <a:pt x="3528570" y="280238"/>
                  </a:lnTo>
                  <a:lnTo>
                    <a:pt x="3465560" y="265115"/>
                  </a:lnTo>
                  <a:lnTo>
                    <a:pt x="3402550" y="250275"/>
                  </a:lnTo>
                  <a:lnTo>
                    <a:pt x="3339540" y="235738"/>
                  </a:lnTo>
                  <a:lnTo>
                    <a:pt x="3276529" y="221525"/>
                  </a:lnTo>
                  <a:lnTo>
                    <a:pt x="3213519" y="207655"/>
                  </a:lnTo>
                  <a:lnTo>
                    <a:pt x="3150509" y="194152"/>
                  </a:lnTo>
                  <a:lnTo>
                    <a:pt x="3087499" y="181037"/>
                  </a:lnTo>
                  <a:lnTo>
                    <a:pt x="3024489" y="168330"/>
                  </a:lnTo>
                  <a:lnTo>
                    <a:pt x="2961478" y="156055"/>
                  </a:lnTo>
                  <a:lnTo>
                    <a:pt x="2898468" y="144230"/>
                  </a:lnTo>
                  <a:lnTo>
                    <a:pt x="2835458" y="132874"/>
                  </a:lnTo>
                  <a:lnTo>
                    <a:pt x="2772448" y="122006"/>
                  </a:lnTo>
                  <a:lnTo>
                    <a:pt x="2709438" y="111638"/>
                  </a:lnTo>
                  <a:lnTo>
                    <a:pt x="2646427" y="101784"/>
                  </a:lnTo>
                  <a:lnTo>
                    <a:pt x="2583417" y="92452"/>
                  </a:lnTo>
                  <a:lnTo>
                    <a:pt x="2520407" y="83649"/>
                  </a:lnTo>
                  <a:lnTo>
                    <a:pt x="2457397" y="75375"/>
                  </a:lnTo>
                  <a:lnTo>
                    <a:pt x="2394387" y="67630"/>
                  </a:lnTo>
                  <a:lnTo>
                    <a:pt x="2331377" y="60408"/>
                  </a:lnTo>
                  <a:lnTo>
                    <a:pt x="2268366" y="53701"/>
                  </a:lnTo>
                  <a:lnTo>
                    <a:pt x="2205356" y="47496"/>
                  </a:lnTo>
                  <a:lnTo>
                    <a:pt x="2142346" y="41781"/>
                  </a:lnTo>
                  <a:lnTo>
                    <a:pt x="2079336" y="36537"/>
                  </a:lnTo>
                  <a:lnTo>
                    <a:pt x="2016326" y="31747"/>
                  </a:lnTo>
                  <a:lnTo>
                    <a:pt x="1953315" y="27390"/>
                  </a:lnTo>
                  <a:lnTo>
                    <a:pt x="1890305" y="23445"/>
                  </a:lnTo>
                  <a:lnTo>
                    <a:pt x="1827295" y="19891"/>
                  </a:lnTo>
                  <a:lnTo>
                    <a:pt x="1764285" y="16706"/>
                  </a:lnTo>
                  <a:lnTo>
                    <a:pt x="1701275" y="13868"/>
                  </a:lnTo>
                  <a:lnTo>
                    <a:pt x="1638264" y="11356"/>
                  </a:lnTo>
                  <a:lnTo>
                    <a:pt x="1575254" y="9150"/>
                  </a:lnTo>
                  <a:lnTo>
                    <a:pt x="1512244" y="7229"/>
                  </a:lnTo>
                  <a:lnTo>
                    <a:pt x="1449234" y="5575"/>
                  </a:lnTo>
                  <a:lnTo>
                    <a:pt x="1386224" y="4169"/>
                  </a:lnTo>
                  <a:lnTo>
                    <a:pt x="1323213" y="2996"/>
                  </a:lnTo>
                  <a:lnTo>
                    <a:pt x="1260203" y="2038"/>
                  </a:lnTo>
                  <a:lnTo>
                    <a:pt x="1197193" y="1281"/>
                  </a:lnTo>
                  <a:lnTo>
                    <a:pt x="1134183" y="711"/>
                  </a:lnTo>
                  <a:lnTo>
                    <a:pt x="1071173" y="316"/>
                  </a:lnTo>
                  <a:lnTo>
                    <a:pt x="1008163" y="82"/>
                  </a:lnTo>
                  <a:lnTo>
                    <a:pt x="945152" y="0"/>
                  </a:lnTo>
                  <a:lnTo>
                    <a:pt x="882142" y="57"/>
                  </a:lnTo>
                  <a:lnTo>
                    <a:pt x="819132" y="246"/>
                  </a:lnTo>
                  <a:lnTo>
                    <a:pt x="756122" y="557"/>
                  </a:lnTo>
                  <a:lnTo>
                    <a:pt x="693112" y="983"/>
                  </a:lnTo>
                  <a:lnTo>
                    <a:pt x="630101" y="1514"/>
                  </a:lnTo>
                  <a:lnTo>
                    <a:pt x="567091" y="2145"/>
                  </a:lnTo>
                  <a:lnTo>
                    <a:pt x="504081" y="2869"/>
                  </a:lnTo>
                  <a:lnTo>
                    <a:pt x="441071" y="3681"/>
                  </a:lnTo>
                  <a:lnTo>
                    <a:pt x="378061" y="4573"/>
                  </a:lnTo>
                  <a:lnTo>
                    <a:pt x="315050" y="5543"/>
                  </a:lnTo>
                  <a:lnTo>
                    <a:pt x="252040" y="6584"/>
                  </a:lnTo>
                  <a:lnTo>
                    <a:pt x="189030" y="7692"/>
                  </a:lnTo>
                  <a:lnTo>
                    <a:pt x="126020" y="8864"/>
                  </a:lnTo>
                  <a:lnTo>
                    <a:pt x="63010" y="10095"/>
                  </a:lnTo>
                  <a:lnTo>
                    <a:pt x="0" y="113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345939" y="4221243"/>
              <a:ext cx="4977804" cy="671794"/>
            </a:xfrm>
            <a:custGeom>
              <a:avLst/>
              <a:gdLst/>
              <a:ahLst/>
              <a:cxnLst/>
              <a:rect l="0" t="0" r="0" b="0"/>
              <a:pathLst>
                <a:path w="4977804" h="671794">
                  <a:moveTo>
                    <a:pt x="0" y="0"/>
                  </a:moveTo>
                  <a:lnTo>
                    <a:pt x="63010" y="8503"/>
                  </a:lnTo>
                  <a:lnTo>
                    <a:pt x="126020" y="17007"/>
                  </a:lnTo>
                  <a:lnTo>
                    <a:pt x="189030" y="25511"/>
                  </a:lnTo>
                  <a:lnTo>
                    <a:pt x="252040" y="34014"/>
                  </a:lnTo>
                  <a:lnTo>
                    <a:pt x="315050" y="42518"/>
                  </a:lnTo>
                  <a:lnTo>
                    <a:pt x="378061" y="51022"/>
                  </a:lnTo>
                  <a:lnTo>
                    <a:pt x="441071" y="59526"/>
                  </a:lnTo>
                  <a:lnTo>
                    <a:pt x="504081" y="68029"/>
                  </a:lnTo>
                  <a:lnTo>
                    <a:pt x="567091" y="76533"/>
                  </a:lnTo>
                  <a:lnTo>
                    <a:pt x="630101" y="85037"/>
                  </a:lnTo>
                  <a:lnTo>
                    <a:pt x="693112" y="93540"/>
                  </a:lnTo>
                  <a:lnTo>
                    <a:pt x="756122" y="102044"/>
                  </a:lnTo>
                  <a:lnTo>
                    <a:pt x="819132" y="110548"/>
                  </a:lnTo>
                  <a:lnTo>
                    <a:pt x="882142" y="119052"/>
                  </a:lnTo>
                  <a:lnTo>
                    <a:pt x="945152" y="127555"/>
                  </a:lnTo>
                  <a:lnTo>
                    <a:pt x="1008163" y="136059"/>
                  </a:lnTo>
                  <a:lnTo>
                    <a:pt x="1071173" y="144563"/>
                  </a:lnTo>
                  <a:lnTo>
                    <a:pt x="1134183" y="153067"/>
                  </a:lnTo>
                  <a:lnTo>
                    <a:pt x="1197193" y="161570"/>
                  </a:lnTo>
                  <a:lnTo>
                    <a:pt x="1260203" y="170074"/>
                  </a:lnTo>
                  <a:lnTo>
                    <a:pt x="1323213" y="178578"/>
                  </a:lnTo>
                  <a:lnTo>
                    <a:pt x="1386224" y="187081"/>
                  </a:lnTo>
                  <a:lnTo>
                    <a:pt x="1449234" y="195585"/>
                  </a:lnTo>
                  <a:lnTo>
                    <a:pt x="1512244" y="204089"/>
                  </a:lnTo>
                  <a:lnTo>
                    <a:pt x="1575254" y="212593"/>
                  </a:lnTo>
                  <a:lnTo>
                    <a:pt x="1638264" y="221096"/>
                  </a:lnTo>
                  <a:lnTo>
                    <a:pt x="1701275" y="229600"/>
                  </a:lnTo>
                  <a:lnTo>
                    <a:pt x="1764285" y="238104"/>
                  </a:lnTo>
                  <a:lnTo>
                    <a:pt x="1827295" y="246607"/>
                  </a:lnTo>
                  <a:lnTo>
                    <a:pt x="1890305" y="255111"/>
                  </a:lnTo>
                  <a:lnTo>
                    <a:pt x="1953315" y="263615"/>
                  </a:lnTo>
                  <a:lnTo>
                    <a:pt x="2016326" y="272119"/>
                  </a:lnTo>
                  <a:lnTo>
                    <a:pt x="2079336" y="280622"/>
                  </a:lnTo>
                  <a:lnTo>
                    <a:pt x="2142346" y="289126"/>
                  </a:lnTo>
                  <a:lnTo>
                    <a:pt x="2205356" y="297630"/>
                  </a:lnTo>
                  <a:lnTo>
                    <a:pt x="2268366" y="306134"/>
                  </a:lnTo>
                  <a:lnTo>
                    <a:pt x="2331377" y="314637"/>
                  </a:lnTo>
                  <a:lnTo>
                    <a:pt x="2394387" y="323141"/>
                  </a:lnTo>
                  <a:lnTo>
                    <a:pt x="2457397" y="331645"/>
                  </a:lnTo>
                  <a:lnTo>
                    <a:pt x="2520407" y="340148"/>
                  </a:lnTo>
                  <a:lnTo>
                    <a:pt x="2583417" y="348652"/>
                  </a:lnTo>
                  <a:lnTo>
                    <a:pt x="2646427" y="357156"/>
                  </a:lnTo>
                  <a:lnTo>
                    <a:pt x="2709438" y="365660"/>
                  </a:lnTo>
                  <a:lnTo>
                    <a:pt x="2772448" y="374163"/>
                  </a:lnTo>
                  <a:lnTo>
                    <a:pt x="2835458" y="382667"/>
                  </a:lnTo>
                  <a:lnTo>
                    <a:pt x="2898468" y="391171"/>
                  </a:lnTo>
                  <a:lnTo>
                    <a:pt x="2961478" y="399675"/>
                  </a:lnTo>
                  <a:lnTo>
                    <a:pt x="3024489" y="408178"/>
                  </a:lnTo>
                  <a:lnTo>
                    <a:pt x="3087499" y="416682"/>
                  </a:lnTo>
                  <a:lnTo>
                    <a:pt x="3150509" y="425186"/>
                  </a:lnTo>
                  <a:lnTo>
                    <a:pt x="3213519" y="433689"/>
                  </a:lnTo>
                  <a:lnTo>
                    <a:pt x="3276529" y="442193"/>
                  </a:lnTo>
                  <a:lnTo>
                    <a:pt x="3339540" y="450697"/>
                  </a:lnTo>
                  <a:lnTo>
                    <a:pt x="3402550" y="459201"/>
                  </a:lnTo>
                  <a:lnTo>
                    <a:pt x="3465560" y="467704"/>
                  </a:lnTo>
                  <a:lnTo>
                    <a:pt x="3528570" y="476208"/>
                  </a:lnTo>
                  <a:lnTo>
                    <a:pt x="3591580" y="484712"/>
                  </a:lnTo>
                  <a:lnTo>
                    <a:pt x="3654591" y="493215"/>
                  </a:lnTo>
                  <a:lnTo>
                    <a:pt x="3717601" y="501719"/>
                  </a:lnTo>
                  <a:lnTo>
                    <a:pt x="3780611" y="510223"/>
                  </a:lnTo>
                  <a:lnTo>
                    <a:pt x="3843621" y="518727"/>
                  </a:lnTo>
                  <a:lnTo>
                    <a:pt x="3906631" y="527230"/>
                  </a:lnTo>
                  <a:lnTo>
                    <a:pt x="3969641" y="535734"/>
                  </a:lnTo>
                  <a:lnTo>
                    <a:pt x="4032652" y="544238"/>
                  </a:lnTo>
                  <a:lnTo>
                    <a:pt x="4095662" y="552742"/>
                  </a:lnTo>
                  <a:lnTo>
                    <a:pt x="4158672" y="561245"/>
                  </a:lnTo>
                  <a:lnTo>
                    <a:pt x="4221682" y="569749"/>
                  </a:lnTo>
                  <a:lnTo>
                    <a:pt x="4284692" y="578253"/>
                  </a:lnTo>
                  <a:lnTo>
                    <a:pt x="4347703" y="586756"/>
                  </a:lnTo>
                  <a:lnTo>
                    <a:pt x="4410713" y="595260"/>
                  </a:lnTo>
                  <a:lnTo>
                    <a:pt x="4473723" y="603764"/>
                  </a:lnTo>
                  <a:lnTo>
                    <a:pt x="4536733" y="612268"/>
                  </a:lnTo>
                  <a:lnTo>
                    <a:pt x="4599743" y="620771"/>
                  </a:lnTo>
                  <a:lnTo>
                    <a:pt x="4662754" y="629275"/>
                  </a:lnTo>
                  <a:lnTo>
                    <a:pt x="4725764" y="637779"/>
                  </a:lnTo>
                  <a:lnTo>
                    <a:pt x="4788774" y="646283"/>
                  </a:lnTo>
                  <a:lnTo>
                    <a:pt x="4851784" y="654786"/>
                  </a:lnTo>
                  <a:lnTo>
                    <a:pt x="4914794" y="663290"/>
                  </a:lnTo>
                  <a:lnTo>
                    <a:pt x="4977804" y="671794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5395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7976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81998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96020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210041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5795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7198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8600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30002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21404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118968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26892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418883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568840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pl76"/>
            <p:cNvSpPr/>
            <p:nvPr/>
          </p:nvSpPr>
          <p:spPr>
            <a:xfrm>
              <a:off x="718798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tx77"/>
            <p:cNvSpPr/>
            <p:nvPr/>
          </p:nvSpPr>
          <p:spPr>
            <a:xfrm>
              <a:off x="104983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254940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048977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54855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04812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805838" y="6065086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93" name="tx90">
            <a:extLst>
              <a:ext uri="{FF2B5EF4-FFF2-40B4-BE49-F238E27FC236}">
                <a16:creationId xmlns:a16="http://schemas.microsoft.com/office/drawing/2014/main" id="{65496ECD-6984-721D-764B-FE4784CC9E0C}"/>
              </a:ext>
            </a:extLst>
          </p:cNvPr>
          <p:cNvSpPr/>
          <p:nvPr/>
        </p:nvSpPr>
        <p:spPr>
          <a:xfrm>
            <a:off x="1475656" y="1628800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(B) 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 at Final Time Point</a:t>
            </a:r>
          </a:p>
        </p:txBody>
      </p:sp>
      <p:sp>
        <p:nvSpPr>
          <p:cNvPr id="183" name="tx83">
            <a:extLst>
              <a:ext uri="{FF2B5EF4-FFF2-40B4-BE49-F238E27FC236}">
                <a16:creationId xmlns:a16="http://schemas.microsoft.com/office/drawing/2014/main" id="{30A1C1E2-E393-8843-AC4A-4E0FB118CE81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  <p:sp>
        <p:nvSpPr>
          <p:cNvPr id="184" name="pt85">
            <a:extLst>
              <a:ext uri="{FF2B5EF4-FFF2-40B4-BE49-F238E27FC236}">
                <a16:creationId xmlns:a16="http://schemas.microsoft.com/office/drawing/2014/main" id="{68F1330E-A45C-5F6F-C782-5D357CC2AD22}"/>
              </a:ext>
            </a:extLst>
          </p:cNvPr>
          <p:cNvSpPr/>
          <p:nvPr/>
        </p:nvSpPr>
        <p:spPr>
          <a:xfrm>
            <a:off x="7503836" y="3741779"/>
            <a:ext cx="117405" cy="117405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5" name="pt85">
            <a:extLst>
              <a:ext uri="{FF2B5EF4-FFF2-40B4-BE49-F238E27FC236}">
                <a16:creationId xmlns:a16="http://schemas.microsoft.com/office/drawing/2014/main" id="{AB1DE111-55A5-E410-286C-2580E75ADB1D}"/>
              </a:ext>
            </a:extLst>
          </p:cNvPr>
          <p:cNvSpPr/>
          <p:nvPr/>
        </p:nvSpPr>
        <p:spPr>
          <a:xfrm>
            <a:off x="7503836" y="3961235"/>
            <a:ext cx="117405" cy="117405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187" name="tx88">
            <a:extLst>
              <a:ext uri="{FF2B5EF4-FFF2-40B4-BE49-F238E27FC236}">
                <a16:creationId xmlns:a16="http://schemas.microsoft.com/office/drawing/2014/main" id="{00039510-56E2-DB29-F0DA-BBCBB8F1A50C}"/>
              </a:ext>
            </a:extLst>
          </p:cNvPr>
          <p:cNvSpPr/>
          <p:nvPr/>
        </p:nvSpPr>
        <p:spPr>
          <a:xfrm>
            <a:off x="7741855" y="3780947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189" name="tx89">
            <a:extLst>
              <a:ext uri="{FF2B5EF4-FFF2-40B4-BE49-F238E27FC236}">
                <a16:creationId xmlns:a16="http://schemas.microsoft.com/office/drawing/2014/main" id="{825B7B33-354F-37B1-ABE8-C78149962E01}"/>
              </a:ext>
            </a:extLst>
          </p:cNvPr>
          <p:cNvSpPr/>
          <p:nvPr/>
        </p:nvSpPr>
        <p:spPr>
          <a:xfrm>
            <a:off x="7741855" y="3996971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65104"/>
            <a:chOff x="457200" y="1600200"/>
            <a:chExt cx="8229600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6" name="pt6"/>
            <p:cNvSpPr/>
            <p:nvPr/>
          </p:nvSpPr>
          <p:spPr>
            <a:xfrm>
              <a:off x="1199225" y="312040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" name="pt7"/>
            <p:cNvSpPr/>
            <p:nvPr/>
          </p:nvSpPr>
          <p:spPr>
            <a:xfrm>
              <a:off x="1199225" y="27973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" name="pt8"/>
            <p:cNvSpPr/>
            <p:nvPr/>
          </p:nvSpPr>
          <p:spPr>
            <a:xfrm>
              <a:off x="1199225" y="27497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" name="pt9"/>
            <p:cNvSpPr/>
            <p:nvPr/>
          </p:nvSpPr>
          <p:spPr>
            <a:xfrm>
              <a:off x="3687229" y="32105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0" name="pt10"/>
            <p:cNvSpPr/>
            <p:nvPr/>
          </p:nvSpPr>
          <p:spPr>
            <a:xfrm>
              <a:off x="3687229" y="30732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1" name="pt11"/>
            <p:cNvSpPr/>
            <p:nvPr/>
          </p:nvSpPr>
          <p:spPr>
            <a:xfrm>
              <a:off x="3687229" y="29342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2" name="pt12"/>
            <p:cNvSpPr/>
            <p:nvPr/>
          </p:nvSpPr>
          <p:spPr>
            <a:xfrm>
              <a:off x="2723979" y="3371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3" name="pt13"/>
            <p:cNvSpPr/>
            <p:nvPr/>
          </p:nvSpPr>
          <p:spPr>
            <a:xfrm>
              <a:off x="2723979" y="28254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4" name="pt14"/>
            <p:cNvSpPr/>
            <p:nvPr/>
          </p:nvSpPr>
          <p:spPr>
            <a:xfrm>
              <a:off x="2723979" y="29288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5" name="pt15"/>
            <p:cNvSpPr/>
            <p:nvPr/>
          </p:nvSpPr>
          <p:spPr>
            <a:xfrm>
              <a:off x="4478376" y="27104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6" name="pt16"/>
            <p:cNvSpPr/>
            <p:nvPr/>
          </p:nvSpPr>
          <p:spPr>
            <a:xfrm>
              <a:off x="447837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7" name="pt17"/>
            <p:cNvSpPr/>
            <p:nvPr/>
          </p:nvSpPr>
          <p:spPr>
            <a:xfrm>
              <a:off x="4478376" y="21818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8" name="pt18"/>
            <p:cNvSpPr/>
            <p:nvPr/>
          </p:nvSpPr>
          <p:spPr>
            <a:xfrm>
              <a:off x="2957564" y="36793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9" name="pt19"/>
            <p:cNvSpPr/>
            <p:nvPr/>
          </p:nvSpPr>
          <p:spPr>
            <a:xfrm>
              <a:off x="2957564" y="2411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0" name="pt20"/>
            <p:cNvSpPr/>
            <p:nvPr/>
          </p:nvSpPr>
          <p:spPr>
            <a:xfrm>
              <a:off x="2957564" y="33292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1" name="pt21"/>
            <p:cNvSpPr/>
            <p:nvPr/>
          </p:nvSpPr>
          <p:spPr>
            <a:xfrm>
              <a:off x="3851311" y="3440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2" name="pt22"/>
            <p:cNvSpPr/>
            <p:nvPr/>
          </p:nvSpPr>
          <p:spPr>
            <a:xfrm>
              <a:off x="3851311" y="388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3" name="pt23"/>
            <p:cNvSpPr/>
            <p:nvPr/>
          </p:nvSpPr>
          <p:spPr>
            <a:xfrm>
              <a:off x="3851311" y="35453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4" name="pt24"/>
            <p:cNvSpPr/>
            <p:nvPr/>
          </p:nvSpPr>
          <p:spPr>
            <a:xfrm>
              <a:off x="3279903" y="53985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5" name="pt25"/>
            <p:cNvSpPr/>
            <p:nvPr/>
          </p:nvSpPr>
          <p:spPr>
            <a:xfrm>
              <a:off x="3279903" y="51530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6" name="pt26"/>
            <p:cNvSpPr/>
            <p:nvPr/>
          </p:nvSpPr>
          <p:spPr>
            <a:xfrm>
              <a:off x="3279903" y="53136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7" name="pt27"/>
            <p:cNvSpPr/>
            <p:nvPr/>
          </p:nvSpPr>
          <p:spPr>
            <a:xfrm>
              <a:off x="6417267" y="50635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8" name="pt28"/>
            <p:cNvSpPr/>
            <p:nvPr/>
          </p:nvSpPr>
          <p:spPr>
            <a:xfrm>
              <a:off x="6417267" y="47728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9" name="pt29"/>
            <p:cNvSpPr/>
            <p:nvPr/>
          </p:nvSpPr>
          <p:spPr>
            <a:xfrm>
              <a:off x="6417267" y="51825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0" name="pg30"/>
            <p:cNvSpPr/>
            <p:nvPr/>
          </p:nvSpPr>
          <p:spPr>
            <a:xfrm>
              <a:off x="1257927" y="2087315"/>
              <a:ext cx="5218042" cy="3293465"/>
            </a:xfrm>
            <a:custGeom>
              <a:avLst/>
              <a:gdLst/>
              <a:ahLst/>
              <a:cxnLst/>
              <a:rect l="0" t="0" r="0" b="0"/>
              <a:pathLst>
                <a:path w="5218042" h="3293465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  <a:lnTo>
                    <a:pt x="5218042" y="3293465"/>
                  </a:lnTo>
                  <a:lnTo>
                    <a:pt x="5151990" y="3256466"/>
                  </a:lnTo>
                  <a:lnTo>
                    <a:pt x="5085939" y="3219550"/>
                  </a:lnTo>
                  <a:lnTo>
                    <a:pt x="5019888" y="3182724"/>
                  </a:lnTo>
                  <a:lnTo>
                    <a:pt x="4953837" y="3145991"/>
                  </a:lnTo>
                  <a:lnTo>
                    <a:pt x="4887786" y="3109358"/>
                  </a:lnTo>
                  <a:lnTo>
                    <a:pt x="4821735" y="3072831"/>
                  </a:lnTo>
                  <a:lnTo>
                    <a:pt x="4755683" y="3036416"/>
                  </a:lnTo>
                  <a:lnTo>
                    <a:pt x="4689632" y="3000121"/>
                  </a:lnTo>
                  <a:lnTo>
                    <a:pt x="4623581" y="2963953"/>
                  </a:lnTo>
                  <a:lnTo>
                    <a:pt x="4557530" y="2927921"/>
                  </a:lnTo>
                  <a:lnTo>
                    <a:pt x="4491479" y="2892033"/>
                  </a:lnTo>
                  <a:lnTo>
                    <a:pt x="4425428" y="2856299"/>
                  </a:lnTo>
                  <a:lnTo>
                    <a:pt x="4359376" y="2820729"/>
                  </a:lnTo>
                  <a:lnTo>
                    <a:pt x="4293325" y="2785335"/>
                  </a:lnTo>
                  <a:lnTo>
                    <a:pt x="4227274" y="2750129"/>
                  </a:lnTo>
                  <a:lnTo>
                    <a:pt x="4161223" y="2715124"/>
                  </a:lnTo>
                  <a:lnTo>
                    <a:pt x="4095172" y="2680333"/>
                  </a:lnTo>
                  <a:lnTo>
                    <a:pt x="4029121" y="2645774"/>
                  </a:lnTo>
                  <a:lnTo>
                    <a:pt x="3963069" y="2611461"/>
                  </a:lnTo>
                  <a:lnTo>
                    <a:pt x="3897018" y="2577413"/>
                  </a:lnTo>
                  <a:lnTo>
                    <a:pt x="3830967" y="2543649"/>
                  </a:lnTo>
                  <a:lnTo>
                    <a:pt x="3764916" y="2510190"/>
                  </a:lnTo>
                  <a:lnTo>
                    <a:pt x="3698865" y="2477057"/>
                  </a:lnTo>
                  <a:lnTo>
                    <a:pt x="3632814" y="2444276"/>
                  </a:lnTo>
                  <a:lnTo>
                    <a:pt x="3566762" y="2411870"/>
                  </a:lnTo>
                  <a:lnTo>
                    <a:pt x="3500711" y="2379869"/>
                  </a:lnTo>
                  <a:lnTo>
                    <a:pt x="3434660" y="2348299"/>
                  </a:lnTo>
                  <a:lnTo>
                    <a:pt x="3368609" y="2317192"/>
                  </a:lnTo>
                  <a:lnTo>
                    <a:pt x="3302558" y="2286581"/>
                  </a:lnTo>
                  <a:lnTo>
                    <a:pt x="3236507" y="2256497"/>
                  </a:lnTo>
                  <a:lnTo>
                    <a:pt x="3170455" y="2226977"/>
                  </a:lnTo>
                  <a:lnTo>
                    <a:pt x="3104404" y="2198056"/>
                  </a:lnTo>
                  <a:lnTo>
                    <a:pt x="3038353" y="2169771"/>
                  </a:lnTo>
                  <a:lnTo>
                    <a:pt x="2972302" y="2142157"/>
                  </a:lnTo>
                  <a:lnTo>
                    <a:pt x="2906251" y="2115252"/>
                  </a:lnTo>
                  <a:lnTo>
                    <a:pt x="2840200" y="2089090"/>
                  </a:lnTo>
                  <a:lnTo>
                    <a:pt x="2774148" y="2063705"/>
                  </a:lnTo>
                  <a:lnTo>
                    <a:pt x="2708097" y="2039128"/>
                  </a:lnTo>
                  <a:lnTo>
                    <a:pt x="2642046" y="2015388"/>
                  </a:lnTo>
                  <a:lnTo>
                    <a:pt x="2575995" y="1992509"/>
                  </a:lnTo>
                  <a:lnTo>
                    <a:pt x="2509944" y="1970511"/>
                  </a:lnTo>
                  <a:lnTo>
                    <a:pt x="2443893" y="1949408"/>
                  </a:lnTo>
                  <a:lnTo>
                    <a:pt x="2377841" y="1929210"/>
                  </a:lnTo>
                  <a:lnTo>
                    <a:pt x="2311790" y="1909919"/>
                  </a:lnTo>
                  <a:lnTo>
                    <a:pt x="2245739" y="1891533"/>
                  </a:lnTo>
                  <a:lnTo>
                    <a:pt x="2179688" y="1874044"/>
                  </a:lnTo>
                  <a:lnTo>
                    <a:pt x="2113637" y="1857437"/>
                  </a:lnTo>
                  <a:lnTo>
                    <a:pt x="2047586" y="1841692"/>
                  </a:lnTo>
                  <a:lnTo>
                    <a:pt x="1981534" y="1826786"/>
                  </a:lnTo>
                  <a:lnTo>
                    <a:pt x="1915483" y="1812691"/>
                  </a:lnTo>
                  <a:lnTo>
                    <a:pt x="1849432" y="1799376"/>
                  </a:lnTo>
                  <a:lnTo>
                    <a:pt x="1783381" y="1786807"/>
                  </a:lnTo>
                  <a:lnTo>
                    <a:pt x="1717330" y="1774949"/>
                  </a:lnTo>
                  <a:lnTo>
                    <a:pt x="1651279" y="1763766"/>
                  </a:lnTo>
                  <a:lnTo>
                    <a:pt x="1585227" y="1753222"/>
                  </a:lnTo>
                  <a:lnTo>
                    <a:pt x="1519176" y="1743279"/>
                  </a:lnTo>
                  <a:lnTo>
                    <a:pt x="1453125" y="1733903"/>
                  </a:lnTo>
                  <a:lnTo>
                    <a:pt x="1387074" y="1725058"/>
                  </a:lnTo>
                  <a:lnTo>
                    <a:pt x="1321023" y="1716710"/>
                  </a:lnTo>
                  <a:lnTo>
                    <a:pt x="1254972" y="1708828"/>
                  </a:lnTo>
                  <a:lnTo>
                    <a:pt x="1188920" y="1701381"/>
                  </a:lnTo>
                  <a:lnTo>
                    <a:pt x="1122869" y="1694340"/>
                  </a:lnTo>
                  <a:lnTo>
                    <a:pt x="1056818" y="1687677"/>
                  </a:lnTo>
                  <a:lnTo>
                    <a:pt x="990767" y="1681366"/>
                  </a:lnTo>
                  <a:lnTo>
                    <a:pt x="924716" y="1675385"/>
                  </a:lnTo>
                  <a:lnTo>
                    <a:pt x="858665" y="1669710"/>
                  </a:lnTo>
                  <a:lnTo>
                    <a:pt x="792613" y="1664321"/>
                  </a:lnTo>
                  <a:lnTo>
                    <a:pt x="726562" y="1659198"/>
                  </a:lnTo>
                  <a:lnTo>
                    <a:pt x="660511" y="1654323"/>
                  </a:lnTo>
                  <a:lnTo>
                    <a:pt x="594460" y="1649680"/>
                  </a:lnTo>
                  <a:lnTo>
                    <a:pt x="528409" y="1645254"/>
                  </a:lnTo>
                  <a:lnTo>
                    <a:pt x="462358" y="1641029"/>
                  </a:lnTo>
                  <a:lnTo>
                    <a:pt x="396306" y="1636994"/>
                  </a:lnTo>
                  <a:lnTo>
                    <a:pt x="330255" y="1633135"/>
                  </a:lnTo>
                  <a:lnTo>
                    <a:pt x="264204" y="1629441"/>
                  </a:lnTo>
                  <a:lnTo>
                    <a:pt x="198153" y="1625902"/>
                  </a:lnTo>
                  <a:lnTo>
                    <a:pt x="132102" y="1622508"/>
                  </a:lnTo>
                  <a:lnTo>
                    <a:pt x="66051" y="1619250"/>
                  </a:lnTo>
                  <a:lnTo>
                    <a:pt x="0" y="16161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1" name="pl31"/>
            <p:cNvSpPr/>
            <p:nvPr/>
          </p:nvSpPr>
          <p:spPr>
            <a:xfrm>
              <a:off x="1257927" y="2087315"/>
              <a:ext cx="5218042" cy="1436418"/>
            </a:xfrm>
            <a:custGeom>
              <a:avLst/>
              <a:gdLst/>
              <a:ahLst/>
              <a:cxnLst/>
              <a:rect l="0" t="0" r="0" b="0"/>
              <a:pathLst>
                <a:path w="5218042" h="1436418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2" name="pl32"/>
            <p:cNvSpPr/>
            <p:nvPr/>
          </p:nvSpPr>
          <p:spPr>
            <a:xfrm>
              <a:off x="1257927" y="3703436"/>
              <a:ext cx="5218042" cy="1677344"/>
            </a:xfrm>
            <a:custGeom>
              <a:avLst/>
              <a:gdLst/>
              <a:ahLst/>
              <a:cxnLst/>
              <a:rect l="0" t="0" r="0" b="0"/>
              <a:pathLst>
                <a:path w="5218042" h="1677344">
                  <a:moveTo>
                    <a:pt x="5218042" y="1677344"/>
                  </a:moveTo>
                  <a:lnTo>
                    <a:pt x="5151990" y="1640344"/>
                  </a:lnTo>
                  <a:lnTo>
                    <a:pt x="5085939" y="1603429"/>
                  </a:lnTo>
                  <a:lnTo>
                    <a:pt x="5019888" y="1566602"/>
                  </a:lnTo>
                  <a:lnTo>
                    <a:pt x="4953837" y="1529870"/>
                  </a:lnTo>
                  <a:lnTo>
                    <a:pt x="4887786" y="1493237"/>
                  </a:lnTo>
                  <a:lnTo>
                    <a:pt x="4821735" y="1456710"/>
                  </a:lnTo>
                  <a:lnTo>
                    <a:pt x="4755683" y="1420295"/>
                  </a:lnTo>
                  <a:lnTo>
                    <a:pt x="4689632" y="1384000"/>
                  </a:lnTo>
                  <a:lnTo>
                    <a:pt x="4623581" y="1347832"/>
                  </a:lnTo>
                  <a:lnTo>
                    <a:pt x="4557530" y="1311799"/>
                  </a:lnTo>
                  <a:lnTo>
                    <a:pt x="4491479" y="1275911"/>
                  </a:lnTo>
                  <a:lnTo>
                    <a:pt x="4425428" y="1240177"/>
                  </a:lnTo>
                  <a:lnTo>
                    <a:pt x="4359376" y="1204608"/>
                  </a:lnTo>
                  <a:lnTo>
                    <a:pt x="4293325" y="1169214"/>
                  </a:lnTo>
                  <a:lnTo>
                    <a:pt x="4227274" y="1134008"/>
                  </a:lnTo>
                  <a:lnTo>
                    <a:pt x="4161223" y="1099002"/>
                  </a:lnTo>
                  <a:lnTo>
                    <a:pt x="4095172" y="1064212"/>
                  </a:lnTo>
                  <a:lnTo>
                    <a:pt x="4029121" y="1029652"/>
                  </a:lnTo>
                  <a:lnTo>
                    <a:pt x="3963069" y="995340"/>
                  </a:lnTo>
                  <a:lnTo>
                    <a:pt x="3897018" y="961292"/>
                  </a:lnTo>
                  <a:lnTo>
                    <a:pt x="3830967" y="927528"/>
                  </a:lnTo>
                  <a:lnTo>
                    <a:pt x="3764916" y="894068"/>
                  </a:lnTo>
                  <a:lnTo>
                    <a:pt x="3698865" y="860936"/>
                  </a:lnTo>
                  <a:lnTo>
                    <a:pt x="3632814" y="828154"/>
                  </a:lnTo>
                  <a:lnTo>
                    <a:pt x="3566762" y="795749"/>
                  </a:lnTo>
                  <a:lnTo>
                    <a:pt x="3500711" y="763747"/>
                  </a:lnTo>
                  <a:lnTo>
                    <a:pt x="3434660" y="732178"/>
                  </a:lnTo>
                  <a:lnTo>
                    <a:pt x="3368609" y="701071"/>
                  </a:lnTo>
                  <a:lnTo>
                    <a:pt x="3302558" y="670459"/>
                  </a:lnTo>
                  <a:lnTo>
                    <a:pt x="3236507" y="640376"/>
                  </a:lnTo>
                  <a:lnTo>
                    <a:pt x="3170455" y="610856"/>
                  </a:lnTo>
                  <a:lnTo>
                    <a:pt x="3104404" y="581935"/>
                  </a:lnTo>
                  <a:lnTo>
                    <a:pt x="3038353" y="553650"/>
                  </a:lnTo>
                  <a:lnTo>
                    <a:pt x="2972302" y="526036"/>
                  </a:lnTo>
                  <a:lnTo>
                    <a:pt x="2906251" y="499131"/>
                  </a:lnTo>
                  <a:lnTo>
                    <a:pt x="2840200" y="472969"/>
                  </a:lnTo>
                  <a:lnTo>
                    <a:pt x="2774148" y="447584"/>
                  </a:lnTo>
                  <a:lnTo>
                    <a:pt x="2708097" y="423007"/>
                  </a:lnTo>
                  <a:lnTo>
                    <a:pt x="2642046" y="399267"/>
                  </a:lnTo>
                  <a:lnTo>
                    <a:pt x="2575995" y="376388"/>
                  </a:lnTo>
                  <a:lnTo>
                    <a:pt x="2509944" y="354390"/>
                  </a:lnTo>
                  <a:lnTo>
                    <a:pt x="2443893" y="333287"/>
                  </a:lnTo>
                  <a:lnTo>
                    <a:pt x="2377841" y="313089"/>
                  </a:lnTo>
                  <a:lnTo>
                    <a:pt x="2311790" y="293798"/>
                  </a:lnTo>
                  <a:lnTo>
                    <a:pt x="2245739" y="275412"/>
                  </a:lnTo>
                  <a:lnTo>
                    <a:pt x="2179688" y="257923"/>
                  </a:lnTo>
                  <a:lnTo>
                    <a:pt x="2113637" y="241315"/>
                  </a:lnTo>
                  <a:lnTo>
                    <a:pt x="2047586" y="225571"/>
                  </a:lnTo>
                  <a:lnTo>
                    <a:pt x="1981534" y="210665"/>
                  </a:lnTo>
                  <a:lnTo>
                    <a:pt x="1915483" y="196570"/>
                  </a:lnTo>
                  <a:lnTo>
                    <a:pt x="1849432" y="183255"/>
                  </a:lnTo>
                  <a:lnTo>
                    <a:pt x="1783381" y="170686"/>
                  </a:lnTo>
                  <a:lnTo>
                    <a:pt x="1717330" y="158828"/>
                  </a:lnTo>
                  <a:lnTo>
                    <a:pt x="1651279" y="147645"/>
                  </a:lnTo>
                  <a:lnTo>
                    <a:pt x="1585227" y="137100"/>
                  </a:lnTo>
                  <a:lnTo>
                    <a:pt x="1519176" y="127158"/>
                  </a:lnTo>
                  <a:lnTo>
                    <a:pt x="1453125" y="117782"/>
                  </a:lnTo>
                  <a:lnTo>
                    <a:pt x="1387074" y="108936"/>
                  </a:lnTo>
                  <a:lnTo>
                    <a:pt x="1321023" y="100589"/>
                  </a:lnTo>
                  <a:lnTo>
                    <a:pt x="1254972" y="92707"/>
                  </a:lnTo>
                  <a:lnTo>
                    <a:pt x="1188920" y="85260"/>
                  </a:lnTo>
                  <a:lnTo>
                    <a:pt x="1122869" y="78218"/>
                  </a:lnTo>
                  <a:lnTo>
                    <a:pt x="1056818" y="71555"/>
                  </a:lnTo>
                  <a:lnTo>
                    <a:pt x="990767" y="65245"/>
                  </a:lnTo>
                  <a:lnTo>
                    <a:pt x="924716" y="59264"/>
                  </a:lnTo>
                  <a:lnTo>
                    <a:pt x="858665" y="53589"/>
                  </a:lnTo>
                  <a:lnTo>
                    <a:pt x="792613" y="48200"/>
                  </a:lnTo>
                  <a:lnTo>
                    <a:pt x="726562" y="43077"/>
                  </a:lnTo>
                  <a:lnTo>
                    <a:pt x="660511" y="38202"/>
                  </a:lnTo>
                  <a:lnTo>
                    <a:pt x="594460" y="33559"/>
                  </a:lnTo>
                  <a:lnTo>
                    <a:pt x="528409" y="29133"/>
                  </a:lnTo>
                  <a:lnTo>
                    <a:pt x="462358" y="24908"/>
                  </a:lnTo>
                  <a:lnTo>
                    <a:pt x="396306" y="20872"/>
                  </a:lnTo>
                  <a:lnTo>
                    <a:pt x="330255" y="17013"/>
                  </a:lnTo>
                  <a:lnTo>
                    <a:pt x="264204" y="13320"/>
                  </a:lnTo>
                  <a:lnTo>
                    <a:pt x="198153" y="9781"/>
                  </a:lnTo>
                  <a:lnTo>
                    <a:pt x="132102" y="6387"/>
                  </a:lnTo>
                  <a:lnTo>
                    <a:pt x="66051" y="31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3" name="pl33"/>
            <p:cNvSpPr/>
            <p:nvPr/>
          </p:nvSpPr>
          <p:spPr>
            <a:xfrm>
              <a:off x="1257927" y="2895375"/>
              <a:ext cx="5218042" cy="1556881"/>
            </a:xfrm>
            <a:custGeom>
              <a:avLst/>
              <a:gdLst/>
              <a:ahLst/>
              <a:cxnLst/>
              <a:rect l="0" t="0" r="0" b="0"/>
              <a:pathLst>
                <a:path w="5218042" h="1556881">
                  <a:moveTo>
                    <a:pt x="0" y="0"/>
                  </a:moveTo>
                  <a:lnTo>
                    <a:pt x="66051" y="19707"/>
                  </a:lnTo>
                  <a:lnTo>
                    <a:pt x="132102" y="39414"/>
                  </a:lnTo>
                  <a:lnTo>
                    <a:pt x="198153" y="59122"/>
                  </a:lnTo>
                  <a:lnTo>
                    <a:pt x="264204" y="78829"/>
                  </a:lnTo>
                  <a:lnTo>
                    <a:pt x="330255" y="98536"/>
                  </a:lnTo>
                  <a:lnTo>
                    <a:pt x="396306" y="118244"/>
                  </a:lnTo>
                  <a:lnTo>
                    <a:pt x="462358" y="137951"/>
                  </a:lnTo>
                  <a:lnTo>
                    <a:pt x="528409" y="157658"/>
                  </a:lnTo>
                  <a:lnTo>
                    <a:pt x="594460" y="177366"/>
                  </a:lnTo>
                  <a:lnTo>
                    <a:pt x="660511" y="197073"/>
                  </a:lnTo>
                  <a:lnTo>
                    <a:pt x="726562" y="216780"/>
                  </a:lnTo>
                  <a:lnTo>
                    <a:pt x="792613" y="236488"/>
                  </a:lnTo>
                  <a:lnTo>
                    <a:pt x="858665" y="256195"/>
                  </a:lnTo>
                  <a:lnTo>
                    <a:pt x="924716" y="275903"/>
                  </a:lnTo>
                  <a:lnTo>
                    <a:pt x="990767" y="295610"/>
                  </a:lnTo>
                  <a:lnTo>
                    <a:pt x="1056818" y="315317"/>
                  </a:lnTo>
                  <a:lnTo>
                    <a:pt x="1122869" y="335025"/>
                  </a:lnTo>
                  <a:lnTo>
                    <a:pt x="1188920" y="354732"/>
                  </a:lnTo>
                  <a:lnTo>
                    <a:pt x="1254972" y="374439"/>
                  </a:lnTo>
                  <a:lnTo>
                    <a:pt x="1321023" y="394147"/>
                  </a:lnTo>
                  <a:lnTo>
                    <a:pt x="1387074" y="413854"/>
                  </a:lnTo>
                  <a:lnTo>
                    <a:pt x="1453125" y="433561"/>
                  </a:lnTo>
                  <a:lnTo>
                    <a:pt x="1519176" y="453269"/>
                  </a:lnTo>
                  <a:lnTo>
                    <a:pt x="1585227" y="472976"/>
                  </a:lnTo>
                  <a:lnTo>
                    <a:pt x="1651279" y="492683"/>
                  </a:lnTo>
                  <a:lnTo>
                    <a:pt x="1717330" y="512391"/>
                  </a:lnTo>
                  <a:lnTo>
                    <a:pt x="1783381" y="532098"/>
                  </a:lnTo>
                  <a:lnTo>
                    <a:pt x="1849432" y="551806"/>
                  </a:lnTo>
                  <a:lnTo>
                    <a:pt x="1915483" y="571513"/>
                  </a:lnTo>
                  <a:lnTo>
                    <a:pt x="1981534" y="591220"/>
                  </a:lnTo>
                  <a:lnTo>
                    <a:pt x="2047586" y="610928"/>
                  </a:lnTo>
                  <a:lnTo>
                    <a:pt x="2113637" y="630635"/>
                  </a:lnTo>
                  <a:lnTo>
                    <a:pt x="2179688" y="650342"/>
                  </a:lnTo>
                  <a:lnTo>
                    <a:pt x="2245739" y="670050"/>
                  </a:lnTo>
                  <a:lnTo>
                    <a:pt x="2311790" y="689757"/>
                  </a:lnTo>
                  <a:lnTo>
                    <a:pt x="2377841" y="709464"/>
                  </a:lnTo>
                  <a:lnTo>
                    <a:pt x="2443893" y="729172"/>
                  </a:lnTo>
                  <a:lnTo>
                    <a:pt x="2509944" y="748879"/>
                  </a:lnTo>
                  <a:lnTo>
                    <a:pt x="2575995" y="768587"/>
                  </a:lnTo>
                  <a:lnTo>
                    <a:pt x="2642046" y="788294"/>
                  </a:lnTo>
                  <a:lnTo>
                    <a:pt x="2708097" y="808001"/>
                  </a:lnTo>
                  <a:lnTo>
                    <a:pt x="2774148" y="827709"/>
                  </a:lnTo>
                  <a:lnTo>
                    <a:pt x="2840200" y="847416"/>
                  </a:lnTo>
                  <a:lnTo>
                    <a:pt x="2906251" y="867123"/>
                  </a:lnTo>
                  <a:lnTo>
                    <a:pt x="2972302" y="886831"/>
                  </a:lnTo>
                  <a:lnTo>
                    <a:pt x="3038353" y="906538"/>
                  </a:lnTo>
                  <a:lnTo>
                    <a:pt x="3104404" y="926245"/>
                  </a:lnTo>
                  <a:lnTo>
                    <a:pt x="3170455" y="945953"/>
                  </a:lnTo>
                  <a:lnTo>
                    <a:pt x="3236507" y="965660"/>
                  </a:lnTo>
                  <a:lnTo>
                    <a:pt x="3302558" y="985367"/>
                  </a:lnTo>
                  <a:lnTo>
                    <a:pt x="3368609" y="1005075"/>
                  </a:lnTo>
                  <a:lnTo>
                    <a:pt x="3434660" y="1024782"/>
                  </a:lnTo>
                  <a:lnTo>
                    <a:pt x="3500711" y="1044490"/>
                  </a:lnTo>
                  <a:lnTo>
                    <a:pt x="3566762" y="1064197"/>
                  </a:lnTo>
                  <a:lnTo>
                    <a:pt x="3632814" y="1083904"/>
                  </a:lnTo>
                  <a:lnTo>
                    <a:pt x="3698865" y="1103612"/>
                  </a:lnTo>
                  <a:lnTo>
                    <a:pt x="3764916" y="1123319"/>
                  </a:lnTo>
                  <a:lnTo>
                    <a:pt x="3830967" y="1143026"/>
                  </a:lnTo>
                  <a:lnTo>
                    <a:pt x="3897018" y="1162734"/>
                  </a:lnTo>
                  <a:lnTo>
                    <a:pt x="3963069" y="1182441"/>
                  </a:lnTo>
                  <a:lnTo>
                    <a:pt x="4029121" y="1202148"/>
                  </a:lnTo>
                  <a:lnTo>
                    <a:pt x="4095172" y="1221856"/>
                  </a:lnTo>
                  <a:lnTo>
                    <a:pt x="4161223" y="1241563"/>
                  </a:lnTo>
                  <a:lnTo>
                    <a:pt x="4227274" y="1261270"/>
                  </a:lnTo>
                  <a:lnTo>
                    <a:pt x="4293325" y="1280978"/>
                  </a:lnTo>
                  <a:lnTo>
                    <a:pt x="4359376" y="1300685"/>
                  </a:lnTo>
                  <a:lnTo>
                    <a:pt x="4425428" y="1320393"/>
                  </a:lnTo>
                  <a:lnTo>
                    <a:pt x="4491479" y="1340100"/>
                  </a:lnTo>
                  <a:lnTo>
                    <a:pt x="4557530" y="1359807"/>
                  </a:lnTo>
                  <a:lnTo>
                    <a:pt x="4623581" y="1379515"/>
                  </a:lnTo>
                  <a:lnTo>
                    <a:pt x="4689632" y="1399222"/>
                  </a:lnTo>
                  <a:lnTo>
                    <a:pt x="4755683" y="1418929"/>
                  </a:lnTo>
                  <a:lnTo>
                    <a:pt x="4821735" y="1438637"/>
                  </a:lnTo>
                  <a:lnTo>
                    <a:pt x="4887786" y="1458344"/>
                  </a:lnTo>
                  <a:lnTo>
                    <a:pt x="4953837" y="1478051"/>
                  </a:lnTo>
                  <a:lnTo>
                    <a:pt x="5019888" y="1497759"/>
                  </a:lnTo>
                  <a:lnTo>
                    <a:pt x="5085939" y="1517466"/>
                  </a:lnTo>
                  <a:lnTo>
                    <a:pt x="5151990" y="1537174"/>
                  </a:lnTo>
                  <a:lnTo>
                    <a:pt x="5218042" y="1556881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4" name="pt34"/>
            <p:cNvSpPr/>
            <p:nvPr/>
          </p:nvSpPr>
          <p:spPr>
            <a:xfrm>
              <a:off x="3560343" y="4456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5" name="pt35"/>
            <p:cNvSpPr/>
            <p:nvPr/>
          </p:nvSpPr>
          <p:spPr>
            <a:xfrm>
              <a:off x="3560343" y="45866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" name="pt36"/>
            <p:cNvSpPr/>
            <p:nvPr/>
          </p:nvSpPr>
          <p:spPr>
            <a:xfrm>
              <a:off x="3560343" y="4673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" name="pt37"/>
            <p:cNvSpPr/>
            <p:nvPr/>
          </p:nvSpPr>
          <p:spPr>
            <a:xfrm>
              <a:off x="1236354" y="40076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" name="pt38"/>
            <p:cNvSpPr/>
            <p:nvPr/>
          </p:nvSpPr>
          <p:spPr>
            <a:xfrm>
              <a:off x="1236354" y="4308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" name="pt39"/>
            <p:cNvSpPr/>
            <p:nvPr/>
          </p:nvSpPr>
          <p:spPr>
            <a:xfrm>
              <a:off x="1236354" y="39040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" name="pt40"/>
            <p:cNvSpPr/>
            <p:nvPr/>
          </p:nvSpPr>
          <p:spPr>
            <a:xfrm>
              <a:off x="4985081" y="4204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" name="pt41"/>
            <p:cNvSpPr/>
            <p:nvPr/>
          </p:nvSpPr>
          <p:spPr>
            <a:xfrm>
              <a:off x="4985081" y="37921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" name="pt42"/>
            <p:cNvSpPr/>
            <p:nvPr/>
          </p:nvSpPr>
          <p:spPr>
            <a:xfrm>
              <a:off x="4985081" y="414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" name="pt43"/>
            <p:cNvSpPr/>
            <p:nvPr/>
          </p:nvSpPr>
          <p:spPr>
            <a:xfrm>
              <a:off x="6900288" y="48626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4" name="pt44"/>
            <p:cNvSpPr/>
            <p:nvPr/>
          </p:nvSpPr>
          <p:spPr>
            <a:xfrm>
              <a:off x="6900288" y="44702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" name="pt45"/>
            <p:cNvSpPr/>
            <p:nvPr/>
          </p:nvSpPr>
          <p:spPr>
            <a:xfrm>
              <a:off x="6900288" y="48250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" name="pt46"/>
            <p:cNvSpPr/>
            <p:nvPr/>
          </p:nvSpPr>
          <p:spPr>
            <a:xfrm>
              <a:off x="2519763" y="36722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" name="pt47"/>
            <p:cNvSpPr/>
            <p:nvPr/>
          </p:nvSpPr>
          <p:spPr>
            <a:xfrm>
              <a:off x="2519763" y="40543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" name="pt48"/>
            <p:cNvSpPr/>
            <p:nvPr/>
          </p:nvSpPr>
          <p:spPr>
            <a:xfrm>
              <a:off x="2519763" y="3888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" name="pt49"/>
            <p:cNvSpPr/>
            <p:nvPr/>
          </p:nvSpPr>
          <p:spPr>
            <a:xfrm>
              <a:off x="1396992" y="37443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" name="pt50"/>
            <p:cNvSpPr/>
            <p:nvPr/>
          </p:nvSpPr>
          <p:spPr>
            <a:xfrm>
              <a:off x="1396992" y="400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" name="pt51"/>
            <p:cNvSpPr/>
            <p:nvPr/>
          </p:nvSpPr>
          <p:spPr>
            <a:xfrm>
              <a:off x="1396992" y="3997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" name="pt52"/>
            <p:cNvSpPr/>
            <p:nvPr/>
          </p:nvSpPr>
          <p:spPr>
            <a:xfrm>
              <a:off x="1480915" y="541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3" name="pt53"/>
            <p:cNvSpPr/>
            <p:nvPr/>
          </p:nvSpPr>
          <p:spPr>
            <a:xfrm>
              <a:off x="1480915" y="5377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4" name="pt54"/>
            <p:cNvSpPr/>
            <p:nvPr/>
          </p:nvSpPr>
          <p:spPr>
            <a:xfrm>
              <a:off x="398761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5" name="pt55"/>
            <p:cNvSpPr/>
            <p:nvPr/>
          </p:nvSpPr>
          <p:spPr>
            <a:xfrm>
              <a:off x="3987611" y="5373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6" name="pg56"/>
            <p:cNvSpPr/>
            <p:nvPr/>
          </p:nvSpPr>
          <p:spPr>
            <a:xfrm>
              <a:off x="1295057" y="3954105"/>
              <a:ext cx="5663933" cy="1326462"/>
            </a:xfrm>
            <a:custGeom>
              <a:avLst/>
              <a:gdLst/>
              <a:ahLst/>
              <a:cxnLst/>
              <a:rect l="0" t="0" r="0" b="0"/>
              <a:pathLst>
                <a:path w="5663933" h="1326462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  <a:lnTo>
                    <a:pt x="5663933" y="1326462"/>
                  </a:lnTo>
                  <a:lnTo>
                    <a:pt x="5592237" y="1312928"/>
                  </a:lnTo>
                  <a:lnTo>
                    <a:pt x="5520542" y="1299434"/>
                  </a:lnTo>
                  <a:lnTo>
                    <a:pt x="5448847" y="1285982"/>
                  </a:lnTo>
                  <a:lnTo>
                    <a:pt x="5377151" y="1272573"/>
                  </a:lnTo>
                  <a:lnTo>
                    <a:pt x="5305456" y="1259209"/>
                  </a:lnTo>
                  <a:lnTo>
                    <a:pt x="5233761" y="1245894"/>
                  </a:lnTo>
                  <a:lnTo>
                    <a:pt x="5162065" y="1232629"/>
                  </a:lnTo>
                  <a:lnTo>
                    <a:pt x="5090370" y="1219417"/>
                  </a:lnTo>
                  <a:lnTo>
                    <a:pt x="5018675" y="1206260"/>
                  </a:lnTo>
                  <a:lnTo>
                    <a:pt x="4946979" y="1193163"/>
                  </a:lnTo>
                  <a:lnTo>
                    <a:pt x="4875284" y="1180126"/>
                  </a:lnTo>
                  <a:lnTo>
                    <a:pt x="4803588" y="1167155"/>
                  </a:lnTo>
                  <a:lnTo>
                    <a:pt x="4731893" y="1154253"/>
                  </a:lnTo>
                  <a:lnTo>
                    <a:pt x="4660198" y="1141422"/>
                  </a:lnTo>
                  <a:lnTo>
                    <a:pt x="4588502" y="1128668"/>
                  </a:lnTo>
                  <a:lnTo>
                    <a:pt x="4516807" y="1115994"/>
                  </a:lnTo>
                  <a:lnTo>
                    <a:pt x="4445112" y="1103406"/>
                  </a:lnTo>
                  <a:lnTo>
                    <a:pt x="4373416" y="1090906"/>
                  </a:lnTo>
                  <a:lnTo>
                    <a:pt x="4301721" y="1078502"/>
                  </a:lnTo>
                  <a:lnTo>
                    <a:pt x="4230026" y="1066198"/>
                  </a:lnTo>
                  <a:lnTo>
                    <a:pt x="4158330" y="1054000"/>
                  </a:lnTo>
                  <a:lnTo>
                    <a:pt x="4086635" y="1041913"/>
                  </a:lnTo>
                  <a:lnTo>
                    <a:pt x="4014940" y="1029945"/>
                  </a:lnTo>
                  <a:lnTo>
                    <a:pt x="3943244" y="1018103"/>
                  </a:lnTo>
                  <a:lnTo>
                    <a:pt x="3871549" y="1006393"/>
                  </a:lnTo>
                  <a:lnTo>
                    <a:pt x="3799853" y="994823"/>
                  </a:lnTo>
                  <a:lnTo>
                    <a:pt x="3728158" y="983401"/>
                  </a:lnTo>
                  <a:lnTo>
                    <a:pt x="3656463" y="972136"/>
                  </a:lnTo>
                  <a:lnTo>
                    <a:pt x="3584767" y="961037"/>
                  </a:lnTo>
                  <a:lnTo>
                    <a:pt x="3513072" y="950113"/>
                  </a:lnTo>
                  <a:lnTo>
                    <a:pt x="3441377" y="939373"/>
                  </a:lnTo>
                  <a:lnTo>
                    <a:pt x="3369681" y="928829"/>
                  </a:lnTo>
                  <a:lnTo>
                    <a:pt x="3297986" y="918490"/>
                  </a:lnTo>
                  <a:lnTo>
                    <a:pt x="3226291" y="908367"/>
                  </a:lnTo>
                  <a:lnTo>
                    <a:pt x="3154595" y="898472"/>
                  </a:lnTo>
                  <a:lnTo>
                    <a:pt x="3082900" y="888816"/>
                  </a:lnTo>
                  <a:lnTo>
                    <a:pt x="3011205" y="879410"/>
                  </a:lnTo>
                  <a:lnTo>
                    <a:pt x="2939509" y="870267"/>
                  </a:lnTo>
                  <a:lnTo>
                    <a:pt x="2867814" y="861397"/>
                  </a:lnTo>
                  <a:lnTo>
                    <a:pt x="2796118" y="852813"/>
                  </a:lnTo>
                  <a:lnTo>
                    <a:pt x="2724423" y="844525"/>
                  </a:lnTo>
                  <a:lnTo>
                    <a:pt x="2652728" y="836545"/>
                  </a:lnTo>
                  <a:lnTo>
                    <a:pt x="2581032" y="828882"/>
                  </a:lnTo>
                  <a:lnTo>
                    <a:pt x="2509337" y="821547"/>
                  </a:lnTo>
                  <a:lnTo>
                    <a:pt x="2437642" y="814547"/>
                  </a:lnTo>
                  <a:lnTo>
                    <a:pt x="2365946" y="807891"/>
                  </a:lnTo>
                  <a:lnTo>
                    <a:pt x="2294251" y="801585"/>
                  </a:lnTo>
                  <a:lnTo>
                    <a:pt x="2222556" y="795634"/>
                  </a:lnTo>
                  <a:lnTo>
                    <a:pt x="2150860" y="790043"/>
                  </a:lnTo>
                  <a:lnTo>
                    <a:pt x="2079165" y="784814"/>
                  </a:lnTo>
                  <a:lnTo>
                    <a:pt x="2007470" y="779947"/>
                  </a:lnTo>
                  <a:lnTo>
                    <a:pt x="1935774" y="775442"/>
                  </a:lnTo>
                  <a:lnTo>
                    <a:pt x="1864079" y="771298"/>
                  </a:lnTo>
                  <a:lnTo>
                    <a:pt x="1792383" y="767510"/>
                  </a:lnTo>
                  <a:lnTo>
                    <a:pt x="1720688" y="764073"/>
                  </a:lnTo>
                  <a:lnTo>
                    <a:pt x="1648993" y="760982"/>
                  </a:lnTo>
                  <a:lnTo>
                    <a:pt x="1577297" y="758229"/>
                  </a:lnTo>
                  <a:lnTo>
                    <a:pt x="1505602" y="755806"/>
                  </a:lnTo>
                  <a:lnTo>
                    <a:pt x="1433907" y="753703"/>
                  </a:lnTo>
                  <a:lnTo>
                    <a:pt x="1362211" y="751910"/>
                  </a:lnTo>
                  <a:lnTo>
                    <a:pt x="1290516" y="750416"/>
                  </a:lnTo>
                  <a:lnTo>
                    <a:pt x="1218821" y="749211"/>
                  </a:lnTo>
                  <a:lnTo>
                    <a:pt x="1147125" y="748282"/>
                  </a:lnTo>
                  <a:lnTo>
                    <a:pt x="1075430" y="747619"/>
                  </a:lnTo>
                  <a:lnTo>
                    <a:pt x="1003735" y="747210"/>
                  </a:lnTo>
                  <a:lnTo>
                    <a:pt x="932039" y="747042"/>
                  </a:lnTo>
                  <a:lnTo>
                    <a:pt x="860344" y="747105"/>
                  </a:lnTo>
                  <a:lnTo>
                    <a:pt x="788648" y="747387"/>
                  </a:lnTo>
                  <a:lnTo>
                    <a:pt x="716953" y="747878"/>
                  </a:lnTo>
                  <a:lnTo>
                    <a:pt x="645258" y="748567"/>
                  </a:lnTo>
                  <a:lnTo>
                    <a:pt x="573562" y="749442"/>
                  </a:lnTo>
                  <a:lnTo>
                    <a:pt x="501867" y="750496"/>
                  </a:lnTo>
                  <a:lnTo>
                    <a:pt x="430172" y="751717"/>
                  </a:lnTo>
                  <a:lnTo>
                    <a:pt x="358476" y="753098"/>
                  </a:lnTo>
                  <a:lnTo>
                    <a:pt x="286781" y="754629"/>
                  </a:lnTo>
                  <a:lnTo>
                    <a:pt x="215086" y="756302"/>
                  </a:lnTo>
                  <a:lnTo>
                    <a:pt x="143390" y="758109"/>
                  </a:lnTo>
                  <a:lnTo>
                    <a:pt x="71695" y="760044"/>
                  </a:lnTo>
                  <a:lnTo>
                    <a:pt x="0" y="7620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7" name="pl57"/>
            <p:cNvSpPr/>
            <p:nvPr/>
          </p:nvSpPr>
          <p:spPr>
            <a:xfrm>
              <a:off x="1295057" y="3954105"/>
              <a:ext cx="5663933" cy="303765"/>
            </a:xfrm>
            <a:custGeom>
              <a:avLst/>
              <a:gdLst/>
              <a:ahLst/>
              <a:cxnLst/>
              <a:rect l="0" t="0" r="0" b="0"/>
              <a:pathLst>
                <a:path w="5663933" h="303765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8" name="pl58"/>
            <p:cNvSpPr/>
            <p:nvPr/>
          </p:nvSpPr>
          <p:spPr>
            <a:xfrm>
              <a:off x="1295057" y="4701148"/>
              <a:ext cx="5663933" cy="579419"/>
            </a:xfrm>
            <a:custGeom>
              <a:avLst/>
              <a:gdLst/>
              <a:ahLst/>
              <a:cxnLst/>
              <a:rect l="0" t="0" r="0" b="0"/>
              <a:pathLst>
                <a:path w="5663933" h="579419">
                  <a:moveTo>
                    <a:pt x="5663933" y="579419"/>
                  </a:moveTo>
                  <a:lnTo>
                    <a:pt x="5592237" y="565886"/>
                  </a:lnTo>
                  <a:lnTo>
                    <a:pt x="5520542" y="552392"/>
                  </a:lnTo>
                  <a:lnTo>
                    <a:pt x="5448847" y="538939"/>
                  </a:lnTo>
                  <a:lnTo>
                    <a:pt x="5377151" y="525530"/>
                  </a:lnTo>
                  <a:lnTo>
                    <a:pt x="5305456" y="512167"/>
                  </a:lnTo>
                  <a:lnTo>
                    <a:pt x="5233761" y="498851"/>
                  </a:lnTo>
                  <a:lnTo>
                    <a:pt x="5162065" y="485586"/>
                  </a:lnTo>
                  <a:lnTo>
                    <a:pt x="5090370" y="472374"/>
                  </a:lnTo>
                  <a:lnTo>
                    <a:pt x="5018675" y="459218"/>
                  </a:lnTo>
                  <a:lnTo>
                    <a:pt x="4946979" y="446120"/>
                  </a:lnTo>
                  <a:lnTo>
                    <a:pt x="4875284" y="433084"/>
                  </a:lnTo>
                  <a:lnTo>
                    <a:pt x="4803588" y="420113"/>
                  </a:lnTo>
                  <a:lnTo>
                    <a:pt x="4731893" y="407210"/>
                  </a:lnTo>
                  <a:lnTo>
                    <a:pt x="4660198" y="394380"/>
                  </a:lnTo>
                  <a:lnTo>
                    <a:pt x="4588502" y="381626"/>
                  </a:lnTo>
                  <a:lnTo>
                    <a:pt x="4516807" y="368952"/>
                  </a:lnTo>
                  <a:lnTo>
                    <a:pt x="4445112" y="356363"/>
                  </a:lnTo>
                  <a:lnTo>
                    <a:pt x="4373416" y="343864"/>
                  </a:lnTo>
                  <a:lnTo>
                    <a:pt x="4301721" y="331460"/>
                  </a:lnTo>
                  <a:lnTo>
                    <a:pt x="4230026" y="319155"/>
                  </a:lnTo>
                  <a:lnTo>
                    <a:pt x="4158330" y="306957"/>
                  </a:lnTo>
                  <a:lnTo>
                    <a:pt x="4086635" y="294871"/>
                  </a:lnTo>
                  <a:lnTo>
                    <a:pt x="4014940" y="282903"/>
                  </a:lnTo>
                  <a:lnTo>
                    <a:pt x="3943244" y="271060"/>
                  </a:lnTo>
                  <a:lnTo>
                    <a:pt x="3871549" y="259350"/>
                  </a:lnTo>
                  <a:lnTo>
                    <a:pt x="3799853" y="247780"/>
                  </a:lnTo>
                  <a:lnTo>
                    <a:pt x="3728158" y="236359"/>
                  </a:lnTo>
                  <a:lnTo>
                    <a:pt x="3656463" y="225094"/>
                  </a:lnTo>
                  <a:lnTo>
                    <a:pt x="3584767" y="213994"/>
                  </a:lnTo>
                  <a:lnTo>
                    <a:pt x="3513072" y="203070"/>
                  </a:lnTo>
                  <a:lnTo>
                    <a:pt x="3441377" y="192331"/>
                  </a:lnTo>
                  <a:lnTo>
                    <a:pt x="3369681" y="181786"/>
                  </a:lnTo>
                  <a:lnTo>
                    <a:pt x="3297986" y="171447"/>
                  </a:lnTo>
                  <a:lnTo>
                    <a:pt x="3226291" y="161324"/>
                  </a:lnTo>
                  <a:lnTo>
                    <a:pt x="3154595" y="151429"/>
                  </a:lnTo>
                  <a:lnTo>
                    <a:pt x="3082900" y="141773"/>
                  </a:lnTo>
                  <a:lnTo>
                    <a:pt x="3011205" y="132367"/>
                  </a:lnTo>
                  <a:lnTo>
                    <a:pt x="2939509" y="123224"/>
                  </a:lnTo>
                  <a:lnTo>
                    <a:pt x="2867814" y="114355"/>
                  </a:lnTo>
                  <a:lnTo>
                    <a:pt x="2796118" y="105770"/>
                  </a:lnTo>
                  <a:lnTo>
                    <a:pt x="2724423" y="97483"/>
                  </a:lnTo>
                  <a:lnTo>
                    <a:pt x="2652728" y="89502"/>
                  </a:lnTo>
                  <a:lnTo>
                    <a:pt x="2581032" y="81840"/>
                  </a:lnTo>
                  <a:lnTo>
                    <a:pt x="2509337" y="74504"/>
                  </a:lnTo>
                  <a:lnTo>
                    <a:pt x="2437642" y="67504"/>
                  </a:lnTo>
                  <a:lnTo>
                    <a:pt x="2365946" y="60848"/>
                  </a:lnTo>
                  <a:lnTo>
                    <a:pt x="2294251" y="54542"/>
                  </a:lnTo>
                  <a:lnTo>
                    <a:pt x="2222556" y="48592"/>
                  </a:lnTo>
                  <a:lnTo>
                    <a:pt x="2150860" y="43000"/>
                  </a:lnTo>
                  <a:lnTo>
                    <a:pt x="2079165" y="37771"/>
                  </a:lnTo>
                  <a:lnTo>
                    <a:pt x="2007470" y="32904"/>
                  </a:lnTo>
                  <a:lnTo>
                    <a:pt x="1935774" y="28400"/>
                  </a:lnTo>
                  <a:lnTo>
                    <a:pt x="1864079" y="24255"/>
                  </a:lnTo>
                  <a:lnTo>
                    <a:pt x="1792383" y="20467"/>
                  </a:lnTo>
                  <a:lnTo>
                    <a:pt x="1720688" y="17031"/>
                  </a:lnTo>
                  <a:lnTo>
                    <a:pt x="1648993" y="13940"/>
                  </a:lnTo>
                  <a:lnTo>
                    <a:pt x="1577297" y="11187"/>
                  </a:lnTo>
                  <a:lnTo>
                    <a:pt x="1505602" y="8763"/>
                  </a:lnTo>
                  <a:lnTo>
                    <a:pt x="1433907" y="6660"/>
                  </a:lnTo>
                  <a:lnTo>
                    <a:pt x="1362211" y="4867"/>
                  </a:lnTo>
                  <a:lnTo>
                    <a:pt x="1290516" y="3373"/>
                  </a:lnTo>
                  <a:lnTo>
                    <a:pt x="1218821" y="2168"/>
                  </a:lnTo>
                  <a:lnTo>
                    <a:pt x="1147125" y="1240"/>
                  </a:lnTo>
                  <a:lnTo>
                    <a:pt x="1075430" y="577"/>
                  </a:lnTo>
                  <a:lnTo>
                    <a:pt x="1003735" y="167"/>
                  </a:lnTo>
                  <a:lnTo>
                    <a:pt x="932039" y="0"/>
                  </a:lnTo>
                  <a:lnTo>
                    <a:pt x="860344" y="63"/>
                  </a:lnTo>
                  <a:lnTo>
                    <a:pt x="788648" y="345"/>
                  </a:lnTo>
                  <a:lnTo>
                    <a:pt x="716953" y="836"/>
                  </a:lnTo>
                  <a:lnTo>
                    <a:pt x="645258" y="1524"/>
                  </a:lnTo>
                  <a:lnTo>
                    <a:pt x="573562" y="2400"/>
                  </a:lnTo>
                  <a:lnTo>
                    <a:pt x="501867" y="3453"/>
                  </a:lnTo>
                  <a:lnTo>
                    <a:pt x="430172" y="4675"/>
                  </a:lnTo>
                  <a:lnTo>
                    <a:pt x="358476" y="6055"/>
                  </a:lnTo>
                  <a:lnTo>
                    <a:pt x="286781" y="7586"/>
                  </a:lnTo>
                  <a:lnTo>
                    <a:pt x="215086" y="9259"/>
                  </a:lnTo>
                  <a:lnTo>
                    <a:pt x="143390" y="11067"/>
                  </a:lnTo>
                  <a:lnTo>
                    <a:pt x="71695" y="13002"/>
                  </a:lnTo>
                  <a:lnTo>
                    <a:pt x="0" y="15057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9" name="pl59"/>
            <p:cNvSpPr/>
            <p:nvPr/>
          </p:nvSpPr>
          <p:spPr>
            <a:xfrm>
              <a:off x="1295057" y="4335155"/>
              <a:ext cx="5663933" cy="395028"/>
            </a:xfrm>
            <a:custGeom>
              <a:avLst/>
              <a:gdLst/>
              <a:ahLst/>
              <a:cxnLst/>
              <a:rect l="0" t="0" r="0" b="0"/>
              <a:pathLst>
                <a:path w="5663933" h="395028">
                  <a:moveTo>
                    <a:pt x="0" y="0"/>
                  </a:moveTo>
                  <a:lnTo>
                    <a:pt x="71695" y="5000"/>
                  </a:lnTo>
                  <a:lnTo>
                    <a:pt x="143390" y="10000"/>
                  </a:lnTo>
                  <a:lnTo>
                    <a:pt x="215086" y="15001"/>
                  </a:lnTo>
                  <a:lnTo>
                    <a:pt x="286781" y="20001"/>
                  </a:lnTo>
                  <a:lnTo>
                    <a:pt x="358476" y="25001"/>
                  </a:lnTo>
                  <a:lnTo>
                    <a:pt x="430172" y="30002"/>
                  </a:lnTo>
                  <a:lnTo>
                    <a:pt x="501867" y="35002"/>
                  </a:lnTo>
                  <a:lnTo>
                    <a:pt x="573562" y="40002"/>
                  </a:lnTo>
                  <a:lnTo>
                    <a:pt x="645258" y="45003"/>
                  </a:lnTo>
                  <a:lnTo>
                    <a:pt x="716953" y="50003"/>
                  </a:lnTo>
                  <a:lnTo>
                    <a:pt x="788648" y="55004"/>
                  </a:lnTo>
                  <a:lnTo>
                    <a:pt x="860344" y="60004"/>
                  </a:lnTo>
                  <a:lnTo>
                    <a:pt x="932039" y="65004"/>
                  </a:lnTo>
                  <a:lnTo>
                    <a:pt x="1003735" y="70005"/>
                  </a:lnTo>
                  <a:lnTo>
                    <a:pt x="1075430" y="75005"/>
                  </a:lnTo>
                  <a:lnTo>
                    <a:pt x="1147125" y="80005"/>
                  </a:lnTo>
                  <a:lnTo>
                    <a:pt x="1218821" y="85006"/>
                  </a:lnTo>
                  <a:lnTo>
                    <a:pt x="1290516" y="90006"/>
                  </a:lnTo>
                  <a:lnTo>
                    <a:pt x="1362211" y="95006"/>
                  </a:lnTo>
                  <a:lnTo>
                    <a:pt x="1433907" y="100007"/>
                  </a:lnTo>
                  <a:lnTo>
                    <a:pt x="1505602" y="105007"/>
                  </a:lnTo>
                  <a:lnTo>
                    <a:pt x="1577297" y="110008"/>
                  </a:lnTo>
                  <a:lnTo>
                    <a:pt x="1648993" y="115008"/>
                  </a:lnTo>
                  <a:lnTo>
                    <a:pt x="1720688" y="120008"/>
                  </a:lnTo>
                  <a:lnTo>
                    <a:pt x="1792383" y="125009"/>
                  </a:lnTo>
                  <a:lnTo>
                    <a:pt x="1864079" y="130009"/>
                  </a:lnTo>
                  <a:lnTo>
                    <a:pt x="1935774" y="135009"/>
                  </a:lnTo>
                  <a:lnTo>
                    <a:pt x="2007470" y="140010"/>
                  </a:lnTo>
                  <a:lnTo>
                    <a:pt x="2079165" y="145010"/>
                  </a:lnTo>
                  <a:lnTo>
                    <a:pt x="2150860" y="150010"/>
                  </a:lnTo>
                  <a:lnTo>
                    <a:pt x="2222556" y="155011"/>
                  </a:lnTo>
                  <a:lnTo>
                    <a:pt x="2294251" y="160011"/>
                  </a:lnTo>
                  <a:lnTo>
                    <a:pt x="2365946" y="165012"/>
                  </a:lnTo>
                  <a:lnTo>
                    <a:pt x="2437642" y="170012"/>
                  </a:lnTo>
                  <a:lnTo>
                    <a:pt x="2509337" y="175012"/>
                  </a:lnTo>
                  <a:lnTo>
                    <a:pt x="2581032" y="180013"/>
                  </a:lnTo>
                  <a:lnTo>
                    <a:pt x="2652728" y="185013"/>
                  </a:lnTo>
                  <a:lnTo>
                    <a:pt x="2724423" y="190013"/>
                  </a:lnTo>
                  <a:lnTo>
                    <a:pt x="2796118" y="195014"/>
                  </a:lnTo>
                  <a:lnTo>
                    <a:pt x="2867814" y="200014"/>
                  </a:lnTo>
                  <a:lnTo>
                    <a:pt x="2939509" y="205015"/>
                  </a:lnTo>
                  <a:lnTo>
                    <a:pt x="3011205" y="210015"/>
                  </a:lnTo>
                  <a:lnTo>
                    <a:pt x="3082900" y="215015"/>
                  </a:lnTo>
                  <a:lnTo>
                    <a:pt x="3154595" y="220016"/>
                  </a:lnTo>
                  <a:lnTo>
                    <a:pt x="3226291" y="225016"/>
                  </a:lnTo>
                  <a:lnTo>
                    <a:pt x="3297986" y="230016"/>
                  </a:lnTo>
                  <a:lnTo>
                    <a:pt x="3369681" y="235017"/>
                  </a:lnTo>
                  <a:lnTo>
                    <a:pt x="3441377" y="240017"/>
                  </a:lnTo>
                  <a:lnTo>
                    <a:pt x="3513072" y="245017"/>
                  </a:lnTo>
                  <a:lnTo>
                    <a:pt x="3584767" y="250018"/>
                  </a:lnTo>
                  <a:lnTo>
                    <a:pt x="3656463" y="255018"/>
                  </a:lnTo>
                  <a:lnTo>
                    <a:pt x="3728158" y="260019"/>
                  </a:lnTo>
                  <a:lnTo>
                    <a:pt x="3799853" y="265019"/>
                  </a:lnTo>
                  <a:lnTo>
                    <a:pt x="3871549" y="270019"/>
                  </a:lnTo>
                  <a:lnTo>
                    <a:pt x="3943244" y="275020"/>
                  </a:lnTo>
                  <a:lnTo>
                    <a:pt x="4014940" y="280020"/>
                  </a:lnTo>
                  <a:lnTo>
                    <a:pt x="4086635" y="285020"/>
                  </a:lnTo>
                  <a:lnTo>
                    <a:pt x="4158330" y="290021"/>
                  </a:lnTo>
                  <a:lnTo>
                    <a:pt x="4230026" y="295021"/>
                  </a:lnTo>
                  <a:lnTo>
                    <a:pt x="4301721" y="300021"/>
                  </a:lnTo>
                  <a:lnTo>
                    <a:pt x="4373416" y="305022"/>
                  </a:lnTo>
                  <a:lnTo>
                    <a:pt x="4445112" y="310022"/>
                  </a:lnTo>
                  <a:lnTo>
                    <a:pt x="4516807" y="315023"/>
                  </a:lnTo>
                  <a:lnTo>
                    <a:pt x="4588502" y="320023"/>
                  </a:lnTo>
                  <a:lnTo>
                    <a:pt x="4660198" y="325023"/>
                  </a:lnTo>
                  <a:lnTo>
                    <a:pt x="4731893" y="330024"/>
                  </a:lnTo>
                  <a:lnTo>
                    <a:pt x="4803588" y="335024"/>
                  </a:lnTo>
                  <a:lnTo>
                    <a:pt x="4875284" y="340024"/>
                  </a:lnTo>
                  <a:lnTo>
                    <a:pt x="4946979" y="345025"/>
                  </a:lnTo>
                  <a:lnTo>
                    <a:pt x="5018675" y="350025"/>
                  </a:lnTo>
                  <a:lnTo>
                    <a:pt x="5090370" y="355026"/>
                  </a:lnTo>
                  <a:lnTo>
                    <a:pt x="5162065" y="360026"/>
                  </a:lnTo>
                  <a:lnTo>
                    <a:pt x="5233761" y="365026"/>
                  </a:lnTo>
                  <a:lnTo>
                    <a:pt x="5305456" y="370027"/>
                  </a:lnTo>
                  <a:lnTo>
                    <a:pt x="5377151" y="375027"/>
                  </a:lnTo>
                  <a:lnTo>
                    <a:pt x="5448847" y="380027"/>
                  </a:lnTo>
                  <a:lnTo>
                    <a:pt x="5520542" y="385028"/>
                  </a:lnTo>
                  <a:lnTo>
                    <a:pt x="5592237" y="390028"/>
                  </a:lnTo>
                  <a:lnTo>
                    <a:pt x="5663933" y="39502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54204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11524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68099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75047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38079" y="5582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46515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372104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27905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9" name="pl69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0" name="pl70"/>
            <p:cNvSpPr/>
            <p:nvPr/>
          </p:nvSpPr>
          <p:spPr>
            <a:xfrm>
              <a:off x="121066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1" name="pl71"/>
            <p:cNvSpPr/>
            <p:nvPr/>
          </p:nvSpPr>
          <p:spPr>
            <a:xfrm>
              <a:off x="30332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2" name="pl72"/>
            <p:cNvSpPr/>
            <p:nvPr/>
          </p:nvSpPr>
          <p:spPr>
            <a:xfrm>
              <a:off x="485580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3" name="pl73"/>
            <p:cNvSpPr/>
            <p:nvPr/>
          </p:nvSpPr>
          <p:spPr>
            <a:xfrm>
              <a:off x="66783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4" name="tx74"/>
            <p:cNvSpPr/>
            <p:nvPr/>
          </p:nvSpPr>
          <p:spPr>
            <a:xfrm>
              <a:off x="1179580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00214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24715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647282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363" y="6065086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</p:grpSp>
      <p:sp>
        <p:nvSpPr>
          <p:cNvPr id="89" name="tx90">
            <a:extLst>
              <a:ext uri="{FF2B5EF4-FFF2-40B4-BE49-F238E27FC236}">
                <a16:creationId xmlns:a16="http://schemas.microsoft.com/office/drawing/2014/main" id="{01625592-3F98-3007-D7E4-C95ABCBC391F}"/>
              </a:ext>
            </a:extLst>
          </p:cNvPr>
          <p:cNvSpPr/>
          <p:nvPr/>
        </p:nvSpPr>
        <p:spPr>
          <a:xfrm>
            <a:off x="1574906" y="1628800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(C) 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 at Final Time Point</a:t>
            </a:r>
          </a:p>
        </p:txBody>
      </p:sp>
      <p:sp>
        <p:nvSpPr>
          <p:cNvPr id="90" name="tx83">
            <a:extLst>
              <a:ext uri="{FF2B5EF4-FFF2-40B4-BE49-F238E27FC236}">
                <a16:creationId xmlns:a16="http://schemas.microsoft.com/office/drawing/2014/main" id="{F9BB7411-C212-378D-DB5D-2FBA41C66C25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65104"/>
            <a:chOff x="457200" y="1600200"/>
            <a:chExt cx="8229600" cy="4565104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" name="rc5"/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6" name="pt6"/>
            <p:cNvSpPr/>
            <p:nvPr/>
          </p:nvSpPr>
          <p:spPr>
            <a:xfrm>
              <a:off x="1234633" y="32148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" name="pt7"/>
            <p:cNvSpPr/>
            <p:nvPr/>
          </p:nvSpPr>
          <p:spPr>
            <a:xfrm>
              <a:off x="1234633" y="29046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8" name="pt8"/>
            <p:cNvSpPr/>
            <p:nvPr/>
          </p:nvSpPr>
          <p:spPr>
            <a:xfrm>
              <a:off x="1234633" y="2858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" name="pt9"/>
            <p:cNvSpPr/>
            <p:nvPr/>
          </p:nvSpPr>
          <p:spPr>
            <a:xfrm>
              <a:off x="4930073" y="33014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0" name="pt10"/>
            <p:cNvSpPr/>
            <p:nvPr/>
          </p:nvSpPr>
          <p:spPr>
            <a:xfrm>
              <a:off x="4930073" y="31695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1" name="pt11"/>
            <p:cNvSpPr/>
            <p:nvPr/>
          </p:nvSpPr>
          <p:spPr>
            <a:xfrm>
              <a:off x="4930073" y="30361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2" name="pt12"/>
            <p:cNvSpPr/>
            <p:nvPr/>
          </p:nvSpPr>
          <p:spPr>
            <a:xfrm>
              <a:off x="5435247" y="34562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3" name="pt13"/>
            <p:cNvSpPr/>
            <p:nvPr/>
          </p:nvSpPr>
          <p:spPr>
            <a:xfrm>
              <a:off x="5435247" y="29316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4" name="pt14"/>
            <p:cNvSpPr/>
            <p:nvPr/>
          </p:nvSpPr>
          <p:spPr>
            <a:xfrm>
              <a:off x="5435247" y="30308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5" name="pt15"/>
            <p:cNvSpPr/>
            <p:nvPr/>
          </p:nvSpPr>
          <p:spPr>
            <a:xfrm>
              <a:off x="3718875" y="28212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6" name="pt16"/>
            <p:cNvSpPr/>
            <p:nvPr/>
          </p:nvSpPr>
          <p:spPr>
            <a:xfrm>
              <a:off x="3718875" y="21504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7" name="pt17"/>
            <p:cNvSpPr/>
            <p:nvPr/>
          </p:nvSpPr>
          <p:spPr>
            <a:xfrm>
              <a:off x="3718875" y="2313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8" name="pt18"/>
            <p:cNvSpPr/>
            <p:nvPr/>
          </p:nvSpPr>
          <p:spPr>
            <a:xfrm>
              <a:off x="6447868" y="37515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19" name="pt19"/>
            <p:cNvSpPr/>
            <p:nvPr/>
          </p:nvSpPr>
          <p:spPr>
            <a:xfrm>
              <a:off x="6447868" y="25339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0" name="pt20"/>
            <p:cNvSpPr/>
            <p:nvPr/>
          </p:nvSpPr>
          <p:spPr>
            <a:xfrm>
              <a:off x="6447868" y="34154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1" name="pt21"/>
            <p:cNvSpPr/>
            <p:nvPr/>
          </p:nvSpPr>
          <p:spPr>
            <a:xfrm>
              <a:off x="6900288" y="3522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2" name="pt22"/>
            <p:cNvSpPr/>
            <p:nvPr/>
          </p:nvSpPr>
          <p:spPr>
            <a:xfrm>
              <a:off x="6900288" y="394635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3" name="pt23"/>
            <p:cNvSpPr/>
            <p:nvPr/>
          </p:nvSpPr>
          <p:spPr>
            <a:xfrm>
              <a:off x="6900288" y="36228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4" name="pt24"/>
            <p:cNvSpPr/>
            <p:nvPr/>
          </p:nvSpPr>
          <p:spPr>
            <a:xfrm>
              <a:off x="4474782" y="54022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5" name="pt25"/>
            <p:cNvSpPr/>
            <p:nvPr/>
          </p:nvSpPr>
          <p:spPr>
            <a:xfrm>
              <a:off x="4474782" y="51665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6" name="pt26"/>
            <p:cNvSpPr/>
            <p:nvPr/>
          </p:nvSpPr>
          <p:spPr>
            <a:xfrm>
              <a:off x="4474782" y="53206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7" name="pt27"/>
            <p:cNvSpPr/>
            <p:nvPr/>
          </p:nvSpPr>
          <p:spPr>
            <a:xfrm>
              <a:off x="6079066" y="50805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8" name="pt28"/>
            <p:cNvSpPr/>
            <p:nvPr/>
          </p:nvSpPr>
          <p:spPr>
            <a:xfrm>
              <a:off x="6079066" y="48014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29" name="pt29"/>
            <p:cNvSpPr/>
            <p:nvPr/>
          </p:nvSpPr>
          <p:spPr>
            <a:xfrm>
              <a:off x="6079066" y="51947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0" name="pg30"/>
            <p:cNvSpPr/>
            <p:nvPr/>
          </p:nvSpPr>
          <p:spPr>
            <a:xfrm>
              <a:off x="1293336" y="2070498"/>
              <a:ext cx="5665654" cy="2591076"/>
            </a:xfrm>
            <a:custGeom>
              <a:avLst/>
              <a:gdLst/>
              <a:ahLst/>
              <a:cxnLst/>
              <a:rect l="0" t="0" r="0" b="0"/>
              <a:pathLst>
                <a:path w="5665654" h="2591076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  <a:lnTo>
                    <a:pt x="5665654" y="2591076"/>
                  </a:lnTo>
                  <a:lnTo>
                    <a:pt x="5593936" y="2565628"/>
                  </a:lnTo>
                  <a:lnTo>
                    <a:pt x="5522219" y="2540394"/>
                  </a:lnTo>
                  <a:lnTo>
                    <a:pt x="5450502" y="2515388"/>
                  </a:lnTo>
                  <a:lnTo>
                    <a:pt x="5378785" y="2490625"/>
                  </a:lnTo>
                  <a:lnTo>
                    <a:pt x="5307068" y="2466119"/>
                  </a:lnTo>
                  <a:lnTo>
                    <a:pt x="5235351" y="2441889"/>
                  </a:lnTo>
                  <a:lnTo>
                    <a:pt x="5163634" y="2417952"/>
                  </a:lnTo>
                  <a:lnTo>
                    <a:pt x="5091916" y="2394328"/>
                  </a:lnTo>
                  <a:lnTo>
                    <a:pt x="5020199" y="2371035"/>
                  </a:lnTo>
                  <a:lnTo>
                    <a:pt x="4948482" y="2348097"/>
                  </a:lnTo>
                  <a:lnTo>
                    <a:pt x="4876765" y="2325534"/>
                  </a:lnTo>
                  <a:lnTo>
                    <a:pt x="4805048" y="2303371"/>
                  </a:lnTo>
                  <a:lnTo>
                    <a:pt x="4733331" y="2281631"/>
                  </a:lnTo>
                  <a:lnTo>
                    <a:pt x="4661614" y="2260341"/>
                  </a:lnTo>
                  <a:lnTo>
                    <a:pt x="4589897" y="2239525"/>
                  </a:lnTo>
                  <a:lnTo>
                    <a:pt x="4518179" y="2219211"/>
                  </a:lnTo>
                  <a:lnTo>
                    <a:pt x="4446462" y="2199424"/>
                  </a:lnTo>
                  <a:lnTo>
                    <a:pt x="4374745" y="2180193"/>
                  </a:lnTo>
                  <a:lnTo>
                    <a:pt x="4303028" y="2161542"/>
                  </a:lnTo>
                  <a:lnTo>
                    <a:pt x="4231311" y="2143498"/>
                  </a:lnTo>
                  <a:lnTo>
                    <a:pt x="4159594" y="2126085"/>
                  </a:lnTo>
                  <a:lnTo>
                    <a:pt x="4087877" y="2109326"/>
                  </a:lnTo>
                  <a:lnTo>
                    <a:pt x="4016159" y="2093242"/>
                  </a:lnTo>
                  <a:lnTo>
                    <a:pt x="3944442" y="2077853"/>
                  </a:lnTo>
                  <a:lnTo>
                    <a:pt x="3872725" y="2063173"/>
                  </a:lnTo>
                  <a:lnTo>
                    <a:pt x="3801008" y="2049215"/>
                  </a:lnTo>
                  <a:lnTo>
                    <a:pt x="3729291" y="2035988"/>
                  </a:lnTo>
                  <a:lnTo>
                    <a:pt x="3657574" y="2023498"/>
                  </a:lnTo>
                  <a:lnTo>
                    <a:pt x="3585857" y="2011746"/>
                  </a:lnTo>
                  <a:lnTo>
                    <a:pt x="3514139" y="2000729"/>
                  </a:lnTo>
                  <a:lnTo>
                    <a:pt x="3442422" y="1990441"/>
                  </a:lnTo>
                  <a:lnTo>
                    <a:pt x="3370705" y="1980872"/>
                  </a:lnTo>
                  <a:lnTo>
                    <a:pt x="3298988" y="1972009"/>
                  </a:lnTo>
                  <a:lnTo>
                    <a:pt x="3227271" y="1963834"/>
                  </a:lnTo>
                  <a:lnTo>
                    <a:pt x="3155554" y="1956329"/>
                  </a:lnTo>
                  <a:lnTo>
                    <a:pt x="3083837" y="1949471"/>
                  </a:lnTo>
                  <a:lnTo>
                    <a:pt x="3012119" y="1943237"/>
                  </a:lnTo>
                  <a:lnTo>
                    <a:pt x="2940402" y="1937603"/>
                  </a:lnTo>
                  <a:lnTo>
                    <a:pt x="2868685" y="1932542"/>
                  </a:lnTo>
                  <a:lnTo>
                    <a:pt x="2796968" y="1928028"/>
                  </a:lnTo>
                  <a:lnTo>
                    <a:pt x="2725251" y="1924035"/>
                  </a:lnTo>
                  <a:lnTo>
                    <a:pt x="2653534" y="1920534"/>
                  </a:lnTo>
                  <a:lnTo>
                    <a:pt x="2581817" y="1917502"/>
                  </a:lnTo>
                  <a:lnTo>
                    <a:pt x="2510099" y="1914910"/>
                  </a:lnTo>
                  <a:lnTo>
                    <a:pt x="2438382" y="1912736"/>
                  </a:lnTo>
                  <a:lnTo>
                    <a:pt x="2366665" y="1910954"/>
                  </a:lnTo>
                  <a:lnTo>
                    <a:pt x="2294948" y="1909541"/>
                  </a:lnTo>
                  <a:lnTo>
                    <a:pt x="2223231" y="1908476"/>
                  </a:lnTo>
                  <a:lnTo>
                    <a:pt x="2151514" y="1907737"/>
                  </a:lnTo>
                  <a:lnTo>
                    <a:pt x="2079797" y="1907304"/>
                  </a:lnTo>
                  <a:lnTo>
                    <a:pt x="2008079" y="1907160"/>
                  </a:lnTo>
                  <a:lnTo>
                    <a:pt x="1936362" y="1907286"/>
                  </a:lnTo>
                  <a:lnTo>
                    <a:pt x="1864645" y="1907665"/>
                  </a:lnTo>
                  <a:lnTo>
                    <a:pt x="1792928" y="1908283"/>
                  </a:lnTo>
                  <a:lnTo>
                    <a:pt x="1721211" y="1909124"/>
                  </a:lnTo>
                  <a:lnTo>
                    <a:pt x="1649494" y="1910175"/>
                  </a:lnTo>
                  <a:lnTo>
                    <a:pt x="1577777" y="1911423"/>
                  </a:lnTo>
                  <a:lnTo>
                    <a:pt x="1506059" y="1912856"/>
                  </a:lnTo>
                  <a:lnTo>
                    <a:pt x="1434342" y="1914464"/>
                  </a:lnTo>
                  <a:lnTo>
                    <a:pt x="1362625" y="1916235"/>
                  </a:lnTo>
                  <a:lnTo>
                    <a:pt x="1290908" y="1918161"/>
                  </a:lnTo>
                  <a:lnTo>
                    <a:pt x="1219191" y="1920231"/>
                  </a:lnTo>
                  <a:lnTo>
                    <a:pt x="1147474" y="1922439"/>
                  </a:lnTo>
                  <a:lnTo>
                    <a:pt x="1075757" y="1924775"/>
                  </a:lnTo>
                  <a:lnTo>
                    <a:pt x="1004039" y="1927233"/>
                  </a:lnTo>
                  <a:lnTo>
                    <a:pt x="932322" y="1929806"/>
                  </a:lnTo>
                  <a:lnTo>
                    <a:pt x="860605" y="1932487"/>
                  </a:lnTo>
                  <a:lnTo>
                    <a:pt x="788888" y="1935271"/>
                  </a:lnTo>
                  <a:lnTo>
                    <a:pt x="717171" y="1938151"/>
                  </a:lnTo>
                  <a:lnTo>
                    <a:pt x="645454" y="1941124"/>
                  </a:lnTo>
                  <a:lnTo>
                    <a:pt x="573737" y="1944183"/>
                  </a:lnTo>
                  <a:lnTo>
                    <a:pt x="502019" y="1947324"/>
                  </a:lnTo>
                  <a:lnTo>
                    <a:pt x="430302" y="1950544"/>
                  </a:lnTo>
                  <a:lnTo>
                    <a:pt x="358585" y="1953838"/>
                  </a:lnTo>
                  <a:lnTo>
                    <a:pt x="286868" y="1957202"/>
                  </a:lnTo>
                  <a:lnTo>
                    <a:pt x="215151" y="1960632"/>
                  </a:lnTo>
                  <a:lnTo>
                    <a:pt x="143434" y="1964127"/>
                  </a:lnTo>
                  <a:lnTo>
                    <a:pt x="71717" y="1967681"/>
                  </a:lnTo>
                  <a:lnTo>
                    <a:pt x="0" y="197129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1" name="pl31"/>
            <p:cNvSpPr/>
            <p:nvPr/>
          </p:nvSpPr>
          <p:spPr>
            <a:xfrm>
              <a:off x="1293336" y="2070498"/>
              <a:ext cx="5665654" cy="1314928"/>
            </a:xfrm>
            <a:custGeom>
              <a:avLst/>
              <a:gdLst/>
              <a:ahLst/>
              <a:cxnLst/>
              <a:rect l="0" t="0" r="0" b="0"/>
              <a:pathLst>
                <a:path w="5665654" h="1314928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2" name="pl32"/>
            <p:cNvSpPr/>
            <p:nvPr/>
          </p:nvSpPr>
          <p:spPr>
            <a:xfrm>
              <a:off x="1293336" y="3977659"/>
              <a:ext cx="5665654" cy="683915"/>
            </a:xfrm>
            <a:custGeom>
              <a:avLst/>
              <a:gdLst/>
              <a:ahLst/>
              <a:cxnLst/>
              <a:rect l="0" t="0" r="0" b="0"/>
              <a:pathLst>
                <a:path w="5665654" h="683915">
                  <a:moveTo>
                    <a:pt x="5665654" y="683915"/>
                  </a:moveTo>
                  <a:lnTo>
                    <a:pt x="5593936" y="658468"/>
                  </a:lnTo>
                  <a:lnTo>
                    <a:pt x="5522219" y="633234"/>
                  </a:lnTo>
                  <a:lnTo>
                    <a:pt x="5450502" y="608228"/>
                  </a:lnTo>
                  <a:lnTo>
                    <a:pt x="5378785" y="583464"/>
                  </a:lnTo>
                  <a:lnTo>
                    <a:pt x="5307068" y="558959"/>
                  </a:lnTo>
                  <a:lnTo>
                    <a:pt x="5235351" y="534729"/>
                  </a:lnTo>
                  <a:lnTo>
                    <a:pt x="5163634" y="510792"/>
                  </a:lnTo>
                  <a:lnTo>
                    <a:pt x="5091916" y="487167"/>
                  </a:lnTo>
                  <a:lnTo>
                    <a:pt x="5020199" y="463875"/>
                  </a:lnTo>
                  <a:lnTo>
                    <a:pt x="4948482" y="440936"/>
                  </a:lnTo>
                  <a:lnTo>
                    <a:pt x="4876765" y="418374"/>
                  </a:lnTo>
                  <a:lnTo>
                    <a:pt x="4805048" y="396210"/>
                  </a:lnTo>
                  <a:lnTo>
                    <a:pt x="4733331" y="374471"/>
                  </a:lnTo>
                  <a:lnTo>
                    <a:pt x="4661614" y="353180"/>
                  </a:lnTo>
                  <a:lnTo>
                    <a:pt x="4589897" y="332365"/>
                  </a:lnTo>
                  <a:lnTo>
                    <a:pt x="4518179" y="312050"/>
                  </a:lnTo>
                  <a:lnTo>
                    <a:pt x="4446462" y="292264"/>
                  </a:lnTo>
                  <a:lnTo>
                    <a:pt x="4374745" y="273032"/>
                  </a:lnTo>
                  <a:lnTo>
                    <a:pt x="4303028" y="254381"/>
                  </a:lnTo>
                  <a:lnTo>
                    <a:pt x="4231311" y="236337"/>
                  </a:lnTo>
                  <a:lnTo>
                    <a:pt x="4159594" y="218924"/>
                  </a:lnTo>
                  <a:lnTo>
                    <a:pt x="4087877" y="202166"/>
                  </a:lnTo>
                  <a:lnTo>
                    <a:pt x="4016159" y="186082"/>
                  </a:lnTo>
                  <a:lnTo>
                    <a:pt x="3944442" y="170692"/>
                  </a:lnTo>
                  <a:lnTo>
                    <a:pt x="3872725" y="156012"/>
                  </a:lnTo>
                  <a:lnTo>
                    <a:pt x="3801008" y="142055"/>
                  </a:lnTo>
                  <a:lnTo>
                    <a:pt x="3729291" y="128828"/>
                  </a:lnTo>
                  <a:lnTo>
                    <a:pt x="3657574" y="116338"/>
                  </a:lnTo>
                  <a:lnTo>
                    <a:pt x="3585857" y="104586"/>
                  </a:lnTo>
                  <a:lnTo>
                    <a:pt x="3514139" y="93569"/>
                  </a:lnTo>
                  <a:lnTo>
                    <a:pt x="3442422" y="83281"/>
                  </a:lnTo>
                  <a:lnTo>
                    <a:pt x="3370705" y="73712"/>
                  </a:lnTo>
                  <a:lnTo>
                    <a:pt x="3298988" y="64848"/>
                  </a:lnTo>
                  <a:lnTo>
                    <a:pt x="3227271" y="56674"/>
                  </a:lnTo>
                  <a:lnTo>
                    <a:pt x="3155554" y="49168"/>
                  </a:lnTo>
                  <a:lnTo>
                    <a:pt x="3083837" y="42310"/>
                  </a:lnTo>
                  <a:lnTo>
                    <a:pt x="3012119" y="36077"/>
                  </a:lnTo>
                  <a:lnTo>
                    <a:pt x="2940402" y="30443"/>
                  </a:lnTo>
                  <a:lnTo>
                    <a:pt x="2868685" y="25382"/>
                  </a:lnTo>
                  <a:lnTo>
                    <a:pt x="2796968" y="20868"/>
                  </a:lnTo>
                  <a:lnTo>
                    <a:pt x="2725251" y="16874"/>
                  </a:lnTo>
                  <a:lnTo>
                    <a:pt x="2653534" y="13374"/>
                  </a:lnTo>
                  <a:lnTo>
                    <a:pt x="2581817" y="10341"/>
                  </a:lnTo>
                  <a:lnTo>
                    <a:pt x="2510099" y="7750"/>
                  </a:lnTo>
                  <a:lnTo>
                    <a:pt x="2438382" y="5575"/>
                  </a:lnTo>
                  <a:lnTo>
                    <a:pt x="2366665" y="3793"/>
                  </a:lnTo>
                  <a:lnTo>
                    <a:pt x="2294948" y="2380"/>
                  </a:lnTo>
                  <a:lnTo>
                    <a:pt x="2223231" y="1315"/>
                  </a:lnTo>
                  <a:lnTo>
                    <a:pt x="2151514" y="576"/>
                  </a:lnTo>
                  <a:lnTo>
                    <a:pt x="2079797" y="144"/>
                  </a:lnTo>
                  <a:lnTo>
                    <a:pt x="2008079" y="0"/>
                  </a:lnTo>
                  <a:lnTo>
                    <a:pt x="1936362" y="125"/>
                  </a:lnTo>
                  <a:lnTo>
                    <a:pt x="1864645" y="505"/>
                  </a:lnTo>
                  <a:lnTo>
                    <a:pt x="1792928" y="1122"/>
                  </a:lnTo>
                  <a:lnTo>
                    <a:pt x="1721211" y="1963"/>
                  </a:lnTo>
                  <a:lnTo>
                    <a:pt x="1649494" y="3014"/>
                  </a:lnTo>
                  <a:lnTo>
                    <a:pt x="1577777" y="4262"/>
                  </a:lnTo>
                  <a:lnTo>
                    <a:pt x="1506059" y="5696"/>
                  </a:lnTo>
                  <a:lnTo>
                    <a:pt x="1434342" y="7303"/>
                  </a:lnTo>
                  <a:lnTo>
                    <a:pt x="1362625" y="9075"/>
                  </a:lnTo>
                  <a:lnTo>
                    <a:pt x="1290908" y="11000"/>
                  </a:lnTo>
                  <a:lnTo>
                    <a:pt x="1219191" y="13071"/>
                  </a:lnTo>
                  <a:lnTo>
                    <a:pt x="1147474" y="15278"/>
                  </a:lnTo>
                  <a:lnTo>
                    <a:pt x="1075757" y="17615"/>
                  </a:lnTo>
                  <a:lnTo>
                    <a:pt x="1004039" y="20073"/>
                  </a:lnTo>
                  <a:lnTo>
                    <a:pt x="932322" y="22646"/>
                  </a:lnTo>
                  <a:lnTo>
                    <a:pt x="860605" y="25327"/>
                  </a:lnTo>
                  <a:lnTo>
                    <a:pt x="788888" y="28111"/>
                  </a:lnTo>
                  <a:lnTo>
                    <a:pt x="717171" y="30991"/>
                  </a:lnTo>
                  <a:lnTo>
                    <a:pt x="645454" y="33963"/>
                  </a:lnTo>
                  <a:lnTo>
                    <a:pt x="573737" y="37023"/>
                  </a:lnTo>
                  <a:lnTo>
                    <a:pt x="502019" y="40164"/>
                  </a:lnTo>
                  <a:lnTo>
                    <a:pt x="430302" y="43384"/>
                  </a:lnTo>
                  <a:lnTo>
                    <a:pt x="358585" y="46677"/>
                  </a:lnTo>
                  <a:lnTo>
                    <a:pt x="286868" y="50041"/>
                  </a:lnTo>
                  <a:lnTo>
                    <a:pt x="215151" y="53472"/>
                  </a:lnTo>
                  <a:lnTo>
                    <a:pt x="143434" y="56966"/>
                  </a:lnTo>
                  <a:lnTo>
                    <a:pt x="71717" y="60521"/>
                  </a:lnTo>
                  <a:lnTo>
                    <a:pt x="0" y="64133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3" name="pl33"/>
            <p:cNvSpPr/>
            <p:nvPr/>
          </p:nvSpPr>
          <p:spPr>
            <a:xfrm>
              <a:off x="1293336" y="3056145"/>
              <a:ext cx="5665654" cy="966017"/>
            </a:xfrm>
            <a:custGeom>
              <a:avLst/>
              <a:gdLst/>
              <a:ahLst/>
              <a:cxnLst/>
              <a:rect l="0" t="0" r="0" b="0"/>
              <a:pathLst>
                <a:path w="5665654" h="966017">
                  <a:moveTo>
                    <a:pt x="0" y="0"/>
                  </a:moveTo>
                  <a:lnTo>
                    <a:pt x="71717" y="12228"/>
                  </a:lnTo>
                  <a:lnTo>
                    <a:pt x="143434" y="24456"/>
                  </a:lnTo>
                  <a:lnTo>
                    <a:pt x="215151" y="36684"/>
                  </a:lnTo>
                  <a:lnTo>
                    <a:pt x="286868" y="48912"/>
                  </a:lnTo>
                  <a:lnTo>
                    <a:pt x="358585" y="61140"/>
                  </a:lnTo>
                  <a:lnTo>
                    <a:pt x="430302" y="73368"/>
                  </a:lnTo>
                  <a:lnTo>
                    <a:pt x="502019" y="85596"/>
                  </a:lnTo>
                  <a:lnTo>
                    <a:pt x="573737" y="97824"/>
                  </a:lnTo>
                  <a:lnTo>
                    <a:pt x="645454" y="110052"/>
                  </a:lnTo>
                  <a:lnTo>
                    <a:pt x="717171" y="122280"/>
                  </a:lnTo>
                  <a:lnTo>
                    <a:pt x="788888" y="134508"/>
                  </a:lnTo>
                  <a:lnTo>
                    <a:pt x="860605" y="146736"/>
                  </a:lnTo>
                  <a:lnTo>
                    <a:pt x="932322" y="158964"/>
                  </a:lnTo>
                  <a:lnTo>
                    <a:pt x="1004039" y="171192"/>
                  </a:lnTo>
                  <a:lnTo>
                    <a:pt x="1075757" y="183421"/>
                  </a:lnTo>
                  <a:lnTo>
                    <a:pt x="1147474" y="195649"/>
                  </a:lnTo>
                  <a:lnTo>
                    <a:pt x="1219191" y="207877"/>
                  </a:lnTo>
                  <a:lnTo>
                    <a:pt x="1290908" y="220105"/>
                  </a:lnTo>
                  <a:lnTo>
                    <a:pt x="1362625" y="232333"/>
                  </a:lnTo>
                  <a:lnTo>
                    <a:pt x="1434342" y="244561"/>
                  </a:lnTo>
                  <a:lnTo>
                    <a:pt x="1506059" y="256789"/>
                  </a:lnTo>
                  <a:lnTo>
                    <a:pt x="1577777" y="269017"/>
                  </a:lnTo>
                  <a:lnTo>
                    <a:pt x="1649494" y="281245"/>
                  </a:lnTo>
                  <a:lnTo>
                    <a:pt x="1721211" y="293473"/>
                  </a:lnTo>
                  <a:lnTo>
                    <a:pt x="1792928" y="305701"/>
                  </a:lnTo>
                  <a:lnTo>
                    <a:pt x="1864645" y="317929"/>
                  </a:lnTo>
                  <a:lnTo>
                    <a:pt x="1936362" y="330157"/>
                  </a:lnTo>
                  <a:lnTo>
                    <a:pt x="2008079" y="342385"/>
                  </a:lnTo>
                  <a:lnTo>
                    <a:pt x="2079797" y="354614"/>
                  </a:lnTo>
                  <a:lnTo>
                    <a:pt x="2151514" y="366842"/>
                  </a:lnTo>
                  <a:lnTo>
                    <a:pt x="2223231" y="379070"/>
                  </a:lnTo>
                  <a:lnTo>
                    <a:pt x="2294948" y="391298"/>
                  </a:lnTo>
                  <a:lnTo>
                    <a:pt x="2366665" y="403526"/>
                  </a:lnTo>
                  <a:lnTo>
                    <a:pt x="2438382" y="415754"/>
                  </a:lnTo>
                  <a:lnTo>
                    <a:pt x="2510099" y="427982"/>
                  </a:lnTo>
                  <a:lnTo>
                    <a:pt x="2581817" y="440210"/>
                  </a:lnTo>
                  <a:lnTo>
                    <a:pt x="2653534" y="452438"/>
                  </a:lnTo>
                  <a:lnTo>
                    <a:pt x="2725251" y="464666"/>
                  </a:lnTo>
                  <a:lnTo>
                    <a:pt x="2796968" y="476894"/>
                  </a:lnTo>
                  <a:lnTo>
                    <a:pt x="2868685" y="489122"/>
                  </a:lnTo>
                  <a:lnTo>
                    <a:pt x="2940402" y="501350"/>
                  </a:lnTo>
                  <a:lnTo>
                    <a:pt x="3012119" y="513578"/>
                  </a:lnTo>
                  <a:lnTo>
                    <a:pt x="3083837" y="525807"/>
                  </a:lnTo>
                  <a:lnTo>
                    <a:pt x="3155554" y="538035"/>
                  </a:lnTo>
                  <a:lnTo>
                    <a:pt x="3227271" y="550263"/>
                  </a:lnTo>
                  <a:lnTo>
                    <a:pt x="3298988" y="562491"/>
                  </a:lnTo>
                  <a:lnTo>
                    <a:pt x="3370705" y="574719"/>
                  </a:lnTo>
                  <a:lnTo>
                    <a:pt x="3442422" y="586947"/>
                  </a:lnTo>
                  <a:lnTo>
                    <a:pt x="3514139" y="599175"/>
                  </a:lnTo>
                  <a:lnTo>
                    <a:pt x="3585857" y="611403"/>
                  </a:lnTo>
                  <a:lnTo>
                    <a:pt x="3657574" y="623631"/>
                  </a:lnTo>
                  <a:lnTo>
                    <a:pt x="3729291" y="635859"/>
                  </a:lnTo>
                  <a:lnTo>
                    <a:pt x="3801008" y="648087"/>
                  </a:lnTo>
                  <a:lnTo>
                    <a:pt x="3872725" y="660315"/>
                  </a:lnTo>
                  <a:lnTo>
                    <a:pt x="3944442" y="672543"/>
                  </a:lnTo>
                  <a:lnTo>
                    <a:pt x="4016159" y="684771"/>
                  </a:lnTo>
                  <a:lnTo>
                    <a:pt x="4087877" y="697000"/>
                  </a:lnTo>
                  <a:lnTo>
                    <a:pt x="4159594" y="709228"/>
                  </a:lnTo>
                  <a:lnTo>
                    <a:pt x="4231311" y="721456"/>
                  </a:lnTo>
                  <a:lnTo>
                    <a:pt x="4303028" y="733684"/>
                  </a:lnTo>
                  <a:lnTo>
                    <a:pt x="4374745" y="745912"/>
                  </a:lnTo>
                  <a:lnTo>
                    <a:pt x="4446462" y="758140"/>
                  </a:lnTo>
                  <a:lnTo>
                    <a:pt x="4518179" y="770368"/>
                  </a:lnTo>
                  <a:lnTo>
                    <a:pt x="4589897" y="782596"/>
                  </a:lnTo>
                  <a:lnTo>
                    <a:pt x="4661614" y="794824"/>
                  </a:lnTo>
                  <a:lnTo>
                    <a:pt x="4733331" y="807052"/>
                  </a:lnTo>
                  <a:lnTo>
                    <a:pt x="4805048" y="819280"/>
                  </a:lnTo>
                  <a:lnTo>
                    <a:pt x="4876765" y="831508"/>
                  </a:lnTo>
                  <a:lnTo>
                    <a:pt x="4948482" y="843736"/>
                  </a:lnTo>
                  <a:lnTo>
                    <a:pt x="5020199" y="855964"/>
                  </a:lnTo>
                  <a:lnTo>
                    <a:pt x="5091916" y="868192"/>
                  </a:lnTo>
                  <a:lnTo>
                    <a:pt x="5163634" y="880421"/>
                  </a:lnTo>
                  <a:lnTo>
                    <a:pt x="5235351" y="892649"/>
                  </a:lnTo>
                  <a:lnTo>
                    <a:pt x="5307068" y="904877"/>
                  </a:lnTo>
                  <a:lnTo>
                    <a:pt x="5378785" y="917105"/>
                  </a:lnTo>
                  <a:lnTo>
                    <a:pt x="5450502" y="929333"/>
                  </a:lnTo>
                  <a:lnTo>
                    <a:pt x="5522219" y="941561"/>
                  </a:lnTo>
                  <a:lnTo>
                    <a:pt x="5593936" y="953789"/>
                  </a:lnTo>
                  <a:lnTo>
                    <a:pt x="5665654" y="966017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4" name="pt34"/>
            <p:cNvSpPr/>
            <p:nvPr/>
          </p:nvSpPr>
          <p:spPr>
            <a:xfrm>
              <a:off x="5017518" y="44981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5" name="pt35"/>
            <p:cNvSpPr/>
            <p:nvPr/>
          </p:nvSpPr>
          <p:spPr>
            <a:xfrm>
              <a:off x="5017518" y="462262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" name="pt36"/>
            <p:cNvSpPr/>
            <p:nvPr/>
          </p:nvSpPr>
          <p:spPr>
            <a:xfrm>
              <a:off x="5017518" y="47059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" name="pt37"/>
            <p:cNvSpPr/>
            <p:nvPr/>
          </p:nvSpPr>
          <p:spPr>
            <a:xfrm>
              <a:off x="1199225" y="40666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" name="pt38"/>
            <p:cNvSpPr/>
            <p:nvPr/>
          </p:nvSpPr>
          <p:spPr>
            <a:xfrm>
              <a:off x="1199225" y="43560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" name="pt39"/>
            <p:cNvSpPr/>
            <p:nvPr/>
          </p:nvSpPr>
          <p:spPr>
            <a:xfrm>
              <a:off x="1199225" y="3967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" name="pt40"/>
            <p:cNvSpPr/>
            <p:nvPr/>
          </p:nvSpPr>
          <p:spPr>
            <a:xfrm>
              <a:off x="5964106" y="4255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" name="pt41"/>
            <p:cNvSpPr/>
            <p:nvPr/>
          </p:nvSpPr>
          <p:spPr>
            <a:xfrm>
              <a:off x="5964106" y="3859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" name="pt42"/>
            <p:cNvSpPr/>
            <p:nvPr/>
          </p:nvSpPr>
          <p:spPr>
            <a:xfrm>
              <a:off x="5964106" y="42019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" name="pt43"/>
            <p:cNvSpPr/>
            <p:nvPr/>
          </p:nvSpPr>
          <p:spPr>
            <a:xfrm>
              <a:off x="5693755" y="4887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4" name="pt44"/>
            <p:cNvSpPr/>
            <p:nvPr/>
          </p:nvSpPr>
          <p:spPr>
            <a:xfrm>
              <a:off x="5693755" y="451089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" name="pt45"/>
            <p:cNvSpPr/>
            <p:nvPr/>
          </p:nvSpPr>
          <p:spPr>
            <a:xfrm>
              <a:off x="5693755" y="48515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" name="pt46"/>
            <p:cNvSpPr/>
            <p:nvPr/>
          </p:nvSpPr>
          <p:spPr>
            <a:xfrm>
              <a:off x="6168066" y="37447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" name="pt47"/>
            <p:cNvSpPr/>
            <p:nvPr/>
          </p:nvSpPr>
          <p:spPr>
            <a:xfrm>
              <a:off x="6168066" y="41116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" name="pt48"/>
            <p:cNvSpPr/>
            <p:nvPr/>
          </p:nvSpPr>
          <p:spPr>
            <a:xfrm>
              <a:off x="6168066" y="39525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" name="pt49"/>
            <p:cNvSpPr/>
            <p:nvPr/>
          </p:nvSpPr>
          <p:spPr>
            <a:xfrm>
              <a:off x="3351269" y="38138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" name="pt50"/>
            <p:cNvSpPr/>
            <p:nvPr/>
          </p:nvSpPr>
          <p:spPr>
            <a:xfrm>
              <a:off x="3351269" y="40630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" name="pt51"/>
            <p:cNvSpPr/>
            <p:nvPr/>
          </p:nvSpPr>
          <p:spPr>
            <a:xfrm>
              <a:off x="3351269" y="405732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" name="pt52"/>
            <p:cNvSpPr/>
            <p:nvPr/>
          </p:nvSpPr>
          <p:spPr>
            <a:xfrm>
              <a:off x="5125659" y="54168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3" name="pt53"/>
            <p:cNvSpPr/>
            <p:nvPr/>
          </p:nvSpPr>
          <p:spPr>
            <a:xfrm>
              <a:off x="5125659" y="53821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4" name="pt54"/>
            <p:cNvSpPr/>
            <p:nvPr/>
          </p:nvSpPr>
          <p:spPr>
            <a:xfrm>
              <a:off x="6595963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5" name="pt55"/>
            <p:cNvSpPr/>
            <p:nvPr/>
          </p:nvSpPr>
          <p:spPr>
            <a:xfrm>
              <a:off x="6595963" y="537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6" name="pg56"/>
            <p:cNvSpPr/>
            <p:nvPr/>
          </p:nvSpPr>
          <p:spPr>
            <a:xfrm>
              <a:off x="1257927" y="3555635"/>
              <a:ext cx="5396738" cy="1516832"/>
            </a:xfrm>
            <a:custGeom>
              <a:avLst/>
              <a:gdLst/>
              <a:ahLst/>
              <a:cxnLst/>
              <a:rect l="0" t="0" r="0" b="0"/>
              <a:pathLst>
                <a:path w="5396738" h="1516832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  <a:lnTo>
                    <a:pt x="5396738" y="1516832"/>
                  </a:lnTo>
                  <a:lnTo>
                    <a:pt x="5328425" y="1502220"/>
                  </a:lnTo>
                  <a:lnTo>
                    <a:pt x="5260112" y="1487742"/>
                  </a:lnTo>
                  <a:lnTo>
                    <a:pt x="5191798" y="1473404"/>
                  </a:lnTo>
                  <a:lnTo>
                    <a:pt x="5123485" y="1459217"/>
                  </a:lnTo>
                  <a:lnTo>
                    <a:pt x="5055172" y="1445189"/>
                  </a:lnTo>
                  <a:lnTo>
                    <a:pt x="4986859" y="1431331"/>
                  </a:lnTo>
                  <a:lnTo>
                    <a:pt x="4918546" y="1417651"/>
                  </a:lnTo>
                  <a:lnTo>
                    <a:pt x="4850233" y="1404162"/>
                  </a:lnTo>
                  <a:lnTo>
                    <a:pt x="4781920" y="1390874"/>
                  </a:lnTo>
                  <a:lnTo>
                    <a:pt x="4713606" y="1377800"/>
                  </a:lnTo>
                  <a:lnTo>
                    <a:pt x="4645293" y="1364951"/>
                  </a:lnTo>
                  <a:lnTo>
                    <a:pt x="4576980" y="1352340"/>
                  </a:lnTo>
                  <a:lnTo>
                    <a:pt x="4508667" y="1339979"/>
                  </a:lnTo>
                  <a:lnTo>
                    <a:pt x="4440354" y="1327883"/>
                  </a:lnTo>
                  <a:lnTo>
                    <a:pt x="4372041" y="1316063"/>
                  </a:lnTo>
                  <a:lnTo>
                    <a:pt x="4303728" y="1304534"/>
                  </a:lnTo>
                  <a:lnTo>
                    <a:pt x="4235414" y="1293307"/>
                  </a:lnTo>
                  <a:lnTo>
                    <a:pt x="4167101" y="1282397"/>
                  </a:lnTo>
                  <a:lnTo>
                    <a:pt x="4098788" y="1271813"/>
                  </a:lnTo>
                  <a:lnTo>
                    <a:pt x="4030475" y="1261569"/>
                  </a:lnTo>
                  <a:lnTo>
                    <a:pt x="3962162" y="1251675"/>
                  </a:lnTo>
                  <a:lnTo>
                    <a:pt x="3893849" y="1242139"/>
                  </a:lnTo>
                  <a:lnTo>
                    <a:pt x="3825536" y="1232969"/>
                  </a:lnTo>
                  <a:lnTo>
                    <a:pt x="3757222" y="1224173"/>
                  </a:lnTo>
                  <a:lnTo>
                    <a:pt x="3688909" y="1215756"/>
                  </a:lnTo>
                  <a:lnTo>
                    <a:pt x="3620596" y="1207719"/>
                  </a:lnTo>
                  <a:lnTo>
                    <a:pt x="3552283" y="1200066"/>
                  </a:lnTo>
                  <a:lnTo>
                    <a:pt x="3483970" y="1192795"/>
                  </a:lnTo>
                  <a:lnTo>
                    <a:pt x="3415657" y="1185904"/>
                  </a:lnTo>
                  <a:lnTo>
                    <a:pt x="3347344" y="1179390"/>
                  </a:lnTo>
                  <a:lnTo>
                    <a:pt x="3279030" y="1173246"/>
                  </a:lnTo>
                  <a:lnTo>
                    <a:pt x="3210717" y="1167465"/>
                  </a:lnTo>
                  <a:lnTo>
                    <a:pt x="3142404" y="1162039"/>
                  </a:lnTo>
                  <a:lnTo>
                    <a:pt x="3074091" y="1156958"/>
                  </a:lnTo>
                  <a:lnTo>
                    <a:pt x="3005778" y="1152211"/>
                  </a:lnTo>
                  <a:lnTo>
                    <a:pt x="2937465" y="1147786"/>
                  </a:lnTo>
                  <a:lnTo>
                    <a:pt x="2869152" y="1143671"/>
                  </a:lnTo>
                  <a:lnTo>
                    <a:pt x="2800838" y="1139853"/>
                  </a:lnTo>
                  <a:lnTo>
                    <a:pt x="2732525" y="1136319"/>
                  </a:lnTo>
                  <a:lnTo>
                    <a:pt x="2664212" y="1133057"/>
                  </a:lnTo>
                  <a:lnTo>
                    <a:pt x="2595899" y="1130052"/>
                  </a:lnTo>
                  <a:lnTo>
                    <a:pt x="2527586" y="1127292"/>
                  </a:lnTo>
                  <a:lnTo>
                    <a:pt x="2459273" y="1124764"/>
                  </a:lnTo>
                  <a:lnTo>
                    <a:pt x="2390960" y="1122457"/>
                  </a:lnTo>
                  <a:lnTo>
                    <a:pt x="2322646" y="1120357"/>
                  </a:lnTo>
                  <a:lnTo>
                    <a:pt x="2254333" y="1118453"/>
                  </a:lnTo>
                  <a:lnTo>
                    <a:pt x="2186020" y="1116735"/>
                  </a:lnTo>
                  <a:lnTo>
                    <a:pt x="2117707" y="1115191"/>
                  </a:lnTo>
                  <a:lnTo>
                    <a:pt x="2049394" y="1113812"/>
                  </a:lnTo>
                  <a:lnTo>
                    <a:pt x="1981081" y="1112588"/>
                  </a:lnTo>
                  <a:lnTo>
                    <a:pt x="1912768" y="1111510"/>
                  </a:lnTo>
                  <a:lnTo>
                    <a:pt x="1844454" y="1110570"/>
                  </a:lnTo>
                  <a:lnTo>
                    <a:pt x="1776141" y="1109759"/>
                  </a:lnTo>
                  <a:lnTo>
                    <a:pt x="1707828" y="1109070"/>
                  </a:lnTo>
                  <a:lnTo>
                    <a:pt x="1639515" y="1108497"/>
                  </a:lnTo>
                  <a:lnTo>
                    <a:pt x="1571202" y="1108031"/>
                  </a:lnTo>
                  <a:lnTo>
                    <a:pt x="1502889" y="1107668"/>
                  </a:lnTo>
                  <a:lnTo>
                    <a:pt x="1434576" y="1107400"/>
                  </a:lnTo>
                  <a:lnTo>
                    <a:pt x="1366262" y="1107224"/>
                  </a:lnTo>
                  <a:lnTo>
                    <a:pt x="1297949" y="1107133"/>
                  </a:lnTo>
                  <a:lnTo>
                    <a:pt x="1229636" y="1107123"/>
                  </a:lnTo>
                  <a:lnTo>
                    <a:pt x="1161323" y="1107189"/>
                  </a:lnTo>
                  <a:lnTo>
                    <a:pt x="1093010" y="1107327"/>
                  </a:lnTo>
                  <a:lnTo>
                    <a:pt x="1024697" y="1107534"/>
                  </a:lnTo>
                  <a:lnTo>
                    <a:pt x="956384" y="1107805"/>
                  </a:lnTo>
                  <a:lnTo>
                    <a:pt x="888070" y="1108137"/>
                  </a:lnTo>
                  <a:lnTo>
                    <a:pt x="819757" y="1108527"/>
                  </a:lnTo>
                  <a:lnTo>
                    <a:pt x="751444" y="1108971"/>
                  </a:lnTo>
                  <a:lnTo>
                    <a:pt x="683131" y="1109468"/>
                  </a:lnTo>
                  <a:lnTo>
                    <a:pt x="614818" y="1110014"/>
                  </a:lnTo>
                  <a:lnTo>
                    <a:pt x="546505" y="1110607"/>
                  </a:lnTo>
                  <a:lnTo>
                    <a:pt x="478192" y="1111244"/>
                  </a:lnTo>
                  <a:lnTo>
                    <a:pt x="409878" y="1111923"/>
                  </a:lnTo>
                  <a:lnTo>
                    <a:pt x="341565" y="1112642"/>
                  </a:lnTo>
                  <a:lnTo>
                    <a:pt x="273252" y="1113400"/>
                  </a:lnTo>
                  <a:lnTo>
                    <a:pt x="204939" y="1114194"/>
                  </a:lnTo>
                  <a:lnTo>
                    <a:pt x="136626" y="1115023"/>
                  </a:lnTo>
                  <a:lnTo>
                    <a:pt x="68313" y="1115885"/>
                  </a:lnTo>
                  <a:lnTo>
                    <a:pt x="0" y="111677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7" name="pl57"/>
            <p:cNvSpPr/>
            <p:nvPr/>
          </p:nvSpPr>
          <p:spPr>
            <a:xfrm>
              <a:off x="1257927" y="3555635"/>
              <a:ext cx="5396738" cy="822889"/>
            </a:xfrm>
            <a:custGeom>
              <a:avLst/>
              <a:gdLst/>
              <a:ahLst/>
              <a:cxnLst/>
              <a:rect l="0" t="0" r="0" b="0"/>
              <a:pathLst>
                <a:path w="5396738" h="822889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8" name="pl58"/>
            <p:cNvSpPr/>
            <p:nvPr/>
          </p:nvSpPr>
          <p:spPr>
            <a:xfrm>
              <a:off x="1257927" y="4662758"/>
              <a:ext cx="5396738" cy="409709"/>
            </a:xfrm>
            <a:custGeom>
              <a:avLst/>
              <a:gdLst/>
              <a:ahLst/>
              <a:cxnLst/>
              <a:rect l="0" t="0" r="0" b="0"/>
              <a:pathLst>
                <a:path w="5396738" h="409709">
                  <a:moveTo>
                    <a:pt x="5396738" y="409709"/>
                  </a:moveTo>
                  <a:lnTo>
                    <a:pt x="5328425" y="395097"/>
                  </a:lnTo>
                  <a:lnTo>
                    <a:pt x="5260112" y="380618"/>
                  </a:lnTo>
                  <a:lnTo>
                    <a:pt x="5191798" y="366281"/>
                  </a:lnTo>
                  <a:lnTo>
                    <a:pt x="5123485" y="352094"/>
                  </a:lnTo>
                  <a:lnTo>
                    <a:pt x="5055172" y="338066"/>
                  </a:lnTo>
                  <a:lnTo>
                    <a:pt x="4986859" y="324207"/>
                  </a:lnTo>
                  <a:lnTo>
                    <a:pt x="4918546" y="310528"/>
                  </a:lnTo>
                  <a:lnTo>
                    <a:pt x="4850233" y="297039"/>
                  </a:lnTo>
                  <a:lnTo>
                    <a:pt x="4781920" y="283751"/>
                  </a:lnTo>
                  <a:lnTo>
                    <a:pt x="4713606" y="270677"/>
                  </a:lnTo>
                  <a:lnTo>
                    <a:pt x="4645293" y="257828"/>
                  </a:lnTo>
                  <a:lnTo>
                    <a:pt x="4576980" y="245216"/>
                  </a:lnTo>
                  <a:lnTo>
                    <a:pt x="4508667" y="232856"/>
                  </a:lnTo>
                  <a:lnTo>
                    <a:pt x="4440354" y="220760"/>
                  </a:lnTo>
                  <a:lnTo>
                    <a:pt x="4372041" y="208940"/>
                  </a:lnTo>
                  <a:lnTo>
                    <a:pt x="4303728" y="197411"/>
                  </a:lnTo>
                  <a:lnTo>
                    <a:pt x="4235414" y="186184"/>
                  </a:lnTo>
                  <a:lnTo>
                    <a:pt x="4167101" y="175273"/>
                  </a:lnTo>
                  <a:lnTo>
                    <a:pt x="4098788" y="164690"/>
                  </a:lnTo>
                  <a:lnTo>
                    <a:pt x="4030475" y="154446"/>
                  </a:lnTo>
                  <a:lnTo>
                    <a:pt x="3962162" y="144551"/>
                  </a:lnTo>
                  <a:lnTo>
                    <a:pt x="3893849" y="135015"/>
                  </a:lnTo>
                  <a:lnTo>
                    <a:pt x="3825536" y="125846"/>
                  </a:lnTo>
                  <a:lnTo>
                    <a:pt x="3757222" y="117050"/>
                  </a:lnTo>
                  <a:lnTo>
                    <a:pt x="3688909" y="108632"/>
                  </a:lnTo>
                  <a:lnTo>
                    <a:pt x="3620596" y="100596"/>
                  </a:lnTo>
                  <a:lnTo>
                    <a:pt x="3552283" y="92943"/>
                  </a:lnTo>
                  <a:lnTo>
                    <a:pt x="3483970" y="85672"/>
                  </a:lnTo>
                  <a:lnTo>
                    <a:pt x="3415657" y="78781"/>
                  </a:lnTo>
                  <a:lnTo>
                    <a:pt x="3347344" y="72267"/>
                  </a:lnTo>
                  <a:lnTo>
                    <a:pt x="3279030" y="66123"/>
                  </a:lnTo>
                  <a:lnTo>
                    <a:pt x="3210717" y="60342"/>
                  </a:lnTo>
                  <a:lnTo>
                    <a:pt x="3142404" y="54916"/>
                  </a:lnTo>
                  <a:lnTo>
                    <a:pt x="3074091" y="49835"/>
                  </a:lnTo>
                  <a:lnTo>
                    <a:pt x="3005778" y="45087"/>
                  </a:lnTo>
                  <a:lnTo>
                    <a:pt x="2937465" y="40662"/>
                  </a:lnTo>
                  <a:lnTo>
                    <a:pt x="2869152" y="36547"/>
                  </a:lnTo>
                  <a:lnTo>
                    <a:pt x="2800838" y="32730"/>
                  </a:lnTo>
                  <a:lnTo>
                    <a:pt x="2732525" y="29196"/>
                  </a:lnTo>
                  <a:lnTo>
                    <a:pt x="2664212" y="25933"/>
                  </a:lnTo>
                  <a:lnTo>
                    <a:pt x="2595899" y="22929"/>
                  </a:lnTo>
                  <a:lnTo>
                    <a:pt x="2527586" y="20169"/>
                  </a:lnTo>
                  <a:lnTo>
                    <a:pt x="2459273" y="17641"/>
                  </a:lnTo>
                  <a:lnTo>
                    <a:pt x="2390960" y="15333"/>
                  </a:lnTo>
                  <a:lnTo>
                    <a:pt x="2322646" y="13233"/>
                  </a:lnTo>
                  <a:lnTo>
                    <a:pt x="2254333" y="11330"/>
                  </a:lnTo>
                  <a:lnTo>
                    <a:pt x="2186020" y="9612"/>
                  </a:lnTo>
                  <a:lnTo>
                    <a:pt x="2117707" y="8068"/>
                  </a:lnTo>
                  <a:lnTo>
                    <a:pt x="2049394" y="6689"/>
                  </a:lnTo>
                  <a:lnTo>
                    <a:pt x="1981081" y="5465"/>
                  </a:lnTo>
                  <a:lnTo>
                    <a:pt x="1912768" y="4387"/>
                  </a:lnTo>
                  <a:lnTo>
                    <a:pt x="1844454" y="3447"/>
                  </a:lnTo>
                  <a:lnTo>
                    <a:pt x="1776141" y="2636"/>
                  </a:lnTo>
                  <a:lnTo>
                    <a:pt x="1707828" y="1947"/>
                  </a:lnTo>
                  <a:lnTo>
                    <a:pt x="1639515" y="1373"/>
                  </a:lnTo>
                  <a:lnTo>
                    <a:pt x="1571202" y="908"/>
                  </a:lnTo>
                  <a:lnTo>
                    <a:pt x="1502889" y="544"/>
                  </a:lnTo>
                  <a:lnTo>
                    <a:pt x="1434576" y="277"/>
                  </a:lnTo>
                  <a:lnTo>
                    <a:pt x="1366262" y="100"/>
                  </a:lnTo>
                  <a:lnTo>
                    <a:pt x="1297949" y="10"/>
                  </a:lnTo>
                  <a:lnTo>
                    <a:pt x="1229636" y="0"/>
                  </a:lnTo>
                  <a:lnTo>
                    <a:pt x="1161323" y="66"/>
                  </a:lnTo>
                  <a:lnTo>
                    <a:pt x="1093010" y="204"/>
                  </a:lnTo>
                  <a:lnTo>
                    <a:pt x="1024697" y="411"/>
                  </a:lnTo>
                  <a:lnTo>
                    <a:pt x="956384" y="682"/>
                  </a:lnTo>
                  <a:lnTo>
                    <a:pt x="888070" y="1014"/>
                  </a:lnTo>
                  <a:lnTo>
                    <a:pt x="819757" y="1404"/>
                  </a:lnTo>
                  <a:lnTo>
                    <a:pt x="751444" y="1848"/>
                  </a:lnTo>
                  <a:lnTo>
                    <a:pt x="683131" y="2345"/>
                  </a:lnTo>
                  <a:lnTo>
                    <a:pt x="614818" y="2891"/>
                  </a:lnTo>
                  <a:lnTo>
                    <a:pt x="546505" y="3483"/>
                  </a:lnTo>
                  <a:lnTo>
                    <a:pt x="478192" y="4120"/>
                  </a:lnTo>
                  <a:lnTo>
                    <a:pt x="409878" y="4800"/>
                  </a:lnTo>
                  <a:lnTo>
                    <a:pt x="341565" y="5519"/>
                  </a:lnTo>
                  <a:lnTo>
                    <a:pt x="273252" y="6277"/>
                  </a:lnTo>
                  <a:lnTo>
                    <a:pt x="204939" y="7071"/>
                  </a:lnTo>
                  <a:lnTo>
                    <a:pt x="136626" y="7900"/>
                  </a:lnTo>
                  <a:lnTo>
                    <a:pt x="68313" y="8761"/>
                  </a:lnTo>
                  <a:lnTo>
                    <a:pt x="0" y="965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9" name="pl59"/>
            <p:cNvSpPr/>
            <p:nvPr/>
          </p:nvSpPr>
          <p:spPr>
            <a:xfrm>
              <a:off x="1257927" y="4114024"/>
              <a:ext cx="5396738" cy="611471"/>
            </a:xfrm>
            <a:custGeom>
              <a:avLst/>
              <a:gdLst/>
              <a:ahLst/>
              <a:cxnLst/>
              <a:rect l="0" t="0" r="0" b="0"/>
              <a:pathLst>
                <a:path w="5396738" h="611471">
                  <a:moveTo>
                    <a:pt x="0" y="0"/>
                  </a:moveTo>
                  <a:lnTo>
                    <a:pt x="68313" y="7740"/>
                  </a:lnTo>
                  <a:lnTo>
                    <a:pt x="136626" y="15480"/>
                  </a:lnTo>
                  <a:lnTo>
                    <a:pt x="204939" y="23220"/>
                  </a:lnTo>
                  <a:lnTo>
                    <a:pt x="273252" y="30960"/>
                  </a:lnTo>
                  <a:lnTo>
                    <a:pt x="341565" y="38700"/>
                  </a:lnTo>
                  <a:lnTo>
                    <a:pt x="409878" y="46440"/>
                  </a:lnTo>
                  <a:lnTo>
                    <a:pt x="478192" y="54181"/>
                  </a:lnTo>
                  <a:lnTo>
                    <a:pt x="546505" y="61921"/>
                  </a:lnTo>
                  <a:lnTo>
                    <a:pt x="614818" y="69661"/>
                  </a:lnTo>
                  <a:lnTo>
                    <a:pt x="683131" y="77401"/>
                  </a:lnTo>
                  <a:lnTo>
                    <a:pt x="751444" y="85141"/>
                  </a:lnTo>
                  <a:lnTo>
                    <a:pt x="819757" y="92881"/>
                  </a:lnTo>
                  <a:lnTo>
                    <a:pt x="888070" y="100621"/>
                  </a:lnTo>
                  <a:lnTo>
                    <a:pt x="956384" y="108362"/>
                  </a:lnTo>
                  <a:lnTo>
                    <a:pt x="1024697" y="116102"/>
                  </a:lnTo>
                  <a:lnTo>
                    <a:pt x="1093010" y="123842"/>
                  </a:lnTo>
                  <a:lnTo>
                    <a:pt x="1161323" y="131582"/>
                  </a:lnTo>
                  <a:lnTo>
                    <a:pt x="1229636" y="139322"/>
                  </a:lnTo>
                  <a:lnTo>
                    <a:pt x="1297949" y="147062"/>
                  </a:lnTo>
                  <a:lnTo>
                    <a:pt x="1366262" y="154803"/>
                  </a:lnTo>
                  <a:lnTo>
                    <a:pt x="1434576" y="162543"/>
                  </a:lnTo>
                  <a:lnTo>
                    <a:pt x="1502889" y="170283"/>
                  </a:lnTo>
                  <a:lnTo>
                    <a:pt x="1571202" y="178023"/>
                  </a:lnTo>
                  <a:lnTo>
                    <a:pt x="1639515" y="185763"/>
                  </a:lnTo>
                  <a:lnTo>
                    <a:pt x="1707828" y="193503"/>
                  </a:lnTo>
                  <a:lnTo>
                    <a:pt x="1776141" y="201243"/>
                  </a:lnTo>
                  <a:lnTo>
                    <a:pt x="1844454" y="208984"/>
                  </a:lnTo>
                  <a:lnTo>
                    <a:pt x="1912768" y="216724"/>
                  </a:lnTo>
                  <a:lnTo>
                    <a:pt x="1981081" y="224464"/>
                  </a:lnTo>
                  <a:lnTo>
                    <a:pt x="2049394" y="232204"/>
                  </a:lnTo>
                  <a:lnTo>
                    <a:pt x="2117707" y="239944"/>
                  </a:lnTo>
                  <a:lnTo>
                    <a:pt x="2186020" y="247684"/>
                  </a:lnTo>
                  <a:lnTo>
                    <a:pt x="2254333" y="255424"/>
                  </a:lnTo>
                  <a:lnTo>
                    <a:pt x="2322646" y="263165"/>
                  </a:lnTo>
                  <a:lnTo>
                    <a:pt x="2390960" y="270905"/>
                  </a:lnTo>
                  <a:lnTo>
                    <a:pt x="2459273" y="278645"/>
                  </a:lnTo>
                  <a:lnTo>
                    <a:pt x="2527586" y="286385"/>
                  </a:lnTo>
                  <a:lnTo>
                    <a:pt x="2595899" y="294125"/>
                  </a:lnTo>
                  <a:lnTo>
                    <a:pt x="2664212" y="301865"/>
                  </a:lnTo>
                  <a:lnTo>
                    <a:pt x="2732525" y="309606"/>
                  </a:lnTo>
                  <a:lnTo>
                    <a:pt x="2800838" y="317346"/>
                  </a:lnTo>
                  <a:lnTo>
                    <a:pt x="2869152" y="325086"/>
                  </a:lnTo>
                  <a:lnTo>
                    <a:pt x="2937465" y="332826"/>
                  </a:lnTo>
                  <a:lnTo>
                    <a:pt x="3005778" y="340566"/>
                  </a:lnTo>
                  <a:lnTo>
                    <a:pt x="3074091" y="348306"/>
                  </a:lnTo>
                  <a:lnTo>
                    <a:pt x="3142404" y="356046"/>
                  </a:lnTo>
                  <a:lnTo>
                    <a:pt x="3210717" y="363787"/>
                  </a:lnTo>
                  <a:lnTo>
                    <a:pt x="3279030" y="371527"/>
                  </a:lnTo>
                  <a:lnTo>
                    <a:pt x="3347344" y="379267"/>
                  </a:lnTo>
                  <a:lnTo>
                    <a:pt x="3415657" y="387007"/>
                  </a:lnTo>
                  <a:lnTo>
                    <a:pt x="3483970" y="394747"/>
                  </a:lnTo>
                  <a:lnTo>
                    <a:pt x="3552283" y="402487"/>
                  </a:lnTo>
                  <a:lnTo>
                    <a:pt x="3620596" y="410228"/>
                  </a:lnTo>
                  <a:lnTo>
                    <a:pt x="3688909" y="417968"/>
                  </a:lnTo>
                  <a:lnTo>
                    <a:pt x="3757222" y="425708"/>
                  </a:lnTo>
                  <a:lnTo>
                    <a:pt x="3825536" y="433448"/>
                  </a:lnTo>
                  <a:lnTo>
                    <a:pt x="3893849" y="441188"/>
                  </a:lnTo>
                  <a:lnTo>
                    <a:pt x="3962162" y="448928"/>
                  </a:lnTo>
                  <a:lnTo>
                    <a:pt x="4030475" y="456668"/>
                  </a:lnTo>
                  <a:lnTo>
                    <a:pt x="4098788" y="464409"/>
                  </a:lnTo>
                  <a:lnTo>
                    <a:pt x="4167101" y="472149"/>
                  </a:lnTo>
                  <a:lnTo>
                    <a:pt x="4235414" y="479889"/>
                  </a:lnTo>
                  <a:lnTo>
                    <a:pt x="4303728" y="487629"/>
                  </a:lnTo>
                  <a:lnTo>
                    <a:pt x="4372041" y="495369"/>
                  </a:lnTo>
                  <a:lnTo>
                    <a:pt x="4440354" y="503109"/>
                  </a:lnTo>
                  <a:lnTo>
                    <a:pt x="4508667" y="510849"/>
                  </a:lnTo>
                  <a:lnTo>
                    <a:pt x="4576980" y="518590"/>
                  </a:lnTo>
                  <a:lnTo>
                    <a:pt x="4645293" y="526330"/>
                  </a:lnTo>
                  <a:lnTo>
                    <a:pt x="4713606" y="534070"/>
                  </a:lnTo>
                  <a:lnTo>
                    <a:pt x="4781920" y="541810"/>
                  </a:lnTo>
                  <a:lnTo>
                    <a:pt x="4850233" y="549550"/>
                  </a:lnTo>
                  <a:lnTo>
                    <a:pt x="4918546" y="557290"/>
                  </a:lnTo>
                  <a:lnTo>
                    <a:pt x="4986859" y="565031"/>
                  </a:lnTo>
                  <a:lnTo>
                    <a:pt x="5055172" y="572771"/>
                  </a:lnTo>
                  <a:lnTo>
                    <a:pt x="5123485" y="580511"/>
                  </a:lnTo>
                  <a:lnTo>
                    <a:pt x="5191798" y="588251"/>
                  </a:lnTo>
                  <a:lnTo>
                    <a:pt x="5260112" y="595991"/>
                  </a:lnTo>
                  <a:lnTo>
                    <a:pt x="5328425" y="603731"/>
                  </a:lnTo>
                  <a:lnTo>
                    <a:pt x="5396738" y="61147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0" name="pl60"/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1" name="tx61"/>
            <p:cNvSpPr/>
            <p:nvPr/>
          </p:nvSpPr>
          <p:spPr>
            <a:xfrm>
              <a:off x="692708" y="5540738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692708" y="4647296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692708" y="3753853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860410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92708" y="1966967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938079" y="558078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7" name="pl67"/>
            <p:cNvSpPr/>
            <p:nvPr/>
          </p:nvSpPr>
          <p:spPr>
            <a:xfrm>
              <a:off x="938079" y="468734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8" name="pl68"/>
            <p:cNvSpPr/>
            <p:nvPr/>
          </p:nvSpPr>
          <p:spPr>
            <a:xfrm>
              <a:off x="938079" y="37939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69" name="pl69"/>
            <p:cNvSpPr/>
            <p:nvPr/>
          </p:nvSpPr>
          <p:spPr>
            <a:xfrm>
              <a:off x="938079" y="29004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0" name="pl70"/>
            <p:cNvSpPr/>
            <p:nvPr/>
          </p:nvSpPr>
          <p:spPr>
            <a:xfrm>
              <a:off x="938079" y="20070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1" name="pl71"/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2" name="pl72"/>
            <p:cNvSpPr/>
            <p:nvPr/>
          </p:nvSpPr>
          <p:spPr>
            <a:xfrm>
              <a:off x="97549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3" name="pl73"/>
            <p:cNvSpPr/>
            <p:nvPr/>
          </p:nvSpPr>
          <p:spPr>
            <a:xfrm>
              <a:off x="217173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4" name="pl74"/>
            <p:cNvSpPr/>
            <p:nvPr/>
          </p:nvSpPr>
          <p:spPr>
            <a:xfrm>
              <a:off x="336798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5" name="pl75"/>
            <p:cNvSpPr/>
            <p:nvPr/>
          </p:nvSpPr>
          <p:spPr>
            <a:xfrm>
              <a:off x="456422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6" name="pl76"/>
            <p:cNvSpPr/>
            <p:nvPr/>
          </p:nvSpPr>
          <p:spPr>
            <a:xfrm>
              <a:off x="57604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7" name="pl77"/>
            <p:cNvSpPr/>
            <p:nvPr/>
          </p:nvSpPr>
          <p:spPr>
            <a:xfrm>
              <a:off x="695671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78" name="tx78"/>
            <p:cNvSpPr/>
            <p:nvPr/>
          </p:nvSpPr>
          <p:spPr>
            <a:xfrm>
              <a:off x="944404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4064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33689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3313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72938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92562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370766" y="6065086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5" name="tx85"/>
            <p:cNvSpPr/>
            <p:nvPr/>
          </p:nvSpPr>
          <p:spPr>
            <a:xfrm rot="-5400000">
              <a:off x="328455" y="3759743"/>
              <a:ext cx="4968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86" name="rc86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8" name="rc88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89" name="pt89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0" name="rc90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91" name="pt91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92" name="tx92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</p:grpSp>
      <p:sp>
        <p:nvSpPr>
          <p:cNvPr id="95" name="tx90">
            <a:extLst>
              <a:ext uri="{FF2B5EF4-FFF2-40B4-BE49-F238E27FC236}">
                <a16:creationId xmlns:a16="http://schemas.microsoft.com/office/drawing/2014/main" id="{75620787-4A99-EC2E-E649-15FD58316D3C}"/>
              </a:ext>
            </a:extLst>
          </p:cNvPr>
          <p:cNvSpPr/>
          <p:nvPr/>
        </p:nvSpPr>
        <p:spPr>
          <a:xfrm>
            <a:off x="1718922" y="1628800"/>
            <a:ext cx="3789182" cy="120152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(D) Environmental Distance </a:t>
            </a:r>
            <a:r>
              <a:rPr sz="16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Survival at Final Time Point</a:t>
            </a:r>
          </a:p>
        </p:txBody>
      </p:sp>
      <p:sp>
        <p:nvSpPr>
          <p:cNvPr id="96" name="tx83">
            <a:extLst>
              <a:ext uri="{FF2B5EF4-FFF2-40B4-BE49-F238E27FC236}">
                <a16:creationId xmlns:a16="http://schemas.microsoft.com/office/drawing/2014/main" id="{BDA7BF9D-6D35-18C8-7D61-5E6AD45BC123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Content Placeholder 2">
            <a:extLst>
              <a:ext uri="{FF2B5EF4-FFF2-40B4-BE49-F238E27FC236}">
                <a16:creationId xmlns:a16="http://schemas.microsoft.com/office/drawing/2014/main" id="{4BEDDC5A-B932-3E99-F0D2-546D5CCA4299}"/>
              </a:ext>
            </a:extLst>
          </p:cNvPr>
          <p:cNvGrpSpPr/>
          <p:nvPr/>
        </p:nvGrpSpPr>
        <p:grpSpPr>
          <a:xfrm>
            <a:off x="251521" y="371069"/>
            <a:ext cx="4282665" cy="2697891"/>
            <a:chOff x="39242" y="1096169"/>
            <a:chExt cx="8647558" cy="5447582"/>
          </a:xfrm>
        </p:grpSpPr>
        <p:sp>
          <p:nvSpPr>
            <p:cNvPr id="179" name="rc3">
              <a:extLst>
                <a:ext uri="{FF2B5EF4-FFF2-40B4-BE49-F238E27FC236}">
                  <a16:creationId xmlns:a16="http://schemas.microsoft.com/office/drawing/2014/main" id="{EC3DF37B-1212-0129-D9BC-F7C9892F2DA4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rc4">
              <a:extLst>
                <a:ext uri="{FF2B5EF4-FFF2-40B4-BE49-F238E27FC236}">
                  <a16:creationId xmlns:a16="http://schemas.microsoft.com/office/drawing/2014/main" id="{6F6E1207-7DFF-CA26-4C2A-FE773F837ECF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dirty="0"/>
            </a:p>
          </p:txBody>
        </p:sp>
        <p:sp>
          <p:nvSpPr>
            <p:cNvPr id="181" name="rc5">
              <a:extLst>
                <a:ext uri="{FF2B5EF4-FFF2-40B4-BE49-F238E27FC236}">
                  <a16:creationId xmlns:a16="http://schemas.microsoft.com/office/drawing/2014/main" id="{9377095E-7597-F62E-8941-FD3E583A5DC7}"/>
                </a:ext>
              </a:extLst>
            </p:cNvPr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2" name="pt6">
              <a:extLst>
                <a:ext uri="{FF2B5EF4-FFF2-40B4-BE49-F238E27FC236}">
                  <a16:creationId xmlns:a16="http://schemas.microsoft.com/office/drawing/2014/main" id="{338C62F9-CDAA-766B-F57E-DDFA9B77AB5A}"/>
                </a:ext>
              </a:extLst>
            </p:cNvPr>
            <p:cNvSpPr/>
            <p:nvPr/>
          </p:nvSpPr>
          <p:spPr>
            <a:xfrm>
              <a:off x="1199225" y="3169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pt7">
              <a:extLst>
                <a:ext uri="{FF2B5EF4-FFF2-40B4-BE49-F238E27FC236}">
                  <a16:creationId xmlns:a16="http://schemas.microsoft.com/office/drawing/2014/main" id="{1520808A-FC65-B384-CA8B-2D03DD91754D}"/>
                </a:ext>
              </a:extLst>
            </p:cNvPr>
            <p:cNvSpPr/>
            <p:nvPr/>
          </p:nvSpPr>
          <p:spPr>
            <a:xfrm>
              <a:off x="1199225" y="28853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pt8">
              <a:extLst>
                <a:ext uri="{FF2B5EF4-FFF2-40B4-BE49-F238E27FC236}">
                  <a16:creationId xmlns:a16="http://schemas.microsoft.com/office/drawing/2014/main" id="{8CE38D38-E830-9EE5-2621-CF15B9DC2AF7}"/>
                </a:ext>
              </a:extLst>
            </p:cNvPr>
            <p:cNvSpPr/>
            <p:nvPr/>
          </p:nvSpPr>
          <p:spPr>
            <a:xfrm>
              <a:off x="1199225" y="284351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pt9">
              <a:extLst>
                <a:ext uri="{FF2B5EF4-FFF2-40B4-BE49-F238E27FC236}">
                  <a16:creationId xmlns:a16="http://schemas.microsoft.com/office/drawing/2014/main" id="{71EFCD16-4252-E40D-86BC-7D4FBD05166B}"/>
                </a:ext>
              </a:extLst>
            </p:cNvPr>
            <p:cNvSpPr/>
            <p:nvPr/>
          </p:nvSpPr>
          <p:spPr>
            <a:xfrm>
              <a:off x="2530428" y="32488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pt10">
              <a:extLst>
                <a:ext uri="{FF2B5EF4-FFF2-40B4-BE49-F238E27FC236}">
                  <a16:creationId xmlns:a16="http://schemas.microsoft.com/office/drawing/2014/main" id="{4BAAA122-B0AE-7482-6734-7E9CEF45F93C}"/>
                </a:ext>
              </a:extLst>
            </p:cNvPr>
            <p:cNvSpPr/>
            <p:nvPr/>
          </p:nvSpPr>
          <p:spPr>
            <a:xfrm>
              <a:off x="2530428" y="31280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pt11">
              <a:extLst>
                <a:ext uri="{FF2B5EF4-FFF2-40B4-BE49-F238E27FC236}">
                  <a16:creationId xmlns:a16="http://schemas.microsoft.com/office/drawing/2014/main" id="{9ED70998-AA0C-0F49-650F-55D21B2BA05C}"/>
                </a:ext>
              </a:extLst>
            </p:cNvPr>
            <p:cNvSpPr/>
            <p:nvPr/>
          </p:nvSpPr>
          <p:spPr>
            <a:xfrm>
              <a:off x="2530428" y="30058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pt12">
              <a:extLst>
                <a:ext uri="{FF2B5EF4-FFF2-40B4-BE49-F238E27FC236}">
                  <a16:creationId xmlns:a16="http://schemas.microsoft.com/office/drawing/2014/main" id="{9709872E-3AF0-FCE8-6108-07FA7D2949BE}"/>
                </a:ext>
              </a:extLst>
            </p:cNvPr>
            <p:cNvSpPr/>
            <p:nvPr/>
          </p:nvSpPr>
          <p:spPr>
            <a:xfrm>
              <a:off x="3690056" y="33907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pt13">
              <a:extLst>
                <a:ext uri="{FF2B5EF4-FFF2-40B4-BE49-F238E27FC236}">
                  <a16:creationId xmlns:a16="http://schemas.microsoft.com/office/drawing/2014/main" id="{DC4E122E-B2BE-3B88-C7A9-40DC8DF6F3B8}"/>
                </a:ext>
              </a:extLst>
            </p:cNvPr>
            <p:cNvSpPr/>
            <p:nvPr/>
          </p:nvSpPr>
          <p:spPr>
            <a:xfrm>
              <a:off x="3690056" y="291006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pt14">
              <a:extLst>
                <a:ext uri="{FF2B5EF4-FFF2-40B4-BE49-F238E27FC236}">
                  <a16:creationId xmlns:a16="http://schemas.microsoft.com/office/drawing/2014/main" id="{75A0D553-6783-5AD3-7C84-33C1FCA90F9C}"/>
                </a:ext>
              </a:extLst>
            </p:cNvPr>
            <p:cNvSpPr/>
            <p:nvPr/>
          </p:nvSpPr>
          <p:spPr>
            <a:xfrm>
              <a:off x="3690056" y="30010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pt15">
              <a:extLst>
                <a:ext uri="{FF2B5EF4-FFF2-40B4-BE49-F238E27FC236}">
                  <a16:creationId xmlns:a16="http://schemas.microsoft.com/office/drawing/2014/main" id="{709B6329-0C9F-18D5-B4C4-3E5189A59D42}"/>
                </a:ext>
              </a:extLst>
            </p:cNvPr>
            <p:cNvSpPr/>
            <p:nvPr/>
          </p:nvSpPr>
          <p:spPr>
            <a:xfrm>
              <a:off x="2466067" y="28089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pt16">
              <a:extLst>
                <a:ext uri="{FF2B5EF4-FFF2-40B4-BE49-F238E27FC236}">
                  <a16:creationId xmlns:a16="http://schemas.microsoft.com/office/drawing/2014/main" id="{61B2AFB9-2A85-10DE-B56D-526960E5859B}"/>
                </a:ext>
              </a:extLst>
            </p:cNvPr>
            <p:cNvSpPr/>
            <p:nvPr/>
          </p:nvSpPr>
          <p:spPr>
            <a:xfrm>
              <a:off x="2466067" y="21943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pt17">
              <a:extLst>
                <a:ext uri="{FF2B5EF4-FFF2-40B4-BE49-F238E27FC236}">
                  <a16:creationId xmlns:a16="http://schemas.microsoft.com/office/drawing/2014/main" id="{63999CB8-7A47-1FAA-3C65-06536D014EBE}"/>
                </a:ext>
              </a:extLst>
            </p:cNvPr>
            <p:cNvSpPr/>
            <p:nvPr/>
          </p:nvSpPr>
          <p:spPr>
            <a:xfrm>
              <a:off x="2466067" y="23439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pt18">
              <a:extLst>
                <a:ext uri="{FF2B5EF4-FFF2-40B4-BE49-F238E27FC236}">
                  <a16:creationId xmlns:a16="http://schemas.microsoft.com/office/drawing/2014/main" id="{27A015BB-9B9D-A633-3FCF-47743FFDB0B7}"/>
                </a:ext>
              </a:extLst>
            </p:cNvPr>
            <p:cNvSpPr/>
            <p:nvPr/>
          </p:nvSpPr>
          <p:spPr>
            <a:xfrm>
              <a:off x="4084792" y="3661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pt19">
              <a:extLst>
                <a:ext uri="{FF2B5EF4-FFF2-40B4-BE49-F238E27FC236}">
                  <a16:creationId xmlns:a16="http://schemas.microsoft.com/office/drawing/2014/main" id="{7C52F336-7134-D3CB-92B5-21A614530640}"/>
                </a:ext>
              </a:extLst>
            </p:cNvPr>
            <p:cNvSpPr/>
            <p:nvPr/>
          </p:nvSpPr>
          <p:spPr>
            <a:xfrm>
              <a:off x="4084792" y="25457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pt20">
              <a:extLst>
                <a:ext uri="{FF2B5EF4-FFF2-40B4-BE49-F238E27FC236}">
                  <a16:creationId xmlns:a16="http://schemas.microsoft.com/office/drawing/2014/main" id="{6DA77162-BD6D-65EF-CA58-C91512A76808}"/>
                </a:ext>
              </a:extLst>
            </p:cNvPr>
            <p:cNvSpPr/>
            <p:nvPr/>
          </p:nvSpPr>
          <p:spPr>
            <a:xfrm>
              <a:off x="4084792" y="33532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pt21">
              <a:extLst>
                <a:ext uri="{FF2B5EF4-FFF2-40B4-BE49-F238E27FC236}">
                  <a16:creationId xmlns:a16="http://schemas.microsoft.com/office/drawing/2014/main" id="{29CFE069-812E-FAAC-B2AF-D1F163CFD066}"/>
                </a:ext>
              </a:extLst>
            </p:cNvPr>
            <p:cNvSpPr/>
            <p:nvPr/>
          </p:nvSpPr>
          <p:spPr>
            <a:xfrm>
              <a:off x="4088396" y="34511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pt22">
              <a:extLst>
                <a:ext uri="{FF2B5EF4-FFF2-40B4-BE49-F238E27FC236}">
                  <a16:creationId xmlns:a16="http://schemas.microsoft.com/office/drawing/2014/main" id="{F22F0626-D698-2A16-25C0-09FAF97658AA}"/>
                </a:ext>
              </a:extLst>
            </p:cNvPr>
            <p:cNvSpPr/>
            <p:nvPr/>
          </p:nvSpPr>
          <p:spPr>
            <a:xfrm>
              <a:off x="4088396" y="38397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pt23">
              <a:extLst>
                <a:ext uri="{FF2B5EF4-FFF2-40B4-BE49-F238E27FC236}">
                  <a16:creationId xmlns:a16="http://schemas.microsoft.com/office/drawing/2014/main" id="{EEFE4043-6735-A817-BABB-008C49E43BBD}"/>
                </a:ext>
              </a:extLst>
            </p:cNvPr>
            <p:cNvSpPr/>
            <p:nvPr/>
          </p:nvSpPr>
          <p:spPr>
            <a:xfrm>
              <a:off x="4088396" y="35433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pt24">
              <a:extLst>
                <a:ext uri="{FF2B5EF4-FFF2-40B4-BE49-F238E27FC236}">
                  <a16:creationId xmlns:a16="http://schemas.microsoft.com/office/drawing/2014/main" id="{98AE3473-18E4-B884-7E70-A80DC24B1BBE}"/>
                </a:ext>
              </a:extLst>
            </p:cNvPr>
            <p:cNvSpPr/>
            <p:nvPr/>
          </p:nvSpPr>
          <p:spPr>
            <a:xfrm>
              <a:off x="4491651" y="51735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pt25">
              <a:extLst>
                <a:ext uri="{FF2B5EF4-FFF2-40B4-BE49-F238E27FC236}">
                  <a16:creationId xmlns:a16="http://schemas.microsoft.com/office/drawing/2014/main" id="{EF99BF3C-C3C1-CEB8-A35B-82FE676E5904}"/>
                </a:ext>
              </a:extLst>
            </p:cNvPr>
            <p:cNvSpPr/>
            <p:nvPr/>
          </p:nvSpPr>
          <p:spPr>
            <a:xfrm>
              <a:off x="4491651" y="49575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pt26">
              <a:extLst>
                <a:ext uri="{FF2B5EF4-FFF2-40B4-BE49-F238E27FC236}">
                  <a16:creationId xmlns:a16="http://schemas.microsoft.com/office/drawing/2014/main" id="{D5F5BCD8-4220-83D4-110A-028198870EDD}"/>
                </a:ext>
              </a:extLst>
            </p:cNvPr>
            <p:cNvSpPr/>
            <p:nvPr/>
          </p:nvSpPr>
          <p:spPr>
            <a:xfrm>
              <a:off x="4491651" y="50987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pt27">
              <a:extLst>
                <a:ext uri="{FF2B5EF4-FFF2-40B4-BE49-F238E27FC236}">
                  <a16:creationId xmlns:a16="http://schemas.microsoft.com/office/drawing/2014/main" id="{0D38014E-438A-5770-4BF6-2C7311053632}"/>
                </a:ext>
              </a:extLst>
            </p:cNvPr>
            <p:cNvSpPr/>
            <p:nvPr/>
          </p:nvSpPr>
          <p:spPr>
            <a:xfrm>
              <a:off x="6900288" y="487877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pt28">
              <a:extLst>
                <a:ext uri="{FF2B5EF4-FFF2-40B4-BE49-F238E27FC236}">
                  <a16:creationId xmlns:a16="http://schemas.microsoft.com/office/drawing/2014/main" id="{D8812B28-23E4-658A-8FB6-A88E21E76AC2}"/>
                </a:ext>
              </a:extLst>
            </p:cNvPr>
            <p:cNvSpPr/>
            <p:nvPr/>
          </p:nvSpPr>
          <p:spPr>
            <a:xfrm>
              <a:off x="6900288" y="46231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pt29">
              <a:extLst>
                <a:ext uri="{FF2B5EF4-FFF2-40B4-BE49-F238E27FC236}">
                  <a16:creationId xmlns:a16="http://schemas.microsoft.com/office/drawing/2014/main" id="{DB711C3E-A8C6-C529-9E4B-F4E965EFAC5B}"/>
                </a:ext>
              </a:extLst>
            </p:cNvPr>
            <p:cNvSpPr/>
            <p:nvPr/>
          </p:nvSpPr>
          <p:spPr>
            <a:xfrm>
              <a:off x="6900288" y="49834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pg30">
              <a:extLst>
                <a:ext uri="{FF2B5EF4-FFF2-40B4-BE49-F238E27FC236}">
                  <a16:creationId xmlns:a16="http://schemas.microsoft.com/office/drawing/2014/main" id="{C765FFBA-0D17-6F26-DCE9-0749663B1520}"/>
                </a:ext>
              </a:extLst>
            </p:cNvPr>
            <p:cNvSpPr/>
            <p:nvPr/>
          </p:nvSpPr>
          <p:spPr>
            <a:xfrm>
              <a:off x="1257927" y="2070498"/>
              <a:ext cx="5701062" cy="3478708"/>
            </a:xfrm>
            <a:custGeom>
              <a:avLst/>
              <a:gdLst/>
              <a:ahLst/>
              <a:cxnLst/>
              <a:rect l="0" t="0" r="0" b="0"/>
              <a:pathLst>
                <a:path w="5701062" h="3478708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  <a:lnTo>
                    <a:pt x="5701062" y="3478708"/>
                  </a:lnTo>
                  <a:lnTo>
                    <a:pt x="5628897" y="3437725"/>
                  </a:lnTo>
                  <a:lnTo>
                    <a:pt x="5556732" y="3396793"/>
                  </a:lnTo>
                  <a:lnTo>
                    <a:pt x="5484566" y="3355914"/>
                  </a:lnTo>
                  <a:lnTo>
                    <a:pt x="5412401" y="3315091"/>
                  </a:lnTo>
                  <a:lnTo>
                    <a:pt x="5340236" y="3274328"/>
                  </a:lnTo>
                  <a:lnTo>
                    <a:pt x="5268070" y="3233627"/>
                  </a:lnTo>
                  <a:lnTo>
                    <a:pt x="5195905" y="3192994"/>
                  </a:lnTo>
                  <a:lnTo>
                    <a:pt x="5123740" y="3152431"/>
                  </a:lnTo>
                  <a:lnTo>
                    <a:pt x="5051574" y="3111944"/>
                  </a:lnTo>
                  <a:lnTo>
                    <a:pt x="4979409" y="3071536"/>
                  </a:lnTo>
                  <a:lnTo>
                    <a:pt x="4907244" y="3031214"/>
                  </a:lnTo>
                  <a:lnTo>
                    <a:pt x="4835078" y="2990982"/>
                  </a:lnTo>
                  <a:lnTo>
                    <a:pt x="4762913" y="2950846"/>
                  </a:lnTo>
                  <a:lnTo>
                    <a:pt x="4690748" y="2910813"/>
                  </a:lnTo>
                  <a:lnTo>
                    <a:pt x="4618582" y="2870889"/>
                  </a:lnTo>
                  <a:lnTo>
                    <a:pt x="4546417" y="2831082"/>
                  </a:lnTo>
                  <a:lnTo>
                    <a:pt x="4474251" y="2791400"/>
                  </a:lnTo>
                  <a:lnTo>
                    <a:pt x="4402086" y="2751851"/>
                  </a:lnTo>
                  <a:lnTo>
                    <a:pt x="4329921" y="2712444"/>
                  </a:lnTo>
                  <a:lnTo>
                    <a:pt x="4257755" y="2673189"/>
                  </a:lnTo>
                  <a:lnTo>
                    <a:pt x="4185590" y="2634096"/>
                  </a:lnTo>
                  <a:lnTo>
                    <a:pt x="4113425" y="2595178"/>
                  </a:lnTo>
                  <a:lnTo>
                    <a:pt x="4041259" y="2556446"/>
                  </a:lnTo>
                  <a:lnTo>
                    <a:pt x="3969094" y="2517914"/>
                  </a:lnTo>
                  <a:lnTo>
                    <a:pt x="3896929" y="2479595"/>
                  </a:lnTo>
                  <a:lnTo>
                    <a:pt x="3824763" y="2441504"/>
                  </a:lnTo>
                  <a:lnTo>
                    <a:pt x="3752598" y="2403657"/>
                  </a:lnTo>
                  <a:lnTo>
                    <a:pt x="3680433" y="2366072"/>
                  </a:lnTo>
                  <a:lnTo>
                    <a:pt x="3608267" y="2328765"/>
                  </a:lnTo>
                  <a:lnTo>
                    <a:pt x="3536102" y="2291756"/>
                  </a:lnTo>
                  <a:lnTo>
                    <a:pt x="3463936" y="2255064"/>
                  </a:lnTo>
                  <a:lnTo>
                    <a:pt x="3391771" y="2218708"/>
                  </a:lnTo>
                  <a:lnTo>
                    <a:pt x="3319606" y="2182710"/>
                  </a:lnTo>
                  <a:lnTo>
                    <a:pt x="3247440" y="2147091"/>
                  </a:lnTo>
                  <a:lnTo>
                    <a:pt x="3175275" y="2111872"/>
                  </a:lnTo>
                  <a:lnTo>
                    <a:pt x="3103110" y="2077073"/>
                  </a:lnTo>
                  <a:lnTo>
                    <a:pt x="3030944" y="2042716"/>
                  </a:lnTo>
                  <a:lnTo>
                    <a:pt x="2958779" y="2008821"/>
                  </a:lnTo>
                  <a:lnTo>
                    <a:pt x="2886614" y="1975405"/>
                  </a:lnTo>
                  <a:lnTo>
                    <a:pt x="2814448" y="1942487"/>
                  </a:lnTo>
                  <a:lnTo>
                    <a:pt x="2742283" y="1910080"/>
                  </a:lnTo>
                  <a:lnTo>
                    <a:pt x="2670118" y="1878198"/>
                  </a:lnTo>
                  <a:lnTo>
                    <a:pt x="2597952" y="1846851"/>
                  </a:lnTo>
                  <a:lnTo>
                    <a:pt x="2525787" y="1816044"/>
                  </a:lnTo>
                  <a:lnTo>
                    <a:pt x="2453622" y="1785783"/>
                  </a:lnTo>
                  <a:lnTo>
                    <a:pt x="2381456" y="1756068"/>
                  </a:lnTo>
                  <a:lnTo>
                    <a:pt x="2309291" y="1726895"/>
                  </a:lnTo>
                  <a:lnTo>
                    <a:pt x="2237125" y="1698258"/>
                  </a:lnTo>
                  <a:lnTo>
                    <a:pt x="2164960" y="1670148"/>
                  </a:lnTo>
                  <a:lnTo>
                    <a:pt x="2092795" y="1642553"/>
                  </a:lnTo>
                  <a:lnTo>
                    <a:pt x="2020629" y="1615458"/>
                  </a:lnTo>
                  <a:lnTo>
                    <a:pt x="1948464" y="1588846"/>
                  </a:lnTo>
                  <a:lnTo>
                    <a:pt x="1876299" y="1562701"/>
                  </a:lnTo>
                  <a:lnTo>
                    <a:pt x="1804133" y="1537001"/>
                  </a:lnTo>
                  <a:lnTo>
                    <a:pt x="1731968" y="1511726"/>
                  </a:lnTo>
                  <a:lnTo>
                    <a:pt x="1659803" y="1486855"/>
                  </a:lnTo>
                  <a:lnTo>
                    <a:pt x="1587637" y="1462368"/>
                  </a:lnTo>
                  <a:lnTo>
                    <a:pt x="1515472" y="1438243"/>
                  </a:lnTo>
                  <a:lnTo>
                    <a:pt x="1443307" y="1414459"/>
                  </a:lnTo>
                  <a:lnTo>
                    <a:pt x="1371141" y="1390996"/>
                  </a:lnTo>
                  <a:lnTo>
                    <a:pt x="1298976" y="1367834"/>
                  </a:lnTo>
                  <a:lnTo>
                    <a:pt x="1226811" y="1344955"/>
                  </a:lnTo>
                  <a:lnTo>
                    <a:pt x="1154645" y="1322340"/>
                  </a:lnTo>
                  <a:lnTo>
                    <a:pt x="1082480" y="1299974"/>
                  </a:lnTo>
                  <a:lnTo>
                    <a:pt x="1010314" y="1277839"/>
                  </a:lnTo>
                  <a:lnTo>
                    <a:pt x="938149" y="1255920"/>
                  </a:lnTo>
                  <a:lnTo>
                    <a:pt x="865984" y="1234203"/>
                  </a:lnTo>
                  <a:lnTo>
                    <a:pt x="793818" y="1212676"/>
                  </a:lnTo>
                  <a:lnTo>
                    <a:pt x="721653" y="1191325"/>
                  </a:lnTo>
                  <a:lnTo>
                    <a:pt x="649488" y="1170139"/>
                  </a:lnTo>
                  <a:lnTo>
                    <a:pt x="577322" y="1149108"/>
                  </a:lnTo>
                  <a:lnTo>
                    <a:pt x="505157" y="1128221"/>
                  </a:lnTo>
                  <a:lnTo>
                    <a:pt x="432992" y="1107468"/>
                  </a:lnTo>
                  <a:lnTo>
                    <a:pt x="360826" y="1086842"/>
                  </a:lnTo>
                  <a:lnTo>
                    <a:pt x="288661" y="1066335"/>
                  </a:lnTo>
                  <a:lnTo>
                    <a:pt x="216496" y="1045938"/>
                  </a:lnTo>
                  <a:lnTo>
                    <a:pt x="144330" y="1025645"/>
                  </a:lnTo>
                  <a:lnTo>
                    <a:pt x="72165" y="1005450"/>
                  </a:lnTo>
                  <a:lnTo>
                    <a:pt x="0" y="98534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07" name="pl31">
              <a:extLst>
                <a:ext uri="{FF2B5EF4-FFF2-40B4-BE49-F238E27FC236}">
                  <a16:creationId xmlns:a16="http://schemas.microsoft.com/office/drawing/2014/main" id="{71EE63E5-735E-8847-7B7C-3E12E56CB848}"/>
                </a:ext>
              </a:extLst>
            </p:cNvPr>
            <p:cNvSpPr/>
            <p:nvPr/>
          </p:nvSpPr>
          <p:spPr>
            <a:xfrm>
              <a:off x="1257927" y="2070498"/>
              <a:ext cx="5701062" cy="2278836"/>
            </a:xfrm>
            <a:custGeom>
              <a:avLst/>
              <a:gdLst/>
              <a:ahLst/>
              <a:cxnLst/>
              <a:rect l="0" t="0" r="0" b="0"/>
              <a:pathLst>
                <a:path w="5701062" h="2278836">
                  <a:moveTo>
                    <a:pt x="0" y="0"/>
                  </a:moveTo>
                  <a:lnTo>
                    <a:pt x="72165" y="40303"/>
                  </a:lnTo>
                  <a:lnTo>
                    <a:pt x="144330" y="80516"/>
                  </a:lnTo>
                  <a:lnTo>
                    <a:pt x="216496" y="120630"/>
                  </a:lnTo>
                  <a:lnTo>
                    <a:pt x="288661" y="160641"/>
                  </a:lnTo>
                  <a:lnTo>
                    <a:pt x="360826" y="200541"/>
                  </a:lnTo>
                  <a:lnTo>
                    <a:pt x="432992" y="240323"/>
                  </a:lnTo>
                  <a:lnTo>
                    <a:pt x="505157" y="279978"/>
                  </a:lnTo>
                  <a:lnTo>
                    <a:pt x="577322" y="319498"/>
                  </a:lnTo>
                  <a:lnTo>
                    <a:pt x="649488" y="358874"/>
                  </a:lnTo>
                  <a:lnTo>
                    <a:pt x="721653" y="398096"/>
                  </a:lnTo>
                  <a:lnTo>
                    <a:pt x="793818" y="437153"/>
                  </a:lnTo>
                  <a:lnTo>
                    <a:pt x="865984" y="476033"/>
                  </a:lnTo>
                  <a:lnTo>
                    <a:pt x="938149" y="514724"/>
                  </a:lnTo>
                  <a:lnTo>
                    <a:pt x="1010314" y="553213"/>
                  </a:lnTo>
                  <a:lnTo>
                    <a:pt x="1082480" y="591485"/>
                  </a:lnTo>
                  <a:lnTo>
                    <a:pt x="1154645" y="629526"/>
                  </a:lnTo>
                  <a:lnTo>
                    <a:pt x="1226811" y="667319"/>
                  </a:lnTo>
                  <a:lnTo>
                    <a:pt x="1298976" y="704848"/>
                  </a:lnTo>
                  <a:lnTo>
                    <a:pt x="1371141" y="742094"/>
                  </a:lnTo>
                  <a:lnTo>
                    <a:pt x="1443307" y="779038"/>
                  </a:lnTo>
                  <a:lnTo>
                    <a:pt x="1515472" y="815662"/>
                  </a:lnTo>
                  <a:lnTo>
                    <a:pt x="1587637" y="851944"/>
                  </a:lnTo>
                  <a:lnTo>
                    <a:pt x="1659803" y="887864"/>
                  </a:lnTo>
                  <a:lnTo>
                    <a:pt x="1731968" y="923401"/>
                  </a:lnTo>
                  <a:lnTo>
                    <a:pt x="1804133" y="958534"/>
                  </a:lnTo>
                  <a:lnTo>
                    <a:pt x="1876299" y="993242"/>
                  </a:lnTo>
                  <a:lnTo>
                    <a:pt x="1948464" y="1027504"/>
                  </a:lnTo>
                  <a:lnTo>
                    <a:pt x="2020629" y="1061300"/>
                  </a:lnTo>
                  <a:lnTo>
                    <a:pt x="2092795" y="1094613"/>
                  </a:lnTo>
                  <a:lnTo>
                    <a:pt x="2164960" y="1127425"/>
                  </a:lnTo>
                  <a:lnTo>
                    <a:pt x="2237125" y="1159723"/>
                  </a:lnTo>
                  <a:lnTo>
                    <a:pt x="2309291" y="1191493"/>
                  </a:lnTo>
                  <a:lnTo>
                    <a:pt x="2381456" y="1222728"/>
                  </a:lnTo>
                  <a:lnTo>
                    <a:pt x="2453622" y="1253420"/>
                  </a:lnTo>
                  <a:lnTo>
                    <a:pt x="2525787" y="1283566"/>
                  </a:lnTo>
                  <a:lnTo>
                    <a:pt x="2597952" y="1313168"/>
                  </a:lnTo>
                  <a:lnTo>
                    <a:pt x="2670118" y="1342228"/>
                  </a:lnTo>
                  <a:lnTo>
                    <a:pt x="2742283" y="1370753"/>
                  </a:lnTo>
                  <a:lnTo>
                    <a:pt x="2814448" y="1398754"/>
                  </a:lnTo>
                  <a:lnTo>
                    <a:pt x="2886614" y="1426243"/>
                  </a:lnTo>
                  <a:lnTo>
                    <a:pt x="2958779" y="1453235"/>
                  </a:lnTo>
                  <a:lnTo>
                    <a:pt x="3030944" y="1479747"/>
                  </a:lnTo>
                  <a:lnTo>
                    <a:pt x="3103110" y="1505798"/>
                  </a:lnTo>
                  <a:lnTo>
                    <a:pt x="3175275" y="1531407"/>
                  </a:lnTo>
                  <a:lnTo>
                    <a:pt x="3247440" y="1556595"/>
                  </a:lnTo>
                  <a:lnTo>
                    <a:pt x="3319606" y="1581384"/>
                  </a:lnTo>
                  <a:lnTo>
                    <a:pt x="3391771" y="1605793"/>
                  </a:lnTo>
                  <a:lnTo>
                    <a:pt x="3463936" y="1629845"/>
                  </a:lnTo>
                  <a:lnTo>
                    <a:pt x="3536102" y="1653561"/>
                  </a:lnTo>
                  <a:lnTo>
                    <a:pt x="3608267" y="1676959"/>
                  </a:lnTo>
                  <a:lnTo>
                    <a:pt x="3680433" y="1700060"/>
                  </a:lnTo>
                  <a:lnTo>
                    <a:pt x="3752598" y="1722882"/>
                  </a:lnTo>
                  <a:lnTo>
                    <a:pt x="3824763" y="1745443"/>
                  </a:lnTo>
                  <a:lnTo>
                    <a:pt x="3896929" y="1767760"/>
                  </a:lnTo>
                  <a:lnTo>
                    <a:pt x="3969094" y="1789848"/>
                  </a:lnTo>
                  <a:lnTo>
                    <a:pt x="4041259" y="1811723"/>
                  </a:lnTo>
                  <a:lnTo>
                    <a:pt x="4113425" y="1833399"/>
                  </a:lnTo>
                  <a:lnTo>
                    <a:pt x="4185590" y="1854889"/>
                  </a:lnTo>
                  <a:lnTo>
                    <a:pt x="4257755" y="1876204"/>
                  </a:lnTo>
                  <a:lnTo>
                    <a:pt x="4329921" y="1897356"/>
                  </a:lnTo>
                  <a:lnTo>
                    <a:pt x="4402086" y="1918357"/>
                  </a:lnTo>
                  <a:lnTo>
                    <a:pt x="4474251" y="1939215"/>
                  </a:lnTo>
                  <a:lnTo>
                    <a:pt x="4546417" y="1959940"/>
                  </a:lnTo>
                  <a:lnTo>
                    <a:pt x="4618582" y="1980541"/>
                  </a:lnTo>
                  <a:lnTo>
                    <a:pt x="4690748" y="2001025"/>
                  </a:lnTo>
                  <a:lnTo>
                    <a:pt x="4762913" y="2021399"/>
                  </a:lnTo>
                  <a:lnTo>
                    <a:pt x="4835078" y="2041671"/>
                  </a:lnTo>
                  <a:lnTo>
                    <a:pt x="4907244" y="2061846"/>
                  </a:lnTo>
                  <a:lnTo>
                    <a:pt x="4979409" y="2081932"/>
                  </a:lnTo>
                  <a:lnTo>
                    <a:pt x="5051574" y="2101932"/>
                  </a:lnTo>
                  <a:lnTo>
                    <a:pt x="5123740" y="2121852"/>
                  </a:lnTo>
                  <a:lnTo>
                    <a:pt x="5195905" y="2141697"/>
                  </a:lnTo>
                  <a:lnTo>
                    <a:pt x="5268070" y="2161471"/>
                  </a:lnTo>
                  <a:lnTo>
                    <a:pt x="5340236" y="2181178"/>
                  </a:lnTo>
                  <a:lnTo>
                    <a:pt x="5412401" y="2200823"/>
                  </a:lnTo>
                  <a:lnTo>
                    <a:pt x="5484566" y="2220407"/>
                  </a:lnTo>
                  <a:lnTo>
                    <a:pt x="5556732" y="2239936"/>
                  </a:lnTo>
                  <a:lnTo>
                    <a:pt x="5628897" y="2259411"/>
                  </a:lnTo>
                  <a:lnTo>
                    <a:pt x="5701062" y="227883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08" name="pl32">
              <a:extLst>
                <a:ext uri="{FF2B5EF4-FFF2-40B4-BE49-F238E27FC236}">
                  <a16:creationId xmlns:a16="http://schemas.microsoft.com/office/drawing/2014/main" id="{8C69FDED-2AF4-55AC-1D1C-BF11EDF20D6A}"/>
                </a:ext>
              </a:extLst>
            </p:cNvPr>
            <p:cNvSpPr/>
            <p:nvPr/>
          </p:nvSpPr>
          <p:spPr>
            <a:xfrm>
              <a:off x="1257927" y="3055845"/>
              <a:ext cx="5701062" cy="2493361"/>
            </a:xfrm>
            <a:custGeom>
              <a:avLst/>
              <a:gdLst/>
              <a:ahLst/>
              <a:cxnLst/>
              <a:rect l="0" t="0" r="0" b="0"/>
              <a:pathLst>
                <a:path w="5701062" h="2493361">
                  <a:moveTo>
                    <a:pt x="5701062" y="2493361"/>
                  </a:moveTo>
                  <a:lnTo>
                    <a:pt x="5628897" y="2452379"/>
                  </a:lnTo>
                  <a:lnTo>
                    <a:pt x="5556732" y="2411446"/>
                  </a:lnTo>
                  <a:lnTo>
                    <a:pt x="5484566" y="2370567"/>
                  </a:lnTo>
                  <a:lnTo>
                    <a:pt x="5412401" y="2329744"/>
                  </a:lnTo>
                  <a:lnTo>
                    <a:pt x="5340236" y="2288981"/>
                  </a:lnTo>
                  <a:lnTo>
                    <a:pt x="5268070" y="2248281"/>
                  </a:lnTo>
                  <a:lnTo>
                    <a:pt x="5195905" y="2207647"/>
                  </a:lnTo>
                  <a:lnTo>
                    <a:pt x="5123740" y="2167085"/>
                  </a:lnTo>
                  <a:lnTo>
                    <a:pt x="5051574" y="2126597"/>
                  </a:lnTo>
                  <a:lnTo>
                    <a:pt x="4979409" y="2086190"/>
                  </a:lnTo>
                  <a:lnTo>
                    <a:pt x="4907244" y="2045867"/>
                  </a:lnTo>
                  <a:lnTo>
                    <a:pt x="4835078" y="2005635"/>
                  </a:lnTo>
                  <a:lnTo>
                    <a:pt x="4762913" y="1965500"/>
                  </a:lnTo>
                  <a:lnTo>
                    <a:pt x="4690748" y="1925467"/>
                  </a:lnTo>
                  <a:lnTo>
                    <a:pt x="4618582" y="1885543"/>
                  </a:lnTo>
                  <a:lnTo>
                    <a:pt x="4546417" y="1845736"/>
                  </a:lnTo>
                  <a:lnTo>
                    <a:pt x="4474251" y="1806053"/>
                  </a:lnTo>
                  <a:lnTo>
                    <a:pt x="4402086" y="1766504"/>
                  </a:lnTo>
                  <a:lnTo>
                    <a:pt x="4329921" y="1727097"/>
                  </a:lnTo>
                  <a:lnTo>
                    <a:pt x="4257755" y="1687842"/>
                  </a:lnTo>
                  <a:lnTo>
                    <a:pt x="4185590" y="1648750"/>
                  </a:lnTo>
                  <a:lnTo>
                    <a:pt x="4113425" y="1609831"/>
                  </a:lnTo>
                  <a:lnTo>
                    <a:pt x="4041259" y="1571100"/>
                  </a:lnTo>
                  <a:lnTo>
                    <a:pt x="3969094" y="1532567"/>
                  </a:lnTo>
                  <a:lnTo>
                    <a:pt x="3896929" y="1494248"/>
                  </a:lnTo>
                  <a:lnTo>
                    <a:pt x="3824763" y="1456157"/>
                  </a:lnTo>
                  <a:lnTo>
                    <a:pt x="3752598" y="1418311"/>
                  </a:lnTo>
                  <a:lnTo>
                    <a:pt x="3680433" y="1380725"/>
                  </a:lnTo>
                  <a:lnTo>
                    <a:pt x="3608267" y="1343419"/>
                  </a:lnTo>
                  <a:lnTo>
                    <a:pt x="3536102" y="1306410"/>
                  </a:lnTo>
                  <a:lnTo>
                    <a:pt x="3463936" y="1269717"/>
                  </a:lnTo>
                  <a:lnTo>
                    <a:pt x="3391771" y="1233362"/>
                  </a:lnTo>
                  <a:lnTo>
                    <a:pt x="3319606" y="1197364"/>
                  </a:lnTo>
                  <a:lnTo>
                    <a:pt x="3247440" y="1161744"/>
                  </a:lnTo>
                  <a:lnTo>
                    <a:pt x="3175275" y="1126525"/>
                  </a:lnTo>
                  <a:lnTo>
                    <a:pt x="3103110" y="1091727"/>
                  </a:lnTo>
                  <a:lnTo>
                    <a:pt x="3030944" y="1057370"/>
                  </a:lnTo>
                  <a:lnTo>
                    <a:pt x="2958779" y="1023474"/>
                  </a:lnTo>
                  <a:lnTo>
                    <a:pt x="2886614" y="990059"/>
                  </a:lnTo>
                  <a:lnTo>
                    <a:pt x="2814448" y="957140"/>
                  </a:lnTo>
                  <a:lnTo>
                    <a:pt x="2742283" y="924733"/>
                  </a:lnTo>
                  <a:lnTo>
                    <a:pt x="2670118" y="892851"/>
                  </a:lnTo>
                  <a:lnTo>
                    <a:pt x="2597952" y="861504"/>
                  </a:lnTo>
                  <a:lnTo>
                    <a:pt x="2525787" y="830698"/>
                  </a:lnTo>
                  <a:lnTo>
                    <a:pt x="2453622" y="800437"/>
                  </a:lnTo>
                  <a:lnTo>
                    <a:pt x="2381456" y="770721"/>
                  </a:lnTo>
                  <a:lnTo>
                    <a:pt x="2309291" y="741548"/>
                  </a:lnTo>
                  <a:lnTo>
                    <a:pt x="2237125" y="712911"/>
                  </a:lnTo>
                  <a:lnTo>
                    <a:pt x="2164960" y="684801"/>
                  </a:lnTo>
                  <a:lnTo>
                    <a:pt x="2092795" y="657206"/>
                  </a:lnTo>
                  <a:lnTo>
                    <a:pt x="2020629" y="630111"/>
                  </a:lnTo>
                  <a:lnTo>
                    <a:pt x="1948464" y="603500"/>
                  </a:lnTo>
                  <a:lnTo>
                    <a:pt x="1876299" y="577354"/>
                  </a:lnTo>
                  <a:lnTo>
                    <a:pt x="1804133" y="551654"/>
                  </a:lnTo>
                  <a:lnTo>
                    <a:pt x="1731968" y="526379"/>
                  </a:lnTo>
                  <a:lnTo>
                    <a:pt x="1659803" y="501509"/>
                  </a:lnTo>
                  <a:lnTo>
                    <a:pt x="1587637" y="477022"/>
                  </a:lnTo>
                  <a:lnTo>
                    <a:pt x="1515472" y="452896"/>
                  </a:lnTo>
                  <a:lnTo>
                    <a:pt x="1443307" y="429112"/>
                  </a:lnTo>
                  <a:lnTo>
                    <a:pt x="1371141" y="405649"/>
                  </a:lnTo>
                  <a:lnTo>
                    <a:pt x="1298976" y="382487"/>
                  </a:lnTo>
                  <a:lnTo>
                    <a:pt x="1226811" y="359608"/>
                  </a:lnTo>
                  <a:lnTo>
                    <a:pt x="1154645" y="336994"/>
                  </a:lnTo>
                  <a:lnTo>
                    <a:pt x="1082480" y="314627"/>
                  </a:lnTo>
                  <a:lnTo>
                    <a:pt x="1010314" y="292492"/>
                  </a:lnTo>
                  <a:lnTo>
                    <a:pt x="938149" y="270573"/>
                  </a:lnTo>
                  <a:lnTo>
                    <a:pt x="865984" y="248857"/>
                  </a:lnTo>
                  <a:lnTo>
                    <a:pt x="793818" y="227329"/>
                  </a:lnTo>
                  <a:lnTo>
                    <a:pt x="721653" y="205979"/>
                  </a:lnTo>
                  <a:lnTo>
                    <a:pt x="649488" y="184793"/>
                  </a:lnTo>
                  <a:lnTo>
                    <a:pt x="577322" y="163761"/>
                  </a:lnTo>
                  <a:lnTo>
                    <a:pt x="505157" y="142874"/>
                  </a:lnTo>
                  <a:lnTo>
                    <a:pt x="432992" y="122122"/>
                  </a:lnTo>
                  <a:lnTo>
                    <a:pt x="360826" y="101496"/>
                  </a:lnTo>
                  <a:lnTo>
                    <a:pt x="288661" y="80988"/>
                  </a:lnTo>
                  <a:lnTo>
                    <a:pt x="216496" y="60591"/>
                  </a:lnTo>
                  <a:lnTo>
                    <a:pt x="144330" y="40298"/>
                  </a:lnTo>
                  <a:lnTo>
                    <a:pt x="72165" y="201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09" name="pl33">
              <a:extLst>
                <a:ext uri="{FF2B5EF4-FFF2-40B4-BE49-F238E27FC236}">
                  <a16:creationId xmlns:a16="http://schemas.microsoft.com/office/drawing/2014/main" id="{F4571A22-D21D-CF1F-2F31-DEB410A16BBC}"/>
                </a:ext>
              </a:extLst>
            </p:cNvPr>
            <p:cNvSpPr/>
            <p:nvPr/>
          </p:nvSpPr>
          <p:spPr>
            <a:xfrm>
              <a:off x="1257927" y="2563172"/>
              <a:ext cx="5701062" cy="2386099"/>
            </a:xfrm>
            <a:custGeom>
              <a:avLst/>
              <a:gdLst/>
              <a:ahLst/>
              <a:cxnLst/>
              <a:rect l="0" t="0" r="0" b="0"/>
              <a:pathLst>
                <a:path w="5701062" h="2386099">
                  <a:moveTo>
                    <a:pt x="0" y="0"/>
                  </a:moveTo>
                  <a:lnTo>
                    <a:pt x="72165" y="30203"/>
                  </a:lnTo>
                  <a:lnTo>
                    <a:pt x="144330" y="60407"/>
                  </a:lnTo>
                  <a:lnTo>
                    <a:pt x="216496" y="90611"/>
                  </a:lnTo>
                  <a:lnTo>
                    <a:pt x="288661" y="120815"/>
                  </a:lnTo>
                  <a:lnTo>
                    <a:pt x="360826" y="151018"/>
                  </a:lnTo>
                  <a:lnTo>
                    <a:pt x="432992" y="181222"/>
                  </a:lnTo>
                  <a:lnTo>
                    <a:pt x="505157" y="211426"/>
                  </a:lnTo>
                  <a:lnTo>
                    <a:pt x="577322" y="241630"/>
                  </a:lnTo>
                  <a:lnTo>
                    <a:pt x="649488" y="271834"/>
                  </a:lnTo>
                  <a:lnTo>
                    <a:pt x="721653" y="302037"/>
                  </a:lnTo>
                  <a:lnTo>
                    <a:pt x="793818" y="332241"/>
                  </a:lnTo>
                  <a:lnTo>
                    <a:pt x="865984" y="362445"/>
                  </a:lnTo>
                  <a:lnTo>
                    <a:pt x="938149" y="392649"/>
                  </a:lnTo>
                  <a:lnTo>
                    <a:pt x="1010314" y="422853"/>
                  </a:lnTo>
                  <a:lnTo>
                    <a:pt x="1082480" y="453056"/>
                  </a:lnTo>
                  <a:lnTo>
                    <a:pt x="1154645" y="483260"/>
                  </a:lnTo>
                  <a:lnTo>
                    <a:pt x="1226811" y="513464"/>
                  </a:lnTo>
                  <a:lnTo>
                    <a:pt x="1298976" y="543668"/>
                  </a:lnTo>
                  <a:lnTo>
                    <a:pt x="1371141" y="573871"/>
                  </a:lnTo>
                  <a:lnTo>
                    <a:pt x="1443307" y="604075"/>
                  </a:lnTo>
                  <a:lnTo>
                    <a:pt x="1515472" y="634279"/>
                  </a:lnTo>
                  <a:lnTo>
                    <a:pt x="1587637" y="664483"/>
                  </a:lnTo>
                  <a:lnTo>
                    <a:pt x="1659803" y="694687"/>
                  </a:lnTo>
                  <a:lnTo>
                    <a:pt x="1731968" y="724890"/>
                  </a:lnTo>
                  <a:lnTo>
                    <a:pt x="1804133" y="755094"/>
                  </a:lnTo>
                  <a:lnTo>
                    <a:pt x="1876299" y="785298"/>
                  </a:lnTo>
                  <a:lnTo>
                    <a:pt x="1948464" y="815502"/>
                  </a:lnTo>
                  <a:lnTo>
                    <a:pt x="2020629" y="845706"/>
                  </a:lnTo>
                  <a:lnTo>
                    <a:pt x="2092795" y="875909"/>
                  </a:lnTo>
                  <a:lnTo>
                    <a:pt x="2164960" y="906113"/>
                  </a:lnTo>
                  <a:lnTo>
                    <a:pt x="2237125" y="936317"/>
                  </a:lnTo>
                  <a:lnTo>
                    <a:pt x="2309291" y="966521"/>
                  </a:lnTo>
                  <a:lnTo>
                    <a:pt x="2381456" y="996724"/>
                  </a:lnTo>
                  <a:lnTo>
                    <a:pt x="2453622" y="1026928"/>
                  </a:lnTo>
                  <a:lnTo>
                    <a:pt x="2525787" y="1057132"/>
                  </a:lnTo>
                  <a:lnTo>
                    <a:pt x="2597952" y="1087336"/>
                  </a:lnTo>
                  <a:lnTo>
                    <a:pt x="2670118" y="1117540"/>
                  </a:lnTo>
                  <a:lnTo>
                    <a:pt x="2742283" y="1147743"/>
                  </a:lnTo>
                  <a:lnTo>
                    <a:pt x="2814448" y="1177947"/>
                  </a:lnTo>
                  <a:lnTo>
                    <a:pt x="2886614" y="1208151"/>
                  </a:lnTo>
                  <a:lnTo>
                    <a:pt x="2958779" y="1238355"/>
                  </a:lnTo>
                  <a:lnTo>
                    <a:pt x="3030944" y="1268559"/>
                  </a:lnTo>
                  <a:lnTo>
                    <a:pt x="3103110" y="1298762"/>
                  </a:lnTo>
                  <a:lnTo>
                    <a:pt x="3175275" y="1328966"/>
                  </a:lnTo>
                  <a:lnTo>
                    <a:pt x="3247440" y="1359170"/>
                  </a:lnTo>
                  <a:lnTo>
                    <a:pt x="3319606" y="1389374"/>
                  </a:lnTo>
                  <a:lnTo>
                    <a:pt x="3391771" y="1419577"/>
                  </a:lnTo>
                  <a:lnTo>
                    <a:pt x="3463936" y="1449781"/>
                  </a:lnTo>
                  <a:lnTo>
                    <a:pt x="3536102" y="1479985"/>
                  </a:lnTo>
                  <a:lnTo>
                    <a:pt x="3608267" y="1510189"/>
                  </a:lnTo>
                  <a:lnTo>
                    <a:pt x="3680433" y="1540393"/>
                  </a:lnTo>
                  <a:lnTo>
                    <a:pt x="3752598" y="1570596"/>
                  </a:lnTo>
                  <a:lnTo>
                    <a:pt x="3824763" y="1600800"/>
                  </a:lnTo>
                  <a:lnTo>
                    <a:pt x="3896929" y="1631004"/>
                  </a:lnTo>
                  <a:lnTo>
                    <a:pt x="3969094" y="1661208"/>
                  </a:lnTo>
                  <a:lnTo>
                    <a:pt x="4041259" y="1691412"/>
                  </a:lnTo>
                  <a:lnTo>
                    <a:pt x="4113425" y="1721615"/>
                  </a:lnTo>
                  <a:lnTo>
                    <a:pt x="4185590" y="1751819"/>
                  </a:lnTo>
                  <a:lnTo>
                    <a:pt x="4257755" y="1782023"/>
                  </a:lnTo>
                  <a:lnTo>
                    <a:pt x="4329921" y="1812227"/>
                  </a:lnTo>
                  <a:lnTo>
                    <a:pt x="4402086" y="1842430"/>
                  </a:lnTo>
                  <a:lnTo>
                    <a:pt x="4474251" y="1872634"/>
                  </a:lnTo>
                  <a:lnTo>
                    <a:pt x="4546417" y="1902838"/>
                  </a:lnTo>
                  <a:lnTo>
                    <a:pt x="4618582" y="1933042"/>
                  </a:lnTo>
                  <a:lnTo>
                    <a:pt x="4690748" y="1963246"/>
                  </a:lnTo>
                  <a:lnTo>
                    <a:pt x="4762913" y="1993449"/>
                  </a:lnTo>
                  <a:lnTo>
                    <a:pt x="4835078" y="2023653"/>
                  </a:lnTo>
                  <a:lnTo>
                    <a:pt x="4907244" y="2053857"/>
                  </a:lnTo>
                  <a:lnTo>
                    <a:pt x="4979409" y="2084061"/>
                  </a:lnTo>
                  <a:lnTo>
                    <a:pt x="5051574" y="2114265"/>
                  </a:lnTo>
                  <a:lnTo>
                    <a:pt x="5123740" y="2144468"/>
                  </a:lnTo>
                  <a:lnTo>
                    <a:pt x="5195905" y="2174672"/>
                  </a:lnTo>
                  <a:lnTo>
                    <a:pt x="5268070" y="2204876"/>
                  </a:lnTo>
                  <a:lnTo>
                    <a:pt x="5340236" y="2235080"/>
                  </a:lnTo>
                  <a:lnTo>
                    <a:pt x="5412401" y="2265283"/>
                  </a:lnTo>
                  <a:lnTo>
                    <a:pt x="5484566" y="2295487"/>
                  </a:lnTo>
                  <a:lnTo>
                    <a:pt x="5556732" y="2325691"/>
                  </a:lnTo>
                  <a:lnTo>
                    <a:pt x="5628897" y="2355895"/>
                  </a:lnTo>
                  <a:lnTo>
                    <a:pt x="5701062" y="2386099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pt34">
              <a:extLst>
                <a:ext uri="{FF2B5EF4-FFF2-40B4-BE49-F238E27FC236}">
                  <a16:creationId xmlns:a16="http://schemas.microsoft.com/office/drawing/2014/main" id="{7033E2FD-8E9B-8206-CC07-832880799604}"/>
                </a:ext>
              </a:extLst>
            </p:cNvPr>
            <p:cNvSpPr/>
            <p:nvPr/>
          </p:nvSpPr>
          <p:spPr>
            <a:xfrm>
              <a:off x="2781689" y="43451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pt35">
              <a:extLst>
                <a:ext uri="{FF2B5EF4-FFF2-40B4-BE49-F238E27FC236}">
                  <a16:creationId xmlns:a16="http://schemas.microsoft.com/office/drawing/2014/main" id="{4A1C984A-3447-AF63-5456-8DC8F87F7EA4}"/>
                </a:ext>
              </a:extLst>
            </p:cNvPr>
            <p:cNvSpPr/>
            <p:nvPr/>
          </p:nvSpPr>
          <p:spPr>
            <a:xfrm>
              <a:off x="2781689" y="4459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pt36">
              <a:extLst>
                <a:ext uri="{FF2B5EF4-FFF2-40B4-BE49-F238E27FC236}">
                  <a16:creationId xmlns:a16="http://schemas.microsoft.com/office/drawing/2014/main" id="{72D246DB-866A-6175-06B8-E23CBE8FBB81}"/>
                </a:ext>
              </a:extLst>
            </p:cNvPr>
            <p:cNvSpPr/>
            <p:nvPr/>
          </p:nvSpPr>
          <p:spPr>
            <a:xfrm>
              <a:off x="2781689" y="45356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pt37">
              <a:extLst>
                <a:ext uri="{FF2B5EF4-FFF2-40B4-BE49-F238E27FC236}">
                  <a16:creationId xmlns:a16="http://schemas.microsoft.com/office/drawing/2014/main" id="{9FD9BB6A-7777-710D-58EF-131C62986D2C}"/>
                </a:ext>
              </a:extLst>
            </p:cNvPr>
            <p:cNvSpPr/>
            <p:nvPr/>
          </p:nvSpPr>
          <p:spPr>
            <a:xfrm>
              <a:off x="1230590" y="39499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pt38">
              <a:extLst>
                <a:ext uri="{FF2B5EF4-FFF2-40B4-BE49-F238E27FC236}">
                  <a16:creationId xmlns:a16="http://schemas.microsoft.com/office/drawing/2014/main" id="{999A200A-52A0-F494-80B7-1836E8ABD827}"/>
                </a:ext>
              </a:extLst>
            </p:cNvPr>
            <p:cNvSpPr/>
            <p:nvPr/>
          </p:nvSpPr>
          <p:spPr>
            <a:xfrm>
              <a:off x="1230590" y="42150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pt39">
              <a:extLst>
                <a:ext uri="{FF2B5EF4-FFF2-40B4-BE49-F238E27FC236}">
                  <a16:creationId xmlns:a16="http://schemas.microsoft.com/office/drawing/2014/main" id="{9B0EB661-5107-8128-3A92-289CF75A4FB2}"/>
                </a:ext>
              </a:extLst>
            </p:cNvPr>
            <p:cNvSpPr/>
            <p:nvPr/>
          </p:nvSpPr>
          <p:spPr>
            <a:xfrm>
              <a:off x="1230590" y="38588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pt40">
              <a:extLst>
                <a:ext uri="{FF2B5EF4-FFF2-40B4-BE49-F238E27FC236}">
                  <a16:creationId xmlns:a16="http://schemas.microsoft.com/office/drawing/2014/main" id="{E7026041-030F-78A5-66F7-F0CD732F8D87}"/>
                </a:ext>
              </a:extLst>
            </p:cNvPr>
            <p:cNvSpPr/>
            <p:nvPr/>
          </p:nvSpPr>
          <p:spPr>
            <a:xfrm>
              <a:off x="4773250" y="41230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pt41">
              <a:extLst>
                <a:ext uri="{FF2B5EF4-FFF2-40B4-BE49-F238E27FC236}">
                  <a16:creationId xmlns:a16="http://schemas.microsoft.com/office/drawing/2014/main" id="{1D2A1016-9CE6-00F2-AA55-6E8239FC3152}"/>
                </a:ext>
              </a:extLst>
            </p:cNvPr>
            <p:cNvSpPr/>
            <p:nvPr/>
          </p:nvSpPr>
          <p:spPr>
            <a:xfrm>
              <a:off x="4773250" y="37604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pt42">
              <a:extLst>
                <a:ext uri="{FF2B5EF4-FFF2-40B4-BE49-F238E27FC236}">
                  <a16:creationId xmlns:a16="http://schemas.microsoft.com/office/drawing/2014/main" id="{5C9BB441-1CED-68E9-8157-CAE5341752E5}"/>
                </a:ext>
              </a:extLst>
            </p:cNvPr>
            <p:cNvSpPr/>
            <p:nvPr/>
          </p:nvSpPr>
          <p:spPr>
            <a:xfrm>
              <a:off x="4773250" y="407388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pt43">
              <a:extLst>
                <a:ext uri="{FF2B5EF4-FFF2-40B4-BE49-F238E27FC236}">
                  <a16:creationId xmlns:a16="http://schemas.microsoft.com/office/drawing/2014/main" id="{E43FBBF1-CBC1-9F48-060D-176B46B398F6}"/>
                </a:ext>
              </a:extLst>
            </p:cNvPr>
            <p:cNvSpPr/>
            <p:nvPr/>
          </p:nvSpPr>
          <p:spPr>
            <a:xfrm>
              <a:off x="3363050" y="47020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pt44">
              <a:extLst>
                <a:ext uri="{FF2B5EF4-FFF2-40B4-BE49-F238E27FC236}">
                  <a16:creationId xmlns:a16="http://schemas.microsoft.com/office/drawing/2014/main" id="{A5AA7401-C266-248E-CE47-44251F41C146}"/>
                </a:ext>
              </a:extLst>
            </p:cNvPr>
            <p:cNvSpPr/>
            <p:nvPr/>
          </p:nvSpPr>
          <p:spPr>
            <a:xfrm>
              <a:off x="3363050" y="43569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pt45">
              <a:extLst>
                <a:ext uri="{FF2B5EF4-FFF2-40B4-BE49-F238E27FC236}">
                  <a16:creationId xmlns:a16="http://schemas.microsoft.com/office/drawing/2014/main" id="{3B206475-7381-8983-41EB-48A1B436ACBC}"/>
                </a:ext>
              </a:extLst>
            </p:cNvPr>
            <p:cNvSpPr/>
            <p:nvPr/>
          </p:nvSpPr>
          <p:spPr>
            <a:xfrm>
              <a:off x="3363050" y="46689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pt46">
              <a:extLst>
                <a:ext uri="{FF2B5EF4-FFF2-40B4-BE49-F238E27FC236}">
                  <a16:creationId xmlns:a16="http://schemas.microsoft.com/office/drawing/2014/main" id="{2EE5C4B2-61DC-D145-E922-8B543615DC5B}"/>
                </a:ext>
              </a:extLst>
            </p:cNvPr>
            <p:cNvSpPr/>
            <p:nvPr/>
          </p:nvSpPr>
          <p:spPr>
            <a:xfrm>
              <a:off x="3987641" y="36549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pt47">
              <a:extLst>
                <a:ext uri="{FF2B5EF4-FFF2-40B4-BE49-F238E27FC236}">
                  <a16:creationId xmlns:a16="http://schemas.microsoft.com/office/drawing/2014/main" id="{E5498F94-B6A0-D5D8-3BF2-35D4B903B908}"/>
                </a:ext>
              </a:extLst>
            </p:cNvPr>
            <p:cNvSpPr/>
            <p:nvPr/>
          </p:nvSpPr>
          <p:spPr>
            <a:xfrm>
              <a:off x="3987641" y="39911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pt48">
              <a:extLst>
                <a:ext uri="{FF2B5EF4-FFF2-40B4-BE49-F238E27FC236}">
                  <a16:creationId xmlns:a16="http://schemas.microsoft.com/office/drawing/2014/main" id="{A6AE1AC9-209D-AE4C-225A-AC6656AC94AE}"/>
                </a:ext>
              </a:extLst>
            </p:cNvPr>
            <p:cNvSpPr/>
            <p:nvPr/>
          </p:nvSpPr>
          <p:spPr>
            <a:xfrm>
              <a:off x="3987641" y="38453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pt49">
              <a:extLst>
                <a:ext uri="{FF2B5EF4-FFF2-40B4-BE49-F238E27FC236}">
                  <a16:creationId xmlns:a16="http://schemas.microsoft.com/office/drawing/2014/main" id="{B91A9867-ACB4-DC5F-63A7-41E9E070D24B}"/>
                </a:ext>
              </a:extLst>
            </p:cNvPr>
            <p:cNvSpPr/>
            <p:nvPr/>
          </p:nvSpPr>
          <p:spPr>
            <a:xfrm>
              <a:off x="1649205" y="37183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pt50">
              <a:extLst>
                <a:ext uri="{FF2B5EF4-FFF2-40B4-BE49-F238E27FC236}">
                  <a16:creationId xmlns:a16="http://schemas.microsoft.com/office/drawing/2014/main" id="{41798270-E248-E3BF-99B3-0BF49F2BA78F}"/>
                </a:ext>
              </a:extLst>
            </p:cNvPr>
            <p:cNvSpPr/>
            <p:nvPr/>
          </p:nvSpPr>
          <p:spPr>
            <a:xfrm>
              <a:off x="1649205" y="3946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pt51">
              <a:extLst>
                <a:ext uri="{FF2B5EF4-FFF2-40B4-BE49-F238E27FC236}">
                  <a16:creationId xmlns:a16="http://schemas.microsoft.com/office/drawing/2014/main" id="{EA983F53-4D40-6B63-BCAC-0EBB92960641}"/>
                </a:ext>
              </a:extLst>
            </p:cNvPr>
            <p:cNvSpPr/>
            <p:nvPr/>
          </p:nvSpPr>
          <p:spPr>
            <a:xfrm>
              <a:off x="1649205" y="394137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pt52">
              <a:extLst>
                <a:ext uri="{FF2B5EF4-FFF2-40B4-BE49-F238E27FC236}">
                  <a16:creationId xmlns:a16="http://schemas.microsoft.com/office/drawing/2014/main" id="{864F4B88-ACED-D163-23F8-1B6B7A32A0DB}"/>
                </a:ext>
              </a:extLst>
            </p:cNvPr>
            <p:cNvSpPr/>
            <p:nvPr/>
          </p:nvSpPr>
          <p:spPr>
            <a:xfrm>
              <a:off x="3741314" y="51869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pt53">
              <a:extLst>
                <a:ext uri="{FF2B5EF4-FFF2-40B4-BE49-F238E27FC236}">
                  <a16:creationId xmlns:a16="http://schemas.microsoft.com/office/drawing/2014/main" id="{1C21B110-6753-83FC-AAC8-A2E9D0FE7F03}"/>
                </a:ext>
              </a:extLst>
            </p:cNvPr>
            <p:cNvSpPr/>
            <p:nvPr/>
          </p:nvSpPr>
          <p:spPr>
            <a:xfrm>
              <a:off x="3741314" y="51551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pt54">
              <a:extLst>
                <a:ext uri="{FF2B5EF4-FFF2-40B4-BE49-F238E27FC236}">
                  <a16:creationId xmlns:a16="http://schemas.microsoft.com/office/drawing/2014/main" id="{AEDA2751-276A-C6A0-F421-FBB33B75B6E5}"/>
                </a:ext>
              </a:extLst>
            </p:cNvPr>
            <p:cNvSpPr/>
            <p:nvPr/>
          </p:nvSpPr>
          <p:spPr>
            <a:xfrm>
              <a:off x="4482915" y="52543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pt55">
              <a:extLst>
                <a:ext uri="{FF2B5EF4-FFF2-40B4-BE49-F238E27FC236}">
                  <a16:creationId xmlns:a16="http://schemas.microsoft.com/office/drawing/2014/main" id="{26403DD0-16DD-BE2F-FD78-3C46D035D0C2}"/>
                </a:ext>
              </a:extLst>
            </p:cNvPr>
            <p:cNvSpPr/>
            <p:nvPr/>
          </p:nvSpPr>
          <p:spPr>
            <a:xfrm>
              <a:off x="4482915" y="51517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pg56">
              <a:extLst>
                <a:ext uri="{FF2B5EF4-FFF2-40B4-BE49-F238E27FC236}">
                  <a16:creationId xmlns:a16="http://schemas.microsoft.com/office/drawing/2014/main" id="{83A8EA0C-A22D-30B8-DA51-D260421F1F5F}"/>
                </a:ext>
              </a:extLst>
            </p:cNvPr>
            <p:cNvSpPr/>
            <p:nvPr/>
          </p:nvSpPr>
          <p:spPr>
            <a:xfrm>
              <a:off x="1289293" y="3695474"/>
              <a:ext cx="3542659" cy="1256360"/>
            </a:xfrm>
            <a:custGeom>
              <a:avLst/>
              <a:gdLst/>
              <a:ahLst/>
              <a:cxnLst/>
              <a:rect l="0" t="0" r="0" b="0"/>
              <a:pathLst>
                <a:path w="3542659" h="1256360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  <a:lnTo>
                    <a:pt x="3542659" y="1256360"/>
                  </a:lnTo>
                  <a:lnTo>
                    <a:pt x="3497815" y="1243907"/>
                  </a:lnTo>
                  <a:lnTo>
                    <a:pt x="3452972" y="1231524"/>
                  </a:lnTo>
                  <a:lnTo>
                    <a:pt x="3408128" y="1219215"/>
                  </a:lnTo>
                  <a:lnTo>
                    <a:pt x="3363284" y="1206985"/>
                  </a:lnTo>
                  <a:lnTo>
                    <a:pt x="3318440" y="1194837"/>
                  </a:lnTo>
                  <a:lnTo>
                    <a:pt x="3273596" y="1182777"/>
                  </a:lnTo>
                  <a:lnTo>
                    <a:pt x="3228753" y="1170810"/>
                  </a:lnTo>
                  <a:lnTo>
                    <a:pt x="3183909" y="1158939"/>
                  </a:lnTo>
                  <a:lnTo>
                    <a:pt x="3139065" y="1147173"/>
                  </a:lnTo>
                  <a:lnTo>
                    <a:pt x="3094221" y="1135515"/>
                  </a:lnTo>
                  <a:lnTo>
                    <a:pt x="3049377" y="1123972"/>
                  </a:lnTo>
                  <a:lnTo>
                    <a:pt x="3004534" y="1112551"/>
                  </a:lnTo>
                  <a:lnTo>
                    <a:pt x="2959690" y="1101258"/>
                  </a:lnTo>
                  <a:lnTo>
                    <a:pt x="2914846" y="1090102"/>
                  </a:lnTo>
                  <a:lnTo>
                    <a:pt x="2870002" y="1079089"/>
                  </a:lnTo>
                  <a:lnTo>
                    <a:pt x="2825158" y="1068226"/>
                  </a:lnTo>
                  <a:lnTo>
                    <a:pt x="2780315" y="1057524"/>
                  </a:lnTo>
                  <a:lnTo>
                    <a:pt x="2735471" y="1046989"/>
                  </a:lnTo>
                  <a:lnTo>
                    <a:pt x="2690627" y="1036632"/>
                  </a:lnTo>
                  <a:lnTo>
                    <a:pt x="2645783" y="1026460"/>
                  </a:lnTo>
                  <a:lnTo>
                    <a:pt x="2600939" y="1016483"/>
                  </a:lnTo>
                  <a:lnTo>
                    <a:pt x="2556096" y="1006710"/>
                  </a:lnTo>
                  <a:lnTo>
                    <a:pt x="2511252" y="997152"/>
                  </a:lnTo>
                  <a:lnTo>
                    <a:pt x="2466408" y="987817"/>
                  </a:lnTo>
                  <a:lnTo>
                    <a:pt x="2421564" y="978714"/>
                  </a:lnTo>
                  <a:lnTo>
                    <a:pt x="2376721" y="969854"/>
                  </a:lnTo>
                  <a:lnTo>
                    <a:pt x="2331877" y="961245"/>
                  </a:lnTo>
                  <a:lnTo>
                    <a:pt x="2287033" y="952896"/>
                  </a:lnTo>
                  <a:lnTo>
                    <a:pt x="2242189" y="944814"/>
                  </a:lnTo>
                  <a:lnTo>
                    <a:pt x="2197345" y="937007"/>
                  </a:lnTo>
                  <a:lnTo>
                    <a:pt x="2152502" y="929482"/>
                  </a:lnTo>
                  <a:lnTo>
                    <a:pt x="2107658" y="922244"/>
                  </a:lnTo>
                  <a:lnTo>
                    <a:pt x="2062814" y="915299"/>
                  </a:lnTo>
                  <a:lnTo>
                    <a:pt x="2017970" y="908650"/>
                  </a:lnTo>
                  <a:lnTo>
                    <a:pt x="1973126" y="902299"/>
                  </a:lnTo>
                  <a:lnTo>
                    <a:pt x="1928283" y="896249"/>
                  </a:lnTo>
                  <a:lnTo>
                    <a:pt x="1883439" y="890498"/>
                  </a:lnTo>
                  <a:lnTo>
                    <a:pt x="1838595" y="885048"/>
                  </a:lnTo>
                  <a:lnTo>
                    <a:pt x="1793751" y="879894"/>
                  </a:lnTo>
                  <a:lnTo>
                    <a:pt x="1748907" y="875034"/>
                  </a:lnTo>
                  <a:lnTo>
                    <a:pt x="1704064" y="870464"/>
                  </a:lnTo>
                  <a:lnTo>
                    <a:pt x="1659220" y="866177"/>
                  </a:lnTo>
                  <a:lnTo>
                    <a:pt x="1614376" y="862168"/>
                  </a:lnTo>
                  <a:lnTo>
                    <a:pt x="1569532" y="858430"/>
                  </a:lnTo>
                  <a:lnTo>
                    <a:pt x="1524688" y="854954"/>
                  </a:lnTo>
                  <a:lnTo>
                    <a:pt x="1479845" y="851733"/>
                  </a:lnTo>
                  <a:lnTo>
                    <a:pt x="1435001" y="848757"/>
                  </a:lnTo>
                  <a:lnTo>
                    <a:pt x="1390157" y="846017"/>
                  </a:lnTo>
                  <a:lnTo>
                    <a:pt x="1345313" y="843504"/>
                  </a:lnTo>
                  <a:lnTo>
                    <a:pt x="1300469" y="841209"/>
                  </a:lnTo>
                  <a:lnTo>
                    <a:pt x="1255626" y="839122"/>
                  </a:lnTo>
                  <a:lnTo>
                    <a:pt x="1210782" y="837233"/>
                  </a:lnTo>
                  <a:lnTo>
                    <a:pt x="1165938" y="835534"/>
                  </a:lnTo>
                  <a:lnTo>
                    <a:pt x="1121094" y="834014"/>
                  </a:lnTo>
                  <a:lnTo>
                    <a:pt x="1076251" y="832666"/>
                  </a:lnTo>
                  <a:lnTo>
                    <a:pt x="1031407" y="831481"/>
                  </a:lnTo>
                  <a:lnTo>
                    <a:pt x="986563" y="830450"/>
                  </a:lnTo>
                  <a:lnTo>
                    <a:pt x="941719" y="829565"/>
                  </a:lnTo>
                  <a:lnTo>
                    <a:pt x="896875" y="828818"/>
                  </a:lnTo>
                  <a:lnTo>
                    <a:pt x="852032" y="828203"/>
                  </a:lnTo>
                  <a:lnTo>
                    <a:pt x="807188" y="827712"/>
                  </a:lnTo>
                  <a:lnTo>
                    <a:pt x="762344" y="827339"/>
                  </a:lnTo>
                  <a:lnTo>
                    <a:pt x="717500" y="827077"/>
                  </a:lnTo>
                  <a:lnTo>
                    <a:pt x="672656" y="826920"/>
                  </a:lnTo>
                  <a:lnTo>
                    <a:pt x="627813" y="826863"/>
                  </a:lnTo>
                  <a:lnTo>
                    <a:pt x="582969" y="826900"/>
                  </a:lnTo>
                  <a:lnTo>
                    <a:pt x="538125" y="827027"/>
                  </a:lnTo>
                  <a:lnTo>
                    <a:pt x="493281" y="827238"/>
                  </a:lnTo>
                  <a:lnTo>
                    <a:pt x="448437" y="827528"/>
                  </a:lnTo>
                  <a:lnTo>
                    <a:pt x="403594" y="827895"/>
                  </a:lnTo>
                  <a:lnTo>
                    <a:pt x="358750" y="828334"/>
                  </a:lnTo>
                  <a:lnTo>
                    <a:pt x="313906" y="828840"/>
                  </a:lnTo>
                  <a:lnTo>
                    <a:pt x="269062" y="829411"/>
                  </a:lnTo>
                  <a:lnTo>
                    <a:pt x="224218" y="830043"/>
                  </a:lnTo>
                  <a:lnTo>
                    <a:pt x="179375" y="830734"/>
                  </a:lnTo>
                  <a:lnTo>
                    <a:pt x="134531" y="831479"/>
                  </a:lnTo>
                  <a:lnTo>
                    <a:pt x="89687" y="832277"/>
                  </a:lnTo>
                  <a:lnTo>
                    <a:pt x="44843" y="833125"/>
                  </a:lnTo>
                  <a:lnTo>
                    <a:pt x="0" y="83402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33" name="pl57">
              <a:extLst>
                <a:ext uri="{FF2B5EF4-FFF2-40B4-BE49-F238E27FC236}">
                  <a16:creationId xmlns:a16="http://schemas.microsoft.com/office/drawing/2014/main" id="{95AFD000-9C47-E9E9-5C02-E5A8F7649256}"/>
                </a:ext>
              </a:extLst>
            </p:cNvPr>
            <p:cNvSpPr/>
            <p:nvPr/>
          </p:nvSpPr>
          <p:spPr>
            <a:xfrm>
              <a:off x="1289293" y="3695474"/>
              <a:ext cx="3542659" cy="526445"/>
            </a:xfrm>
            <a:custGeom>
              <a:avLst/>
              <a:gdLst/>
              <a:ahLst/>
              <a:cxnLst/>
              <a:rect l="0" t="0" r="0" b="0"/>
              <a:pathLst>
                <a:path w="3542659" h="526445">
                  <a:moveTo>
                    <a:pt x="0" y="0"/>
                  </a:moveTo>
                  <a:lnTo>
                    <a:pt x="44843" y="12884"/>
                  </a:lnTo>
                  <a:lnTo>
                    <a:pt x="89687" y="25720"/>
                  </a:lnTo>
                  <a:lnTo>
                    <a:pt x="134531" y="38507"/>
                  </a:lnTo>
                  <a:lnTo>
                    <a:pt x="179375" y="51242"/>
                  </a:lnTo>
                  <a:lnTo>
                    <a:pt x="224218" y="63921"/>
                  </a:lnTo>
                  <a:lnTo>
                    <a:pt x="269062" y="76543"/>
                  </a:lnTo>
                  <a:lnTo>
                    <a:pt x="313906" y="89103"/>
                  </a:lnTo>
                  <a:lnTo>
                    <a:pt x="358750" y="101598"/>
                  </a:lnTo>
                  <a:lnTo>
                    <a:pt x="403594" y="114026"/>
                  </a:lnTo>
                  <a:lnTo>
                    <a:pt x="448437" y="126382"/>
                  </a:lnTo>
                  <a:lnTo>
                    <a:pt x="493281" y="138662"/>
                  </a:lnTo>
                  <a:lnTo>
                    <a:pt x="538125" y="150862"/>
                  </a:lnTo>
                  <a:lnTo>
                    <a:pt x="582969" y="162977"/>
                  </a:lnTo>
                  <a:lnTo>
                    <a:pt x="627813" y="175003"/>
                  </a:lnTo>
                  <a:lnTo>
                    <a:pt x="672656" y="186935"/>
                  </a:lnTo>
                  <a:lnTo>
                    <a:pt x="717500" y="198768"/>
                  </a:lnTo>
                  <a:lnTo>
                    <a:pt x="762344" y="210495"/>
                  </a:lnTo>
                  <a:lnTo>
                    <a:pt x="807188" y="222111"/>
                  </a:lnTo>
                  <a:lnTo>
                    <a:pt x="852032" y="233609"/>
                  </a:lnTo>
                  <a:lnTo>
                    <a:pt x="896875" y="244983"/>
                  </a:lnTo>
                  <a:lnTo>
                    <a:pt x="941719" y="256225"/>
                  </a:lnTo>
                  <a:lnTo>
                    <a:pt x="986563" y="267329"/>
                  </a:lnTo>
                  <a:lnTo>
                    <a:pt x="1031407" y="278287"/>
                  </a:lnTo>
                  <a:lnTo>
                    <a:pt x="1076251" y="289091"/>
                  </a:lnTo>
                  <a:lnTo>
                    <a:pt x="1121094" y="299732"/>
                  </a:lnTo>
                  <a:lnTo>
                    <a:pt x="1165938" y="310202"/>
                  </a:lnTo>
                  <a:lnTo>
                    <a:pt x="1210782" y="320491"/>
                  </a:lnTo>
                  <a:lnTo>
                    <a:pt x="1255626" y="330592"/>
                  </a:lnTo>
                  <a:lnTo>
                    <a:pt x="1300469" y="340494"/>
                  </a:lnTo>
                  <a:lnTo>
                    <a:pt x="1345313" y="350187"/>
                  </a:lnTo>
                  <a:lnTo>
                    <a:pt x="1390157" y="359664"/>
                  </a:lnTo>
                  <a:lnTo>
                    <a:pt x="1435001" y="368913"/>
                  </a:lnTo>
                  <a:lnTo>
                    <a:pt x="1479845" y="377926"/>
                  </a:lnTo>
                  <a:lnTo>
                    <a:pt x="1524688" y="386694"/>
                  </a:lnTo>
                  <a:lnTo>
                    <a:pt x="1569532" y="395207"/>
                  </a:lnTo>
                  <a:lnTo>
                    <a:pt x="1614376" y="403458"/>
                  </a:lnTo>
                  <a:lnTo>
                    <a:pt x="1659220" y="411438"/>
                  </a:lnTo>
                  <a:lnTo>
                    <a:pt x="1704064" y="419141"/>
                  </a:lnTo>
                  <a:lnTo>
                    <a:pt x="1748907" y="426559"/>
                  </a:lnTo>
                  <a:lnTo>
                    <a:pt x="1793751" y="433689"/>
                  </a:lnTo>
                  <a:lnTo>
                    <a:pt x="1838595" y="440524"/>
                  </a:lnTo>
                  <a:lnTo>
                    <a:pt x="1883439" y="447062"/>
                  </a:lnTo>
                  <a:lnTo>
                    <a:pt x="1928283" y="453301"/>
                  </a:lnTo>
                  <a:lnTo>
                    <a:pt x="1973126" y="459240"/>
                  </a:lnTo>
                  <a:lnTo>
                    <a:pt x="2017970" y="464878"/>
                  </a:lnTo>
                  <a:lnTo>
                    <a:pt x="2062814" y="470218"/>
                  </a:lnTo>
                  <a:lnTo>
                    <a:pt x="2107658" y="475262"/>
                  </a:lnTo>
                  <a:lnTo>
                    <a:pt x="2152502" y="480013"/>
                  </a:lnTo>
                  <a:lnTo>
                    <a:pt x="2197345" y="484477"/>
                  </a:lnTo>
                  <a:lnTo>
                    <a:pt x="2242189" y="488660"/>
                  </a:lnTo>
                  <a:lnTo>
                    <a:pt x="2287033" y="492567"/>
                  </a:lnTo>
                  <a:lnTo>
                    <a:pt x="2331877" y="496206"/>
                  </a:lnTo>
                  <a:lnTo>
                    <a:pt x="2376721" y="499586"/>
                  </a:lnTo>
                  <a:lnTo>
                    <a:pt x="2421564" y="502715"/>
                  </a:lnTo>
                  <a:lnTo>
                    <a:pt x="2466408" y="505602"/>
                  </a:lnTo>
                  <a:lnTo>
                    <a:pt x="2511252" y="508256"/>
                  </a:lnTo>
                  <a:lnTo>
                    <a:pt x="2556096" y="510687"/>
                  </a:lnTo>
                  <a:lnTo>
                    <a:pt x="2600939" y="512904"/>
                  </a:lnTo>
                  <a:lnTo>
                    <a:pt x="2645783" y="514916"/>
                  </a:lnTo>
                  <a:lnTo>
                    <a:pt x="2690627" y="516733"/>
                  </a:lnTo>
                  <a:lnTo>
                    <a:pt x="2735471" y="518364"/>
                  </a:lnTo>
                  <a:lnTo>
                    <a:pt x="2780315" y="519819"/>
                  </a:lnTo>
                  <a:lnTo>
                    <a:pt x="2825158" y="521105"/>
                  </a:lnTo>
                  <a:lnTo>
                    <a:pt x="2870002" y="522232"/>
                  </a:lnTo>
                  <a:lnTo>
                    <a:pt x="2914846" y="523208"/>
                  </a:lnTo>
                  <a:lnTo>
                    <a:pt x="2959690" y="524040"/>
                  </a:lnTo>
                  <a:lnTo>
                    <a:pt x="3004534" y="524737"/>
                  </a:lnTo>
                  <a:lnTo>
                    <a:pt x="3049377" y="525305"/>
                  </a:lnTo>
                  <a:lnTo>
                    <a:pt x="3094221" y="525752"/>
                  </a:lnTo>
                  <a:lnTo>
                    <a:pt x="3139065" y="526083"/>
                  </a:lnTo>
                  <a:lnTo>
                    <a:pt x="3183909" y="526305"/>
                  </a:lnTo>
                  <a:lnTo>
                    <a:pt x="3228753" y="526424"/>
                  </a:lnTo>
                  <a:lnTo>
                    <a:pt x="3273596" y="526445"/>
                  </a:lnTo>
                  <a:lnTo>
                    <a:pt x="3318440" y="526374"/>
                  </a:lnTo>
                  <a:lnTo>
                    <a:pt x="3363284" y="526216"/>
                  </a:lnTo>
                  <a:lnTo>
                    <a:pt x="3408128" y="525975"/>
                  </a:lnTo>
                  <a:lnTo>
                    <a:pt x="3452972" y="525655"/>
                  </a:lnTo>
                  <a:lnTo>
                    <a:pt x="3497815" y="525261"/>
                  </a:lnTo>
                  <a:lnTo>
                    <a:pt x="3542659" y="52479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34" name="pl58">
              <a:extLst>
                <a:ext uri="{FF2B5EF4-FFF2-40B4-BE49-F238E27FC236}">
                  <a16:creationId xmlns:a16="http://schemas.microsoft.com/office/drawing/2014/main" id="{5DB6365E-99B8-8908-5AD2-ACE142B3245B}"/>
                </a:ext>
              </a:extLst>
            </p:cNvPr>
            <p:cNvSpPr/>
            <p:nvPr/>
          </p:nvSpPr>
          <p:spPr>
            <a:xfrm>
              <a:off x="1289293" y="4522338"/>
              <a:ext cx="3542659" cy="429497"/>
            </a:xfrm>
            <a:custGeom>
              <a:avLst/>
              <a:gdLst/>
              <a:ahLst/>
              <a:cxnLst/>
              <a:rect l="0" t="0" r="0" b="0"/>
              <a:pathLst>
                <a:path w="3542659" h="429497">
                  <a:moveTo>
                    <a:pt x="3542659" y="429497"/>
                  </a:moveTo>
                  <a:lnTo>
                    <a:pt x="3497815" y="417043"/>
                  </a:lnTo>
                  <a:lnTo>
                    <a:pt x="3452972" y="404660"/>
                  </a:lnTo>
                  <a:lnTo>
                    <a:pt x="3408128" y="392352"/>
                  </a:lnTo>
                  <a:lnTo>
                    <a:pt x="3363284" y="380121"/>
                  </a:lnTo>
                  <a:lnTo>
                    <a:pt x="3318440" y="367974"/>
                  </a:lnTo>
                  <a:lnTo>
                    <a:pt x="3273596" y="355914"/>
                  </a:lnTo>
                  <a:lnTo>
                    <a:pt x="3228753" y="343946"/>
                  </a:lnTo>
                  <a:lnTo>
                    <a:pt x="3183909" y="332076"/>
                  </a:lnTo>
                  <a:lnTo>
                    <a:pt x="3139065" y="320309"/>
                  </a:lnTo>
                  <a:lnTo>
                    <a:pt x="3094221" y="308651"/>
                  </a:lnTo>
                  <a:lnTo>
                    <a:pt x="3049377" y="297108"/>
                  </a:lnTo>
                  <a:lnTo>
                    <a:pt x="3004534" y="285687"/>
                  </a:lnTo>
                  <a:lnTo>
                    <a:pt x="2959690" y="274395"/>
                  </a:lnTo>
                  <a:lnTo>
                    <a:pt x="2914846" y="263238"/>
                  </a:lnTo>
                  <a:lnTo>
                    <a:pt x="2870002" y="252225"/>
                  </a:lnTo>
                  <a:lnTo>
                    <a:pt x="2825158" y="241363"/>
                  </a:lnTo>
                  <a:lnTo>
                    <a:pt x="2780315" y="230660"/>
                  </a:lnTo>
                  <a:lnTo>
                    <a:pt x="2735471" y="220126"/>
                  </a:lnTo>
                  <a:lnTo>
                    <a:pt x="2690627" y="209768"/>
                  </a:lnTo>
                  <a:lnTo>
                    <a:pt x="2645783" y="199596"/>
                  </a:lnTo>
                  <a:lnTo>
                    <a:pt x="2600939" y="189619"/>
                  </a:lnTo>
                  <a:lnTo>
                    <a:pt x="2556096" y="179847"/>
                  </a:lnTo>
                  <a:lnTo>
                    <a:pt x="2511252" y="170288"/>
                  </a:lnTo>
                  <a:lnTo>
                    <a:pt x="2466408" y="160953"/>
                  </a:lnTo>
                  <a:lnTo>
                    <a:pt x="2421564" y="151851"/>
                  </a:lnTo>
                  <a:lnTo>
                    <a:pt x="2376721" y="142991"/>
                  </a:lnTo>
                  <a:lnTo>
                    <a:pt x="2331877" y="134382"/>
                  </a:lnTo>
                  <a:lnTo>
                    <a:pt x="2287033" y="126032"/>
                  </a:lnTo>
                  <a:lnTo>
                    <a:pt x="2242189" y="117950"/>
                  </a:lnTo>
                  <a:lnTo>
                    <a:pt x="2197345" y="110144"/>
                  </a:lnTo>
                  <a:lnTo>
                    <a:pt x="2152502" y="102618"/>
                  </a:lnTo>
                  <a:lnTo>
                    <a:pt x="2107658" y="95381"/>
                  </a:lnTo>
                  <a:lnTo>
                    <a:pt x="2062814" y="88435"/>
                  </a:lnTo>
                  <a:lnTo>
                    <a:pt x="2017970" y="81786"/>
                  </a:lnTo>
                  <a:lnTo>
                    <a:pt x="1973126" y="75436"/>
                  </a:lnTo>
                  <a:lnTo>
                    <a:pt x="1928283" y="69385"/>
                  </a:lnTo>
                  <a:lnTo>
                    <a:pt x="1883439" y="63635"/>
                  </a:lnTo>
                  <a:lnTo>
                    <a:pt x="1838595" y="58184"/>
                  </a:lnTo>
                  <a:lnTo>
                    <a:pt x="1793751" y="53030"/>
                  </a:lnTo>
                  <a:lnTo>
                    <a:pt x="1748907" y="48171"/>
                  </a:lnTo>
                  <a:lnTo>
                    <a:pt x="1704064" y="43600"/>
                  </a:lnTo>
                  <a:lnTo>
                    <a:pt x="1659220" y="39314"/>
                  </a:lnTo>
                  <a:lnTo>
                    <a:pt x="1614376" y="35305"/>
                  </a:lnTo>
                  <a:lnTo>
                    <a:pt x="1569532" y="31566"/>
                  </a:lnTo>
                  <a:lnTo>
                    <a:pt x="1524688" y="28091"/>
                  </a:lnTo>
                  <a:lnTo>
                    <a:pt x="1479845" y="24869"/>
                  </a:lnTo>
                  <a:lnTo>
                    <a:pt x="1435001" y="21893"/>
                  </a:lnTo>
                  <a:lnTo>
                    <a:pt x="1390157" y="19154"/>
                  </a:lnTo>
                  <a:lnTo>
                    <a:pt x="1345313" y="16641"/>
                  </a:lnTo>
                  <a:lnTo>
                    <a:pt x="1300469" y="14346"/>
                  </a:lnTo>
                  <a:lnTo>
                    <a:pt x="1255626" y="12258"/>
                  </a:lnTo>
                  <a:lnTo>
                    <a:pt x="1210782" y="10370"/>
                  </a:lnTo>
                  <a:lnTo>
                    <a:pt x="1165938" y="8670"/>
                  </a:lnTo>
                  <a:lnTo>
                    <a:pt x="1121094" y="7151"/>
                  </a:lnTo>
                  <a:lnTo>
                    <a:pt x="1076251" y="5803"/>
                  </a:lnTo>
                  <a:lnTo>
                    <a:pt x="1031407" y="4617"/>
                  </a:lnTo>
                  <a:lnTo>
                    <a:pt x="986563" y="3586"/>
                  </a:lnTo>
                  <a:lnTo>
                    <a:pt x="941719" y="2701"/>
                  </a:lnTo>
                  <a:lnTo>
                    <a:pt x="896875" y="1955"/>
                  </a:lnTo>
                  <a:lnTo>
                    <a:pt x="852032" y="1340"/>
                  </a:lnTo>
                  <a:lnTo>
                    <a:pt x="807188" y="849"/>
                  </a:lnTo>
                  <a:lnTo>
                    <a:pt x="762344" y="475"/>
                  </a:lnTo>
                  <a:lnTo>
                    <a:pt x="717500" y="213"/>
                  </a:lnTo>
                  <a:lnTo>
                    <a:pt x="672656" y="57"/>
                  </a:lnTo>
                  <a:lnTo>
                    <a:pt x="627813" y="0"/>
                  </a:lnTo>
                  <a:lnTo>
                    <a:pt x="582969" y="37"/>
                  </a:lnTo>
                  <a:lnTo>
                    <a:pt x="538125" y="163"/>
                  </a:lnTo>
                  <a:lnTo>
                    <a:pt x="493281" y="374"/>
                  </a:lnTo>
                  <a:lnTo>
                    <a:pt x="448437" y="665"/>
                  </a:lnTo>
                  <a:lnTo>
                    <a:pt x="403594" y="1032"/>
                  </a:lnTo>
                  <a:lnTo>
                    <a:pt x="358750" y="1470"/>
                  </a:lnTo>
                  <a:lnTo>
                    <a:pt x="313906" y="1977"/>
                  </a:lnTo>
                  <a:lnTo>
                    <a:pt x="269062" y="2548"/>
                  </a:lnTo>
                  <a:lnTo>
                    <a:pt x="224218" y="3180"/>
                  </a:lnTo>
                  <a:lnTo>
                    <a:pt x="179375" y="3870"/>
                  </a:lnTo>
                  <a:lnTo>
                    <a:pt x="134531" y="4616"/>
                  </a:lnTo>
                  <a:lnTo>
                    <a:pt x="89687" y="5414"/>
                  </a:lnTo>
                  <a:lnTo>
                    <a:pt x="44843" y="6261"/>
                  </a:lnTo>
                  <a:lnTo>
                    <a:pt x="0" y="7156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35" name="pl59">
              <a:extLst>
                <a:ext uri="{FF2B5EF4-FFF2-40B4-BE49-F238E27FC236}">
                  <a16:creationId xmlns:a16="http://schemas.microsoft.com/office/drawing/2014/main" id="{79761902-CEFF-AE63-8977-FF94C66620C2}"/>
                </a:ext>
              </a:extLst>
            </p:cNvPr>
            <p:cNvSpPr/>
            <p:nvPr/>
          </p:nvSpPr>
          <p:spPr>
            <a:xfrm>
              <a:off x="1289293" y="4112485"/>
              <a:ext cx="3542659" cy="473568"/>
            </a:xfrm>
            <a:custGeom>
              <a:avLst/>
              <a:gdLst/>
              <a:ahLst/>
              <a:cxnLst/>
              <a:rect l="0" t="0" r="0" b="0"/>
              <a:pathLst>
                <a:path w="3542659" h="473568">
                  <a:moveTo>
                    <a:pt x="0" y="0"/>
                  </a:moveTo>
                  <a:lnTo>
                    <a:pt x="44843" y="5994"/>
                  </a:lnTo>
                  <a:lnTo>
                    <a:pt x="89687" y="11989"/>
                  </a:lnTo>
                  <a:lnTo>
                    <a:pt x="134531" y="17983"/>
                  </a:lnTo>
                  <a:lnTo>
                    <a:pt x="179375" y="23978"/>
                  </a:lnTo>
                  <a:lnTo>
                    <a:pt x="224218" y="29972"/>
                  </a:lnTo>
                  <a:lnTo>
                    <a:pt x="269062" y="35967"/>
                  </a:lnTo>
                  <a:lnTo>
                    <a:pt x="313906" y="41961"/>
                  </a:lnTo>
                  <a:lnTo>
                    <a:pt x="358750" y="47956"/>
                  </a:lnTo>
                  <a:lnTo>
                    <a:pt x="403594" y="53950"/>
                  </a:lnTo>
                  <a:lnTo>
                    <a:pt x="448437" y="59945"/>
                  </a:lnTo>
                  <a:lnTo>
                    <a:pt x="493281" y="65939"/>
                  </a:lnTo>
                  <a:lnTo>
                    <a:pt x="538125" y="71934"/>
                  </a:lnTo>
                  <a:lnTo>
                    <a:pt x="582969" y="77929"/>
                  </a:lnTo>
                  <a:lnTo>
                    <a:pt x="627813" y="83923"/>
                  </a:lnTo>
                  <a:lnTo>
                    <a:pt x="672656" y="89918"/>
                  </a:lnTo>
                  <a:lnTo>
                    <a:pt x="717500" y="95912"/>
                  </a:lnTo>
                  <a:lnTo>
                    <a:pt x="762344" y="101907"/>
                  </a:lnTo>
                  <a:lnTo>
                    <a:pt x="807188" y="107901"/>
                  </a:lnTo>
                  <a:lnTo>
                    <a:pt x="852032" y="113896"/>
                  </a:lnTo>
                  <a:lnTo>
                    <a:pt x="896875" y="119890"/>
                  </a:lnTo>
                  <a:lnTo>
                    <a:pt x="941719" y="125885"/>
                  </a:lnTo>
                  <a:lnTo>
                    <a:pt x="986563" y="131879"/>
                  </a:lnTo>
                  <a:lnTo>
                    <a:pt x="1031407" y="137874"/>
                  </a:lnTo>
                  <a:lnTo>
                    <a:pt x="1076251" y="143869"/>
                  </a:lnTo>
                  <a:lnTo>
                    <a:pt x="1121094" y="149863"/>
                  </a:lnTo>
                  <a:lnTo>
                    <a:pt x="1165938" y="155858"/>
                  </a:lnTo>
                  <a:lnTo>
                    <a:pt x="1210782" y="161852"/>
                  </a:lnTo>
                  <a:lnTo>
                    <a:pt x="1255626" y="167847"/>
                  </a:lnTo>
                  <a:lnTo>
                    <a:pt x="1300469" y="173841"/>
                  </a:lnTo>
                  <a:lnTo>
                    <a:pt x="1345313" y="179836"/>
                  </a:lnTo>
                  <a:lnTo>
                    <a:pt x="1390157" y="185830"/>
                  </a:lnTo>
                  <a:lnTo>
                    <a:pt x="1435001" y="191825"/>
                  </a:lnTo>
                  <a:lnTo>
                    <a:pt x="1479845" y="197819"/>
                  </a:lnTo>
                  <a:lnTo>
                    <a:pt x="1524688" y="203814"/>
                  </a:lnTo>
                  <a:lnTo>
                    <a:pt x="1569532" y="209809"/>
                  </a:lnTo>
                  <a:lnTo>
                    <a:pt x="1614376" y="215803"/>
                  </a:lnTo>
                  <a:lnTo>
                    <a:pt x="1659220" y="221798"/>
                  </a:lnTo>
                  <a:lnTo>
                    <a:pt x="1704064" y="227792"/>
                  </a:lnTo>
                  <a:lnTo>
                    <a:pt x="1748907" y="233787"/>
                  </a:lnTo>
                  <a:lnTo>
                    <a:pt x="1793751" y="239781"/>
                  </a:lnTo>
                  <a:lnTo>
                    <a:pt x="1838595" y="245776"/>
                  </a:lnTo>
                  <a:lnTo>
                    <a:pt x="1883439" y="251770"/>
                  </a:lnTo>
                  <a:lnTo>
                    <a:pt x="1928283" y="257765"/>
                  </a:lnTo>
                  <a:lnTo>
                    <a:pt x="1973126" y="263759"/>
                  </a:lnTo>
                  <a:lnTo>
                    <a:pt x="2017970" y="269754"/>
                  </a:lnTo>
                  <a:lnTo>
                    <a:pt x="2062814" y="275748"/>
                  </a:lnTo>
                  <a:lnTo>
                    <a:pt x="2107658" y="281743"/>
                  </a:lnTo>
                  <a:lnTo>
                    <a:pt x="2152502" y="287738"/>
                  </a:lnTo>
                  <a:lnTo>
                    <a:pt x="2197345" y="293732"/>
                  </a:lnTo>
                  <a:lnTo>
                    <a:pt x="2242189" y="299727"/>
                  </a:lnTo>
                  <a:lnTo>
                    <a:pt x="2287033" y="305721"/>
                  </a:lnTo>
                  <a:lnTo>
                    <a:pt x="2331877" y="311716"/>
                  </a:lnTo>
                  <a:lnTo>
                    <a:pt x="2376721" y="317710"/>
                  </a:lnTo>
                  <a:lnTo>
                    <a:pt x="2421564" y="323705"/>
                  </a:lnTo>
                  <a:lnTo>
                    <a:pt x="2466408" y="329699"/>
                  </a:lnTo>
                  <a:lnTo>
                    <a:pt x="2511252" y="335694"/>
                  </a:lnTo>
                  <a:lnTo>
                    <a:pt x="2556096" y="341688"/>
                  </a:lnTo>
                  <a:lnTo>
                    <a:pt x="2600939" y="347683"/>
                  </a:lnTo>
                  <a:lnTo>
                    <a:pt x="2645783" y="353678"/>
                  </a:lnTo>
                  <a:lnTo>
                    <a:pt x="2690627" y="359672"/>
                  </a:lnTo>
                  <a:lnTo>
                    <a:pt x="2735471" y="365667"/>
                  </a:lnTo>
                  <a:lnTo>
                    <a:pt x="2780315" y="371661"/>
                  </a:lnTo>
                  <a:lnTo>
                    <a:pt x="2825158" y="377656"/>
                  </a:lnTo>
                  <a:lnTo>
                    <a:pt x="2870002" y="383650"/>
                  </a:lnTo>
                  <a:lnTo>
                    <a:pt x="2914846" y="389645"/>
                  </a:lnTo>
                  <a:lnTo>
                    <a:pt x="2959690" y="395639"/>
                  </a:lnTo>
                  <a:lnTo>
                    <a:pt x="3004534" y="401634"/>
                  </a:lnTo>
                  <a:lnTo>
                    <a:pt x="3049377" y="407628"/>
                  </a:lnTo>
                  <a:lnTo>
                    <a:pt x="3094221" y="413623"/>
                  </a:lnTo>
                  <a:lnTo>
                    <a:pt x="3139065" y="419618"/>
                  </a:lnTo>
                  <a:lnTo>
                    <a:pt x="3183909" y="425612"/>
                  </a:lnTo>
                  <a:lnTo>
                    <a:pt x="3228753" y="431607"/>
                  </a:lnTo>
                  <a:lnTo>
                    <a:pt x="3273596" y="437601"/>
                  </a:lnTo>
                  <a:lnTo>
                    <a:pt x="3318440" y="443596"/>
                  </a:lnTo>
                  <a:lnTo>
                    <a:pt x="3363284" y="449590"/>
                  </a:lnTo>
                  <a:lnTo>
                    <a:pt x="3408128" y="455585"/>
                  </a:lnTo>
                  <a:lnTo>
                    <a:pt x="3452972" y="461579"/>
                  </a:lnTo>
                  <a:lnTo>
                    <a:pt x="3497815" y="467574"/>
                  </a:lnTo>
                  <a:lnTo>
                    <a:pt x="3542659" y="47356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pl60">
              <a:extLst>
                <a:ext uri="{FF2B5EF4-FFF2-40B4-BE49-F238E27FC236}">
                  <a16:creationId xmlns:a16="http://schemas.microsoft.com/office/drawing/2014/main" id="{D7DD2C99-0D6B-9734-A82D-AA34A40648FA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tx61">
              <a:extLst>
                <a:ext uri="{FF2B5EF4-FFF2-40B4-BE49-F238E27FC236}">
                  <a16:creationId xmlns:a16="http://schemas.microsoft.com/office/drawing/2014/main" id="{389C4A44-7449-6E23-AD6B-E2E5F12E780E}"/>
                </a:ext>
              </a:extLst>
            </p:cNvPr>
            <p:cNvSpPr/>
            <p:nvPr/>
          </p:nvSpPr>
          <p:spPr>
            <a:xfrm>
              <a:off x="475436" y="5301955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8" name="tx62">
              <a:extLst>
                <a:ext uri="{FF2B5EF4-FFF2-40B4-BE49-F238E27FC236}">
                  <a16:creationId xmlns:a16="http://schemas.microsoft.com/office/drawing/2014/main" id="{AB56108D-75EB-232B-CA64-3244CAE78CEE}"/>
                </a:ext>
              </a:extLst>
            </p:cNvPr>
            <p:cNvSpPr/>
            <p:nvPr/>
          </p:nvSpPr>
          <p:spPr>
            <a:xfrm>
              <a:off x="475436" y="4483438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39" name="tx63">
              <a:extLst>
                <a:ext uri="{FF2B5EF4-FFF2-40B4-BE49-F238E27FC236}">
                  <a16:creationId xmlns:a16="http://schemas.microsoft.com/office/drawing/2014/main" id="{5902E943-76BE-49B8-7970-F47BFD0AC5CB}"/>
                </a:ext>
              </a:extLst>
            </p:cNvPr>
            <p:cNvSpPr/>
            <p:nvPr/>
          </p:nvSpPr>
          <p:spPr>
            <a:xfrm>
              <a:off x="475436" y="366491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40" name="tx64">
              <a:extLst>
                <a:ext uri="{FF2B5EF4-FFF2-40B4-BE49-F238E27FC236}">
                  <a16:creationId xmlns:a16="http://schemas.microsoft.com/office/drawing/2014/main" id="{3ED8DAB1-7461-A8B7-E9BE-A2ED385E276B}"/>
                </a:ext>
              </a:extLst>
            </p:cNvPr>
            <p:cNvSpPr/>
            <p:nvPr/>
          </p:nvSpPr>
          <p:spPr>
            <a:xfrm>
              <a:off x="475436" y="2846398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41" name="tx65">
              <a:extLst>
                <a:ext uri="{FF2B5EF4-FFF2-40B4-BE49-F238E27FC236}">
                  <a16:creationId xmlns:a16="http://schemas.microsoft.com/office/drawing/2014/main" id="{3C265662-96CF-B40C-8B70-F8EE5410E994}"/>
                </a:ext>
              </a:extLst>
            </p:cNvPr>
            <p:cNvSpPr/>
            <p:nvPr/>
          </p:nvSpPr>
          <p:spPr>
            <a:xfrm>
              <a:off x="475436" y="2027879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42" name="pl66">
              <a:extLst>
                <a:ext uri="{FF2B5EF4-FFF2-40B4-BE49-F238E27FC236}">
                  <a16:creationId xmlns:a16="http://schemas.microsoft.com/office/drawing/2014/main" id="{4BA8B092-C72D-B256-0177-C619403F85E8}"/>
                </a:ext>
              </a:extLst>
            </p:cNvPr>
            <p:cNvSpPr/>
            <p:nvPr/>
          </p:nvSpPr>
          <p:spPr>
            <a:xfrm>
              <a:off x="938079" y="534200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pl67">
              <a:extLst>
                <a:ext uri="{FF2B5EF4-FFF2-40B4-BE49-F238E27FC236}">
                  <a16:creationId xmlns:a16="http://schemas.microsoft.com/office/drawing/2014/main" id="{A55D68EC-5A89-D0A9-DE53-A73CC7484F18}"/>
                </a:ext>
              </a:extLst>
            </p:cNvPr>
            <p:cNvSpPr/>
            <p:nvPr/>
          </p:nvSpPr>
          <p:spPr>
            <a:xfrm>
              <a:off x="938079" y="45234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pl68">
              <a:extLst>
                <a:ext uri="{FF2B5EF4-FFF2-40B4-BE49-F238E27FC236}">
                  <a16:creationId xmlns:a16="http://schemas.microsoft.com/office/drawing/2014/main" id="{BEF2938A-D0ED-3B9B-F1CE-C26429029D3E}"/>
                </a:ext>
              </a:extLst>
            </p:cNvPr>
            <p:cNvSpPr/>
            <p:nvPr/>
          </p:nvSpPr>
          <p:spPr>
            <a:xfrm>
              <a:off x="938079" y="37049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pl69">
              <a:extLst>
                <a:ext uri="{FF2B5EF4-FFF2-40B4-BE49-F238E27FC236}">
                  <a16:creationId xmlns:a16="http://schemas.microsoft.com/office/drawing/2014/main" id="{DDE4A931-8F29-7C38-ADA7-E027014008B4}"/>
                </a:ext>
              </a:extLst>
            </p:cNvPr>
            <p:cNvSpPr/>
            <p:nvPr/>
          </p:nvSpPr>
          <p:spPr>
            <a:xfrm>
              <a:off x="938079" y="288644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pl70">
              <a:extLst>
                <a:ext uri="{FF2B5EF4-FFF2-40B4-BE49-F238E27FC236}">
                  <a16:creationId xmlns:a16="http://schemas.microsoft.com/office/drawing/2014/main" id="{E818F404-8324-8686-9469-092F49BD571C}"/>
                </a:ext>
              </a:extLst>
            </p:cNvPr>
            <p:cNvSpPr/>
            <p:nvPr/>
          </p:nvSpPr>
          <p:spPr>
            <a:xfrm>
              <a:off x="938079" y="206792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pl71">
              <a:extLst>
                <a:ext uri="{FF2B5EF4-FFF2-40B4-BE49-F238E27FC236}">
                  <a16:creationId xmlns:a16="http://schemas.microsoft.com/office/drawing/2014/main" id="{9F3593B1-B165-53FF-DE24-0F527DC46798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pl72">
              <a:extLst>
                <a:ext uri="{FF2B5EF4-FFF2-40B4-BE49-F238E27FC236}">
                  <a16:creationId xmlns:a16="http://schemas.microsoft.com/office/drawing/2014/main" id="{601FB51C-8660-B007-D2E4-5B1542C23EAD}"/>
                </a:ext>
              </a:extLst>
            </p:cNvPr>
            <p:cNvSpPr/>
            <p:nvPr/>
          </p:nvSpPr>
          <p:spPr>
            <a:xfrm>
              <a:off x="12562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pl73">
              <a:extLst>
                <a:ext uri="{FF2B5EF4-FFF2-40B4-BE49-F238E27FC236}">
                  <a16:creationId xmlns:a16="http://schemas.microsoft.com/office/drawing/2014/main" id="{26736A4D-C06E-03B4-522F-486A3A31BADF}"/>
                </a:ext>
              </a:extLst>
            </p:cNvPr>
            <p:cNvSpPr/>
            <p:nvPr/>
          </p:nvSpPr>
          <p:spPr>
            <a:xfrm>
              <a:off x="316383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pl74">
              <a:extLst>
                <a:ext uri="{FF2B5EF4-FFF2-40B4-BE49-F238E27FC236}">
                  <a16:creationId xmlns:a16="http://schemas.microsoft.com/office/drawing/2014/main" id="{8E3A8CE5-74E7-6F7B-53EB-893AE9409A51}"/>
                </a:ext>
              </a:extLst>
            </p:cNvPr>
            <p:cNvSpPr/>
            <p:nvPr/>
          </p:nvSpPr>
          <p:spPr>
            <a:xfrm>
              <a:off x="50714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pl75">
              <a:extLst>
                <a:ext uri="{FF2B5EF4-FFF2-40B4-BE49-F238E27FC236}">
                  <a16:creationId xmlns:a16="http://schemas.microsoft.com/office/drawing/2014/main" id="{D5489072-E956-C0E1-0A4A-E581271667C1}"/>
                </a:ext>
              </a:extLst>
            </p:cNvPr>
            <p:cNvSpPr/>
            <p:nvPr/>
          </p:nvSpPr>
          <p:spPr>
            <a:xfrm>
              <a:off x="697905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tx76">
              <a:extLst>
                <a:ext uri="{FF2B5EF4-FFF2-40B4-BE49-F238E27FC236}">
                  <a16:creationId xmlns:a16="http://schemas.microsoft.com/office/drawing/2014/main" id="{06FBC1C6-3105-794B-9AB4-5E99F874DCCF}"/>
                </a:ext>
              </a:extLst>
            </p:cNvPr>
            <p:cNvSpPr/>
            <p:nvPr/>
          </p:nvSpPr>
          <p:spPr>
            <a:xfrm>
              <a:off x="1147450" y="5869179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3" name="tx77">
              <a:extLst>
                <a:ext uri="{FF2B5EF4-FFF2-40B4-BE49-F238E27FC236}">
                  <a16:creationId xmlns:a16="http://schemas.microsoft.com/office/drawing/2014/main" id="{5C5AE2A0-59AA-1B50-7B26-8CDC5BAFBE88}"/>
                </a:ext>
              </a:extLst>
            </p:cNvPr>
            <p:cNvSpPr/>
            <p:nvPr/>
          </p:nvSpPr>
          <p:spPr>
            <a:xfrm>
              <a:off x="3055063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4" name="tx78">
              <a:extLst>
                <a:ext uri="{FF2B5EF4-FFF2-40B4-BE49-F238E27FC236}">
                  <a16:creationId xmlns:a16="http://schemas.microsoft.com/office/drawing/2014/main" id="{395C3D90-9EFE-D7F2-EC1C-905CF10DD511}"/>
                </a:ext>
              </a:extLst>
            </p:cNvPr>
            <p:cNvSpPr/>
            <p:nvPr/>
          </p:nvSpPr>
          <p:spPr>
            <a:xfrm>
              <a:off x="4962675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5" name="tx79">
              <a:extLst>
                <a:ext uri="{FF2B5EF4-FFF2-40B4-BE49-F238E27FC236}">
                  <a16:creationId xmlns:a16="http://schemas.microsoft.com/office/drawing/2014/main" id="{A2E42A1F-1550-EEA1-BCF5-3BCBF7AEC505}"/>
                </a:ext>
              </a:extLst>
            </p:cNvPr>
            <p:cNvSpPr/>
            <p:nvPr/>
          </p:nvSpPr>
          <p:spPr>
            <a:xfrm>
              <a:off x="6870287" y="5869179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6" name="tx80">
              <a:extLst>
                <a:ext uri="{FF2B5EF4-FFF2-40B4-BE49-F238E27FC236}">
                  <a16:creationId xmlns:a16="http://schemas.microsoft.com/office/drawing/2014/main" id="{44576F2E-0F63-9A2F-3364-682C546C4129}"/>
                </a:ext>
              </a:extLst>
            </p:cNvPr>
            <p:cNvSpPr/>
            <p:nvPr/>
          </p:nvSpPr>
          <p:spPr>
            <a:xfrm>
              <a:off x="3770771" y="6443532"/>
              <a:ext cx="675376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257" name="tx81">
              <a:extLst>
                <a:ext uri="{FF2B5EF4-FFF2-40B4-BE49-F238E27FC236}">
                  <a16:creationId xmlns:a16="http://schemas.microsoft.com/office/drawing/2014/main" id="{BC816572-CD1A-41D9-902D-3F1F0D86730F}"/>
                </a:ext>
              </a:extLst>
            </p:cNvPr>
            <p:cNvSpPr/>
            <p:nvPr/>
          </p:nvSpPr>
          <p:spPr>
            <a:xfrm rot="16200000">
              <a:off x="-159091" y="3759743"/>
              <a:ext cx="496885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260" name="rc84">
              <a:extLst>
                <a:ext uri="{FF2B5EF4-FFF2-40B4-BE49-F238E27FC236}">
                  <a16:creationId xmlns:a16="http://schemas.microsoft.com/office/drawing/2014/main" id="{DC797564-C1B3-15C8-3839-AE37F0FC3A48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2" name="rc86">
              <a:extLst>
                <a:ext uri="{FF2B5EF4-FFF2-40B4-BE49-F238E27FC236}">
                  <a16:creationId xmlns:a16="http://schemas.microsoft.com/office/drawing/2014/main" id="{F7B96072-5CD9-FFDE-0A8A-EC51461D524B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66" name="tx90">
              <a:extLst>
                <a:ext uri="{FF2B5EF4-FFF2-40B4-BE49-F238E27FC236}">
                  <a16:creationId xmlns:a16="http://schemas.microsoft.com/office/drawing/2014/main" id="{80976C4D-F78D-7899-E1DC-29E0011A1FB1}"/>
                </a:ext>
              </a:extLst>
            </p:cNvPr>
            <p:cNvSpPr/>
            <p:nvPr/>
          </p:nvSpPr>
          <p:spPr>
            <a:xfrm>
              <a:off x="184639" y="1096169"/>
              <a:ext cx="5533965" cy="41095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 (A)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Survival</a:t>
              </a:r>
            </a:p>
          </p:txBody>
        </p:sp>
      </p:grpSp>
      <p:grpSp>
        <p:nvGrpSpPr>
          <p:cNvPr id="268" name="Content Placeholder 2">
            <a:extLst>
              <a:ext uri="{FF2B5EF4-FFF2-40B4-BE49-F238E27FC236}">
                <a16:creationId xmlns:a16="http://schemas.microsoft.com/office/drawing/2014/main" id="{1040F4F4-1939-75CC-9DD7-581267708436}"/>
              </a:ext>
            </a:extLst>
          </p:cNvPr>
          <p:cNvGrpSpPr/>
          <p:nvPr/>
        </p:nvGrpSpPr>
        <p:grpSpPr>
          <a:xfrm>
            <a:off x="4067945" y="620688"/>
            <a:ext cx="4291697" cy="2448272"/>
            <a:chOff x="21004" y="1600200"/>
            <a:chExt cx="8665796" cy="4943551"/>
          </a:xfrm>
        </p:grpSpPr>
        <p:sp>
          <p:nvSpPr>
            <p:cNvPr id="269" name="rc3">
              <a:extLst>
                <a:ext uri="{FF2B5EF4-FFF2-40B4-BE49-F238E27FC236}">
                  <a16:creationId xmlns:a16="http://schemas.microsoft.com/office/drawing/2014/main" id="{AA301EC7-8C6F-9346-57D0-7ABF69D2C2A1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rc4">
              <a:extLst>
                <a:ext uri="{FF2B5EF4-FFF2-40B4-BE49-F238E27FC236}">
                  <a16:creationId xmlns:a16="http://schemas.microsoft.com/office/drawing/2014/main" id="{D26677CB-A1A8-9587-672D-94D5076BFD40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rc5">
              <a:extLst>
                <a:ext uri="{FF2B5EF4-FFF2-40B4-BE49-F238E27FC236}">
                  <a16:creationId xmlns:a16="http://schemas.microsoft.com/office/drawing/2014/main" id="{890CD0D4-72A5-F7AE-0F5D-CB4A58F156D4}"/>
                </a:ext>
              </a:extLst>
            </p:cNvPr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72" name="pt6">
              <a:extLst>
                <a:ext uri="{FF2B5EF4-FFF2-40B4-BE49-F238E27FC236}">
                  <a16:creationId xmlns:a16="http://schemas.microsoft.com/office/drawing/2014/main" id="{A7C8E4E0-F248-AEDB-822B-9ABDCCAF6DD0}"/>
                </a:ext>
              </a:extLst>
            </p:cNvPr>
            <p:cNvSpPr/>
            <p:nvPr/>
          </p:nvSpPr>
          <p:spPr>
            <a:xfrm>
              <a:off x="1199225" y="33005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pt7">
              <a:extLst>
                <a:ext uri="{FF2B5EF4-FFF2-40B4-BE49-F238E27FC236}">
                  <a16:creationId xmlns:a16="http://schemas.microsoft.com/office/drawing/2014/main" id="{68E268D4-9ECC-44F3-CF14-C89041D63D6B}"/>
                </a:ext>
              </a:extLst>
            </p:cNvPr>
            <p:cNvSpPr/>
            <p:nvPr/>
          </p:nvSpPr>
          <p:spPr>
            <a:xfrm>
              <a:off x="1199225" y="30020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pt8">
              <a:extLst>
                <a:ext uri="{FF2B5EF4-FFF2-40B4-BE49-F238E27FC236}">
                  <a16:creationId xmlns:a16="http://schemas.microsoft.com/office/drawing/2014/main" id="{E2602F24-48D0-1A64-E2DB-904C9707C255}"/>
                </a:ext>
              </a:extLst>
            </p:cNvPr>
            <p:cNvSpPr/>
            <p:nvPr/>
          </p:nvSpPr>
          <p:spPr>
            <a:xfrm>
              <a:off x="1199225" y="29581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pt9">
              <a:extLst>
                <a:ext uri="{FF2B5EF4-FFF2-40B4-BE49-F238E27FC236}">
                  <a16:creationId xmlns:a16="http://schemas.microsoft.com/office/drawing/2014/main" id="{D90D8A0F-C3DE-D6B7-1A7F-F61575792ABA}"/>
                </a:ext>
              </a:extLst>
            </p:cNvPr>
            <p:cNvSpPr/>
            <p:nvPr/>
          </p:nvSpPr>
          <p:spPr>
            <a:xfrm>
              <a:off x="3665171" y="33839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pt10">
              <a:extLst>
                <a:ext uri="{FF2B5EF4-FFF2-40B4-BE49-F238E27FC236}">
                  <a16:creationId xmlns:a16="http://schemas.microsoft.com/office/drawing/2014/main" id="{72AC154E-43C6-27B3-E831-E2531E54B022}"/>
                </a:ext>
              </a:extLst>
            </p:cNvPr>
            <p:cNvSpPr/>
            <p:nvPr/>
          </p:nvSpPr>
          <p:spPr>
            <a:xfrm>
              <a:off x="3665171" y="32569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pt11">
              <a:extLst>
                <a:ext uri="{FF2B5EF4-FFF2-40B4-BE49-F238E27FC236}">
                  <a16:creationId xmlns:a16="http://schemas.microsoft.com/office/drawing/2014/main" id="{F2D6A85B-E321-C594-F140-BFD179F58481}"/>
                </a:ext>
              </a:extLst>
            </p:cNvPr>
            <p:cNvSpPr/>
            <p:nvPr/>
          </p:nvSpPr>
          <p:spPr>
            <a:xfrm>
              <a:off x="3665171" y="31285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pt12">
              <a:extLst>
                <a:ext uri="{FF2B5EF4-FFF2-40B4-BE49-F238E27FC236}">
                  <a16:creationId xmlns:a16="http://schemas.microsoft.com/office/drawing/2014/main" id="{1DD89BC7-898E-1A04-F5EE-7FF645264939}"/>
                </a:ext>
              </a:extLst>
            </p:cNvPr>
            <p:cNvSpPr/>
            <p:nvPr/>
          </p:nvSpPr>
          <p:spPr>
            <a:xfrm>
              <a:off x="6047641" y="35329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pt13">
              <a:extLst>
                <a:ext uri="{FF2B5EF4-FFF2-40B4-BE49-F238E27FC236}">
                  <a16:creationId xmlns:a16="http://schemas.microsoft.com/office/drawing/2014/main" id="{0053E060-FEE3-21D3-AC88-72CE3A67F19F}"/>
                </a:ext>
              </a:extLst>
            </p:cNvPr>
            <p:cNvSpPr/>
            <p:nvPr/>
          </p:nvSpPr>
          <p:spPr>
            <a:xfrm>
              <a:off x="6047641" y="30280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pt14">
              <a:extLst>
                <a:ext uri="{FF2B5EF4-FFF2-40B4-BE49-F238E27FC236}">
                  <a16:creationId xmlns:a16="http://schemas.microsoft.com/office/drawing/2014/main" id="{4269D895-F825-029C-86D4-8CB7B9869B58}"/>
                </a:ext>
              </a:extLst>
            </p:cNvPr>
            <p:cNvSpPr/>
            <p:nvPr/>
          </p:nvSpPr>
          <p:spPr>
            <a:xfrm>
              <a:off x="6047641" y="312355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pt15">
              <a:extLst>
                <a:ext uri="{FF2B5EF4-FFF2-40B4-BE49-F238E27FC236}">
                  <a16:creationId xmlns:a16="http://schemas.microsoft.com/office/drawing/2014/main" id="{DF90577E-A9A3-F264-F524-486D501027F7}"/>
                </a:ext>
              </a:extLst>
            </p:cNvPr>
            <p:cNvSpPr/>
            <p:nvPr/>
          </p:nvSpPr>
          <p:spPr>
            <a:xfrm>
              <a:off x="3214050" y="29218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pt16">
              <a:extLst>
                <a:ext uri="{FF2B5EF4-FFF2-40B4-BE49-F238E27FC236}">
                  <a16:creationId xmlns:a16="http://schemas.microsoft.com/office/drawing/2014/main" id="{4FE2E8AC-3E00-3A11-AF4E-7364D13B218F}"/>
                </a:ext>
              </a:extLst>
            </p:cNvPr>
            <p:cNvSpPr/>
            <p:nvPr/>
          </p:nvSpPr>
          <p:spPr>
            <a:xfrm>
              <a:off x="3214050" y="227626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pt17">
              <a:extLst>
                <a:ext uri="{FF2B5EF4-FFF2-40B4-BE49-F238E27FC236}">
                  <a16:creationId xmlns:a16="http://schemas.microsoft.com/office/drawing/2014/main" id="{3F1CD989-1350-65B3-B156-5D7029A67A87}"/>
                </a:ext>
              </a:extLst>
            </p:cNvPr>
            <p:cNvSpPr/>
            <p:nvPr/>
          </p:nvSpPr>
          <p:spPr>
            <a:xfrm>
              <a:off x="3214050" y="24334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pt18">
              <a:extLst>
                <a:ext uri="{FF2B5EF4-FFF2-40B4-BE49-F238E27FC236}">
                  <a16:creationId xmlns:a16="http://schemas.microsoft.com/office/drawing/2014/main" id="{4BDCF7A4-EE67-3B13-426E-842BA715380F}"/>
                </a:ext>
              </a:extLst>
            </p:cNvPr>
            <p:cNvSpPr/>
            <p:nvPr/>
          </p:nvSpPr>
          <p:spPr>
            <a:xfrm>
              <a:off x="6900288" y="381704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pt19">
              <a:extLst>
                <a:ext uri="{FF2B5EF4-FFF2-40B4-BE49-F238E27FC236}">
                  <a16:creationId xmlns:a16="http://schemas.microsoft.com/office/drawing/2014/main" id="{9D9779A5-2873-75AE-DD6C-242BA2C2CA7B}"/>
                </a:ext>
              </a:extLst>
            </p:cNvPr>
            <p:cNvSpPr/>
            <p:nvPr/>
          </p:nvSpPr>
          <p:spPr>
            <a:xfrm>
              <a:off x="6900288" y="26452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pt20">
              <a:extLst>
                <a:ext uri="{FF2B5EF4-FFF2-40B4-BE49-F238E27FC236}">
                  <a16:creationId xmlns:a16="http://schemas.microsoft.com/office/drawing/2014/main" id="{CF62AA85-93A3-AE19-B625-317674406C4F}"/>
                </a:ext>
              </a:extLst>
            </p:cNvPr>
            <p:cNvSpPr/>
            <p:nvPr/>
          </p:nvSpPr>
          <p:spPr>
            <a:xfrm>
              <a:off x="6900288" y="34935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pt21">
              <a:extLst>
                <a:ext uri="{FF2B5EF4-FFF2-40B4-BE49-F238E27FC236}">
                  <a16:creationId xmlns:a16="http://schemas.microsoft.com/office/drawing/2014/main" id="{B349FF5A-9FD5-3591-9920-176F3C982123}"/>
                </a:ext>
              </a:extLst>
            </p:cNvPr>
            <p:cNvSpPr/>
            <p:nvPr/>
          </p:nvSpPr>
          <p:spPr>
            <a:xfrm>
              <a:off x="5078603" y="35963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pt22">
              <a:extLst>
                <a:ext uri="{FF2B5EF4-FFF2-40B4-BE49-F238E27FC236}">
                  <a16:creationId xmlns:a16="http://schemas.microsoft.com/office/drawing/2014/main" id="{CE88BB7F-4E06-F7FD-5C9A-84C88EB59E63}"/>
                </a:ext>
              </a:extLst>
            </p:cNvPr>
            <p:cNvSpPr/>
            <p:nvPr/>
          </p:nvSpPr>
          <p:spPr>
            <a:xfrm>
              <a:off x="5078603" y="4004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pt23">
              <a:extLst>
                <a:ext uri="{FF2B5EF4-FFF2-40B4-BE49-F238E27FC236}">
                  <a16:creationId xmlns:a16="http://schemas.microsoft.com/office/drawing/2014/main" id="{5A5D38AF-4FA2-ED84-042E-33E6367E76CF}"/>
                </a:ext>
              </a:extLst>
            </p:cNvPr>
            <p:cNvSpPr/>
            <p:nvPr/>
          </p:nvSpPr>
          <p:spPr>
            <a:xfrm>
              <a:off x="5078603" y="36932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pt24">
              <a:extLst>
                <a:ext uri="{FF2B5EF4-FFF2-40B4-BE49-F238E27FC236}">
                  <a16:creationId xmlns:a16="http://schemas.microsoft.com/office/drawing/2014/main" id="{82EE7846-AB71-44E1-DFF6-E43254B088E9}"/>
                </a:ext>
              </a:extLst>
            </p:cNvPr>
            <p:cNvSpPr/>
            <p:nvPr/>
          </p:nvSpPr>
          <p:spPr>
            <a:xfrm>
              <a:off x="5374306" y="540558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pt25">
              <a:extLst>
                <a:ext uri="{FF2B5EF4-FFF2-40B4-BE49-F238E27FC236}">
                  <a16:creationId xmlns:a16="http://schemas.microsoft.com/office/drawing/2014/main" id="{130C6567-FC45-09AD-0ED0-44372D16BFDC}"/>
                </a:ext>
              </a:extLst>
            </p:cNvPr>
            <p:cNvSpPr/>
            <p:nvPr/>
          </p:nvSpPr>
          <p:spPr>
            <a:xfrm>
              <a:off x="5374306" y="51787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pt26">
              <a:extLst>
                <a:ext uri="{FF2B5EF4-FFF2-40B4-BE49-F238E27FC236}">
                  <a16:creationId xmlns:a16="http://schemas.microsoft.com/office/drawing/2014/main" id="{942AFF7F-B08B-3C6D-3D29-C4B65223B6F9}"/>
                </a:ext>
              </a:extLst>
            </p:cNvPr>
            <p:cNvSpPr/>
            <p:nvPr/>
          </p:nvSpPr>
          <p:spPr>
            <a:xfrm>
              <a:off x="5374306" y="53270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pt27">
              <a:extLst>
                <a:ext uri="{FF2B5EF4-FFF2-40B4-BE49-F238E27FC236}">
                  <a16:creationId xmlns:a16="http://schemas.microsoft.com/office/drawing/2014/main" id="{5159DE9E-FACE-7C63-0F81-7A14AB70FF27}"/>
                </a:ext>
              </a:extLst>
            </p:cNvPr>
            <p:cNvSpPr/>
            <p:nvPr/>
          </p:nvSpPr>
          <p:spPr>
            <a:xfrm>
              <a:off x="6460321" y="5095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pt28">
              <a:extLst>
                <a:ext uri="{FF2B5EF4-FFF2-40B4-BE49-F238E27FC236}">
                  <a16:creationId xmlns:a16="http://schemas.microsoft.com/office/drawing/2014/main" id="{53B45ADE-5A77-40AB-788A-27A45D89FC97}"/>
                </a:ext>
              </a:extLst>
            </p:cNvPr>
            <p:cNvSpPr/>
            <p:nvPr/>
          </p:nvSpPr>
          <p:spPr>
            <a:xfrm>
              <a:off x="6460321" y="48274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pt29">
              <a:extLst>
                <a:ext uri="{FF2B5EF4-FFF2-40B4-BE49-F238E27FC236}">
                  <a16:creationId xmlns:a16="http://schemas.microsoft.com/office/drawing/2014/main" id="{108C6C37-92AF-2937-5FF8-E0DA08E490B9}"/>
                </a:ext>
              </a:extLst>
            </p:cNvPr>
            <p:cNvSpPr/>
            <p:nvPr/>
          </p:nvSpPr>
          <p:spPr>
            <a:xfrm>
              <a:off x="6460321" y="52059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pg30">
              <a:extLst>
                <a:ext uri="{FF2B5EF4-FFF2-40B4-BE49-F238E27FC236}">
                  <a16:creationId xmlns:a16="http://schemas.microsoft.com/office/drawing/2014/main" id="{72759A9D-EAC9-FB45-F7AC-25E0F478A10A}"/>
                </a:ext>
              </a:extLst>
            </p:cNvPr>
            <p:cNvSpPr/>
            <p:nvPr/>
          </p:nvSpPr>
          <p:spPr>
            <a:xfrm>
              <a:off x="1257927" y="2070498"/>
              <a:ext cx="5701062" cy="2785296"/>
            </a:xfrm>
            <a:custGeom>
              <a:avLst/>
              <a:gdLst/>
              <a:ahLst/>
              <a:cxnLst/>
              <a:rect l="0" t="0" r="0" b="0"/>
              <a:pathLst>
                <a:path w="5701062" h="2785296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  <a:lnTo>
                    <a:pt x="5701062" y="2785296"/>
                  </a:lnTo>
                  <a:lnTo>
                    <a:pt x="5628897" y="2756364"/>
                  </a:lnTo>
                  <a:lnTo>
                    <a:pt x="5556732" y="2727598"/>
                  </a:lnTo>
                  <a:lnTo>
                    <a:pt x="5484566" y="2699007"/>
                  </a:lnTo>
                  <a:lnTo>
                    <a:pt x="5412401" y="2670603"/>
                  </a:lnTo>
                  <a:lnTo>
                    <a:pt x="5340236" y="2642398"/>
                  </a:lnTo>
                  <a:lnTo>
                    <a:pt x="5268070" y="2614403"/>
                  </a:lnTo>
                  <a:lnTo>
                    <a:pt x="5195905" y="2586631"/>
                  </a:lnTo>
                  <a:lnTo>
                    <a:pt x="5123740" y="2559097"/>
                  </a:lnTo>
                  <a:lnTo>
                    <a:pt x="5051574" y="2531815"/>
                  </a:lnTo>
                  <a:lnTo>
                    <a:pt x="4979409" y="2504800"/>
                  </a:lnTo>
                  <a:lnTo>
                    <a:pt x="4907244" y="2478069"/>
                  </a:lnTo>
                  <a:lnTo>
                    <a:pt x="4835078" y="2451639"/>
                  </a:lnTo>
                  <a:lnTo>
                    <a:pt x="4762913" y="2425528"/>
                  </a:lnTo>
                  <a:lnTo>
                    <a:pt x="4690748" y="2399753"/>
                  </a:lnTo>
                  <a:lnTo>
                    <a:pt x="4618582" y="2374335"/>
                  </a:lnTo>
                  <a:lnTo>
                    <a:pt x="4546417" y="2349293"/>
                  </a:lnTo>
                  <a:lnTo>
                    <a:pt x="4474251" y="2324647"/>
                  </a:lnTo>
                  <a:lnTo>
                    <a:pt x="4402086" y="2300417"/>
                  </a:lnTo>
                  <a:lnTo>
                    <a:pt x="4329921" y="2276624"/>
                  </a:lnTo>
                  <a:lnTo>
                    <a:pt x="4257755" y="2253289"/>
                  </a:lnTo>
                  <a:lnTo>
                    <a:pt x="4185590" y="2230430"/>
                  </a:lnTo>
                  <a:lnTo>
                    <a:pt x="4113425" y="2208068"/>
                  </a:lnTo>
                  <a:lnTo>
                    <a:pt x="4041259" y="2186221"/>
                  </a:lnTo>
                  <a:lnTo>
                    <a:pt x="3969094" y="2164906"/>
                  </a:lnTo>
                  <a:lnTo>
                    <a:pt x="3896929" y="2144138"/>
                  </a:lnTo>
                  <a:lnTo>
                    <a:pt x="3824763" y="2123932"/>
                  </a:lnTo>
                  <a:lnTo>
                    <a:pt x="3752598" y="2104300"/>
                  </a:lnTo>
                  <a:lnTo>
                    <a:pt x="3680433" y="2085249"/>
                  </a:lnTo>
                  <a:lnTo>
                    <a:pt x="3608267" y="2066788"/>
                  </a:lnTo>
                  <a:lnTo>
                    <a:pt x="3536102" y="2048920"/>
                  </a:lnTo>
                  <a:lnTo>
                    <a:pt x="3463936" y="2031647"/>
                  </a:lnTo>
                  <a:lnTo>
                    <a:pt x="3391771" y="2014966"/>
                  </a:lnTo>
                  <a:lnTo>
                    <a:pt x="3319606" y="1998873"/>
                  </a:lnTo>
                  <a:lnTo>
                    <a:pt x="3247440" y="1983360"/>
                  </a:lnTo>
                  <a:lnTo>
                    <a:pt x="3175275" y="1968419"/>
                  </a:lnTo>
                  <a:lnTo>
                    <a:pt x="3103110" y="1954037"/>
                  </a:lnTo>
                  <a:lnTo>
                    <a:pt x="3030944" y="1940199"/>
                  </a:lnTo>
                  <a:lnTo>
                    <a:pt x="2958779" y="1926891"/>
                  </a:lnTo>
                  <a:lnTo>
                    <a:pt x="2886614" y="1914093"/>
                  </a:lnTo>
                  <a:lnTo>
                    <a:pt x="2814448" y="1901789"/>
                  </a:lnTo>
                  <a:lnTo>
                    <a:pt x="2742283" y="1889957"/>
                  </a:lnTo>
                  <a:lnTo>
                    <a:pt x="2670118" y="1878579"/>
                  </a:lnTo>
                  <a:lnTo>
                    <a:pt x="2597952" y="1867634"/>
                  </a:lnTo>
                  <a:lnTo>
                    <a:pt x="2525787" y="1857101"/>
                  </a:lnTo>
                  <a:lnTo>
                    <a:pt x="2453622" y="1846960"/>
                  </a:lnTo>
                  <a:lnTo>
                    <a:pt x="2381456" y="1837191"/>
                  </a:lnTo>
                  <a:lnTo>
                    <a:pt x="2309291" y="1827774"/>
                  </a:lnTo>
                  <a:lnTo>
                    <a:pt x="2237125" y="1818691"/>
                  </a:lnTo>
                  <a:lnTo>
                    <a:pt x="2164960" y="1809923"/>
                  </a:lnTo>
                  <a:lnTo>
                    <a:pt x="2092795" y="1801452"/>
                  </a:lnTo>
                  <a:lnTo>
                    <a:pt x="2020629" y="1793262"/>
                  </a:lnTo>
                  <a:lnTo>
                    <a:pt x="1948464" y="1785336"/>
                  </a:lnTo>
                  <a:lnTo>
                    <a:pt x="1876299" y="1777659"/>
                  </a:lnTo>
                  <a:lnTo>
                    <a:pt x="1804133" y="1770217"/>
                  </a:lnTo>
                  <a:lnTo>
                    <a:pt x="1731968" y="1762996"/>
                  </a:lnTo>
                  <a:lnTo>
                    <a:pt x="1659803" y="1755983"/>
                  </a:lnTo>
                  <a:lnTo>
                    <a:pt x="1587637" y="1749165"/>
                  </a:lnTo>
                  <a:lnTo>
                    <a:pt x="1515472" y="1742532"/>
                  </a:lnTo>
                  <a:lnTo>
                    <a:pt x="1443307" y="1736073"/>
                  </a:lnTo>
                  <a:lnTo>
                    <a:pt x="1371141" y="1729778"/>
                  </a:lnTo>
                  <a:lnTo>
                    <a:pt x="1298976" y="1723637"/>
                  </a:lnTo>
                  <a:lnTo>
                    <a:pt x="1226811" y="1717641"/>
                  </a:lnTo>
                  <a:lnTo>
                    <a:pt x="1154645" y="1711782"/>
                  </a:lnTo>
                  <a:lnTo>
                    <a:pt x="1082480" y="1706053"/>
                  </a:lnTo>
                  <a:lnTo>
                    <a:pt x="1010314" y="1700446"/>
                  </a:lnTo>
                  <a:lnTo>
                    <a:pt x="938149" y="1694955"/>
                  </a:lnTo>
                  <a:lnTo>
                    <a:pt x="865984" y="1689572"/>
                  </a:lnTo>
                  <a:lnTo>
                    <a:pt x="793818" y="1684293"/>
                  </a:lnTo>
                  <a:lnTo>
                    <a:pt x="721653" y="1679111"/>
                  </a:lnTo>
                  <a:lnTo>
                    <a:pt x="649488" y="1674021"/>
                  </a:lnTo>
                  <a:lnTo>
                    <a:pt x="577322" y="1669019"/>
                  </a:lnTo>
                  <a:lnTo>
                    <a:pt x="505157" y="1664100"/>
                  </a:lnTo>
                  <a:lnTo>
                    <a:pt x="432992" y="1659260"/>
                  </a:lnTo>
                  <a:lnTo>
                    <a:pt x="360826" y="1654494"/>
                  </a:lnTo>
                  <a:lnTo>
                    <a:pt x="288661" y="1649799"/>
                  </a:lnTo>
                  <a:lnTo>
                    <a:pt x="216496" y="1645171"/>
                  </a:lnTo>
                  <a:lnTo>
                    <a:pt x="144330" y="1640607"/>
                  </a:lnTo>
                  <a:lnTo>
                    <a:pt x="72165" y="1636104"/>
                  </a:lnTo>
                  <a:lnTo>
                    <a:pt x="0" y="163165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297" name="pl31">
              <a:extLst>
                <a:ext uri="{FF2B5EF4-FFF2-40B4-BE49-F238E27FC236}">
                  <a16:creationId xmlns:a16="http://schemas.microsoft.com/office/drawing/2014/main" id="{17E66ACD-89C2-B4E9-49C2-4093A1A8F49A}"/>
                </a:ext>
              </a:extLst>
            </p:cNvPr>
            <p:cNvSpPr/>
            <p:nvPr/>
          </p:nvSpPr>
          <p:spPr>
            <a:xfrm>
              <a:off x="1257927" y="2070498"/>
              <a:ext cx="5701062" cy="1631819"/>
            </a:xfrm>
            <a:custGeom>
              <a:avLst/>
              <a:gdLst/>
              <a:ahLst/>
              <a:cxnLst/>
              <a:rect l="0" t="0" r="0" b="0"/>
              <a:pathLst>
                <a:path w="5701062" h="1631819">
                  <a:moveTo>
                    <a:pt x="0" y="0"/>
                  </a:moveTo>
                  <a:lnTo>
                    <a:pt x="72165" y="30813"/>
                  </a:lnTo>
                  <a:lnTo>
                    <a:pt x="144330" y="61569"/>
                  </a:lnTo>
                  <a:lnTo>
                    <a:pt x="216496" y="92264"/>
                  </a:lnTo>
                  <a:lnTo>
                    <a:pt x="288661" y="122895"/>
                  </a:lnTo>
                  <a:lnTo>
                    <a:pt x="360826" y="153459"/>
                  </a:lnTo>
                  <a:lnTo>
                    <a:pt x="432992" y="183952"/>
                  </a:lnTo>
                  <a:lnTo>
                    <a:pt x="505157" y="214371"/>
                  </a:lnTo>
                  <a:lnTo>
                    <a:pt x="577322" y="244711"/>
                  </a:lnTo>
                  <a:lnTo>
                    <a:pt x="649488" y="274967"/>
                  </a:lnTo>
                  <a:lnTo>
                    <a:pt x="721653" y="305137"/>
                  </a:lnTo>
                  <a:lnTo>
                    <a:pt x="793818" y="335214"/>
                  </a:lnTo>
                  <a:lnTo>
                    <a:pt x="865984" y="365193"/>
                  </a:lnTo>
                  <a:lnTo>
                    <a:pt x="938149" y="395070"/>
                  </a:lnTo>
                  <a:lnTo>
                    <a:pt x="1010314" y="424837"/>
                  </a:lnTo>
                  <a:lnTo>
                    <a:pt x="1082480" y="454489"/>
                  </a:lnTo>
                  <a:lnTo>
                    <a:pt x="1154645" y="484019"/>
                  </a:lnTo>
                  <a:lnTo>
                    <a:pt x="1226811" y="513419"/>
                  </a:lnTo>
                  <a:lnTo>
                    <a:pt x="1298976" y="542683"/>
                  </a:lnTo>
                  <a:lnTo>
                    <a:pt x="1371141" y="571800"/>
                  </a:lnTo>
                  <a:lnTo>
                    <a:pt x="1443307" y="600764"/>
                  </a:lnTo>
                  <a:lnTo>
                    <a:pt x="1515472" y="629564"/>
                  </a:lnTo>
                  <a:lnTo>
                    <a:pt x="1587637" y="658190"/>
                  </a:lnTo>
                  <a:lnTo>
                    <a:pt x="1659803" y="686631"/>
                  </a:lnTo>
                  <a:lnTo>
                    <a:pt x="1731968" y="714877"/>
                  </a:lnTo>
                  <a:lnTo>
                    <a:pt x="1804133" y="742915"/>
                  </a:lnTo>
                  <a:lnTo>
                    <a:pt x="1876299" y="770731"/>
                  </a:lnTo>
                  <a:lnTo>
                    <a:pt x="1948464" y="798314"/>
                  </a:lnTo>
                  <a:lnTo>
                    <a:pt x="2020629" y="825647"/>
                  </a:lnTo>
                  <a:lnTo>
                    <a:pt x="2092795" y="852715"/>
                  </a:lnTo>
                  <a:lnTo>
                    <a:pt x="2164960" y="879503"/>
                  </a:lnTo>
                  <a:lnTo>
                    <a:pt x="2237125" y="905994"/>
                  </a:lnTo>
                  <a:lnTo>
                    <a:pt x="2309291" y="932170"/>
                  </a:lnTo>
                  <a:lnTo>
                    <a:pt x="2381456" y="958012"/>
                  </a:lnTo>
                  <a:lnTo>
                    <a:pt x="2453622" y="983502"/>
                  </a:lnTo>
                  <a:lnTo>
                    <a:pt x="2525787" y="1008620"/>
                  </a:lnTo>
                  <a:lnTo>
                    <a:pt x="2597952" y="1033346"/>
                  </a:lnTo>
                  <a:lnTo>
                    <a:pt x="2670118" y="1057660"/>
                  </a:lnTo>
                  <a:lnTo>
                    <a:pt x="2742283" y="1081541"/>
                  </a:lnTo>
                  <a:lnTo>
                    <a:pt x="2814448" y="1104968"/>
                  </a:lnTo>
                  <a:lnTo>
                    <a:pt x="2886614" y="1127923"/>
                  </a:lnTo>
                  <a:lnTo>
                    <a:pt x="2958779" y="1150384"/>
                  </a:lnTo>
                  <a:lnTo>
                    <a:pt x="3030944" y="1172334"/>
                  </a:lnTo>
                  <a:lnTo>
                    <a:pt x="3103110" y="1193756"/>
                  </a:lnTo>
                  <a:lnTo>
                    <a:pt x="3175275" y="1214632"/>
                  </a:lnTo>
                  <a:lnTo>
                    <a:pt x="3247440" y="1234950"/>
                  </a:lnTo>
                  <a:lnTo>
                    <a:pt x="3319606" y="1254697"/>
                  </a:lnTo>
                  <a:lnTo>
                    <a:pt x="3391771" y="1273863"/>
                  </a:lnTo>
                  <a:lnTo>
                    <a:pt x="3463936" y="1292441"/>
                  </a:lnTo>
                  <a:lnTo>
                    <a:pt x="3536102" y="1310426"/>
                  </a:lnTo>
                  <a:lnTo>
                    <a:pt x="3608267" y="1327817"/>
                  </a:lnTo>
                  <a:lnTo>
                    <a:pt x="3680433" y="1344615"/>
                  </a:lnTo>
                  <a:lnTo>
                    <a:pt x="3752598" y="1360823"/>
                  </a:lnTo>
                  <a:lnTo>
                    <a:pt x="3824763" y="1376450"/>
                  </a:lnTo>
                  <a:lnTo>
                    <a:pt x="3896929" y="1391503"/>
                  </a:lnTo>
                  <a:lnTo>
                    <a:pt x="3969094" y="1405994"/>
                  </a:lnTo>
                  <a:lnTo>
                    <a:pt x="4041259" y="1419938"/>
                  </a:lnTo>
                  <a:lnTo>
                    <a:pt x="4113425" y="1433350"/>
                  </a:lnTo>
                  <a:lnTo>
                    <a:pt x="4185590" y="1446247"/>
                  </a:lnTo>
                  <a:lnTo>
                    <a:pt x="4257755" y="1458647"/>
                  </a:lnTo>
                  <a:lnTo>
                    <a:pt x="4329921" y="1470570"/>
                  </a:lnTo>
                  <a:lnTo>
                    <a:pt x="4402086" y="1482036"/>
                  </a:lnTo>
                  <a:lnTo>
                    <a:pt x="4474251" y="1493066"/>
                  </a:lnTo>
                  <a:lnTo>
                    <a:pt x="4546417" y="1503678"/>
                  </a:lnTo>
                  <a:lnTo>
                    <a:pt x="4618582" y="1513895"/>
                  </a:lnTo>
                  <a:lnTo>
                    <a:pt x="4690748" y="1523736"/>
                  </a:lnTo>
                  <a:lnTo>
                    <a:pt x="4762913" y="1533220"/>
                  </a:lnTo>
                  <a:lnTo>
                    <a:pt x="4835078" y="1542368"/>
                  </a:lnTo>
                  <a:lnTo>
                    <a:pt x="4907244" y="1551197"/>
                  </a:lnTo>
                  <a:lnTo>
                    <a:pt x="4979409" y="1559725"/>
                  </a:lnTo>
                  <a:lnTo>
                    <a:pt x="5051574" y="1567969"/>
                  </a:lnTo>
                  <a:lnTo>
                    <a:pt x="5123740" y="1575946"/>
                  </a:lnTo>
                  <a:lnTo>
                    <a:pt x="5195905" y="1583671"/>
                  </a:lnTo>
                  <a:lnTo>
                    <a:pt x="5268070" y="1591158"/>
                  </a:lnTo>
                  <a:lnTo>
                    <a:pt x="5340236" y="1598422"/>
                  </a:lnTo>
                  <a:lnTo>
                    <a:pt x="5412401" y="1605475"/>
                  </a:lnTo>
                  <a:lnTo>
                    <a:pt x="5484566" y="1612331"/>
                  </a:lnTo>
                  <a:lnTo>
                    <a:pt x="5556732" y="1618999"/>
                  </a:lnTo>
                  <a:lnTo>
                    <a:pt x="5628897" y="1625492"/>
                  </a:lnTo>
                  <a:lnTo>
                    <a:pt x="5701062" y="163181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8" name="pl32">
              <a:extLst>
                <a:ext uri="{FF2B5EF4-FFF2-40B4-BE49-F238E27FC236}">
                  <a16:creationId xmlns:a16="http://schemas.microsoft.com/office/drawing/2014/main" id="{D538495A-8F6E-AFB8-0722-DAE3131B544F}"/>
                </a:ext>
              </a:extLst>
            </p:cNvPr>
            <p:cNvSpPr/>
            <p:nvPr/>
          </p:nvSpPr>
          <p:spPr>
            <a:xfrm>
              <a:off x="1257927" y="3702158"/>
              <a:ext cx="5701062" cy="1153637"/>
            </a:xfrm>
            <a:custGeom>
              <a:avLst/>
              <a:gdLst/>
              <a:ahLst/>
              <a:cxnLst/>
              <a:rect l="0" t="0" r="0" b="0"/>
              <a:pathLst>
                <a:path w="5701062" h="1153637">
                  <a:moveTo>
                    <a:pt x="5701062" y="1153637"/>
                  </a:moveTo>
                  <a:lnTo>
                    <a:pt x="5628897" y="1124705"/>
                  </a:lnTo>
                  <a:lnTo>
                    <a:pt x="5556732" y="1095938"/>
                  </a:lnTo>
                  <a:lnTo>
                    <a:pt x="5484566" y="1067348"/>
                  </a:lnTo>
                  <a:lnTo>
                    <a:pt x="5412401" y="1038944"/>
                  </a:lnTo>
                  <a:lnTo>
                    <a:pt x="5340236" y="1010738"/>
                  </a:lnTo>
                  <a:lnTo>
                    <a:pt x="5268070" y="982743"/>
                  </a:lnTo>
                  <a:lnTo>
                    <a:pt x="5195905" y="954972"/>
                  </a:lnTo>
                  <a:lnTo>
                    <a:pt x="5123740" y="927438"/>
                  </a:lnTo>
                  <a:lnTo>
                    <a:pt x="5051574" y="900155"/>
                  </a:lnTo>
                  <a:lnTo>
                    <a:pt x="4979409" y="873141"/>
                  </a:lnTo>
                  <a:lnTo>
                    <a:pt x="4907244" y="846410"/>
                  </a:lnTo>
                  <a:lnTo>
                    <a:pt x="4835078" y="819980"/>
                  </a:lnTo>
                  <a:lnTo>
                    <a:pt x="4762913" y="793869"/>
                  </a:lnTo>
                  <a:lnTo>
                    <a:pt x="4690748" y="768094"/>
                  </a:lnTo>
                  <a:lnTo>
                    <a:pt x="4618582" y="742676"/>
                  </a:lnTo>
                  <a:lnTo>
                    <a:pt x="4546417" y="717634"/>
                  </a:lnTo>
                  <a:lnTo>
                    <a:pt x="4474251" y="692988"/>
                  </a:lnTo>
                  <a:lnTo>
                    <a:pt x="4402086" y="668758"/>
                  </a:lnTo>
                  <a:lnTo>
                    <a:pt x="4329921" y="644965"/>
                  </a:lnTo>
                  <a:lnTo>
                    <a:pt x="4257755" y="621629"/>
                  </a:lnTo>
                  <a:lnTo>
                    <a:pt x="4185590" y="598771"/>
                  </a:lnTo>
                  <a:lnTo>
                    <a:pt x="4113425" y="576409"/>
                  </a:lnTo>
                  <a:lnTo>
                    <a:pt x="4041259" y="554562"/>
                  </a:lnTo>
                  <a:lnTo>
                    <a:pt x="3969094" y="533247"/>
                  </a:lnTo>
                  <a:lnTo>
                    <a:pt x="3896929" y="512479"/>
                  </a:lnTo>
                  <a:lnTo>
                    <a:pt x="3824763" y="492273"/>
                  </a:lnTo>
                  <a:lnTo>
                    <a:pt x="3752598" y="472640"/>
                  </a:lnTo>
                  <a:lnTo>
                    <a:pt x="3680433" y="453590"/>
                  </a:lnTo>
                  <a:lnTo>
                    <a:pt x="3608267" y="435129"/>
                  </a:lnTo>
                  <a:lnTo>
                    <a:pt x="3536102" y="417261"/>
                  </a:lnTo>
                  <a:lnTo>
                    <a:pt x="3463936" y="399987"/>
                  </a:lnTo>
                  <a:lnTo>
                    <a:pt x="3391771" y="383306"/>
                  </a:lnTo>
                  <a:lnTo>
                    <a:pt x="3319606" y="367213"/>
                  </a:lnTo>
                  <a:lnTo>
                    <a:pt x="3247440" y="351701"/>
                  </a:lnTo>
                  <a:lnTo>
                    <a:pt x="3175275" y="336760"/>
                  </a:lnTo>
                  <a:lnTo>
                    <a:pt x="3103110" y="322378"/>
                  </a:lnTo>
                  <a:lnTo>
                    <a:pt x="3030944" y="308540"/>
                  </a:lnTo>
                  <a:lnTo>
                    <a:pt x="2958779" y="295231"/>
                  </a:lnTo>
                  <a:lnTo>
                    <a:pt x="2886614" y="282434"/>
                  </a:lnTo>
                  <a:lnTo>
                    <a:pt x="2814448" y="270129"/>
                  </a:lnTo>
                  <a:lnTo>
                    <a:pt x="2742283" y="258298"/>
                  </a:lnTo>
                  <a:lnTo>
                    <a:pt x="2670118" y="246920"/>
                  </a:lnTo>
                  <a:lnTo>
                    <a:pt x="2597952" y="235974"/>
                  </a:lnTo>
                  <a:lnTo>
                    <a:pt x="2525787" y="225441"/>
                  </a:lnTo>
                  <a:lnTo>
                    <a:pt x="2453622" y="215300"/>
                  </a:lnTo>
                  <a:lnTo>
                    <a:pt x="2381456" y="205532"/>
                  </a:lnTo>
                  <a:lnTo>
                    <a:pt x="2309291" y="196115"/>
                  </a:lnTo>
                  <a:lnTo>
                    <a:pt x="2237125" y="187032"/>
                  </a:lnTo>
                  <a:lnTo>
                    <a:pt x="2164960" y="178264"/>
                  </a:lnTo>
                  <a:lnTo>
                    <a:pt x="2092795" y="169793"/>
                  </a:lnTo>
                  <a:lnTo>
                    <a:pt x="2020629" y="161603"/>
                  </a:lnTo>
                  <a:lnTo>
                    <a:pt x="1948464" y="153677"/>
                  </a:lnTo>
                  <a:lnTo>
                    <a:pt x="1876299" y="146000"/>
                  </a:lnTo>
                  <a:lnTo>
                    <a:pt x="1804133" y="138558"/>
                  </a:lnTo>
                  <a:lnTo>
                    <a:pt x="1731968" y="131337"/>
                  </a:lnTo>
                  <a:lnTo>
                    <a:pt x="1659803" y="124323"/>
                  </a:lnTo>
                  <a:lnTo>
                    <a:pt x="1587637" y="117506"/>
                  </a:lnTo>
                  <a:lnTo>
                    <a:pt x="1515472" y="110873"/>
                  </a:lnTo>
                  <a:lnTo>
                    <a:pt x="1443307" y="104414"/>
                  </a:lnTo>
                  <a:lnTo>
                    <a:pt x="1371141" y="98118"/>
                  </a:lnTo>
                  <a:lnTo>
                    <a:pt x="1298976" y="91977"/>
                  </a:lnTo>
                  <a:lnTo>
                    <a:pt x="1226811" y="85982"/>
                  </a:lnTo>
                  <a:lnTo>
                    <a:pt x="1154645" y="80123"/>
                  </a:lnTo>
                  <a:lnTo>
                    <a:pt x="1082480" y="74394"/>
                  </a:lnTo>
                  <a:lnTo>
                    <a:pt x="1010314" y="68787"/>
                  </a:lnTo>
                  <a:lnTo>
                    <a:pt x="938149" y="63295"/>
                  </a:lnTo>
                  <a:lnTo>
                    <a:pt x="865984" y="57913"/>
                  </a:lnTo>
                  <a:lnTo>
                    <a:pt x="793818" y="52633"/>
                  </a:lnTo>
                  <a:lnTo>
                    <a:pt x="721653" y="47452"/>
                  </a:lnTo>
                  <a:lnTo>
                    <a:pt x="649488" y="42362"/>
                  </a:lnTo>
                  <a:lnTo>
                    <a:pt x="577322" y="37360"/>
                  </a:lnTo>
                  <a:lnTo>
                    <a:pt x="505157" y="32441"/>
                  </a:lnTo>
                  <a:lnTo>
                    <a:pt x="432992" y="27600"/>
                  </a:lnTo>
                  <a:lnTo>
                    <a:pt x="360826" y="22834"/>
                  </a:lnTo>
                  <a:lnTo>
                    <a:pt x="288661" y="18139"/>
                  </a:lnTo>
                  <a:lnTo>
                    <a:pt x="216496" y="13512"/>
                  </a:lnTo>
                  <a:lnTo>
                    <a:pt x="144330" y="8948"/>
                  </a:lnTo>
                  <a:lnTo>
                    <a:pt x="72165" y="44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299" name="pl33">
              <a:extLst>
                <a:ext uri="{FF2B5EF4-FFF2-40B4-BE49-F238E27FC236}">
                  <a16:creationId xmlns:a16="http://schemas.microsoft.com/office/drawing/2014/main" id="{26EFBDFE-AE17-B7D9-A512-E6134606FD0B}"/>
                </a:ext>
              </a:extLst>
            </p:cNvPr>
            <p:cNvSpPr/>
            <p:nvPr/>
          </p:nvSpPr>
          <p:spPr>
            <a:xfrm>
              <a:off x="1257927" y="2886328"/>
              <a:ext cx="5701062" cy="1392728"/>
            </a:xfrm>
            <a:custGeom>
              <a:avLst/>
              <a:gdLst/>
              <a:ahLst/>
              <a:cxnLst/>
              <a:rect l="0" t="0" r="0" b="0"/>
              <a:pathLst>
                <a:path w="5701062" h="1392728">
                  <a:moveTo>
                    <a:pt x="0" y="0"/>
                  </a:moveTo>
                  <a:lnTo>
                    <a:pt x="72165" y="17629"/>
                  </a:lnTo>
                  <a:lnTo>
                    <a:pt x="144330" y="35258"/>
                  </a:lnTo>
                  <a:lnTo>
                    <a:pt x="216496" y="52888"/>
                  </a:lnTo>
                  <a:lnTo>
                    <a:pt x="288661" y="70517"/>
                  </a:lnTo>
                  <a:lnTo>
                    <a:pt x="360826" y="88147"/>
                  </a:lnTo>
                  <a:lnTo>
                    <a:pt x="432992" y="105776"/>
                  </a:lnTo>
                  <a:lnTo>
                    <a:pt x="505157" y="123406"/>
                  </a:lnTo>
                  <a:lnTo>
                    <a:pt x="577322" y="141035"/>
                  </a:lnTo>
                  <a:lnTo>
                    <a:pt x="649488" y="158665"/>
                  </a:lnTo>
                  <a:lnTo>
                    <a:pt x="721653" y="176294"/>
                  </a:lnTo>
                  <a:lnTo>
                    <a:pt x="793818" y="193924"/>
                  </a:lnTo>
                  <a:lnTo>
                    <a:pt x="865984" y="211553"/>
                  </a:lnTo>
                  <a:lnTo>
                    <a:pt x="938149" y="229183"/>
                  </a:lnTo>
                  <a:lnTo>
                    <a:pt x="1010314" y="246812"/>
                  </a:lnTo>
                  <a:lnTo>
                    <a:pt x="1082480" y="264442"/>
                  </a:lnTo>
                  <a:lnTo>
                    <a:pt x="1154645" y="282071"/>
                  </a:lnTo>
                  <a:lnTo>
                    <a:pt x="1226811" y="299700"/>
                  </a:lnTo>
                  <a:lnTo>
                    <a:pt x="1298976" y="317330"/>
                  </a:lnTo>
                  <a:lnTo>
                    <a:pt x="1371141" y="334959"/>
                  </a:lnTo>
                  <a:lnTo>
                    <a:pt x="1443307" y="352589"/>
                  </a:lnTo>
                  <a:lnTo>
                    <a:pt x="1515472" y="370218"/>
                  </a:lnTo>
                  <a:lnTo>
                    <a:pt x="1587637" y="387848"/>
                  </a:lnTo>
                  <a:lnTo>
                    <a:pt x="1659803" y="405477"/>
                  </a:lnTo>
                  <a:lnTo>
                    <a:pt x="1731968" y="423107"/>
                  </a:lnTo>
                  <a:lnTo>
                    <a:pt x="1804133" y="440736"/>
                  </a:lnTo>
                  <a:lnTo>
                    <a:pt x="1876299" y="458366"/>
                  </a:lnTo>
                  <a:lnTo>
                    <a:pt x="1948464" y="475995"/>
                  </a:lnTo>
                  <a:lnTo>
                    <a:pt x="2020629" y="493625"/>
                  </a:lnTo>
                  <a:lnTo>
                    <a:pt x="2092795" y="511254"/>
                  </a:lnTo>
                  <a:lnTo>
                    <a:pt x="2164960" y="528884"/>
                  </a:lnTo>
                  <a:lnTo>
                    <a:pt x="2237125" y="546513"/>
                  </a:lnTo>
                  <a:lnTo>
                    <a:pt x="2309291" y="564143"/>
                  </a:lnTo>
                  <a:lnTo>
                    <a:pt x="2381456" y="581772"/>
                  </a:lnTo>
                  <a:lnTo>
                    <a:pt x="2453622" y="599401"/>
                  </a:lnTo>
                  <a:lnTo>
                    <a:pt x="2525787" y="617031"/>
                  </a:lnTo>
                  <a:lnTo>
                    <a:pt x="2597952" y="634660"/>
                  </a:lnTo>
                  <a:lnTo>
                    <a:pt x="2670118" y="652290"/>
                  </a:lnTo>
                  <a:lnTo>
                    <a:pt x="2742283" y="669919"/>
                  </a:lnTo>
                  <a:lnTo>
                    <a:pt x="2814448" y="687549"/>
                  </a:lnTo>
                  <a:lnTo>
                    <a:pt x="2886614" y="705178"/>
                  </a:lnTo>
                  <a:lnTo>
                    <a:pt x="2958779" y="722808"/>
                  </a:lnTo>
                  <a:lnTo>
                    <a:pt x="3030944" y="740437"/>
                  </a:lnTo>
                  <a:lnTo>
                    <a:pt x="3103110" y="758067"/>
                  </a:lnTo>
                  <a:lnTo>
                    <a:pt x="3175275" y="775696"/>
                  </a:lnTo>
                  <a:lnTo>
                    <a:pt x="3247440" y="793326"/>
                  </a:lnTo>
                  <a:lnTo>
                    <a:pt x="3319606" y="810955"/>
                  </a:lnTo>
                  <a:lnTo>
                    <a:pt x="3391771" y="828585"/>
                  </a:lnTo>
                  <a:lnTo>
                    <a:pt x="3463936" y="846214"/>
                  </a:lnTo>
                  <a:lnTo>
                    <a:pt x="3536102" y="863843"/>
                  </a:lnTo>
                  <a:lnTo>
                    <a:pt x="3608267" y="881473"/>
                  </a:lnTo>
                  <a:lnTo>
                    <a:pt x="3680433" y="899102"/>
                  </a:lnTo>
                  <a:lnTo>
                    <a:pt x="3752598" y="916732"/>
                  </a:lnTo>
                  <a:lnTo>
                    <a:pt x="3824763" y="934361"/>
                  </a:lnTo>
                  <a:lnTo>
                    <a:pt x="3896929" y="951991"/>
                  </a:lnTo>
                  <a:lnTo>
                    <a:pt x="3969094" y="969620"/>
                  </a:lnTo>
                  <a:lnTo>
                    <a:pt x="4041259" y="987250"/>
                  </a:lnTo>
                  <a:lnTo>
                    <a:pt x="4113425" y="1004879"/>
                  </a:lnTo>
                  <a:lnTo>
                    <a:pt x="4185590" y="1022509"/>
                  </a:lnTo>
                  <a:lnTo>
                    <a:pt x="4257755" y="1040138"/>
                  </a:lnTo>
                  <a:lnTo>
                    <a:pt x="4329921" y="1057768"/>
                  </a:lnTo>
                  <a:lnTo>
                    <a:pt x="4402086" y="1075397"/>
                  </a:lnTo>
                  <a:lnTo>
                    <a:pt x="4474251" y="1093027"/>
                  </a:lnTo>
                  <a:lnTo>
                    <a:pt x="4546417" y="1110656"/>
                  </a:lnTo>
                  <a:lnTo>
                    <a:pt x="4618582" y="1128286"/>
                  </a:lnTo>
                  <a:lnTo>
                    <a:pt x="4690748" y="1145915"/>
                  </a:lnTo>
                  <a:lnTo>
                    <a:pt x="4762913" y="1163544"/>
                  </a:lnTo>
                  <a:lnTo>
                    <a:pt x="4835078" y="1181174"/>
                  </a:lnTo>
                  <a:lnTo>
                    <a:pt x="4907244" y="1198803"/>
                  </a:lnTo>
                  <a:lnTo>
                    <a:pt x="4979409" y="1216433"/>
                  </a:lnTo>
                  <a:lnTo>
                    <a:pt x="5051574" y="1234062"/>
                  </a:lnTo>
                  <a:lnTo>
                    <a:pt x="5123740" y="1251692"/>
                  </a:lnTo>
                  <a:lnTo>
                    <a:pt x="5195905" y="1269321"/>
                  </a:lnTo>
                  <a:lnTo>
                    <a:pt x="5268070" y="1286951"/>
                  </a:lnTo>
                  <a:lnTo>
                    <a:pt x="5340236" y="1304580"/>
                  </a:lnTo>
                  <a:lnTo>
                    <a:pt x="5412401" y="1322210"/>
                  </a:lnTo>
                  <a:lnTo>
                    <a:pt x="5484566" y="1339839"/>
                  </a:lnTo>
                  <a:lnTo>
                    <a:pt x="5556732" y="1357469"/>
                  </a:lnTo>
                  <a:lnTo>
                    <a:pt x="5628897" y="1375098"/>
                  </a:lnTo>
                  <a:lnTo>
                    <a:pt x="5701062" y="1392728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pt34">
              <a:extLst>
                <a:ext uri="{FF2B5EF4-FFF2-40B4-BE49-F238E27FC236}">
                  <a16:creationId xmlns:a16="http://schemas.microsoft.com/office/drawing/2014/main" id="{B28FC165-AA28-4C94-48D4-9F286FF8F4ED}"/>
                </a:ext>
              </a:extLst>
            </p:cNvPr>
            <p:cNvSpPr/>
            <p:nvPr/>
          </p:nvSpPr>
          <p:spPr>
            <a:xfrm>
              <a:off x="3687988" y="45354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pt35">
              <a:extLst>
                <a:ext uri="{FF2B5EF4-FFF2-40B4-BE49-F238E27FC236}">
                  <a16:creationId xmlns:a16="http://schemas.microsoft.com/office/drawing/2014/main" id="{E4961C35-1EBD-0E3C-D2FD-2A83842D3DBC}"/>
                </a:ext>
              </a:extLst>
            </p:cNvPr>
            <p:cNvSpPr/>
            <p:nvPr/>
          </p:nvSpPr>
          <p:spPr>
            <a:xfrm>
              <a:off x="3687988" y="4655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pt36">
              <a:extLst>
                <a:ext uri="{FF2B5EF4-FFF2-40B4-BE49-F238E27FC236}">
                  <a16:creationId xmlns:a16="http://schemas.microsoft.com/office/drawing/2014/main" id="{29A56447-48B7-A8DD-D773-1782B53BA14C}"/>
                </a:ext>
              </a:extLst>
            </p:cNvPr>
            <p:cNvSpPr/>
            <p:nvPr/>
          </p:nvSpPr>
          <p:spPr>
            <a:xfrm>
              <a:off x="3687988" y="47355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pt37">
              <a:extLst>
                <a:ext uri="{FF2B5EF4-FFF2-40B4-BE49-F238E27FC236}">
                  <a16:creationId xmlns:a16="http://schemas.microsoft.com/office/drawing/2014/main" id="{2CA305C6-6794-5E14-0B42-225AB83D31DF}"/>
                </a:ext>
              </a:extLst>
            </p:cNvPr>
            <p:cNvSpPr/>
            <p:nvPr/>
          </p:nvSpPr>
          <p:spPr>
            <a:xfrm>
              <a:off x="1287237" y="41203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pt38">
              <a:extLst>
                <a:ext uri="{FF2B5EF4-FFF2-40B4-BE49-F238E27FC236}">
                  <a16:creationId xmlns:a16="http://schemas.microsoft.com/office/drawing/2014/main" id="{038ED5C1-D74D-EE53-BC72-B7B751256D9A}"/>
                </a:ext>
              </a:extLst>
            </p:cNvPr>
            <p:cNvSpPr/>
            <p:nvPr/>
          </p:nvSpPr>
          <p:spPr>
            <a:xfrm>
              <a:off x="1287237" y="43987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pt39">
              <a:extLst>
                <a:ext uri="{FF2B5EF4-FFF2-40B4-BE49-F238E27FC236}">
                  <a16:creationId xmlns:a16="http://schemas.microsoft.com/office/drawing/2014/main" id="{282EE336-9CBB-06F9-BC3F-FEE699D1A0A4}"/>
                </a:ext>
              </a:extLst>
            </p:cNvPr>
            <p:cNvSpPr/>
            <p:nvPr/>
          </p:nvSpPr>
          <p:spPr>
            <a:xfrm>
              <a:off x="1287237" y="402465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pt40">
              <a:extLst>
                <a:ext uri="{FF2B5EF4-FFF2-40B4-BE49-F238E27FC236}">
                  <a16:creationId xmlns:a16="http://schemas.microsoft.com/office/drawing/2014/main" id="{B1B39D70-FADF-F7B8-B527-B3D49883749D}"/>
                </a:ext>
              </a:extLst>
            </p:cNvPr>
            <p:cNvSpPr/>
            <p:nvPr/>
          </p:nvSpPr>
          <p:spPr>
            <a:xfrm>
              <a:off x="4651804" y="43021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pt41">
              <a:extLst>
                <a:ext uri="{FF2B5EF4-FFF2-40B4-BE49-F238E27FC236}">
                  <a16:creationId xmlns:a16="http://schemas.microsoft.com/office/drawing/2014/main" id="{57469E7A-1E57-C1DC-EAE3-D3D8A5761445}"/>
                </a:ext>
              </a:extLst>
            </p:cNvPr>
            <p:cNvSpPr/>
            <p:nvPr/>
          </p:nvSpPr>
          <p:spPr>
            <a:xfrm>
              <a:off x="4651804" y="39212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pt42">
              <a:extLst>
                <a:ext uri="{FF2B5EF4-FFF2-40B4-BE49-F238E27FC236}">
                  <a16:creationId xmlns:a16="http://schemas.microsoft.com/office/drawing/2014/main" id="{0CDFE092-E867-7CEB-70E1-FBAC9E746AEE}"/>
                </a:ext>
              </a:extLst>
            </p:cNvPr>
            <p:cNvSpPr/>
            <p:nvPr/>
          </p:nvSpPr>
          <p:spPr>
            <a:xfrm>
              <a:off x="4651804" y="42505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pt43">
              <a:extLst>
                <a:ext uri="{FF2B5EF4-FFF2-40B4-BE49-F238E27FC236}">
                  <a16:creationId xmlns:a16="http://schemas.microsoft.com/office/drawing/2014/main" id="{68895254-CFDF-0FD1-5861-8B8B9CE28C2E}"/>
                </a:ext>
              </a:extLst>
            </p:cNvPr>
            <p:cNvSpPr/>
            <p:nvPr/>
          </p:nvSpPr>
          <p:spPr>
            <a:xfrm>
              <a:off x="3877111" y="49103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pt44">
              <a:extLst>
                <a:ext uri="{FF2B5EF4-FFF2-40B4-BE49-F238E27FC236}">
                  <a16:creationId xmlns:a16="http://schemas.microsoft.com/office/drawing/2014/main" id="{18FFEB97-9566-9F40-874B-2EB8346E4539}"/>
                </a:ext>
              </a:extLst>
            </p:cNvPr>
            <p:cNvSpPr/>
            <p:nvPr/>
          </p:nvSpPr>
          <p:spPr>
            <a:xfrm>
              <a:off x="3877111" y="45477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pt45">
              <a:extLst>
                <a:ext uri="{FF2B5EF4-FFF2-40B4-BE49-F238E27FC236}">
                  <a16:creationId xmlns:a16="http://schemas.microsoft.com/office/drawing/2014/main" id="{9134F193-15D1-E1C2-B218-CE72D8511EBF}"/>
                </a:ext>
              </a:extLst>
            </p:cNvPr>
            <p:cNvSpPr/>
            <p:nvPr/>
          </p:nvSpPr>
          <p:spPr>
            <a:xfrm>
              <a:off x="3877111" y="48756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pt46">
              <a:extLst>
                <a:ext uri="{FF2B5EF4-FFF2-40B4-BE49-F238E27FC236}">
                  <a16:creationId xmlns:a16="http://schemas.microsoft.com/office/drawing/2014/main" id="{BF5EF114-C591-E88C-E750-66B6B7B08EEA}"/>
                </a:ext>
              </a:extLst>
            </p:cNvPr>
            <p:cNvSpPr/>
            <p:nvPr/>
          </p:nvSpPr>
          <p:spPr>
            <a:xfrm>
              <a:off x="4803846" y="381048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pt47">
              <a:extLst>
                <a:ext uri="{FF2B5EF4-FFF2-40B4-BE49-F238E27FC236}">
                  <a16:creationId xmlns:a16="http://schemas.microsoft.com/office/drawing/2014/main" id="{EDFC00BD-35AD-CD91-E6B1-3F7DA8205A36}"/>
                </a:ext>
              </a:extLst>
            </p:cNvPr>
            <p:cNvSpPr/>
            <p:nvPr/>
          </p:nvSpPr>
          <p:spPr>
            <a:xfrm>
              <a:off x="4803846" y="416357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pt48">
              <a:extLst>
                <a:ext uri="{FF2B5EF4-FFF2-40B4-BE49-F238E27FC236}">
                  <a16:creationId xmlns:a16="http://schemas.microsoft.com/office/drawing/2014/main" id="{8C1A8C9F-647F-202A-BB39-D9075EC47575}"/>
                </a:ext>
              </a:extLst>
            </p:cNvPr>
            <p:cNvSpPr/>
            <p:nvPr/>
          </p:nvSpPr>
          <p:spPr>
            <a:xfrm>
              <a:off x="4803846" y="401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pt49">
              <a:extLst>
                <a:ext uri="{FF2B5EF4-FFF2-40B4-BE49-F238E27FC236}">
                  <a16:creationId xmlns:a16="http://schemas.microsoft.com/office/drawing/2014/main" id="{504B041A-A558-CA79-1DB5-9FFA6D3A3731}"/>
                </a:ext>
              </a:extLst>
            </p:cNvPr>
            <p:cNvSpPr/>
            <p:nvPr/>
          </p:nvSpPr>
          <p:spPr>
            <a:xfrm>
              <a:off x="3065851" y="38770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pt50">
              <a:extLst>
                <a:ext uri="{FF2B5EF4-FFF2-40B4-BE49-F238E27FC236}">
                  <a16:creationId xmlns:a16="http://schemas.microsoft.com/office/drawing/2014/main" id="{0553C621-651A-0EB3-4643-9A36CB4DB959}"/>
                </a:ext>
              </a:extLst>
            </p:cNvPr>
            <p:cNvSpPr/>
            <p:nvPr/>
          </p:nvSpPr>
          <p:spPr>
            <a:xfrm>
              <a:off x="3065851" y="41168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pt51">
              <a:extLst>
                <a:ext uri="{FF2B5EF4-FFF2-40B4-BE49-F238E27FC236}">
                  <a16:creationId xmlns:a16="http://schemas.microsoft.com/office/drawing/2014/main" id="{8D4AF762-77BC-DBD8-49C8-3C8D43FFB641}"/>
                </a:ext>
              </a:extLst>
            </p:cNvPr>
            <p:cNvSpPr/>
            <p:nvPr/>
          </p:nvSpPr>
          <p:spPr>
            <a:xfrm>
              <a:off x="3065851" y="41113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pt52">
              <a:extLst>
                <a:ext uri="{FF2B5EF4-FFF2-40B4-BE49-F238E27FC236}">
                  <a16:creationId xmlns:a16="http://schemas.microsoft.com/office/drawing/2014/main" id="{7CD9FD5A-3AFF-88AB-A0CC-08356A255D97}"/>
                </a:ext>
              </a:extLst>
            </p:cNvPr>
            <p:cNvSpPr/>
            <p:nvPr/>
          </p:nvSpPr>
          <p:spPr>
            <a:xfrm>
              <a:off x="3512492" y="54196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pt53">
              <a:extLst>
                <a:ext uri="{FF2B5EF4-FFF2-40B4-BE49-F238E27FC236}">
                  <a16:creationId xmlns:a16="http://schemas.microsoft.com/office/drawing/2014/main" id="{D051312B-9AD4-EB17-32DF-1C50099B767E}"/>
                </a:ext>
              </a:extLst>
            </p:cNvPr>
            <p:cNvSpPr/>
            <p:nvPr/>
          </p:nvSpPr>
          <p:spPr>
            <a:xfrm>
              <a:off x="3512492" y="53862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pt54">
              <a:extLst>
                <a:ext uri="{FF2B5EF4-FFF2-40B4-BE49-F238E27FC236}">
                  <a16:creationId xmlns:a16="http://schemas.microsoft.com/office/drawing/2014/main" id="{A9BCBDD8-7CB3-E2CB-1AB7-142A40A1F62F}"/>
                </a:ext>
              </a:extLst>
            </p:cNvPr>
            <p:cNvSpPr/>
            <p:nvPr/>
          </p:nvSpPr>
          <p:spPr>
            <a:xfrm>
              <a:off x="626504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pt55">
              <a:extLst>
                <a:ext uri="{FF2B5EF4-FFF2-40B4-BE49-F238E27FC236}">
                  <a16:creationId xmlns:a16="http://schemas.microsoft.com/office/drawing/2014/main" id="{5F5198DA-94F9-66E8-3468-77F50B19803D}"/>
                </a:ext>
              </a:extLst>
            </p:cNvPr>
            <p:cNvSpPr/>
            <p:nvPr/>
          </p:nvSpPr>
          <p:spPr>
            <a:xfrm>
              <a:off x="6265041" y="53827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pg56">
              <a:extLst>
                <a:ext uri="{FF2B5EF4-FFF2-40B4-BE49-F238E27FC236}">
                  <a16:creationId xmlns:a16="http://schemas.microsoft.com/office/drawing/2014/main" id="{C41D87E4-9B26-8CA9-5BE1-22EDFFF1D6AA}"/>
                </a:ext>
              </a:extLst>
            </p:cNvPr>
            <p:cNvSpPr/>
            <p:nvPr/>
          </p:nvSpPr>
          <p:spPr>
            <a:xfrm>
              <a:off x="1345939" y="3721837"/>
              <a:ext cx="4977804" cy="1662104"/>
            </a:xfrm>
            <a:custGeom>
              <a:avLst/>
              <a:gdLst/>
              <a:ahLst/>
              <a:cxnLst/>
              <a:rect l="0" t="0" r="0" b="0"/>
              <a:pathLst>
                <a:path w="4977804" h="1662104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  <a:lnTo>
                    <a:pt x="4977804" y="1662104"/>
                  </a:lnTo>
                  <a:lnTo>
                    <a:pt x="4914794" y="1643857"/>
                  </a:lnTo>
                  <a:lnTo>
                    <a:pt x="4851784" y="1625670"/>
                  </a:lnTo>
                  <a:lnTo>
                    <a:pt x="4788774" y="1607546"/>
                  </a:lnTo>
                  <a:lnTo>
                    <a:pt x="4725764" y="1589488"/>
                  </a:lnTo>
                  <a:lnTo>
                    <a:pt x="4662754" y="1571502"/>
                  </a:lnTo>
                  <a:lnTo>
                    <a:pt x="4599743" y="1553591"/>
                  </a:lnTo>
                  <a:lnTo>
                    <a:pt x="4536733" y="1535761"/>
                  </a:lnTo>
                  <a:lnTo>
                    <a:pt x="4473723" y="1518018"/>
                  </a:lnTo>
                  <a:lnTo>
                    <a:pt x="4410713" y="1500367"/>
                  </a:lnTo>
                  <a:lnTo>
                    <a:pt x="4347703" y="1482814"/>
                  </a:lnTo>
                  <a:lnTo>
                    <a:pt x="4284692" y="1465367"/>
                  </a:lnTo>
                  <a:lnTo>
                    <a:pt x="4221682" y="1448033"/>
                  </a:lnTo>
                  <a:lnTo>
                    <a:pt x="4158672" y="1430820"/>
                  </a:lnTo>
                  <a:lnTo>
                    <a:pt x="4095662" y="1413737"/>
                  </a:lnTo>
                  <a:lnTo>
                    <a:pt x="4032652" y="1396793"/>
                  </a:lnTo>
                  <a:lnTo>
                    <a:pt x="3969641" y="1379998"/>
                  </a:lnTo>
                  <a:lnTo>
                    <a:pt x="3906631" y="1363364"/>
                  </a:lnTo>
                  <a:lnTo>
                    <a:pt x="3843621" y="1346903"/>
                  </a:lnTo>
                  <a:lnTo>
                    <a:pt x="3780611" y="1330627"/>
                  </a:lnTo>
                  <a:lnTo>
                    <a:pt x="3717601" y="1314550"/>
                  </a:lnTo>
                  <a:lnTo>
                    <a:pt x="3654591" y="1298686"/>
                  </a:lnTo>
                  <a:lnTo>
                    <a:pt x="3591580" y="1283053"/>
                  </a:lnTo>
                  <a:lnTo>
                    <a:pt x="3528570" y="1267666"/>
                  </a:lnTo>
                  <a:lnTo>
                    <a:pt x="3465560" y="1252543"/>
                  </a:lnTo>
                  <a:lnTo>
                    <a:pt x="3402550" y="1237703"/>
                  </a:lnTo>
                  <a:lnTo>
                    <a:pt x="3339540" y="1223166"/>
                  </a:lnTo>
                  <a:lnTo>
                    <a:pt x="3276529" y="1208952"/>
                  </a:lnTo>
                  <a:lnTo>
                    <a:pt x="3213519" y="1195083"/>
                  </a:lnTo>
                  <a:lnTo>
                    <a:pt x="3150509" y="1181580"/>
                  </a:lnTo>
                  <a:lnTo>
                    <a:pt x="3087499" y="1168464"/>
                  </a:lnTo>
                  <a:lnTo>
                    <a:pt x="3024489" y="1155758"/>
                  </a:lnTo>
                  <a:lnTo>
                    <a:pt x="2961478" y="1143482"/>
                  </a:lnTo>
                  <a:lnTo>
                    <a:pt x="2898468" y="1131657"/>
                  </a:lnTo>
                  <a:lnTo>
                    <a:pt x="2835458" y="1120302"/>
                  </a:lnTo>
                  <a:lnTo>
                    <a:pt x="2772448" y="1109433"/>
                  </a:lnTo>
                  <a:lnTo>
                    <a:pt x="2709438" y="1099066"/>
                  </a:lnTo>
                  <a:lnTo>
                    <a:pt x="2646427" y="1089212"/>
                  </a:lnTo>
                  <a:lnTo>
                    <a:pt x="2583417" y="1079880"/>
                  </a:lnTo>
                  <a:lnTo>
                    <a:pt x="2520407" y="1071076"/>
                  </a:lnTo>
                  <a:lnTo>
                    <a:pt x="2457397" y="1062803"/>
                  </a:lnTo>
                  <a:lnTo>
                    <a:pt x="2394387" y="1055057"/>
                  </a:lnTo>
                  <a:lnTo>
                    <a:pt x="2331377" y="1047835"/>
                  </a:lnTo>
                  <a:lnTo>
                    <a:pt x="2268366" y="1041128"/>
                  </a:lnTo>
                  <a:lnTo>
                    <a:pt x="2205356" y="1034924"/>
                  </a:lnTo>
                  <a:lnTo>
                    <a:pt x="2142346" y="1029209"/>
                  </a:lnTo>
                  <a:lnTo>
                    <a:pt x="2079336" y="1023965"/>
                  </a:lnTo>
                  <a:lnTo>
                    <a:pt x="2016326" y="1019175"/>
                  </a:lnTo>
                  <a:lnTo>
                    <a:pt x="1953315" y="1014818"/>
                  </a:lnTo>
                  <a:lnTo>
                    <a:pt x="1890305" y="1010873"/>
                  </a:lnTo>
                  <a:lnTo>
                    <a:pt x="1827295" y="1007319"/>
                  </a:lnTo>
                  <a:lnTo>
                    <a:pt x="1764285" y="1004134"/>
                  </a:lnTo>
                  <a:lnTo>
                    <a:pt x="1701275" y="1001296"/>
                  </a:lnTo>
                  <a:lnTo>
                    <a:pt x="1638264" y="998784"/>
                  </a:lnTo>
                  <a:lnTo>
                    <a:pt x="1575254" y="996577"/>
                  </a:lnTo>
                  <a:lnTo>
                    <a:pt x="1512244" y="994656"/>
                  </a:lnTo>
                  <a:lnTo>
                    <a:pt x="1449234" y="993002"/>
                  </a:lnTo>
                  <a:lnTo>
                    <a:pt x="1386224" y="991597"/>
                  </a:lnTo>
                  <a:lnTo>
                    <a:pt x="1323213" y="990423"/>
                  </a:lnTo>
                  <a:lnTo>
                    <a:pt x="1260203" y="989465"/>
                  </a:lnTo>
                  <a:lnTo>
                    <a:pt x="1197193" y="988709"/>
                  </a:lnTo>
                  <a:lnTo>
                    <a:pt x="1134183" y="988139"/>
                  </a:lnTo>
                  <a:lnTo>
                    <a:pt x="1071173" y="987743"/>
                  </a:lnTo>
                  <a:lnTo>
                    <a:pt x="1008163" y="987510"/>
                  </a:lnTo>
                  <a:lnTo>
                    <a:pt x="945152" y="987427"/>
                  </a:lnTo>
                  <a:lnTo>
                    <a:pt x="882142" y="987485"/>
                  </a:lnTo>
                  <a:lnTo>
                    <a:pt x="819132" y="987674"/>
                  </a:lnTo>
                  <a:lnTo>
                    <a:pt x="756122" y="987985"/>
                  </a:lnTo>
                  <a:lnTo>
                    <a:pt x="693112" y="988410"/>
                  </a:lnTo>
                  <a:lnTo>
                    <a:pt x="630101" y="988942"/>
                  </a:lnTo>
                  <a:lnTo>
                    <a:pt x="567091" y="989573"/>
                  </a:lnTo>
                  <a:lnTo>
                    <a:pt x="504081" y="990297"/>
                  </a:lnTo>
                  <a:lnTo>
                    <a:pt x="441071" y="991108"/>
                  </a:lnTo>
                  <a:lnTo>
                    <a:pt x="378061" y="992001"/>
                  </a:lnTo>
                  <a:lnTo>
                    <a:pt x="315050" y="992970"/>
                  </a:lnTo>
                  <a:lnTo>
                    <a:pt x="252040" y="994011"/>
                  </a:lnTo>
                  <a:lnTo>
                    <a:pt x="189030" y="995119"/>
                  </a:lnTo>
                  <a:lnTo>
                    <a:pt x="126020" y="996291"/>
                  </a:lnTo>
                  <a:lnTo>
                    <a:pt x="63010" y="997522"/>
                  </a:lnTo>
                  <a:lnTo>
                    <a:pt x="0" y="99881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23" name="pl57">
              <a:extLst>
                <a:ext uri="{FF2B5EF4-FFF2-40B4-BE49-F238E27FC236}">
                  <a16:creationId xmlns:a16="http://schemas.microsoft.com/office/drawing/2014/main" id="{4A5D867D-8391-04C8-92D8-72F2632ABB66}"/>
                </a:ext>
              </a:extLst>
            </p:cNvPr>
            <p:cNvSpPr/>
            <p:nvPr/>
          </p:nvSpPr>
          <p:spPr>
            <a:xfrm>
              <a:off x="1345939" y="3721837"/>
              <a:ext cx="4977804" cy="690557"/>
            </a:xfrm>
            <a:custGeom>
              <a:avLst/>
              <a:gdLst/>
              <a:ahLst/>
              <a:cxnLst/>
              <a:rect l="0" t="0" r="0" b="0"/>
              <a:pathLst>
                <a:path w="4977804" h="690557">
                  <a:moveTo>
                    <a:pt x="0" y="0"/>
                  </a:moveTo>
                  <a:lnTo>
                    <a:pt x="63010" y="18294"/>
                  </a:lnTo>
                  <a:lnTo>
                    <a:pt x="126020" y="36533"/>
                  </a:lnTo>
                  <a:lnTo>
                    <a:pt x="189030" y="54712"/>
                  </a:lnTo>
                  <a:lnTo>
                    <a:pt x="252040" y="72828"/>
                  </a:lnTo>
                  <a:lnTo>
                    <a:pt x="315050" y="90876"/>
                  </a:lnTo>
                  <a:lnTo>
                    <a:pt x="378061" y="108853"/>
                  </a:lnTo>
                  <a:lnTo>
                    <a:pt x="441071" y="126753"/>
                  </a:lnTo>
                  <a:lnTo>
                    <a:pt x="504081" y="144572"/>
                  </a:lnTo>
                  <a:lnTo>
                    <a:pt x="567091" y="162304"/>
                  </a:lnTo>
                  <a:lnTo>
                    <a:pt x="630101" y="179942"/>
                  </a:lnTo>
                  <a:lnTo>
                    <a:pt x="693112" y="197481"/>
                  </a:lnTo>
                  <a:lnTo>
                    <a:pt x="756122" y="214914"/>
                  </a:lnTo>
                  <a:lnTo>
                    <a:pt x="819132" y="232232"/>
                  </a:lnTo>
                  <a:lnTo>
                    <a:pt x="882142" y="249429"/>
                  </a:lnTo>
                  <a:lnTo>
                    <a:pt x="945152" y="266494"/>
                  </a:lnTo>
                  <a:lnTo>
                    <a:pt x="1008163" y="283419"/>
                  </a:lnTo>
                  <a:lnTo>
                    <a:pt x="1071173" y="300193"/>
                  </a:lnTo>
                  <a:lnTo>
                    <a:pt x="1134183" y="316805"/>
                  </a:lnTo>
                  <a:lnTo>
                    <a:pt x="1197193" y="333242"/>
                  </a:lnTo>
                  <a:lnTo>
                    <a:pt x="1260203" y="349493"/>
                  </a:lnTo>
                  <a:lnTo>
                    <a:pt x="1323213" y="365543"/>
                  </a:lnTo>
                  <a:lnTo>
                    <a:pt x="1386224" y="381377"/>
                  </a:lnTo>
                  <a:lnTo>
                    <a:pt x="1449234" y="396979"/>
                  </a:lnTo>
                  <a:lnTo>
                    <a:pt x="1512244" y="412332"/>
                  </a:lnTo>
                  <a:lnTo>
                    <a:pt x="1575254" y="427418"/>
                  </a:lnTo>
                  <a:lnTo>
                    <a:pt x="1638264" y="442219"/>
                  </a:lnTo>
                  <a:lnTo>
                    <a:pt x="1701275" y="456715"/>
                  </a:lnTo>
                  <a:lnTo>
                    <a:pt x="1764285" y="470884"/>
                  </a:lnTo>
                  <a:lnTo>
                    <a:pt x="1827295" y="484707"/>
                  </a:lnTo>
                  <a:lnTo>
                    <a:pt x="1890305" y="498160"/>
                  </a:lnTo>
                  <a:lnTo>
                    <a:pt x="1953315" y="511222"/>
                  </a:lnTo>
                  <a:lnTo>
                    <a:pt x="2016326" y="523873"/>
                  </a:lnTo>
                  <a:lnTo>
                    <a:pt x="2079336" y="536090"/>
                  </a:lnTo>
                  <a:lnTo>
                    <a:pt x="2142346" y="547854"/>
                  </a:lnTo>
                  <a:lnTo>
                    <a:pt x="2205356" y="559146"/>
                  </a:lnTo>
                  <a:lnTo>
                    <a:pt x="2268366" y="569949"/>
                  </a:lnTo>
                  <a:lnTo>
                    <a:pt x="2331377" y="580250"/>
                  </a:lnTo>
                  <a:lnTo>
                    <a:pt x="2394387" y="590035"/>
                  </a:lnTo>
                  <a:lnTo>
                    <a:pt x="2457397" y="599297"/>
                  </a:lnTo>
                  <a:lnTo>
                    <a:pt x="2520407" y="608031"/>
                  </a:lnTo>
                  <a:lnTo>
                    <a:pt x="2583417" y="616235"/>
                  </a:lnTo>
                  <a:lnTo>
                    <a:pt x="2646427" y="623911"/>
                  </a:lnTo>
                  <a:lnTo>
                    <a:pt x="2709438" y="631064"/>
                  </a:lnTo>
                  <a:lnTo>
                    <a:pt x="2772448" y="637704"/>
                  </a:lnTo>
                  <a:lnTo>
                    <a:pt x="2835458" y="643843"/>
                  </a:lnTo>
                  <a:lnTo>
                    <a:pt x="2898468" y="649495"/>
                  </a:lnTo>
                  <a:lnTo>
                    <a:pt x="2961478" y="654677"/>
                  </a:lnTo>
                  <a:lnTo>
                    <a:pt x="3024489" y="659409"/>
                  </a:lnTo>
                  <a:lnTo>
                    <a:pt x="3087499" y="663710"/>
                  </a:lnTo>
                  <a:lnTo>
                    <a:pt x="3150509" y="667602"/>
                  </a:lnTo>
                  <a:lnTo>
                    <a:pt x="3213519" y="671106"/>
                  </a:lnTo>
                  <a:lnTo>
                    <a:pt x="3276529" y="674244"/>
                  </a:lnTo>
                  <a:lnTo>
                    <a:pt x="3339540" y="677038"/>
                  </a:lnTo>
                  <a:lnTo>
                    <a:pt x="3402550" y="679509"/>
                  </a:lnTo>
                  <a:lnTo>
                    <a:pt x="3465560" y="681676"/>
                  </a:lnTo>
                  <a:lnTo>
                    <a:pt x="3528570" y="683561"/>
                  </a:lnTo>
                  <a:lnTo>
                    <a:pt x="3591580" y="685181"/>
                  </a:lnTo>
                  <a:lnTo>
                    <a:pt x="3654591" y="686555"/>
                  </a:lnTo>
                  <a:lnTo>
                    <a:pt x="3717601" y="687699"/>
                  </a:lnTo>
                  <a:lnTo>
                    <a:pt x="3780611" y="688629"/>
                  </a:lnTo>
                  <a:lnTo>
                    <a:pt x="3843621" y="689361"/>
                  </a:lnTo>
                  <a:lnTo>
                    <a:pt x="3906631" y="689907"/>
                  </a:lnTo>
                  <a:lnTo>
                    <a:pt x="3969641" y="690280"/>
                  </a:lnTo>
                  <a:lnTo>
                    <a:pt x="4032652" y="690493"/>
                  </a:lnTo>
                  <a:lnTo>
                    <a:pt x="4095662" y="690557"/>
                  </a:lnTo>
                  <a:lnTo>
                    <a:pt x="4158672" y="690481"/>
                  </a:lnTo>
                  <a:lnTo>
                    <a:pt x="4221682" y="690275"/>
                  </a:lnTo>
                  <a:lnTo>
                    <a:pt x="4284692" y="689949"/>
                  </a:lnTo>
                  <a:lnTo>
                    <a:pt x="4347703" y="689509"/>
                  </a:lnTo>
                  <a:lnTo>
                    <a:pt x="4410713" y="688964"/>
                  </a:lnTo>
                  <a:lnTo>
                    <a:pt x="4473723" y="688320"/>
                  </a:lnTo>
                  <a:lnTo>
                    <a:pt x="4536733" y="687584"/>
                  </a:lnTo>
                  <a:lnTo>
                    <a:pt x="4599743" y="686762"/>
                  </a:lnTo>
                  <a:lnTo>
                    <a:pt x="4662754" y="685859"/>
                  </a:lnTo>
                  <a:lnTo>
                    <a:pt x="4725764" y="684880"/>
                  </a:lnTo>
                  <a:lnTo>
                    <a:pt x="4788774" y="683830"/>
                  </a:lnTo>
                  <a:lnTo>
                    <a:pt x="4851784" y="682713"/>
                  </a:lnTo>
                  <a:lnTo>
                    <a:pt x="4914794" y="681533"/>
                  </a:lnTo>
                  <a:lnTo>
                    <a:pt x="4977804" y="68029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4" name="pl58">
              <a:extLst>
                <a:ext uri="{FF2B5EF4-FFF2-40B4-BE49-F238E27FC236}">
                  <a16:creationId xmlns:a16="http://schemas.microsoft.com/office/drawing/2014/main" id="{7EC1FCC8-D2C3-3FC1-35D6-9E1201667D98}"/>
                </a:ext>
              </a:extLst>
            </p:cNvPr>
            <p:cNvSpPr/>
            <p:nvPr/>
          </p:nvSpPr>
          <p:spPr>
            <a:xfrm>
              <a:off x="1345939" y="4709265"/>
              <a:ext cx="4977804" cy="674676"/>
            </a:xfrm>
            <a:custGeom>
              <a:avLst/>
              <a:gdLst/>
              <a:ahLst/>
              <a:cxnLst/>
              <a:rect l="0" t="0" r="0" b="0"/>
              <a:pathLst>
                <a:path w="4977804" h="674676">
                  <a:moveTo>
                    <a:pt x="4977804" y="674676"/>
                  </a:moveTo>
                  <a:lnTo>
                    <a:pt x="4914794" y="656430"/>
                  </a:lnTo>
                  <a:lnTo>
                    <a:pt x="4851784" y="638243"/>
                  </a:lnTo>
                  <a:lnTo>
                    <a:pt x="4788774" y="620118"/>
                  </a:lnTo>
                  <a:lnTo>
                    <a:pt x="4725764" y="602061"/>
                  </a:lnTo>
                  <a:lnTo>
                    <a:pt x="4662754" y="584074"/>
                  </a:lnTo>
                  <a:lnTo>
                    <a:pt x="4599743" y="566164"/>
                  </a:lnTo>
                  <a:lnTo>
                    <a:pt x="4536733" y="548334"/>
                  </a:lnTo>
                  <a:lnTo>
                    <a:pt x="4473723" y="530590"/>
                  </a:lnTo>
                  <a:lnTo>
                    <a:pt x="4410713" y="512939"/>
                  </a:lnTo>
                  <a:lnTo>
                    <a:pt x="4347703" y="495387"/>
                  </a:lnTo>
                  <a:lnTo>
                    <a:pt x="4284692" y="477940"/>
                  </a:lnTo>
                  <a:lnTo>
                    <a:pt x="4221682" y="460606"/>
                  </a:lnTo>
                  <a:lnTo>
                    <a:pt x="4158672" y="443392"/>
                  </a:lnTo>
                  <a:lnTo>
                    <a:pt x="4095662" y="426309"/>
                  </a:lnTo>
                  <a:lnTo>
                    <a:pt x="4032652" y="409365"/>
                  </a:lnTo>
                  <a:lnTo>
                    <a:pt x="3969641" y="392571"/>
                  </a:lnTo>
                  <a:lnTo>
                    <a:pt x="3906631" y="375937"/>
                  </a:lnTo>
                  <a:lnTo>
                    <a:pt x="3843621" y="359476"/>
                  </a:lnTo>
                  <a:lnTo>
                    <a:pt x="3780611" y="343199"/>
                  </a:lnTo>
                  <a:lnTo>
                    <a:pt x="3717601" y="327122"/>
                  </a:lnTo>
                  <a:lnTo>
                    <a:pt x="3654591" y="311259"/>
                  </a:lnTo>
                  <a:lnTo>
                    <a:pt x="3591580" y="295625"/>
                  </a:lnTo>
                  <a:lnTo>
                    <a:pt x="3528570" y="280238"/>
                  </a:lnTo>
                  <a:lnTo>
                    <a:pt x="3465560" y="265115"/>
                  </a:lnTo>
                  <a:lnTo>
                    <a:pt x="3402550" y="250275"/>
                  </a:lnTo>
                  <a:lnTo>
                    <a:pt x="3339540" y="235738"/>
                  </a:lnTo>
                  <a:lnTo>
                    <a:pt x="3276529" y="221525"/>
                  </a:lnTo>
                  <a:lnTo>
                    <a:pt x="3213519" y="207655"/>
                  </a:lnTo>
                  <a:lnTo>
                    <a:pt x="3150509" y="194152"/>
                  </a:lnTo>
                  <a:lnTo>
                    <a:pt x="3087499" y="181037"/>
                  </a:lnTo>
                  <a:lnTo>
                    <a:pt x="3024489" y="168330"/>
                  </a:lnTo>
                  <a:lnTo>
                    <a:pt x="2961478" y="156055"/>
                  </a:lnTo>
                  <a:lnTo>
                    <a:pt x="2898468" y="144230"/>
                  </a:lnTo>
                  <a:lnTo>
                    <a:pt x="2835458" y="132874"/>
                  </a:lnTo>
                  <a:lnTo>
                    <a:pt x="2772448" y="122006"/>
                  </a:lnTo>
                  <a:lnTo>
                    <a:pt x="2709438" y="111638"/>
                  </a:lnTo>
                  <a:lnTo>
                    <a:pt x="2646427" y="101784"/>
                  </a:lnTo>
                  <a:lnTo>
                    <a:pt x="2583417" y="92452"/>
                  </a:lnTo>
                  <a:lnTo>
                    <a:pt x="2520407" y="83649"/>
                  </a:lnTo>
                  <a:lnTo>
                    <a:pt x="2457397" y="75375"/>
                  </a:lnTo>
                  <a:lnTo>
                    <a:pt x="2394387" y="67630"/>
                  </a:lnTo>
                  <a:lnTo>
                    <a:pt x="2331377" y="60408"/>
                  </a:lnTo>
                  <a:lnTo>
                    <a:pt x="2268366" y="53701"/>
                  </a:lnTo>
                  <a:lnTo>
                    <a:pt x="2205356" y="47496"/>
                  </a:lnTo>
                  <a:lnTo>
                    <a:pt x="2142346" y="41781"/>
                  </a:lnTo>
                  <a:lnTo>
                    <a:pt x="2079336" y="36537"/>
                  </a:lnTo>
                  <a:lnTo>
                    <a:pt x="2016326" y="31747"/>
                  </a:lnTo>
                  <a:lnTo>
                    <a:pt x="1953315" y="27390"/>
                  </a:lnTo>
                  <a:lnTo>
                    <a:pt x="1890305" y="23445"/>
                  </a:lnTo>
                  <a:lnTo>
                    <a:pt x="1827295" y="19891"/>
                  </a:lnTo>
                  <a:lnTo>
                    <a:pt x="1764285" y="16706"/>
                  </a:lnTo>
                  <a:lnTo>
                    <a:pt x="1701275" y="13868"/>
                  </a:lnTo>
                  <a:lnTo>
                    <a:pt x="1638264" y="11356"/>
                  </a:lnTo>
                  <a:lnTo>
                    <a:pt x="1575254" y="9150"/>
                  </a:lnTo>
                  <a:lnTo>
                    <a:pt x="1512244" y="7229"/>
                  </a:lnTo>
                  <a:lnTo>
                    <a:pt x="1449234" y="5575"/>
                  </a:lnTo>
                  <a:lnTo>
                    <a:pt x="1386224" y="4169"/>
                  </a:lnTo>
                  <a:lnTo>
                    <a:pt x="1323213" y="2996"/>
                  </a:lnTo>
                  <a:lnTo>
                    <a:pt x="1260203" y="2038"/>
                  </a:lnTo>
                  <a:lnTo>
                    <a:pt x="1197193" y="1281"/>
                  </a:lnTo>
                  <a:lnTo>
                    <a:pt x="1134183" y="711"/>
                  </a:lnTo>
                  <a:lnTo>
                    <a:pt x="1071173" y="316"/>
                  </a:lnTo>
                  <a:lnTo>
                    <a:pt x="1008163" y="82"/>
                  </a:lnTo>
                  <a:lnTo>
                    <a:pt x="945152" y="0"/>
                  </a:lnTo>
                  <a:lnTo>
                    <a:pt x="882142" y="57"/>
                  </a:lnTo>
                  <a:lnTo>
                    <a:pt x="819132" y="246"/>
                  </a:lnTo>
                  <a:lnTo>
                    <a:pt x="756122" y="557"/>
                  </a:lnTo>
                  <a:lnTo>
                    <a:pt x="693112" y="983"/>
                  </a:lnTo>
                  <a:lnTo>
                    <a:pt x="630101" y="1514"/>
                  </a:lnTo>
                  <a:lnTo>
                    <a:pt x="567091" y="2145"/>
                  </a:lnTo>
                  <a:lnTo>
                    <a:pt x="504081" y="2869"/>
                  </a:lnTo>
                  <a:lnTo>
                    <a:pt x="441071" y="3681"/>
                  </a:lnTo>
                  <a:lnTo>
                    <a:pt x="378061" y="4573"/>
                  </a:lnTo>
                  <a:lnTo>
                    <a:pt x="315050" y="5543"/>
                  </a:lnTo>
                  <a:lnTo>
                    <a:pt x="252040" y="6584"/>
                  </a:lnTo>
                  <a:lnTo>
                    <a:pt x="189030" y="7692"/>
                  </a:lnTo>
                  <a:lnTo>
                    <a:pt x="126020" y="8864"/>
                  </a:lnTo>
                  <a:lnTo>
                    <a:pt x="63010" y="10095"/>
                  </a:lnTo>
                  <a:lnTo>
                    <a:pt x="0" y="113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5" name="pl59">
              <a:extLst>
                <a:ext uri="{FF2B5EF4-FFF2-40B4-BE49-F238E27FC236}">
                  <a16:creationId xmlns:a16="http://schemas.microsoft.com/office/drawing/2014/main" id="{5316D837-D5E0-56BA-A62B-DA8D81EBB125}"/>
                </a:ext>
              </a:extLst>
            </p:cNvPr>
            <p:cNvSpPr/>
            <p:nvPr/>
          </p:nvSpPr>
          <p:spPr>
            <a:xfrm>
              <a:off x="1345939" y="4221243"/>
              <a:ext cx="4977804" cy="671794"/>
            </a:xfrm>
            <a:custGeom>
              <a:avLst/>
              <a:gdLst/>
              <a:ahLst/>
              <a:cxnLst/>
              <a:rect l="0" t="0" r="0" b="0"/>
              <a:pathLst>
                <a:path w="4977804" h="671794">
                  <a:moveTo>
                    <a:pt x="0" y="0"/>
                  </a:moveTo>
                  <a:lnTo>
                    <a:pt x="63010" y="8503"/>
                  </a:lnTo>
                  <a:lnTo>
                    <a:pt x="126020" y="17007"/>
                  </a:lnTo>
                  <a:lnTo>
                    <a:pt x="189030" y="25511"/>
                  </a:lnTo>
                  <a:lnTo>
                    <a:pt x="252040" y="34014"/>
                  </a:lnTo>
                  <a:lnTo>
                    <a:pt x="315050" y="42518"/>
                  </a:lnTo>
                  <a:lnTo>
                    <a:pt x="378061" y="51022"/>
                  </a:lnTo>
                  <a:lnTo>
                    <a:pt x="441071" y="59526"/>
                  </a:lnTo>
                  <a:lnTo>
                    <a:pt x="504081" y="68029"/>
                  </a:lnTo>
                  <a:lnTo>
                    <a:pt x="567091" y="76533"/>
                  </a:lnTo>
                  <a:lnTo>
                    <a:pt x="630101" y="85037"/>
                  </a:lnTo>
                  <a:lnTo>
                    <a:pt x="693112" y="93540"/>
                  </a:lnTo>
                  <a:lnTo>
                    <a:pt x="756122" y="102044"/>
                  </a:lnTo>
                  <a:lnTo>
                    <a:pt x="819132" y="110548"/>
                  </a:lnTo>
                  <a:lnTo>
                    <a:pt x="882142" y="119052"/>
                  </a:lnTo>
                  <a:lnTo>
                    <a:pt x="945152" y="127555"/>
                  </a:lnTo>
                  <a:lnTo>
                    <a:pt x="1008163" y="136059"/>
                  </a:lnTo>
                  <a:lnTo>
                    <a:pt x="1071173" y="144563"/>
                  </a:lnTo>
                  <a:lnTo>
                    <a:pt x="1134183" y="153067"/>
                  </a:lnTo>
                  <a:lnTo>
                    <a:pt x="1197193" y="161570"/>
                  </a:lnTo>
                  <a:lnTo>
                    <a:pt x="1260203" y="170074"/>
                  </a:lnTo>
                  <a:lnTo>
                    <a:pt x="1323213" y="178578"/>
                  </a:lnTo>
                  <a:lnTo>
                    <a:pt x="1386224" y="187081"/>
                  </a:lnTo>
                  <a:lnTo>
                    <a:pt x="1449234" y="195585"/>
                  </a:lnTo>
                  <a:lnTo>
                    <a:pt x="1512244" y="204089"/>
                  </a:lnTo>
                  <a:lnTo>
                    <a:pt x="1575254" y="212593"/>
                  </a:lnTo>
                  <a:lnTo>
                    <a:pt x="1638264" y="221096"/>
                  </a:lnTo>
                  <a:lnTo>
                    <a:pt x="1701275" y="229600"/>
                  </a:lnTo>
                  <a:lnTo>
                    <a:pt x="1764285" y="238104"/>
                  </a:lnTo>
                  <a:lnTo>
                    <a:pt x="1827295" y="246607"/>
                  </a:lnTo>
                  <a:lnTo>
                    <a:pt x="1890305" y="255111"/>
                  </a:lnTo>
                  <a:lnTo>
                    <a:pt x="1953315" y="263615"/>
                  </a:lnTo>
                  <a:lnTo>
                    <a:pt x="2016326" y="272119"/>
                  </a:lnTo>
                  <a:lnTo>
                    <a:pt x="2079336" y="280622"/>
                  </a:lnTo>
                  <a:lnTo>
                    <a:pt x="2142346" y="289126"/>
                  </a:lnTo>
                  <a:lnTo>
                    <a:pt x="2205356" y="297630"/>
                  </a:lnTo>
                  <a:lnTo>
                    <a:pt x="2268366" y="306134"/>
                  </a:lnTo>
                  <a:lnTo>
                    <a:pt x="2331377" y="314637"/>
                  </a:lnTo>
                  <a:lnTo>
                    <a:pt x="2394387" y="323141"/>
                  </a:lnTo>
                  <a:lnTo>
                    <a:pt x="2457397" y="331645"/>
                  </a:lnTo>
                  <a:lnTo>
                    <a:pt x="2520407" y="340148"/>
                  </a:lnTo>
                  <a:lnTo>
                    <a:pt x="2583417" y="348652"/>
                  </a:lnTo>
                  <a:lnTo>
                    <a:pt x="2646427" y="357156"/>
                  </a:lnTo>
                  <a:lnTo>
                    <a:pt x="2709438" y="365660"/>
                  </a:lnTo>
                  <a:lnTo>
                    <a:pt x="2772448" y="374163"/>
                  </a:lnTo>
                  <a:lnTo>
                    <a:pt x="2835458" y="382667"/>
                  </a:lnTo>
                  <a:lnTo>
                    <a:pt x="2898468" y="391171"/>
                  </a:lnTo>
                  <a:lnTo>
                    <a:pt x="2961478" y="399675"/>
                  </a:lnTo>
                  <a:lnTo>
                    <a:pt x="3024489" y="408178"/>
                  </a:lnTo>
                  <a:lnTo>
                    <a:pt x="3087499" y="416682"/>
                  </a:lnTo>
                  <a:lnTo>
                    <a:pt x="3150509" y="425186"/>
                  </a:lnTo>
                  <a:lnTo>
                    <a:pt x="3213519" y="433689"/>
                  </a:lnTo>
                  <a:lnTo>
                    <a:pt x="3276529" y="442193"/>
                  </a:lnTo>
                  <a:lnTo>
                    <a:pt x="3339540" y="450697"/>
                  </a:lnTo>
                  <a:lnTo>
                    <a:pt x="3402550" y="459201"/>
                  </a:lnTo>
                  <a:lnTo>
                    <a:pt x="3465560" y="467704"/>
                  </a:lnTo>
                  <a:lnTo>
                    <a:pt x="3528570" y="476208"/>
                  </a:lnTo>
                  <a:lnTo>
                    <a:pt x="3591580" y="484712"/>
                  </a:lnTo>
                  <a:lnTo>
                    <a:pt x="3654591" y="493215"/>
                  </a:lnTo>
                  <a:lnTo>
                    <a:pt x="3717601" y="501719"/>
                  </a:lnTo>
                  <a:lnTo>
                    <a:pt x="3780611" y="510223"/>
                  </a:lnTo>
                  <a:lnTo>
                    <a:pt x="3843621" y="518727"/>
                  </a:lnTo>
                  <a:lnTo>
                    <a:pt x="3906631" y="527230"/>
                  </a:lnTo>
                  <a:lnTo>
                    <a:pt x="3969641" y="535734"/>
                  </a:lnTo>
                  <a:lnTo>
                    <a:pt x="4032652" y="544238"/>
                  </a:lnTo>
                  <a:lnTo>
                    <a:pt x="4095662" y="552742"/>
                  </a:lnTo>
                  <a:lnTo>
                    <a:pt x="4158672" y="561245"/>
                  </a:lnTo>
                  <a:lnTo>
                    <a:pt x="4221682" y="569749"/>
                  </a:lnTo>
                  <a:lnTo>
                    <a:pt x="4284692" y="578253"/>
                  </a:lnTo>
                  <a:lnTo>
                    <a:pt x="4347703" y="586756"/>
                  </a:lnTo>
                  <a:lnTo>
                    <a:pt x="4410713" y="595260"/>
                  </a:lnTo>
                  <a:lnTo>
                    <a:pt x="4473723" y="603764"/>
                  </a:lnTo>
                  <a:lnTo>
                    <a:pt x="4536733" y="612268"/>
                  </a:lnTo>
                  <a:lnTo>
                    <a:pt x="4599743" y="620771"/>
                  </a:lnTo>
                  <a:lnTo>
                    <a:pt x="4662754" y="629275"/>
                  </a:lnTo>
                  <a:lnTo>
                    <a:pt x="4725764" y="637779"/>
                  </a:lnTo>
                  <a:lnTo>
                    <a:pt x="4788774" y="646283"/>
                  </a:lnTo>
                  <a:lnTo>
                    <a:pt x="4851784" y="654786"/>
                  </a:lnTo>
                  <a:lnTo>
                    <a:pt x="4914794" y="663290"/>
                  </a:lnTo>
                  <a:lnTo>
                    <a:pt x="4977804" y="671794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pl60">
              <a:extLst>
                <a:ext uri="{FF2B5EF4-FFF2-40B4-BE49-F238E27FC236}">
                  <a16:creationId xmlns:a16="http://schemas.microsoft.com/office/drawing/2014/main" id="{761329BA-0C64-890C-516E-64C41B6D2490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tx61">
              <a:extLst>
                <a:ext uri="{FF2B5EF4-FFF2-40B4-BE49-F238E27FC236}">
                  <a16:creationId xmlns:a16="http://schemas.microsoft.com/office/drawing/2014/main" id="{6CB9302F-D6C0-61A1-5DC2-B7F293DB12EF}"/>
                </a:ext>
              </a:extLst>
            </p:cNvPr>
            <p:cNvSpPr/>
            <p:nvPr/>
          </p:nvSpPr>
          <p:spPr>
            <a:xfrm>
              <a:off x="457199" y="5539550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8" name="tx62">
              <a:extLst>
                <a:ext uri="{FF2B5EF4-FFF2-40B4-BE49-F238E27FC236}">
                  <a16:creationId xmlns:a16="http://schemas.microsoft.com/office/drawing/2014/main" id="{DD1625AF-C878-2B29-4AD6-FA3DFFA50F9F}"/>
                </a:ext>
              </a:extLst>
            </p:cNvPr>
            <p:cNvSpPr/>
            <p:nvPr/>
          </p:nvSpPr>
          <p:spPr>
            <a:xfrm>
              <a:off x="457199" y="467976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29" name="tx63">
              <a:extLst>
                <a:ext uri="{FF2B5EF4-FFF2-40B4-BE49-F238E27FC236}">
                  <a16:creationId xmlns:a16="http://schemas.microsoft.com/office/drawing/2014/main" id="{BAC86E40-8F49-DEE9-E1D1-9F87126CD408}"/>
                </a:ext>
              </a:extLst>
            </p:cNvPr>
            <p:cNvSpPr/>
            <p:nvPr/>
          </p:nvSpPr>
          <p:spPr>
            <a:xfrm>
              <a:off x="457199" y="3819983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330" name="tx64">
              <a:extLst>
                <a:ext uri="{FF2B5EF4-FFF2-40B4-BE49-F238E27FC236}">
                  <a16:creationId xmlns:a16="http://schemas.microsoft.com/office/drawing/2014/main" id="{B1AA74A7-0742-8166-CADD-C61190A0997A}"/>
                </a:ext>
              </a:extLst>
            </p:cNvPr>
            <p:cNvSpPr/>
            <p:nvPr/>
          </p:nvSpPr>
          <p:spPr>
            <a:xfrm>
              <a:off x="457199" y="2960200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331" name="tx65">
              <a:extLst>
                <a:ext uri="{FF2B5EF4-FFF2-40B4-BE49-F238E27FC236}">
                  <a16:creationId xmlns:a16="http://schemas.microsoft.com/office/drawing/2014/main" id="{F09F3CB3-88A6-CC09-7796-484367C5D2AB}"/>
                </a:ext>
              </a:extLst>
            </p:cNvPr>
            <p:cNvSpPr/>
            <p:nvPr/>
          </p:nvSpPr>
          <p:spPr>
            <a:xfrm>
              <a:off x="457199" y="2100416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332" name="pl66">
              <a:extLst>
                <a:ext uri="{FF2B5EF4-FFF2-40B4-BE49-F238E27FC236}">
                  <a16:creationId xmlns:a16="http://schemas.microsoft.com/office/drawing/2014/main" id="{5BDA2C3E-7C9F-A694-7774-064D49DF754E}"/>
                </a:ext>
              </a:extLst>
            </p:cNvPr>
            <p:cNvSpPr/>
            <p:nvPr/>
          </p:nvSpPr>
          <p:spPr>
            <a:xfrm>
              <a:off x="938079" y="557959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pl67">
              <a:extLst>
                <a:ext uri="{FF2B5EF4-FFF2-40B4-BE49-F238E27FC236}">
                  <a16:creationId xmlns:a16="http://schemas.microsoft.com/office/drawing/2014/main" id="{EE81D688-11A9-E40F-F0B1-798B734492F3}"/>
                </a:ext>
              </a:extLst>
            </p:cNvPr>
            <p:cNvSpPr/>
            <p:nvPr/>
          </p:nvSpPr>
          <p:spPr>
            <a:xfrm>
              <a:off x="938079" y="47198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pl68">
              <a:extLst>
                <a:ext uri="{FF2B5EF4-FFF2-40B4-BE49-F238E27FC236}">
                  <a16:creationId xmlns:a16="http://schemas.microsoft.com/office/drawing/2014/main" id="{4168C811-2BBE-8E44-1832-BF6B08D1764D}"/>
                </a:ext>
              </a:extLst>
            </p:cNvPr>
            <p:cNvSpPr/>
            <p:nvPr/>
          </p:nvSpPr>
          <p:spPr>
            <a:xfrm>
              <a:off x="938079" y="386003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pl69">
              <a:extLst>
                <a:ext uri="{FF2B5EF4-FFF2-40B4-BE49-F238E27FC236}">
                  <a16:creationId xmlns:a16="http://schemas.microsoft.com/office/drawing/2014/main" id="{CEC0447B-D5F7-7CF8-11BC-030D17036728}"/>
                </a:ext>
              </a:extLst>
            </p:cNvPr>
            <p:cNvSpPr/>
            <p:nvPr/>
          </p:nvSpPr>
          <p:spPr>
            <a:xfrm>
              <a:off x="938079" y="30002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pl70">
              <a:extLst>
                <a:ext uri="{FF2B5EF4-FFF2-40B4-BE49-F238E27FC236}">
                  <a16:creationId xmlns:a16="http://schemas.microsoft.com/office/drawing/2014/main" id="{ED17AB2C-3C3D-282C-8F8A-F22525D90D04}"/>
                </a:ext>
              </a:extLst>
            </p:cNvPr>
            <p:cNvSpPr/>
            <p:nvPr/>
          </p:nvSpPr>
          <p:spPr>
            <a:xfrm>
              <a:off x="938079" y="214046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pl71">
              <a:extLst>
                <a:ext uri="{FF2B5EF4-FFF2-40B4-BE49-F238E27FC236}">
                  <a16:creationId xmlns:a16="http://schemas.microsoft.com/office/drawing/2014/main" id="{9A1231CB-F4AB-74DF-F112-0FD1835F7B7A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pl72">
              <a:extLst>
                <a:ext uri="{FF2B5EF4-FFF2-40B4-BE49-F238E27FC236}">
                  <a16:creationId xmlns:a16="http://schemas.microsoft.com/office/drawing/2014/main" id="{E2F7F628-A234-8D84-2AFC-AE4936421B53}"/>
                </a:ext>
              </a:extLst>
            </p:cNvPr>
            <p:cNvSpPr/>
            <p:nvPr/>
          </p:nvSpPr>
          <p:spPr>
            <a:xfrm>
              <a:off x="118968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pl73">
              <a:extLst>
                <a:ext uri="{FF2B5EF4-FFF2-40B4-BE49-F238E27FC236}">
                  <a16:creationId xmlns:a16="http://schemas.microsoft.com/office/drawing/2014/main" id="{C0BB0DE0-419B-AAA5-04A4-0ECDC187B654}"/>
                </a:ext>
              </a:extLst>
            </p:cNvPr>
            <p:cNvSpPr/>
            <p:nvPr/>
          </p:nvSpPr>
          <p:spPr>
            <a:xfrm>
              <a:off x="26892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pl74">
              <a:extLst>
                <a:ext uri="{FF2B5EF4-FFF2-40B4-BE49-F238E27FC236}">
                  <a16:creationId xmlns:a16="http://schemas.microsoft.com/office/drawing/2014/main" id="{6CF1F254-02A3-2086-477F-3DFA5A8F01F8}"/>
                </a:ext>
              </a:extLst>
            </p:cNvPr>
            <p:cNvSpPr/>
            <p:nvPr/>
          </p:nvSpPr>
          <p:spPr>
            <a:xfrm>
              <a:off x="418883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pl75">
              <a:extLst>
                <a:ext uri="{FF2B5EF4-FFF2-40B4-BE49-F238E27FC236}">
                  <a16:creationId xmlns:a16="http://schemas.microsoft.com/office/drawing/2014/main" id="{284E54F4-401D-5DA2-3449-7D48B2FFF473}"/>
                </a:ext>
              </a:extLst>
            </p:cNvPr>
            <p:cNvSpPr/>
            <p:nvPr/>
          </p:nvSpPr>
          <p:spPr>
            <a:xfrm>
              <a:off x="568840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pl76">
              <a:extLst>
                <a:ext uri="{FF2B5EF4-FFF2-40B4-BE49-F238E27FC236}">
                  <a16:creationId xmlns:a16="http://schemas.microsoft.com/office/drawing/2014/main" id="{F29A100A-0AC3-A63E-FE0C-79EC5FD67E73}"/>
                </a:ext>
              </a:extLst>
            </p:cNvPr>
            <p:cNvSpPr/>
            <p:nvPr/>
          </p:nvSpPr>
          <p:spPr>
            <a:xfrm>
              <a:off x="718798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tx77">
              <a:extLst>
                <a:ext uri="{FF2B5EF4-FFF2-40B4-BE49-F238E27FC236}">
                  <a16:creationId xmlns:a16="http://schemas.microsoft.com/office/drawing/2014/main" id="{94CE6B37-2993-059F-5D91-18A1F67E1F0A}"/>
                </a:ext>
              </a:extLst>
            </p:cNvPr>
            <p:cNvSpPr/>
            <p:nvPr/>
          </p:nvSpPr>
          <p:spPr>
            <a:xfrm>
              <a:off x="104983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44" name="tx78">
              <a:extLst>
                <a:ext uri="{FF2B5EF4-FFF2-40B4-BE49-F238E27FC236}">
                  <a16:creationId xmlns:a16="http://schemas.microsoft.com/office/drawing/2014/main" id="{66FC7146-17E1-470A-571F-0605ECF04C87}"/>
                </a:ext>
              </a:extLst>
            </p:cNvPr>
            <p:cNvSpPr/>
            <p:nvPr/>
          </p:nvSpPr>
          <p:spPr>
            <a:xfrm>
              <a:off x="254940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45" name="tx79">
              <a:extLst>
                <a:ext uri="{FF2B5EF4-FFF2-40B4-BE49-F238E27FC236}">
                  <a16:creationId xmlns:a16="http://schemas.microsoft.com/office/drawing/2014/main" id="{DC68AA15-F8D0-385A-5F08-9DE7CBF5467E}"/>
                </a:ext>
              </a:extLst>
            </p:cNvPr>
            <p:cNvSpPr/>
            <p:nvPr/>
          </p:nvSpPr>
          <p:spPr>
            <a:xfrm>
              <a:off x="4048977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6" name="tx80">
              <a:extLst>
                <a:ext uri="{FF2B5EF4-FFF2-40B4-BE49-F238E27FC236}">
                  <a16:creationId xmlns:a16="http://schemas.microsoft.com/office/drawing/2014/main" id="{79D9E0F6-F2FE-253F-B7A4-461F266103D1}"/>
                </a:ext>
              </a:extLst>
            </p:cNvPr>
            <p:cNvSpPr/>
            <p:nvPr/>
          </p:nvSpPr>
          <p:spPr>
            <a:xfrm>
              <a:off x="5548551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47" name="tx81">
              <a:extLst>
                <a:ext uri="{FF2B5EF4-FFF2-40B4-BE49-F238E27FC236}">
                  <a16:creationId xmlns:a16="http://schemas.microsoft.com/office/drawing/2014/main" id="{F711326F-629F-8EB2-4D6A-4C91D840A694}"/>
                </a:ext>
              </a:extLst>
            </p:cNvPr>
            <p:cNvSpPr/>
            <p:nvPr/>
          </p:nvSpPr>
          <p:spPr>
            <a:xfrm>
              <a:off x="7048124" y="5869179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48" name="tx82">
              <a:extLst>
                <a:ext uri="{FF2B5EF4-FFF2-40B4-BE49-F238E27FC236}">
                  <a16:creationId xmlns:a16="http://schemas.microsoft.com/office/drawing/2014/main" id="{005DECC5-00A7-07A3-69CE-6B5E035CF0CD}"/>
                </a:ext>
              </a:extLst>
            </p:cNvPr>
            <p:cNvSpPr/>
            <p:nvPr/>
          </p:nvSpPr>
          <p:spPr>
            <a:xfrm>
              <a:off x="3805838" y="6443532"/>
              <a:ext cx="605241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349" name="tx83">
              <a:extLst>
                <a:ext uri="{FF2B5EF4-FFF2-40B4-BE49-F238E27FC236}">
                  <a16:creationId xmlns:a16="http://schemas.microsoft.com/office/drawing/2014/main" id="{CE0305B1-BA95-0E67-09CA-98B677F89E00}"/>
                </a:ext>
              </a:extLst>
            </p:cNvPr>
            <p:cNvSpPr/>
            <p:nvPr/>
          </p:nvSpPr>
          <p:spPr>
            <a:xfrm rot="16200000">
              <a:off x="-177329" y="3688713"/>
              <a:ext cx="496885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350" name="rc84">
              <a:extLst>
                <a:ext uri="{FF2B5EF4-FFF2-40B4-BE49-F238E27FC236}">
                  <a16:creationId xmlns:a16="http://schemas.microsoft.com/office/drawing/2014/main" id="{E994CC1A-20D7-B573-2320-4B575BDBA357}"/>
                </a:ext>
              </a:extLst>
            </p:cNvPr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51" name="rc86">
              <a:extLst>
                <a:ext uri="{FF2B5EF4-FFF2-40B4-BE49-F238E27FC236}">
                  <a16:creationId xmlns:a16="http://schemas.microsoft.com/office/drawing/2014/main" id="{67387B83-2317-75B5-EAA6-FB4B67F4FF66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52" name="rc88">
              <a:extLst>
                <a:ext uri="{FF2B5EF4-FFF2-40B4-BE49-F238E27FC236}">
                  <a16:creationId xmlns:a16="http://schemas.microsoft.com/office/drawing/2014/main" id="{C57B4EB0-A322-3261-7D9F-69C56ED1C049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</p:grpSp>
      <p:sp>
        <p:nvSpPr>
          <p:cNvPr id="359" name="tx83">
            <a:extLst>
              <a:ext uri="{FF2B5EF4-FFF2-40B4-BE49-F238E27FC236}">
                <a16:creationId xmlns:a16="http://schemas.microsoft.com/office/drawing/2014/main" id="{23BB708A-749D-0E2B-2204-AABF4C96C884}"/>
              </a:ext>
            </a:extLst>
          </p:cNvPr>
          <p:cNvSpPr/>
          <p:nvPr/>
        </p:nvSpPr>
        <p:spPr>
          <a:xfrm>
            <a:off x="7884368" y="548680"/>
            <a:ext cx="1172620" cy="38824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Common </a:t>
            </a:r>
          </a:p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Garden</a:t>
            </a:r>
            <a:endParaRPr sz="1400" dirty="0">
              <a:solidFill>
                <a:srgbClr val="000000">
                  <a:alpha val="100000"/>
                </a:srgbClr>
              </a:solidFill>
              <a:latin typeface="Helvetica"/>
              <a:cs typeface="Helvetica"/>
            </a:endParaRPr>
          </a:p>
        </p:txBody>
      </p:sp>
      <p:sp>
        <p:nvSpPr>
          <p:cNvPr id="360" name="tx88">
            <a:extLst>
              <a:ext uri="{FF2B5EF4-FFF2-40B4-BE49-F238E27FC236}">
                <a16:creationId xmlns:a16="http://schemas.microsoft.com/office/drawing/2014/main" id="{6FD96FCD-D4AD-CE97-D126-2095638EDCEE}"/>
              </a:ext>
            </a:extLst>
          </p:cNvPr>
          <p:cNvSpPr/>
          <p:nvPr/>
        </p:nvSpPr>
        <p:spPr>
          <a:xfrm>
            <a:off x="8317919" y="1078148"/>
            <a:ext cx="472013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Lewisetta</a:t>
            </a:r>
          </a:p>
        </p:txBody>
      </p:sp>
      <p:sp>
        <p:nvSpPr>
          <p:cNvPr id="361" name="tx89">
            <a:extLst>
              <a:ext uri="{FF2B5EF4-FFF2-40B4-BE49-F238E27FC236}">
                <a16:creationId xmlns:a16="http://schemas.microsoft.com/office/drawing/2014/main" id="{2770A3FD-AFBF-3ECB-FB66-D171A885BECD}"/>
              </a:ext>
            </a:extLst>
          </p:cNvPr>
          <p:cNvSpPr/>
          <p:nvPr/>
        </p:nvSpPr>
        <p:spPr>
          <a:xfrm>
            <a:off x="8317919" y="1294172"/>
            <a:ext cx="490484" cy="8010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York</a:t>
            </a:r>
            <a:r>
              <a:rPr lang="en-US"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</a:t>
            </a:r>
            <a:r>
              <a:rPr sz="11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River</a:t>
            </a:r>
          </a:p>
        </p:txBody>
      </p:sp>
      <p:sp>
        <p:nvSpPr>
          <p:cNvPr id="362" name="pt85">
            <a:extLst>
              <a:ext uri="{FF2B5EF4-FFF2-40B4-BE49-F238E27FC236}">
                <a16:creationId xmlns:a16="http://schemas.microsoft.com/office/drawing/2014/main" id="{5FE7DC97-C82A-8C19-803A-A8CAC85F8287}"/>
              </a:ext>
            </a:extLst>
          </p:cNvPr>
          <p:cNvSpPr/>
          <p:nvPr/>
        </p:nvSpPr>
        <p:spPr>
          <a:xfrm>
            <a:off x="8079900" y="1038980"/>
            <a:ext cx="117405" cy="117405"/>
          </a:xfrm>
          <a:prstGeom prst="ellipse">
            <a:avLst/>
          </a:prstGeom>
          <a:solidFill>
            <a:srgbClr val="00FA9A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sp>
        <p:nvSpPr>
          <p:cNvPr id="363" name="pt85">
            <a:extLst>
              <a:ext uri="{FF2B5EF4-FFF2-40B4-BE49-F238E27FC236}">
                <a16:creationId xmlns:a16="http://schemas.microsoft.com/office/drawing/2014/main" id="{CC50E0A7-628B-B2DD-E861-C9D99FA28DFA}"/>
              </a:ext>
            </a:extLst>
          </p:cNvPr>
          <p:cNvSpPr/>
          <p:nvPr/>
        </p:nvSpPr>
        <p:spPr>
          <a:xfrm>
            <a:off x="8079900" y="1258436"/>
            <a:ext cx="117405" cy="117405"/>
          </a:xfrm>
          <a:prstGeom prst="ellipse">
            <a:avLst/>
          </a:prstGeom>
          <a:solidFill>
            <a:srgbClr val="1E90F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365" name="Content Placeholder 2">
            <a:extLst>
              <a:ext uri="{FF2B5EF4-FFF2-40B4-BE49-F238E27FC236}">
                <a16:creationId xmlns:a16="http://schemas.microsoft.com/office/drawing/2014/main" id="{234163BB-7B1E-9CC8-E25D-06984CBD4ADE}"/>
              </a:ext>
            </a:extLst>
          </p:cNvPr>
          <p:cNvGrpSpPr/>
          <p:nvPr/>
        </p:nvGrpSpPr>
        <p:grpSpPr>
          <a:xfrm>
            <a:off x="251520" y="3717032"/>
            <a:ext cx="4320480" cy="2448272"/>
            <a:chOff x="58323" y="1600200"/>
            <a:chExt cx="8628477" cy="4889471"/>
          </a:xfrm>
        </p:grpSpPr>
        <p:sp>
          <p:nvSpPr>
            <p:cNvPr id="366" name="rc3">
              <a:extLst>
                <a:ext uri="{FF2B5EF4-FFF2-40B4-BE49-F238E27FC236}">
                  <a16:creationId xmlns:a16="http://schemas.microsoft.com/office/drawing/2014/main" id="{9B39D63C-8562-1E7A-1A5B-97F58DB6E5E9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7" name="rc4">
              <a:extLst>
                <a:ext uri="{FF2B5EF4-FFF2-40B4-BE49-F238E27FC236}">
                  <a16:creationId xmlns:a16="http://schemas.microsoft.com/office/drawing/2014/main" id="{88612D6C-18CF-B651-6290-96080C74548D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68" name="rc5">
              <a:extLst>
                <a:ext uri="{FF2B5EF4-FFF2-40B4-BE49-F238E27FC236}">
                  <a16:creationId xmlns:a16="http://schemas.microsoft.com/office/drawing/2014/main" id="{260FD9FD-FC9F-5E54-FDE9-3D3C6DEB615B}"/>
                </a:ext>
              </a:extLst>
            </p:cNvPr>
            <p:cNvSpPr/>
            <p:nvPr/>
          </p:nvSpPr>
          <p:spPr>
            <a:xfrm>
              <a:off x="980413" y="1919786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69" name="pt6">
              <a:extLst>
                <a:ext uri="{FF2B5EF4-FFF2-40B4-BE49-F238E27FC236}">
                  <a16:creationId xmlns:a16="http://schemas.microsoft.com/office/drawing/2014/main" id="{734085E0-CB31-FC79-7D91-8842854742E0}"/>
                </a:ext>
              </a:extLst>
            </p:cNvPr>
            <p:cNvSpPr/>
            <p:nvPr/>
          </p:nvSpPr>
          <p:spPr>
            <a:xfrm>
              <a:off x="1199225" y="312040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0" name="pt7">
              <a:extLst>
                <a:ext uri="{FF2B5EF4-FFF2-40B4-BE49-F238E27FC236}">
                  <a16:creationId xmlns:a16="http://schemas.microsoft.com/office/drawing/2014/main" id="{05480CFD-C7C5-5F91-DFFB-F49DC3F51EA2}"/>
                </a:ext>
              </a:extLst>
            </p:cNvPr>
            <p:cNvSpPr/>
            <p:nvPr/>
          </p:nvSpPr>
          <p:spPr>
            <a:xfrm>
              <a:off x="1199225" y="279730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1" name="pt8">
              <a:extLst>
                <a:ext uri="{FF2B5EF4-FFF2-40B4-BE49-F238E27FC236}">
                  <a16:creationId xmlns:a16="http://schemas.microsoft.com/office/drawing/2014/main" id="{A9EB0D9A-7C23-F081-C7AD-79767FC28812}"/>
                </a:ext>
              </a:extLst>
            </p:cNvPr>
            <p:cNvSpPr/>
            <p:nvPr/>
          </p:nvSpPr>
          <p:spPr>
            <a:xfrm>
              <a:off x="1199225" y="27497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2" name="pt9">
              <a:extLst>
                <a:ext uri="{FF2B5EF4-FFF2-40B4-BE49-F238E27FC236}">
                  <a16:creationId xmlns:a16="http://schemas.microsoft.com/office/drawing/2014/main" id="{8D5FF00A-1E53-0D85-6EA4-569D963DE05E}"/>
                </a:ext>
              </a:extLst>
            </p:cNvPr>
            <p:cNvSpPr/>
            <p:nvPr/>
          </p:nvSpPr>
          <p:spPr>
            <a:xfrm>
              <a:off x="3687229" y="321058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3" name="pt10">
              <a:extLst>
                <a:ext uri="{FF2B5EF4-FFF2-40B4-BE49-F238E27FC236}">
                  <a16:creationId xmlns:a16="http://schemas.microsoft.com/office/drawing/2014/main" id="{25821873-77AF-6B70-C12C-06A7EE2AA659}"/>
                </a:ext>
              </a:extLst>
            </p:cNvPr>
            <p:cNvSpPr/>
            <p:nvPr/>
          </p:nvSpPr>
          <p:spPr>
            <a:xfrm>
              <a:off x="3687229" y="30732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4" name="pt11">
              <a:extLst>
                <a:ext uri="{FF2B5EF4-FFF2-40B4-BE49-F238E27FC236}">
                  <a16:creationId xmlns:a16="http://schemas.microsoft.com/office/drawing/2014/main" id="{CC6D3ADC-475B-ED16-8834-5DDFF46CAD1F}"/>
                </a:ext>
              </a:extLst>
            </p:cNvPr>
            <p:cNvSpPr/>
            <p:nvPr/>
          </p:nvSpPr>
          <p:spPr>
            <a:xfrm>
              <a:off x="3687229" y="29342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5" name="pt12">
              <a:extLst>
                <a:ext uri="{FF2B5EF4-FFF2-40B4-BE49-F238E27FC236}">
                  <a16:creationId xmlns:a16="http://schemas.microsoft.com/office/drawing/2014/main" id="{AD75B6F6-3691-A160-BD77-B36EED3FD38B}"/>
                </a:ext>
              </a:extLst>
            </p:cNvPr>
            <p:cNvSpPr/>
            <p:nvPr/>
          </p:nvSpPr>
          <p:spPr>
            <a:xfrm>
              <a:off x="2723979" y="33718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6" name="pt13">
              <a:extLst>
                <a:ext uri="{FF2B5EF4-FFF2-40B4-BE49-F238E27FC236}">
                  <a16:creationId xmlns:a16="http://schemas.microsoft.com/office/drawing/2014/main" id="{2CC72DB0-9C7D-A53D-37AF-1288CC890BEE}"/>
                </a:ext>
              </a:extLst>
            </p:cNvPr>
            <p:cNvSpPr/>
            <p:nvPr/>
          </p:nvSpPr>
          <p:spPr>
            <a:xfrm>
              <a:off x="2723979" y="28254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7" name="pt14">
              <a:extLst>
                <a:ext uri="{FF2B5EF4-FFF2-40B4-BE49-F238E27FC236}">
                  <a16:creationId xmlns:a16="http://schemas.microsoft.com/office/drawing/2014/main" id="{5D220F85-4DBF-4BAD-63B8-EB8E5C4592D4}"/>
                </a:ext>
              </a:extLst>
            </p:cNvPr>
            <p:cNvSpPr/>
            <p:nvPr/>
          </p:nvSpPr>
          <p:spPr>
            <a:xfrm>
              <a:off x="2723979" y="29288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8" name="pt15">
              <a:extLst>
                <a:ext uri="{FF2B5EF4-FFF2-40B4-BE49-F238E27FC236}">
                  <a16:creationId xmlns:a16="http://schemas.microsoft.com/office/drawing/2014/main" id="{49B54445-886C-9784-5600-588C0ADB99A5}"/>
                </a:ext>
              </a:extLst>
            </p:cNvPr>
            <p:cNvSpPr/>
            <p:nvPr/>
          </p:nvSpPr>
          <p:spPr>
            <a:xfrm>
              <a:off x="4478376" y="27104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79" name="pt16">
              <a:extLst>
                <a:ext uri="{FF2B5EF4-FFF2-40B4-BE49-F238E27FC236}">
                  <a16:creationId xmlns:a16="http://schemas.microsoft.com/office/drawing/2014/main" id="{72EF6F00-3B18-A55F-7D90-8E712F77AE54}"/>
                </a:ext>
              </a:extLst>
            </p:cNvPr>
            <p:cNvSpPr/>
            <p:nvPr/>
          </p:nvSpPr>
          <p:spPr>
            <a:xfrm>
              <a:off x="447837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0" name="pt17">
              <a:extLst>
                <a:ext uri="{FF2B5EF4-FFF2-40B4-BE49-F238E27FC236}">
                  <a16:creationId xmlns:a16="http://schemas.microsoft.com/office/drawing/2014/main" id="{49B2E03A-E1C4-DA8D-C9D5-FB53AED9B265}"/>
                </a:ext>
              </a:extLst>
            </p:cNvPr>
            <p:cNvSpPr/>
            <p:nvPr/>
          </p:nvSpPr>
          <p:spPr>
            <a:xfrm>
              <a:off x="4478376" y="218186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1" name="pt18">
              <a:extLst>
                <a:ext uri="{FF2B5EF4-FFF2-40B4-BE49-F238E27FC236}">
                  <a16:creationId xmlns:a16="http://schemas.microsoft.com/office/drawing/2014/main" id="{211D308F-5944-B7F6-E561-C699F1404956}"/>
                </a:ext>
              </a:extLst>
            </p:cNvPr>
            <p:cNvSpPr/>
            <p:nvPr/>
          </p:nvSpPr>
          <p:spPr>
            <a:xfrm>
              <a:off x="2957564" y="36793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2" name="pt19">
              <a:extLst>
                <a:ext uri="{FF2B5EF4-FFF2-40B4-BE49-F238E27FC236}">
                  <a16:creationId xmlns:a16="http://schemas.microsoft.com/office/drawing/2014/main" id="{69290760-B64B-0478-E7C7-72DE24BDFBE2}"/>
                </a:ext>
              </a:extLst>
            </p:cNvPr>
            <p:cNvSpPr/>
            <p:nvPr/>
          </p:nvSpPr>
          <p:spPr>
            <a:xfrm>
              <a:off x="2957564" y="24111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3" name="pt20">
              <a:extLst>
                <a:ext uri="{FF2B5EF4-FFF2-40B4-BE49-F238E27FC236}">
                  <a16:creationId xmlns:a16="http://schemas.microsoft.com/office/drawing/2014/main" id="{1CF14955-562F-CDCC-C47C-A6C17C429FBD}"/>
                </a:ext>
              </a:extLst>
            </p:cNvPr>
            <p:cNvSpPr/>
            <p:nvPr/>
          </p:nvSpPr>
          <p:spPr>
            <a:xfrm>
              <a:off x="2957564" y="33292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4" name="pt21">
              <a:extLst>
                <a:ext uri="{FF2B5EF4-FFF2-40B4-BE49-F238E27FC236}">
                  <a16:creationId xmlns:a16="http://schemas.microsoft.com/office/drawing/2014/main" id="{5386E24D-3B0B-F40A-E804-807D314BC2D0}"/>
                </a:ext>
              </a:extLst>
            </p:cNvPr>
            <p:cNvSpPr/>
            <p:nvPr/>
          </p:nvSpPr>
          <p:spPr>
            <a:xfrm>
              <a:off x="3851311" y="344053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5" name="pt22">
              <a:extLst>
                <a:ext uri="{FF2B5EF4-FFF2-40B4-BE49-F238E27FC236}">
                  <a16:creationId xmlns:a16="http://schemas.microsoft.com/office/drawing/2014/main" id="{5A8A8C5C-02E2-4C06-70AB-EF8F8D9B1ACF}"/>
                </a:ext>
              </a:extLst>
            </p:cNvPr>
            <p:cNvSpPr/>
            <p:nvPr/>
          </p:nvSpPr>
          <p:spPr>
            <a:xfrm>
              <a:off x="3851311" y="3882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6" name="pt23">
              <a:extLst>
                <a:ext uri="{FF2B5EF4-FFF2-40B4-BE49-F238E27FC236}">
                  <a16:creationId xmlns:a16="http://schemas.microsoft.com/office/drawing/2014/main" id="{B807CCF3-D817-9CE4-00BE-F3821FCF4A80}"/>
                </a:ext>
              </a:extLst>
            </p:cNvPr>
            <p:cNvSpPr/>
            <p:nvPr/>
          </p:nvSpPr>
          <p:spPr>
            <a:xfrm>
              <a:off x="3851311" y="35453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7" name="pt24">
              <a:extLst>
                <a:ext uri="{FF2B5EF4-FFF2-40B4-BE49-F238E27FC236}">
                  <a16:creationId xmlns:a16="http://schemas.microsoft.com/office/drawing/2014/main" id="{34E79311-61A9-8F4F-92B8-3B02952C35BB}"/>
                </a:ext>
              </a:extLst>
            </p:cNvPr>
            <p:cNvSpPr/>
            <p:nvPr/>
          </p:nvSpPr>
          <p:spPr>
            <a:xfrm>
              <a:off x="3279903" y="539859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8" name="pt25">
              <a:extLst>
                <a:ext uri="{FF2B5EF4-FFF2-40B4-BE49-F238E27FC236}">
                  <a16:creationId xmlns:a16="http://schemas.microsoft.com/office/drawing/2014/main" id="{B5D17430-A260-32A3-841A-5CCFEEA6921B}"/>
                </a:ext>
              </a:extLst>
            </p:cNvPr>
            <p:cNvSpPr/>
            <p:nvPr/>
          </p:nvSpPr>
          <p:spPr>
            <a:xfrm>
              <a:off x="3279903" y="51530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89" name="pt26">
              <a:extLst>
                <a:ext uri="{FF2B5EF4-FFF2-40B4-BE49-F238E27FC236}">
                  <a16:creationId xmlns:a16="http://schemas.microsoft.com/office/drawing/2014/main" id="{6F1F6B3D-8A88-EFFD-EF99-CCA5F42ADAF7}"/>
                </a:ext>
              </a:extLst>
            </p:cNvPr>
            <p:cNvSpPr/>
            <p:nvPr/>
          </p:nvSpPr>
          <p:spPr>
            <a:xfrm>
              <a:off x="3279903" y="531360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0" name="pt27">
              <a:extLst>
                <a:ext uri="{FF2B5EF4-FFF2-40B4-BE49-F238E27FC236}">
                  <a16:creationId xmlns:a16="http://schemas.microsoft.com/office/drawing/2014/main" id="{82FA9E8B-75F3-C993-AEF1-0D9F416C373B}"/>
                </a:ext>
              </a:extLst>
            </p:cNvPr>
            <p:cNvSpPr/>
            <p:nvPr/>
          </p:nvSpPr>
          <p:spPr>
            <a:xfrm>
              <a:off x="6417267" y="506351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1" name="pt28">
              <a:extLst>
                <a:ext uri="{FF2B5EF4-FFF2-40B4-BE49-F238E27FC236}">
                  <a16:creationId xmlns:a16="http://schemas.microsoft.com/office/drawing/2014/main" id="{8378CBA4-48CE-0A4B-1C1C-4D0B626CDB93}"/>
                </a:ext>
              </a:extLst>
            </p:cNvPr>
            <p:cNvSpPr/>
            <p:nvPr/>
          </p:nvSpPr>
          <p:spPr>
            <a:xfrm>
              <a:off x="6417267" y="47728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2" name="pt29">
              <a:extLst>
                <a:ext uri="{FF2B5EF4-FFF2-40B4-BE49-F238E27FC236}">
                  <a16:creationId xmlns:a16="http://schemas.microsoft.com/office/drawing/2014/main" id="{5D3BCD76-BDEE-06AE-648E-AD3B0DBDF219}"/>
                </a:ext>
              </a:extLst>
            </p:cNvPr>
            <p:cNvSpPr/>
            <p:nvPr/>
          </p:nvSpPr>
          <p:spPr>
            <a:xfrm>
              <a:off x="6417267" y="51825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3" name="pg30">
              <a:extLst>
                <a:ext uri="{FF2B5EF4-FFF2-40B4-BE49-F238E27FC236}">
                  <a16:creationId xmlns:a16="http://schemas.microsoft.com/office/drawing/2014/main" id="{D811F297-DBDE-8AE9-2891-DF61D90ED961}"/>
                </a:ext>
              </a:extLst>
            </p:cNvPr>
            <p:cNvSpPr/>
            <p:nvPr/>
          </p:nvSpPr>
          <p:spPr>
            <a:xfrm>
              <a:off x="1257927" y="2087315"/>
              <a:ext cx="5218042" cy="3293465"/>
            </a:xfrm>
            <a:custGeom>
              <a:avLst/>
              <a:gdLst/>
              <a:ahLst/>
              <a:cxnLst/>
              <a:rect l="0" t="0" r="0" b="0"/>
              <a:pathLst>
                <a:path w="5218042" h="3293465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  <a:lnTo>
                    <a:pt x="5218042" y="3293465"/>
                  </a:lnTo>
                  <a:lnTo>
                    <a:pt x="5151990" y="3256466"/>
                  </a:lnTo>
                  <a:lnTo>
                    <a:pt x="5085939" y="3219550"/>
                  </a:lnTo>
                  <a:lnTo>
                    <a:pt x="5019888" y="3182724"/>
                  </a:lnTo>
                  <a:lnTo>
                    <a:pt x="4953837" y="3145991"/>
                  </a:lnTo>
                  <a:lnTo>
                    <a:pt x="4887786" y="3109358"/>
                  </a:lnTo>
                  <a:lnTo>
                    <a:pt x="4821735" y="3072831"/>
                  </a:lnTo>
                  <a:lnTo>
                    <a:pt x="4755683" y="3036416"/>
                  </a:lnTo>
                  <a:lnTo>
                    <a:pt x="4689632" y="3000121"/>
                  </a:lnTo>
                  <a:lnTo>
                    <a:pt x="4623581" y="2963953"/>
                  </a:lnTo>
                  <a:lnTo>
                    <a:pt x="4557530" y="2927921"/>
                  </a:lnTo>
                  <a:lnTo>
                    <a:pt x="4491479" y="2892033"/>
                  </a:lnTo>
                  <a:lnTo>
                    <a:pt x="4425428" y="2856299"/>
                  </a:lnTo>
                  <a:lnTo>
                    <a:pt x="4359376" y="2820729"/>
                  </a:lnTo>
                  <a:lnTo>
                    <a:pt x="4293325" y="2785335"/>
                  </a:lnTo>
                  <a:lnTo>
                    <a:pt x="4227274" y="2750129"/>
                  </a:lnTo>
                  <a:lnTo>
                    <a:pt x="4161223" y="2715124"/>
                  </a:lnTo>
                  <a:lnTo>
                    <a:pt x="4095172" y="2680333"/>
                  </a:lnTo>
                  <a:lnTo>
                    <a:pt x="4029121" y="2645774"/>
                  </a:lnTo>
                  <a:lnTo>
                    <a:pt x="3963069" y="2611461"/>
                  </a:lnTo>
                  <a:lnTo>
                    <a:pt x="3897018" y="2577413"/>
                  </a:lnTo>
                  <a:lnTo>
                    <a:pt x="3830967" y="2543649"/>
                  </a:lnTo>
                  <a:lnTo>
                    <a:pt x="3764916" y="2510190"/>
                  </a:lnTo>
                  <a:lnTo>
                    <a:pt x="3698865" y="2477057"/>
                  </a:lnTo>
                  <a:lnTo>
                    <a:pt x="3632814" y="2444276"/>
                  </a:lnTo>
                  <a:lnTo>
                    <a:pt x="3566762" y="2411870"/>
                  </a:lnTo>
                  <a:lnTo>
                    <a:pt x="3500711" y="2379869"/>
                  </a:lnTo>
                  <a:lnTo>
                    <a:pt x="3434660" y="2348299"/>
                  </a:lnTo>
                  <a:lnTo>
                    <a:pt x="3368609" y="2317192"/>
                  </a:lnTo>
                  <a:lnTo>
                    <a:pt x="3302558" y="2286581"/>
                  </a:lnTo>
                  <a:lnTo>
                    <a:pt x="3236507" y="2256497"/>
                  </a:lnTo>
                  <a:lnTo>
                    <a:pt x="3170455" y="2226977"/>
                  </a:lnTo>
                  <a:lnTo>
                    <a:pt x="3104404" y="2198056"/>
                  </a:lnTo>
                  <a:lnTo>
                    <a:pt x="3038353" y="2169771"/>
                  </a:lnTo>
                  <a:lnTo>
                    <a:pt x="2972302" y="2142157"/>
                  </a:lnTo>
                  <a:lnTo>
                    <a:pt x="2906251" y="2115252"/>
                  </a:lnTo>
                  <a:lnTo>
                    <a:pt x="2840200" y="2089090"/>
                  </a:lnTo>
                  <a:lnTo>
                    <a:pt x="2774148" y="2063705"/>
                  </a:lnTo>
                  <a:lnTo>
                    <a:pt x="2708097" y="2039128"/>
                  </a:lnTo>
                  <a:lnTo>
                    <a:pt x="2642046" y="2015388"/>
                  </a:lnTo>
                  <a:lnTo>
                    <a:pt x="2575995" y="1992509"/>
                  </a:lnTo>
                  <a:lnTo>
                    <a:pt x="2509944" y="1970511"/>
                  </a:lnTo>
                  <a:lnTo>
                    <a:pt x="2443893" y="1949408"/>
                  </a:lnTo>
                  <a:lnTo>
                    <a:pt x="2377841" y="1929210"/>
                  </a:lnTo>
                  <a:lnTo>
                    <a:pt x="2311790" y="1909919"/>
                  </a:lnTo>
                  <a:lnTo>
                    <a:pt x="2245739" y="1891533"/>
                  </a:lnTo>
                  <a:lnTo>
                    <a:pt x="2179688" y="1874044"/>
                  </a:lnTo>
                  <a:lnTo>
                    <a:pt x="2113637" y="1857437"/>
                  </a:lnTo>
                  <a:lnTo>
                    <a:pt x="2047586" y="1841692"/>
                  </a:lnTo>
                  <a:lnTo>
                    <a:pt x="1981534" y="1826786"/>
                  </a:lnTo>
                  <a:lnTo>
                    <a:pt x="1915483" y="1812691"/>
                  </a:lnTo>
                  <a:lnTo>
                    <a:pt x="1849432" y="1799376"/>
                  </a:lnTo>
                  <a:lnTo>
                    <a:pt x="1783381" y="1786807"/>
                  </a:lnTo>
                  <a:lnTo>
                    <a:pt x="1717330" y="1774949"/>
                  </a:lnTo>
                  <a:lnTo>
                    <a:pt x="1651279" y="1763766"/>
                  </a:lnTo>
                  <a:lnTo>
                    <a:pt x="1585227" y="1753222"/>
                  </a:lnTo>
                  <a:lnTo>
                    <a:pt x="1519176" y="1743279"/>
                  </a:lnTo>
                  <a:lnTo>
                    <a:pt x="1453125" y="1733903"/>
                  </a:lnTo>
                  <a:lnTo>
                    <a:pt x="1387074" y="1725058"/>
                  </a:lnTo>
                  <a:lnTo>
                    <a:pt x="1321023" y="1716710"/>
                  </a:lnTo>
                  <a:lnTo>
                    <a:pt x="1254972" y="1708828"/>
                  </a:lnTo>
                  <a:lnTo>
                    <a:pt x="1188920" y="1701381"/>
                  </a:lnTo>
                  <a:lnTo>
                    <a:pt x="1122869" y="1694340"/>
                  </a:lnTo>
                  <a:lnTo>
                    <a:pt x="1056818" y="1687677"/>
                  </a:lnTo>
                  <a:lnTo>
                    <a:pt x="990767" y="1681366"/>
                  </a:lnTo>
                  <a:lnTo>
                    <a:pt x="924716" y="1675385"/>
                  </a:lnTo>
                  <a:lnTo>
                    <a:pt x="858665" y="1669710"/>
                  </a:lnTo>
                  <a:lnTo>
                    <a:pt x="792613" y="1664321"/>
                  </a:lnTo>
                  <a:lnTo>
                    <a:pt x="726562" y="1659198"/>
                  </a:lnTo>
                  <a:lnTo>
                    <a:pt x="660511" y="1654323"/>
                  </a:lnTo>
                  <a:lnTo>
                    <a:pt x="594460" y="1649680"/>
                  </a:lnTo>
                  <a:lnTo>
                    <a:pt x="528409" y="1645254"/>
                  </a:lnTo>
                  <a:lnTo>
                    <a:pt x="462358" y="1641029"/>
                  </a:lnTo>
                  <a:lnTo>
                    <a:pt x="396306" y="1636994"/>
                  </a:lnTo>
                  <a:lnTo>
                    <a:pt x="330255" y="1633135"/>
                  </a:lnTo>
                  <a:lnTo>
                    <a:pt x="264204" y="1629441"/>
                  </a:lnTo>
                  <a:lnTo>
                    <a:pt x="198153" y="1625902"/>
                  </a:lnTo>
                  <a:lnTo>
                    <a:pt x="132102" y="1622508"/>
                  </a:lnTo>
                  <a:lnTo>
                    <a:pt x="66051" y="1619250"/>
                  </a:lnTo>
                  <a:lnTo>
                    <a:pt x="0" y="16161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394" name="pl31">
              <a:extLst>
                <a:ext uri="{FF2B5EF4-FFF2-40B4-BE49-F238E27FC236}">
                  <a16:creationId xmlns:a16="http://schemas.microsoft.com/office/drawing/2014/main" id="{9FC6B88F-E5EA-4EF0-5067-E2DB07BF1F38}"/>
                </a:ext>
              </a:extLst>
            </p:cNvPr>
            <p:cNvSpPr/>
            <p:nvPr/>
          </p:nvSpPr>
          <p:spPr>
            <a:xfrm>
              <a:off x="1257927" y="2087315"/>
              <a:ext cx="5218042" cy="1436418"/>
            </a:xfrm>
            <a:custGeom>
              <a:avLst/>
              <a:gdLst/>
              <a:ahLst/>
              <a:cxnLst/>
              <a:rect l="0" t="0" r="0" b="0"/>
              <a:pathLst>
                <a:path w="5218042" h="1436418">
                  <a:moveTo>
                    <a:pt x="0" y="0"/>
                  </a:moveTo>
                  <a:lnTo>
                    <a:pt x="66051" y="36284"/>
                  </a:lnTo>
                  <a:lnTo>
                    <a:pt x="132102" y="72442"/>
                  </a:lnTo>
                  <a:lnTo>
                    <a:pt x="198153" y="108463"/>
                  </a:lnTo>
                  <a:lnTo>
                    <a:pt x="264204" y="144338"/>
                  </a:lnTo>
                  <a:lnTo>
                    <a:pt x="330255" y="180059"/>
                  </a:lnTo>
                  <a:lnTo>
                    <a:pt x="396306" y="215615"/>
                  </a:lnTo>
                  <a:lnTo>
                    <a:pt x="462358" y="250994"/>
                  </a:lnTo>
                  <a:lnTo>
                    <a:pt x="528409" y="286184"/>
                  </a:lnTo>
                  <a:lnTo>
                    <a:pt x="594460" y="321172"/>
                  </a:lnTo>
                  <a:lnTo>
                    <a:pt x="660511" y="355944"/>
                  </a:lnTo>
                  <a:lnTo>
                    <a:pt x="726562" y="390484"/>
                  </a:lnTo>
                  <a:lnTo>
                    <a:pt x="792613" y="424776"/>
                  </a:lnTo>
                  <a:lnTo>
                    <a:pt x="858665" y="458801"/>
                  </a:lnTo>
                  <a:lnTo>
                    <a:pt x="924716" y="492541"/>
                  </a:lnTo>
                  <a:lnTo>
                    <a:pt x="990767" y="525975"/>
                  </a:lnTo>
                  <a:lnTo>
                    <a:pt x="1056818" y="559079"/>
                  </a:lnTo>
                  <a:lnTo>
                    <a:pt x="1122869" y="591831"/>
                  </a:lnTo>
                  <a:lnTo>
                    <a:pt x="1188920" y="624204"/>
                  </a:lnTo>
                  <a:lnTo>
                    <a:pt x="1254972" y="656172"/>
                  </a:lnTo>
                  <a:lnTo>
                    <a:pt x="1321023" y="687704"/>
                  </a:lnTo>
                  <a:lnTo>
                    <a:pt x="1387074" y="718772"/>
                  </a:lnTo>
                  <a:lnTo>
                    <a:pt x="1453125" y="749341"/>
                  </a:lnTo>
                  <a:lnTo>
                    <a:pt x="1519176" y="779380"/>
                  </a:lnTo>
                  <a:lnTo>
                    <a:pt x="1585227" y="808852"/>
                  </a:lnTo>
                  <a:lnTo>
                    <a:pt x="1651279" y="837722"/>
                  </a:lnTo>
                  <a:lnTo>
                    <a:pt x="1717330" y="865954"/>
                  </a:lnTo>
                  <a:lnTo>
                    <a:pt x="1783381" y="893511"/>
                  </a:lnTo>
                  <a:lnTo>
                    <a:pt x="1849432" y="920356"/>
                  </a:lnTo>
                  <a:lnTo>
                    <a:pt x="1915483" y="946456"/>
                  </a:lnTo>
                  <a:lnTo>
                    <a:pt x="1981534" y="971776"/>
                  </a:lnTo>
                  <a:lnTo>
                    <a:pt x="2047586" y="996284"/>
                  </a:lnTo>
                  <a:lnTo>
                    <a:pt x="2113637" y="1019955"/>
                  </a:lnTo>
                  <a:lnTo>
                    <a:pt x="2179688" y="1042762"/>
                  </a:lnTo>
                  <a:lnTo>
                    <a:pt x="2245739" y="1064687"/>
                  </a:lnTo>
                  <a:lnTo>
                    <a:pt x="2311790" y="1085716"/>
                  </a:lnTo>
                  <a:lnTo>
                    <a:pt x="2377841" y="1105840"/>
                  </a:lnTo>
                  <a:lnTo>
                    <a:pt x="2443893" y="1125057"/>
                  </a:lnTo>
                  <a:lnTo>
                    <a:pt x="2509944" y="1143368"/>
                  </a:lnTo>
                  <a:lnTo>
                    <a:pt x="2575995" y="1160785"/>
                  </a:lnTo>
                  <a:lnTo>
                    <a:pt x="2642046" y="1177320"/>
                  </a:lnTo>
                  <a:lnTo>
                    <a:pt x="2708097" y="1192995"/>
                  </a:lnTo>
                  <a:lnTo>
                    <a:pt x="2774148" y="1207834"/>
                  </a:lnTo>
                  <a:lnTo>
                    <a:pt x="2840200" y="1221863"/>
                  </a:lnTo>
                  <a:lnTo>
                    <a:pt x="2906251" y="1235116"/>
                  </a:lnTo>
                  <a:lnTo>
                    <a:pt x="2972302" y="1247625"/>
                  </a:lnTo>
                  <a:lnTo>
                    <a:pt x="3038353" y="1259427"/>
                  </a:lnTo>
                  <a:lnTo>
                    <a:pt x="3104404" y="1270556"/>
                  </a:lnTo>
                  <a:lnTo>
                    <a:pt x="3170455" y="1281049"/>
                  </a:lnTo>
                  <a:lnTo>
                    <a:pt x="3236507" y="1290944"/>
                  </a:lnTo>
                  <a:lnTo>
                    <a:pt x="3302558" y="1300276"/>
                  </a:lnTo>
                  <a:lnTo>
                    <a:pt x="3368609" y="1309079"/>
                  </a:lnTo>
                  <a:lnTo>
                    <a:pt x="3434660" y="1317387"/>
                  </a:lnTo>
                  <a:lnTo>
                    <a:pt x="3500711" y="1325232"/>
                  </a:lnTo>
                  <a:lnTo>
                    <a:pt x="3566762" y="1332645"/>
                  </a:lnTo>
                  <a:lnTo>
                    <a:pt x="3632814" y="1339654"/>
                  </a:lnTo>
                  <a:lnTo>
                    <a:pt x="3698865" y="1346287"/>
                  </a:lnTo>
                  <a:lnTo>
                    <a:pt x="3764916" y="1352570"/>
                  </a:lnTo>
                  <a:lnTo>
                    <a:pt x="3830967" y="1358525"/>
                  </a:lnTo>
                  <a:lnTo>
                    <a:pt x="3897018" y="1364176"/>
                  </a:lnTo>
                  <a:lnTo>
                    <a:pt x="3963069" y="1369542"/>
                  </a:lnTo>
                  <a:lnTo>
                    <a:pt x="4029121" y="1374644"/>
                  </a:lnTo>
                  <a:lnTo>
                    <a:pt x="4095172" y="1379499"/>
                  </a:lnTo>
                  <a:lnTo>
                    <a:pt x="4161223" y="1384124"/>
                  </a:lnTo>
                  <a:lnTo>
                    <a:pt x="4227274" y="1388533"/>
                  </a:lnTo>
                  <a:lnTo>
                    <a:pt x="4293325" y="1392742"/>
                  </a:lnTo>
                  <a:lnTo>
                    <a:pt x="4359376" y="1396763"/>
                  </a:lnTo>
                  <a:lnTo>
                    <a:pt x="4425428" y="1400608"/>
                  </a:lnTo>
                  <a:lnTo>
                    <a:pt x="4491479" y="1404288"/>
                  </a:lnTo>
                  <a:lnTo>
                    <a:pt x="4557530" y="1407815"/>
                  </a:lnTo>
                  <a:lnTo>
                    <a:pt x="4623581" y="1411197"/>
                  </a:lnTo>
                  <a:lnTo>
                    <a:pt x="4689632" y="1414444"/>
                  </a:lnTo>
                  <a:lnTo>
                    <a:pt x="4755683" y="1417564"/>
                  </a:lnTo>
                  <a:lnTo>
                    <a:pt x="4821735" y="1420564"/>
                  </a:lnTo>
                  <a:lnTo>
                    <a:pt x="4887786" y="1423451"/>
                  </a:lnTo>
                  <a:lnTo>
                    <a:pt x="4953837" y="1426233"/>
                  </a:lnTo>
                  <a:lnTo>
                    <a:pt x="5019888" y="1428915"/>
                  </a:lnTo>
                  <a:lnTo>
                    <a:pt x="5085939" y="1431503"/>
                  </a:lnTo>
                  <a:lnTo>
                    <a:pt x="5151990" y="1434003"/>
                  </a:lnTo>
                  <a:lnTo>
                    <a:pt x="5218042" y="1436418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95" name="pl32">
              <a:extLst>
                <a:ext uri="{FF2B5EF4-FFF2-40B4-BE49-F238E27FC236}">
                  <a16:creationId xmlns:a16="http://schemas.microsoft.com/office/drawing/2014/main" id="{0CC85C06-64B6-7B64-EACC-FDFB6A85DD79}"/>
                </a:ext>
              </a:extLst>
            </p:cNvPr>
            <p:cNvSpPr/>
            <p:nvPr/>
          </p:nvSpPr>
          <p:spPr>
            <a:xfrm>
              <a:off x="1257927" y="3703436"/>
              <a:ext cx="5218042" cy="1677344"/>
            </a:xfrm>
            <a:custGeom>
              <a:avLst/>
              <a:gdLst/>
              <a:ahLst/>
              <a:cxnLst/>
              <a:rect l="0" t="0" r="0" b="0"/>
              <a:pathLst>
                <a:path w="5218042" h="1677344">
                  <a:moveTo>
                    <a:pt x="5218042" y="1677344"/>
                  </a:moveTo>
                  <a:lnTo>
                    <a:pt x="5151990" y="1640344"/>
                  </a:lnTo>
                  <a:lnTo>
                    <a:pt x="5085939" y="1603429"/>
                  </a:lnTo>
                  <a:lnTo>
                    <a:pt x="5019888" y="1566602"/>
                  </a:lnTo>
                  <a:lnTo>
                    <a:pt x="4953837" y="1529870"/>
                  </a:lnTo>
                  <a:lnTo>
                    <a:pt x="4887786" y="1493237"/>
                  </a:lnTo>
                  <a:lnTo>
                    <a:pt x="4821735" y="1456710"/>
                  </a:lnTo>
                  <a:lnTo>
                    <a:pt x="4755683" y="1420295"/>
                  </a:lnTo>
                  <a:lnTo>
                    <a:pt x="4689632" y="1384000"/>
                  </a:lnTo>
                  <a:lnTo>
                    <a:pt x="4623581" y="1347832"/>
                  </a:lnTo>
                  <a:lnTo>
                    <a:pt x="4557530" y="1311799"/>
                  </a:lnTo>
                  <a:lnTo>
                    <a:pt x="4491479" y="1275911"/>
                  </a:lnTo>
                  <a:lnTo>
                    <a:pt x="4425428" y="1240177"/>
                  </a:lnTo>
                  <a:lnTo>
                    <a:pt x="4359376" y="1204608"/>
                  </a:lnTo>
                  <a:lnTo>
                    <a:pt x="4293325" y="1169214"/>
                  </a:lnTo>
                  <a:lnTo>
                    <a:pt x="4227274" y="1134008"/>
                  </a:lnTo>
                  <a:lnTo>
                    <a:pt x="4161223" y="1099002"/>
                  </a:lnTo>
                  <a:lnTo>
                    <a:pt x="4095172" y="1064212"/>
                  </a:lnTo>
                  <a:lnTo>
                    <a:pt x="4029121" y="1029652"/>
                  </a:lnTo>
                  <a:lnTo>
                    <a:pt x="3963069" y="995340"/>
                  </a:lnTo>
                  <a:lnTo>
                    <a:pt x="3897018" y="961292"/>
                  </a:lnTo>
                  <a:lnTo>
                    <a:pt x="3830967" y="927528"/>
                  </a:lnTo>
                  <a:lnTo>
                    <a:pt x="3764916" y="894068"/>
                  </a:lnTo>
                  <a:lnTo>
                    <a:pt x="3698865" y="860936"/>
                  </a:lnTo>
                  <a:lnTo>
                    <a:pt x="3632814" y="828154"/>
                  </a:lnTo>
                  <a:lnTo>
                    <a:pt x="3566762" y="795749"/>
                  </a:lnTo>
                  <a:lnTo>
                    <a:pt x="3500711" y="763747"/>
                  </a:lnTo>
                  <a:lnTo>
                    <a:pt x="3434660" y="732178"/>
                  </a:lnTo>
                  <a:lnTo>
                    <a:pt x="3368609" y="701071"/>
                  </a:lnTo>
                  <a:lnTo>
                    <a:pt x="3302558" y="670459"/>
                  </a:lnTo>
                  <a:lnTo>
                    <a:pt x="3236507" y="640376"/>
                  </a:lnTo>
                  <a:lnTo>
                    <a:pt x="3170455" y="610856"/>
                  </a:lnTo>
                  <a:lnTo>
                    <a:pt x="3104404" y="581935"/>
                  </a:lnTo>
                  <a:lnTo>
                    <a:pt x="3038353" y="553650"/>
                  </a:lnTo>
                  <a:lnTo>
                    <a:pt x="2972302" y="526036"/>
                  </a:lnTo>
                  <a:lnTo>
                    <a:pt x="2906251" y="499131"/>
                  </a:lnTo>
                  <a:lnTo>
                    <a:pt x="2840200" y="472969"/>
                  </a:lnTo>
                  <a:lnTo>
                    <a:pt x="2774148" y="447584"/>
                  </a:lnTo>
                  <a:lnTo>
                    <a:pt x="2708097" y="423007"/>
                  </a:lnTo>
                  <a:lnTo>
                    <a:pt x="2642046" y="399267"/>
                  </a:lnTo>
                  <a:lnTo>
                    <a:pt x="2575995" y="376388"/>
                  </a:lnTo>
                  <a:lnTo>
                    <a:pt x="2509944" y="354390"/>
                  </a:lnTo>
                  <a:lnTo>
                    <a:pt x="2443893" y="333287"/>
                  </a:lnTo>
                  <a:lnTo>
                    <a:pt x="2377841" y="313089"/>
                  </a:lnTo>
                  <a:lnTo>
                    <a:pt x="2311790" y="293798"/>
                  </a:lnTo>
                  <a:lnTo>
                    <a:pt x="2245739" y="275412"/>
                  </a:lnTo>
                  <a:lnTo>
                    <a:pt x="2179688" y="257923"/>
                  </a:lnTo>
                  <a:lnTo>
                    <a:pt x="2113637" y="241315"/>
                  </a:lnTo>
                  <a:lnTo>
                    <a:pt x="2047586" y="225571"/>
                  </a:lnTo>
                  <a:lnTo>
                    <a:pt x="1981534" y="210665"/>
                  </a:lnTo>
                  <a:lnTo>
                    <a:pt x="1915483" y="196570"/>
                  </a:lnTo>
                  <a:lnTo>
                    <a:pt x="1849432" y="183255"/>
                  </a:lnTo>
                  <a:lnTo>
                    <a:pt x="1783381" y="170686"/>
                  </a:lnTo>
                  <a:lnTo>
                    <a:pt x="1717330" y="158828"/>
                  </a:lnTo>
                  <a:lnTo>
                    <a:pt x="1651279" y="147645"/>
                  </a:lnTo>
                  <a:lnTo>
                    <a:pt x="1585227" y="137100"/>
                  </a:lnTo>
                  <a:lnTo>
                    <a:pt x="1519176" y="127158"/>
                  </a:lnTo>
                  <a:lnTo>
                    <a:pt x="1453125" y="117782"/>
                  </a:lnTo>
                  <a:lnTo>
                    <a:pt x="1387074" y="108936"/>
                  </a:lnTo>
                  <a:lnTo>
                    <a:pt x="1321023" y="100589"/>
                  </a:lnTo>
                  <a:lnTo>
                    <a:pt x="1254972" y="92707"/>
                  </a:lnTo>
                  <a:lnTo>
                    <a:pt x="1188920" y="85260"/>
                  </a:lnTo>
                  <a:lnTo>
                    <a:pt x="1122869" y="78218"/>
                  </a:lnTo>
                  <a:lnTo>
                    <a:pt x="1056818" y="71555"/>
                  </a:lnTo>
                  <a:lnTo>
                    <a:pt x="990767" y="65245"/>
                  </a:lnTo>
                  <a:lnTo>
                    <a:pt x="924716" y="59264"/>
                  </a:lnTo>
                  <a:lnTo>
                    <a:pt x="858665" y="53589"/>
                  </a:lnTo>
                  <a:lnTo>
                    <a:pt x="792613" y="48200"/>
                  </a:lnTo>
                  <a:lnTo>
                    <a:pt x="726562" y="43077"/>
                  </a:lnTo>
                  <a:lnTo>
                    <a:pt x="660511" y="38202"/>
                  </a:lnTo>
                  <a:lnTo>
                    <a:pt x="594460" y="33559"/>
                  </a:lnTo>
                  <a:lnTo>
                    <a:pt x="528409" y="29133"/>
                  </a:lnTo>
                  <a:lnTo>
                    <a:pt x="462358" y="24908"/>
                  </a:lnTo>
                  <a:lnTo>
                    <a:pt x="396306" y="20872"/>
                  </a:lnTo>
                  <a:lnTo>
                    <a:pt x="330255" y="17013"/>
                  </a:lnTo>
                  <a:lnTo>
                    <a:pt x="264204" y="13320"/>
                  </a:lnTo>
                  <a:lnTo>
                    <a:pt x="198153" y="9781"/>
                  </a:lnTo>
                  <a:lnTo>
                    <a:pt x="132102" y="6387"/>
                  </a:lnTo>
                  <a:lnTo>
                    <a:pt x="66051" y="31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396" name="pl33">
              <a:extLst>
                <a:ext uri="{FF2B5EF4-FFF2-40B4-BE49-F238E27FC236}">
                  <a16:creationId xmlns:a16="http://schemas.microsoft.com/office/drawing/2014/main" id="{E47F752E-295C-E16A-E89E-E611F28CF6AC}"/>
                </a:ext>
              </a:extLst>
            </p:cNvPr>
            <p:cNvSpPr/>
            <p:nvPr/>
          </p:nvSpPr>
          <p:spPr>
            <a:xfrm>
              <a:off x="1257927" y="2895375"/>
              <a:ext cx="5218042" cy="1556881"/>
            </a:xfrm>
            <a:custGeom>
              <a:avLst/>
              <a:gdLst/>
              <a:ahLst/>
              <a:cxnLst/>
              <a:rect l="0" t="0" r="0" b="0"/>
              <a:pathLst>
                <a:path w="5218042" h="1556881">
                  <a:moveTo>
                    <a:pt x="0" y="0"/>
                  </a:moveTo>
                  <a:lnTo>
                    <a:pt x="66051" y="19707"/>
                  </a:lnTo>
                  <a:lnTo>
                    <a:pt x="132102" y="39414"/>
                  </a:lnTo>
                  <a:lnTo>
                    <a:pt x="198153" y="59122"/>
                  </a:lnTo>
                  <a:lnTo>
                    <a:pt x="264204" y="78829"/>
                  </a:lnTo>
                  <a:lnTo>
                    <a:pt x="330255" y="98536"/>
                  </a:lnTo>
                  <a:lnTo>
                    <a:pt x="396306" y="118244"/>
                  </a:lnTo>
                  <a:lnTo>
                    <a:pt x="462358" y="137951"/>
                  </a:lnTo>
                  <a:lnTo>
                    <a:pt x="528409" y="157658"/>
                  </a:lnTo>
                  <a:lnTo>
                    <a:pt x="594460" y="177366"/>
                  </a:lnTo>
                  <a:lnTo>
                    <a:pt x="660511" y="197073"/>
                  </a:lnTo>
                  <a:lnTo>
                    <a:pt x="726562" y="216780"/>
                  </a:lnTo>
                  <a:lnTo>
                    <a:pt x="792613" y="236488"/>
                  </a:lnTo>
                  <a:lnTo>
                    <a:pt x="858665" y="256195"/>
                  </a:lnTo>
                  <a:lnTo>
                    <a:pt x="924716" y="275903"/>
                  </a:lnTo>
                  <a:lnTo>
                    <a:pt x="990767" y="295610"/>
                  </a:lnTo>
                  <a:lnTo>
                    <a:pt x="1056818" y="315317"/>
                  </a:lnTo>
                  <a:lnTo>
                    <a:pt x="1122869" y="335025"/>
                  </a:lnTo>
                  <a:lnTo>
                    <a:pt x="1188920" y="354732"/>
                  </a:lnTo>
                  <a:lnTo>
                    <a:pt x="1254972" y="374439"/>
                  </a:lnTo>
                  <a:lnTo>
                    <a:pt x="1321023" y="394147"/>
                  </a:lnTo>
                  <a:lnTo>
                    <a:pt x="1387074" y="413854"/>
                  </a:lnTo>
                  <a:lnTo>
                    <a:pt x="1453125" y="433561"/>
                  </a:lnTo>
                  <a:lnTo>
                    <a:pt x="1519176" y="453269"/>
                  </a:lnTo>
                  <a:lnTo>
                    <a:pt x="1585227" y="472976"/>
                  </a:lnTo>
                  <a:lnTo>
                    <a:pt x="1651279" y="492683"/>
                  </a:lnTo>
                  <a:lnTo>
                    <a:pt x="1717330" y="512391"/>
                  </a:lnTo>
                  <a:lnTo>
                    <a:pt x="1783381" y="532098"/>
                  </a:lnTo>
                  <a:lnTo>
                    <a:pt x="1849432" y="551806"/>
                  </a:lnTo>
                  <a:lnTo>
                    <a:pt x="1915483" y="571513"/>
                  </a:lnTo>
                  <a:lnTo>
                    <a:pt x="1981534" y="591220"/>
                  </a:lnTo>
                  <a:lnTo>
                    <a:pt x="2047586" y="610928"/>
                  </a:lnTo>
                  <a:lnTo>
                    <a:pt x="2113637" y="630635"/>
                  </a:lnTo>
                  <a:lnTo>
                    <a:pt x="2179688" y="650342"/>
                  </a:lnTo>
                  <a:lnTo>
                    <a:pt x="2245739" y="670050"/>
                  </a:lnTo>
                  <a:lnTo>
                    <a:pt x="2311790" y="689757"/>
                  </a:lnTo>
                  <a:lnTo>
                    <a:pt x="2377841" y="709464"/>
                  </a:lnTo>
                  <a:lnTo>
                    <a:pt x="2443893" y="729172"/>
                  </a:lnTo>
                  <a:lnTo>
                    <a:pt x="2509944" y="748879"/>
                  </a:lnTo>
                  <a:lnTo>
                    <a:pt x="2575995" y="768587"/>
                  </a:lnTo>
                  <a:lnTo>
                    <a:pt x="2642046" y="788294"/>
                  </a:lnTo>
                  <a:lnTo>
                    <a:pt x="2708097" y="808001"/>
                  </a:lnTo>
                  <a:lnTo>
                    <a:pt x="2774148" y="827709"/>
                  </a:lnTo>
                  <a:lnTo>
                    <a:pt x="2840200" y="847416"/>
                  </a:lnTo>
                  <a:lnTo>
                    <a:pt x="2906251" y="867123"/>
                  </a:lnTo>
                  <a:lnTo>
                    <a:pt x="2972302" y="886831"/>
                  </a:lnTo>
                  <a:lnTo>
                    <a:pt x="3038353" y="906538"/>
                  </a:lnTo>
                  <a:lnTo>
                    <a:pt x="3104404" y="926245"/>
                  </a:lnTo>
                  <a:lnTo>
                    <a:pt x="3170455" y="945953"/>
                  </a:lnTo>
                  <a:lnTo>
                    <a:pt x="3236507" y="965660"/>
                  </a:lnTo>
                  <a:lnTo>
                    <a:pt x="3302558" y="985367"/>
                  </a:lnTo>
                  <a:lnTo>
                    <a:pt x="3368609" y="1005075"/>
                  </a:lnTo>
                  <a:lnTo>
                    <a:pt x="3434660" y="1024782"/>
                  </a:lnTo>
                  <a:lnTo>
                    <a:pt x="3500711" y="1044490"/>
                  </a:lnTo>
                  <a:lnTo>
                    <a:pt x="3566762" y="1064197"/>
                  </a:lnTo>
                  <a:lnTo>
                    <a:pt x="3632814" y="1083904"/>
                  </a:lnTo>
                  <a:lnTo>
                    <a:pt x="3698865" y="1103612"/>
                  </a:lnTo>
                  <a:lnTo>
                    <a:pt x="3764916" y="1123319"/>
                  </a:lnTo>
                  <a:lnTo>
                    <a:pt x="3830967" y="1143026"/>
                  </a:lnTo>
                  <a:lnTo>
                    <a:pt x="3897018" y="1162734"/>
                  </a:lnTo>
                  <a:lnTo>
                    <a:pt x="3963069" y="1182441"/>
                  </a:lnTo>
                  <a:lnTo>
                    <a:pt x="4029121" y="1202148"/>
                  </a:lnTo>
                  <a:lnTo>
                    <a:pt x="4095172" y="1221856"/>
                  </a:lnTo>
                  <a:lnTo>
                    <a:pt x="4161223" y="1241563"/>
                  </a:lnTo>
                  <a:lnTo>
                    <a:pt x="4227274" y="1261270"/>
                  </a:lnTo>
                  <a:lnTo>
                    <a:pt x="4293325" y="1280978"/>
                  </a:lnTo>
                  <a:lnTo>
                    <a:pt x="4359376" y="1300685"/>
                  </a:lnTo>
                  <a:lnTo>
                    <a:pt x="4425428" y="1320393"/>
                  </a:lnTo>
                  <a:lnTo>
                    <a:pt x="4491479" y="1340100"/>
                  </a:lnTo>
                  <a:lnTo>
                    <a:pt x="4557530" y="1359807"/>
                  </a:lnTo>
                  <a:lnTo>
                    <a:pt x="4623581" y="1379515"/>
                  </a:lnTo>
                  <a:lnTo>
                    <a:pt x="4689632" y="1399222"/>
                  </a:lnTo>
                  <a:lnTo>
                    <a:pt x="4755683" y="1418929"/>
                  </a:lnTo>
                  <a:lnTo>
                    <a:pt x="4821735" y="1438637"/>
                  </a:lnTo>
                  <a:lnTo>
                    <a:pt x="4887786" y="1458344"/>
                  </a:lnTo>
                  <a:lnTo>
                    <a:pt x="4953837" y="1478051"/>
                  </a:lnTo>
                  <a:lnTo>
                    <a:pt x="5019888" y="1497759"/>
                  </a:lnTo>
                  <a:lnTo>
                    <a:pt x="5085939" y="1517466"/>
                  </a:lnTo>
                  <a:lnTo>
                    <a:pt x="5151990" y="1537174"/>
                  </a:lnTo>
                  <a:lnTo>
                    <a:pt x="5218042" y="1556881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7" name="pt34">
              <a:extLst>
                <a:ext uri="{FF2B5EF4-FFF2-40B4-BE49-F238E27FC236}">
                  <a16:creationId xmlns:a16="http://schemas.microsoft.com/office/drawing/2014/main" id="{A69CAACB-4F35-C212-C968-D0C2E8C68531}"/>
                </a:ext>
              </a:extLst>
            </p:cNvPr>
            <p:cNvSpPr/>
            <p:nvPr/>
          </p:nvSpPr>
          <p:spPr>
            <a:xfrm>
              <a:off x="3560343" y="445692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8" name="pt35">
              <a:extLst>
                <a:ext uri="{FF2B5EF4-FFF2-40B4-BE49-F238E27FC236}">
                  <a16:creationId xmlns:a16="http://schemas.microsoft.com/office/drawing/2014/main" id="{1D8CB5F1-D2EA-4181-5BD1-44B7A18A5E22}"/>
                </a:ext>
              </a:extLst>
            </p:cNvPr>
            <p:cNvSpPr/>
            <p:nvPr/>
          </p:nvSpPr>
          <p:spPr>
            <a:xfrm>
              <a:off x="3560343" y="458660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399" name="pt36">
              <a:extLst>
                <a:ext uri="{FF2B5EF4-FFF2-40B4-BE49-F238E27FC236}">
                  <a16:creationId xmlns:a16="http://schemas.microsoft.com/office/drawing/2014/main" id="{C81B53E6-58FF-3152-2544-5433BCDB4B54}"/>
                </a:ext>
              </a:extLst>
            </p:cNvPr>
            <p:cNvSpPr/>
            <p:nvPr/>
          </p:nvSpPr>
          <p:spPr>
            <a:xfrm>
              <a:off x="3560343" y="4673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0" name="pt37">
              <a:extLst>
                <a:ext uri="{FF2B5EF4-FFF2-40B4-BE49-F238E27FC236}">
                  <a16:creationId xmlns:a16="http://schemas.microsoft.com/office/drawing/2014/main" id="{7A997E73-7954-6285-CCDF-37AE8AA3E3F6}"/>
                </a:ext>
              </a:extLst>
            </p:cNvPr>
            <p:cNvSpPr/>
            <p:nvPr/>
          </p:nvSpPr>
          <p:spPr>
            <a:xfrm>
              <a:off x="1236354" y="400760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1" name="pt38">
              <a:extLst>
                <a:ext uri="{FF2B5EF4-FFF2-40B4-BE49-F238E27FC236}">
                  <a16:creationId xmlns:a16="http://schemas.microsoft.com/office/drawing/2014/main" id="{FDA3E081-44CA-1092-397C-7373F56ED00A}"/>
                </a:ext>
              </a:extLst>
            </p:cNvPr>
            <p:cNvSpPr/>
            <p:nvPr/>
          </p:nvSpPr>
          <p:spPr>
            <a:xfrm>
              <a:off x="1236354" y="43089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2" name="pt39">
              <a:extLst>
                <a:ext uri="{FF2B5EF4-FFF2-40B4-BE49-F238E27FC236}">
                  <a16:creationId xmlns:a16="http://schemas.microsoft.com/office/drawing/2014/main" id="{11C21CFC-F5DE-82AF-D7D1-F9F71FD2DD60}"/>
                </a:ext>
              </a:extLst>
            </p:cNvPr>
            <p:cNvSpPr/>
            <p:nvPr/>
          </p:nvSpPr>
          <p:spPr>
            <a:xfrm>
              <a:off x="1236354" y="39040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3" name="pt40">
              <a:extLst>
                <a:ext uri="{FF2B5EF4-FFF2-40B4-BE49-F238E27FC236}">
                  <a16:creationId xmlns:a16="http://schemas.microsoft.com/office/drawing/2014/main" id="{FDC25907-175A-826D-2158-BE1CF5503147}"/>
                </a:ext>
              </a:extLst>
            </p:cNvPr>
            <p:cNvSpPr/>
            <p:nvPr/>
          </p:nvSpPr>
          <p:spPr>
            <a:xfrm>
              <a:off x="4985081" y="42043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4" name="pt41">
              <a:extLst>
                <a:ext uri="{FF2B5EF4-FFF2-40B4-BE49-F238E27FC236}">
                  <a16:creationId xmlns:a16="http://schemas.microsoft.com/office/drawing/2014/main" id="{BE6CBC29-DF7C-8A19-63AE-60B714959296}"/>
                </a:ext>
              </a:extLst>
            </p:cNvPr>
            <p:cNvSpPr/>
            <p:nvPr/>
          </p:nvSpPr>
          <p:spPr>
            <a:xfrm>
              <a:off x="4985081" y="37921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5" name="pt42">
              <a:extLst>
                <a:ext uri="{FF2B5EF4-FFF2-40B4-BE49-F238E27FC236}">
                  <a16:creationId xmlns:a16="http://schemas.microsoft.com/office/drawing/2014/main" id="{3314512B-8EC6-93A8-F783-9C13AB1F1979}"/>
                </a:ext>
              </a:extLst>
            </p:cNvPr>
            <p:cNvSpPr/>
            <p:nvPr/>
          </p:nvSpPr>
          <p:spPr>
            <a:xfrm>
              <a:off x="4985081" y="414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6" name="pt43">
              <a:extLst>
                <a:ext uri="{FF2B5EF4-FFF2-40B4-BE49-F238E27FC236}">
                  <a16:creationId xmlns:a16="http://schemas.microsoft.com/office/drawing/2014/main" id="{61B15BCA-6A36-E133-E452-AF16F839BD7A}"/>
                </a:ext>
              </a:extLst>
            </p:cNvPr>
            <p:cNvSpPr/>
            <p:nvPr/>
          </p:nvSpPr>
          <p:spPr>
            <a:xfrm>
              <a:off x="6900288" y="48626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7" name="pt44">
              <a:extLst>
                <a:ext uri="{FF2B5EF4-FFF2-40B4-BE49-F238E27FC236}">
                  <a16:creationId xmlns:a16="http://schemas.microsoft.com/office/drawing/2014/main" id="{46243740-42D2-0C9E-1C13-5474441668A5}"/>
                </a:ext>
              </a:extLst>
            </p:cNvPr>
            <p:cNvSpPr/>
            <p:nvPr/>
          </p:nvSpPr>
          <p:spPr>
            <a:xfrm>
              <a:off x="6900288" y="447023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8" name="pt45">
              <a:extLst>
                <a:ext uri="{FF2B5EF4-FFF2-40B4-BE49-F238E27FC236}">
                  <a16:creationId xmlns:a16="http://schemas.microsoft.com/office/drawing/2014/main" id="{D8964D72-9C0E-1B4C-326B-B5F97EC4C604}"/>
                </a:ext>
              </a:extLst>
            </p:cNvPr>
            <p:cNvSpPr/>
            <p:nvPr/>
          </p:nvSpPr>
          <p:spPr>
            <a:xfrm>
              <a:off x="6900288" y="482501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09" name="pt46">
              <a:extLst>
                <a:ext uri="{FF2B5EF4-FFF2-40B4-BE49-F238E27FC236}">
                  <a16:creationId xmlns:a16="http://schemas.microsoft.com/office/drawing/2014/main" id="{43A4B63F-6DD8-174C-48DD-B92360C2155C}"/>
                </a:ext>
              </a:extLst>
            </p:cNvPr>
            <p:cNvSpPr/>
            <p:nvPr/>
          </p:nvSpPr>
          <p:spPr>
            <a:xfrm>
              <a:off x="2519763" y="36722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0" name="pt47">
              <a:extLst>
                <a:ext uri="{FF2B5EF4-FFF2-40B4-BE49-F238E27FC236}">
                  <a16:creationId xmlns:a16="http://schemas.microsoft.com/office/drawing/2014/main" id="{D31262A0-9F83-D6BC-F206-794963C4FF17}"/>
                </a:ext>
              </a:extLst>
            </p:cNvPr>
            <p:cNvSpPr/>
            <p:nvPr/>
          </p:nvSpPr>
          <p:spPr>
            <a:xfrm>
              <a:off x="2519763" y="40543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1" name="pt48">
              <a:extLst>
                <a:ext uri="{FF2B5EF4-FFF2-40B4-BE49-F238E27FC236}">
                  <a16:creationId xmlns:a16="http://schemas.microsoft.com/office/drawing/2014/main" id="{65865464-1384-FBF2-0110-6E1435146E38}"/>
                </a:ext>
              </a:extLst>
            </p:cNvPr>
            <p:cNvSpPr/>
            <p:nvPr/>
          </p:nvSpPr>
          <p:spPr>
            <a:xfrm>
              <a:off x="2519763" y="3888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2" name="pt49">
              <a:extLst>
                <a:ext uri="{FF2B5EF4-FFF2-40B4-BE49-F238E27FC236}">
                  <a16:creationId xmlns:a16="http://schemas.microsoft.com/office/drawing/2014/main" id="{E5229E8D-6154-1AE3-816C-D80442A83036}"/>
                </a:ext>
              </a:extLst>
            </p:cNvPr>
            <p:cNvSpPr/>
            <p:nvPr/>
          </p:nvSpPr>
          <p:spPr>
            <a:xfrm>
              <a:off x="1396992" y="37443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3" name="pt50">
              <a:extLst>
                <a:ext uri="{FF2B5EF4-FFF2-40B4-BE49-F238E27FC236}">
                  <a16:creationId xmlns:a16="http://schemas.microsoft.com/office/drawing/2014/main" id="{C7F7EA68-6D40-2233-CAE9-B1934DCAD58B}"/>
                </a:ext>
              </a:extLst>
            </p:cNvPr>
            <p:cNvSpPr/>
            <p:nvPr/>
          </p:nvSpPr>
          <p:spPr>
            <a:xfrm>
              <a:off x="1396992" y="400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4" name="pt51">
              <a:extLst>
                <a:ext uri="{FF2B5EF4-FFF2-40B4-BE49-F238E27FC236}">
                  <a16:creationId xmlns:a16="http://schemas.microsoft.com/office/drawing/2014/main" id="{D2D96488-2B71-38E3-9242-223C04FFA7B9}"/>
                </a:ext>
              </a:extLst>
            </p:cNvPr>
            <p:cNvSpPr/>
            <p:nvPr/>
          </p:nvSpPr>
          <p:spPr>
            <a:xfrm>
              <a:off x="1396992" y="399784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5" name="pt52">
              <a:extLst>
                <a:ext uri="{FF2B5EF4-FFF2-40B4-BE49-F238E27FC236}">
                  <a16:creationId xmlns:a16="http://schemas.microsoft.com/office/drawing/2014/main" id="{E37847B5-F711-8CC4-6CEB-23B454FACEA0}"/>
                </a:ext>
              </a:extLst>
            </p:cNvPr>
            <p:cNvSpPr/>
            <p:nvPr/>
          </p:nvSpPr>
          <p:spPr>
            <a:xfrm>
              <a:off x="1480915" y="54138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6" name="pt53">
              <a:extLst>
                <a:ext uri="{FF2B5EF4-FFF2-40B4-BE49-F238E27FC236}">
                  <a16:creationId xmlns:a16="http://schemas.microsoft.com/office/drawing/2014/main" id="{0093A91F-179E-861E-9D64-CA44B0C2452F}"/>
                </a:ext>
              </a:extLst>
            </p:cNvPr>
            <p:cNvSpPr/>
            <p:nvPr/>
          </p:nvSpPr>
          <p:spPr>
            <a:xfrm>
              <a:off x="1480915" y="53776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7" name="pt54">
              <a:extLst>
                <a:ext uri="{FF2B5EF4-FFF2-40B4-BE49-F238E27FC236}">
                  <a16:creationId xmlns:a16="http://schemas.microsoft.com/office/drawing/2014/main" id="{1B33D0E8-F9EA-4E80-B6A9-6B5ACE0DA8EA}"/>
                </a:ext>
              </a:extLst>
            </p:cNvPr>
            <p:cNvSpPr/>
            <p:nvPr/>
          </p:nvSpPr>
          <p:spPr>
            <a:xfrm>
              <a:off x="3987611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8" name="pt55">
              <a:extLst>
                <a:ext uri="{FF2B5EF4-FFF2-40B4-BE49-F238E27FC236}">
                  <a16:creationId xmlns:a16="http://schemas.microsoft.com/office/drawing/2014/main" id="{5B9E9FC8-0150-8457-4F5C-6DF3B44DFA3E}"/>
                </a:ext>
              </a:extLst>
            </p:cNvPr>
            <p:cNvSpPr/>
            <p:nvPr/>
          </p:nvSpPr>
          <p:spPr>
            <a:xfrm>
              <a:off x="3987611" y="53738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19" name="pg56">
              <a:extLst>
                <a:ext uri="{FF2B5EF4-FFF2-40B4-BE49-F238E27FC236}">
                  <a16:creationId xmlns:a16="http://schemas.microsoft.com/office/drawing/2014/main" id="{9D77BA86-70D5-EDDA-38D5-D1BA3E81D56B}"/>
                </a:ext>
              </a:extLst>
            </p:cNvPr>
            <p:cNvSpPr/>
            <p:nvPr/>
          </p:nvSpPr>
          <p:spPr>
            <a:xfrm>
              <a:off x="1295057" y="3954105"/>
              <a:ext cx="5663933" cy="1326462"/>
            </a:xfrm>
            <a:custGeom>
              <a:avLst/>
              <a:gdLst/>
              <a:ahLst/>
              <a:cxnLst/>
              <a:rect l="0" t="0" r="0" b="0"/>
              <a:pathLst>
                <a:path w="5663933" h="1326462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  <a:lnTo>
                    <a:pt x="5663933" y="1326462"/>
                  </a:lnTo>
                  <a:lnTo>
                    <a:pt x="5592237" y="1312928"/>
                  </a:lnTo>
                  <a:lnTo>
                    <a:pt x="5520542" y="1299434"/>
                  </a:lnTo>
                  <a:lnTo>
                    <a:pt x="5448847" y="1285982"/>
                  </a:lnTo>
                  <a:lnTo>
                    <a:pt x="5377151" y="1272573"/>
                  </a:lnTo>
                  <a:lnTo>
                    <a:pt x="5305456" y="1259209"/>
                  </a:lnTo>
                  <a:lnTo>
                    <a:pt x="5233761" y="1245894"/>
                  </a:lnTo>
                  <a:lnTo>
                    <a:pt x="5162065" y="1232629"/>
                  </a:lnTo>
                  <a:lnTo>
                    <a:pt x="5090370" y="1219417"/>
                  </a:lnTo>
                  <a:lnTo>
                    <a:pt x="5018675" y="1206260"/>
                  </a:lnTo>
                  <a:lnTo>
                    <a:pt x="4946979" y="1193163"/>
                  </a:lnTo>
                  <a:lnTo>
                    <a:pt x="4875284" y="1180126"/>
                  </a:lnTo>
                  <a:lnTo>
                    <a:pt x="4803588" y="1167155"/>
                  </a:lnTo>
                  <a:lnTo>
                    <a:pt x="4731893" y="1154253"/>
                  </a:lnTo>
                  <a:lnTo>
                    <a:pt x="4660198" y="1141422"/>
                  </a:lnTo>
                  <a:lnTo>
                    <a:pt x="4588502" y="1128668"/>
                  </a:lnTo>
                  <a:lnTo>
                    <a:pt x="4516807" y="1115994"/>
                  </a:lnTo>
                  <a:lnTo>
                    <a:pt x="4445112" y="1103406"/>
                  </a:lnTo>
                  <a:lnTo>
                    <a:pt x="4373416" y="1090906"/>
                  </a:lnTo>
                  <a:lnTo>
                    <a:pt x="4301721" y="1078502"/>
                  </a:lnTo>
                  <a:lnTo>
                    <a:pt x="4230026" y="1066198"/>
                  </a:lnTo>
                  <a:lnTo>
                    <a:pt x="4158330" y="1054000"/>
                  </a:lnTo>
                  <a:lnTo>
                    <a:pt x="4086635" y="1041913"/>
                  </a:lnTo>
                  <a:lnTo>
                    <a:pt x="4014940" y="1029945"/>
                  </a:lnTo>
                  <a:lnTo>
                    <a:pt x="3943244" y="1018103"/>
                  </a:lnTo>
                  <a:lnTo>
                    <a:pt x="3871549" y="1006393"/>
                  </a:lnTo>
                  <a:lnTo>
                    <a:pt x="3799853" y="994823"/>
                  </a:lnTo>
                  <a:lnTo>
                    <a:pt x="3728158" y="983401"/>
                  </a:lnTo>
                  <a:lnTo>
                    <a:pt x="3656463" y="972136"/>
                  </a:lnTo>
                  <a:lnTo>
                    <a:pt x="3584767" y="961037"/>
                  </a:lnTo>
                  <a:lnTo>
                    <a:pt x="3513072" y="950113"/>
                  </a:lnTo>
                  <a:lnTo>
                    <a:pt x="3441377" y="939373"/>
                  </a:lnTo>
                  <a:lnTo>
                    <a:pt x="3369681" y="928829"/>
                  </a:lnTo>
                  <a:lnTo>
                    <a:pt x="3297986" y="918490"/>
                  </a:lnTo>
                  <a:lnTo>
                    <a:pt x="3226291" y="908367"/>
                  </a:lnTo>
                  <a:lnTo>
                    <a:pt x="3154595" y="898472"/>
                  </a:lnTo>
                  <a:lnTo>
                    <a:pt x="3082900" y="888816"/>
                  </a:lnTo>
                  <a:lnTo>
                    <a:pt x="3011205" y="879410"/>
                  </a:lnTo>
                  <a:lnTo>
                    <a:pt x="2939509" y="870267"/>
                  </a:lnTo>
                  <a:lnTo>
                    <a:pt x="2867814" y="861397"/>
                  </a:lnTo>
                  <a:lnTo>
                    <a:pt x="2796118" y="852813"/>
                  </a:lnTo>
                  <a:lnTo>
                    <a:pt x="2724423" y="844525"/>
                  </a:lnTo>
                  <a:lnTo>
                    <a:pt x="2652728" y="836545"/>
                  </a:lnTo>
                  <a:lnTo>
                    <a:pt x="2581032" y="828882"/>
                  </a:lnTo>
                  <a:lnTo>
                    <a:pt x="2509337" y="821547"/>
                  </a:lnTo>
                  <a:lnTo>
                    <a:pt x="2437642" y="814547"/>
                  </a:lnTo>
                  <a:lnTo>
                    <a:pt x="2365946" y="807891"/>
                  </a:lnTo>
                  <a:lnTo>
                    <a:pt x="2294251" y="801585"/>
                  </a:lnTo>
                  <a:lnTo>
                    <a:pt x="2222556" y="795634"/>
                  </a:lnTo>
                  <a:lnTo>
                    <a:pt x="2150860" y="790043"/>
                  </a:lnTo>
                  <a:lnTo>
                    <a:pt x="2079165" y="784814"/>
                  </a:lnTo>
                  <a:lnTo>
                    <a:pt x="2007470" y="779947"/>
                  </a:lnTo>
                  <a:lnTo>
                    <a:pt x="1935774" y="775442"/>
                  </a:lnTo>
                  <a:lnTo>
                    <a:pt x="1864079" y="771298"/>
                  </a:lnTo>
                  <a:lnTo>
                    <a:pt x="1792383" y="767510"/>
                  </a:lnTo>
                  <a:lnTo>
                    <a:pt x="1720688" y="764073"/>
                  </a:lnTo>
                  <a:lnTo>
                    <a:pt x="1648993" y="760982"/>
                  </a:lnTo>
                  <a:lnTo>
                    <a:pt x="1577297" y="758229"/>
                  </a:lnTo>
                  <a:lnTo>
                    <a:pt x="1505602" y="755806"/>
                  </a:lnTo>
                  <a:lnTo>
                    <a:pt x="1433907" y="753703"/>
                  </a:lnTo>
                  <a:lnTo>
                    <a:pt x="1362211" y="751910"/>
                  </a:lnTo>
                  <a:lnTo>
                    <a:pt x="1290516" y="750416"/>
                  </a:lnTo>
                  <a:lnTo>
                    <a:pt x="1218821" y="749211"/>
                  </a:lnTo>
                  <a:lnTo>
                    <a:pt x="1147125" y="748282"/>
                  </a:lnTo>
                  <a:lnTo>
                    <a:pt x="1075430" y="747619"/>
                  </a:lnTo>
                  <a:lnTo>
                    <a:pt x="1003735" y="747210"/>
                  </a:lnTo>
                  <a:lnTo>
                    <a:pt x="932039" y="747042"/>
                  </a:lnTo>
                  <a:lnTo>
                    <a:pt x="860344" y="747105"/>
                  </a:lnTo>
                  <a:lnTo>
                    <a:pt x="788648" y="747387"/>
                  </a:lnTo>
                  <a:lnTo>
                    <a:pt x="716953" y="747878"/>
                  </a:lnTo>
                  <a:lnTo>
                    <a:pt x="645258" y="748567"/>
                  </a:lnTo>
                  <a:lnTo>
                    <a:pt x="573562" y="749442"/>
                  </a:lnTo>
                  <a:lnTo>
                    <a:pt x="501867" y="750496"/>
                  </a:lnTo>
                  <a:lnTo>
                    <a:pt x="430172" y="751717"/>
                  </a:lnTo>
                  <a:lnTo>
                    <a:pt x="358476" y="753098"/>
                  </a:lnTo>
                  <a:lnTo>
                    <a:pt x="286781" y="754629"/>
                  </a:lnTo>
                  <a:lnTo>
                    <a:pt x="215086" y="756302"/>
                  </a:lnTo>
                  <a:lnTo>
                    <a:pt x="143390" y="758109"/>
                  </a:lnTo>
                  <a:lnTo>
                    <a:pt x="71695" y="760044"/>
                  </a:lnTo>
                  <a:lnTo>
                    <a:pt x="0" y="7620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20" name="pl57">
              <a:extLst>
                <a:ext uri="{FF2B5EF4-FFF2-40B4-BE49-F238E27FC236}">
                  <a16:creationId xmlns:a16="http://schemas.microsoft.com/office/drawing/2014/main" id="{4EE63672-8B1B-1037-553D-A1036DD00085}"/>
                </a:ext>
              </a:extLst>
            </p:cNvPr>
            <p:cNvSpPr/>
            <p:nvPr/>
          </p:nvSpPr>
          <p:spPr>
            <a:xfrm>
              <a:off x="1295057" y="3954105"/>
              <a:ext cx="5663933" cy="303765"/>
            </a:xfrm>
            <a:custGeom>
              <a:avLst/>
              <a:gdLst/>
              <a:ahLst/>
              <a:cxnLst/>
              <a:rect l="0" t="0" r="0" b="0"/>
              <a:pathLst>
                <a:path w="5663933" h="303765">
                  <a:moveTo>
                    <a:pt x="0" y="0"/>
                  </a:moveTo>
                  <a:lnTo>
                    <a:pt x="71695" y="12055"/>
                  </a:lnTo>
                  <a:lnTo>
                    <a:pt x="143390" y="23991"/>
                  </a:lnTo>
                  <a:lnTo>
                    <a:pt x="215086" y="35799"/>
                  </a:lnTo>
                  <a:lnTo>
                    <a:pt x="286781" y="47473"/>
                  </a:lnTo>
                  <a:lnTo>
                    <a:pt x="358476" y="59005"/>
                  </a:lnTo>
                  <a:lnTo>
                    <a:pt x="430172" y="70386"/>
                  </a:lnTo>
                  <a:lnTo>
                    <a:pt x="501867" y="81608"/>
                  </a:lnTo>
                  <a:lnTo>
                    <a:pt x="573562" y="92662"/>
                  </a:lnTo>
                  <a:lnTo>
                    <a:pt x="645258" y="103539"/>
                  </a:lnTo>
                  <a:lnTo>
                    <a:pt x="716953" y="114228"/>
                  </a:lnTo>
                  <a:lnTo>
                    <a:pt x="788648" y="124719"/>
                  </a:lnTo>
                  <a:lnTo>
                    <a:pt x="860344" y="135002"/>
                  </a:lnTo>
                  <a:lnTo>
                    <a:pt x="932039" y="145066"/>
                  </a:lnTo>
                  <a:lnTo>
                    <a:pt x="1003735" y="154899"/>
                  </a:lnTo>
                  <a:lnTo>
                    <a:pt x="1075430" y="164490"/>
                  </a:lnTo>
                  <a:lnTo>
                    <a:pt x="1147125" y="173828"/>
                  </a:lnTo>
                  <a:lnTo>
                    <a:pt x="1218821" y="182900"/>
                  </a:lnTo>
                  <a:lnTo>
                    <a:pt x="1290516" y="191696"/>
                  </a:lnTo>
                  <a:lnTo>
                    <a:pt x="1362211" y="200203"/>
                  </a:lnTo>
                  <a:lnTo>
                    <a:pt x="1433907" y="208411"/>
                  </a:lnTo>
                  <a:lnTo>
                    <a:pt x="1505602" y="216308"/>
                  </a:lnTo>
                  <a:lnTo>
                    <a:pt x="1577297" y="223885"/>
                  </a:lnTo>
                  <a:lnTo>
                    <a:pt x="1648993" y="231133"/>
                  </a:lnTo>
                  <a:lnTo>
                    <a:pt x="1720688" y="238043"/>
                  </a:lnTo>
                  <a:lnTo>
                    <a:pt x="1792383" y="244607"/>
                  </a:lnTo>
                  <a:lnTo>
                    <a:pt x="1864079" y="250820"/>
                  </a:lnTo>
                  <a:lnTo>
                    <a:pt x="1935774" y="256676"/>
                  </a:lnTo>
                  <a:lnTo>
                    <a:pt x="2007470" y="262172"/>
                  </a:lnTo>
                  <a:lnTo>
                    <a:pt x="2079165" y="267306"/>
                  </a:lnTo>
                  <a:lnTo>
                    <a:pt x="2150860" y="272078"/>
                  </a:lnTo>
                  <a:lnTo>
                    <a:pt x="2222556" y="276487"/>
                  </a:lnTo>
                  <a:lnTo>
                    <a:pt x="2294251" y="280537"/>
                  </a:lnTo>
                  <a:lnTo>
                    <a:pt x="2365946" y="284232"/>
                  </a:lnTo>
                  <a:lnTo>
                    <a:pt x="2437642" y="287576"/>
                  </a:lnTo>
                  <a:lnTo>
                    <a:pt x="2509337" y="290578"/>
                  </a:lnTo>
                  <a:lnTo>
                    <a:pt x="2581032" y="293243"/>
                  </a:lnTo>
                  <a:lnTo>
                    <a:pt x="2652728" y="295581"/>
                  </a:lnTo>
                  <a:lnTo>
                    <a:pt x="2724423" y="297601"/>
                  </a:lnTo>
                  <a:lnTo>
                    <a:pt x="2796118" y="299314"/>
                  </a:lnTo>
                  <a:lnTo>
                    <a:pt x="2867814" y="300731"/>
                  </a:lnTo>
                  <a:lnTo>
                    <a:pt x="2939509" y="301862"/>
                  </a:lnTo>
                  <a:lnTo>
                    <a:pt x="3011205" y="302719"/>
                  </a:lnTo>
                  <a:lnTo>
                    <a:pt x="3082900" y="303315"/>
                  </a:lnTo>
                  <a:lnTo>
                    <a:pt x="3154595" y="303659"/>
                  </a:lnTo>
                  <a:lnTo>
                    <a:pt x="3226291" y="303765"/>
                  </a:lnTo>
                  <a:lnTo>
                    <a:pt x="3297986" y="303643"/>
                  </a:lnTo>
                  <a:lnTo>
                    <a:pt x="3369681" y="303305"/>
                  </a:lnTo>
                  <a:lnTo>
                    <a:pt x="3441377" y="302761"/>
                  </a:lnTo>
                  <a:lnTo>
                    <a:pt x="3513072" y="302022"/>
                  </a:lnTo>
                  <a:lnTo>
                    <a:pt x="3584767" y="301098"/>
                  </a:lnTo>
                  <a:lnTo>
                    <a:pt x="3656463" y="300000"/>
                  </a:lnTo>
                  <a:lnTo>
                    <a:pt x="3728158" y="298736"/>
                  </a:lnTo>
                  <a:lnTo>
                    <a:pt x="3799853" y="297315"/>
                  </a:lnTo>
                  <a:lnTo>
                    <a:pt x="3871549" y="295745"/>
                  </a:lnTo>
                  <a:lnTo>
                    <a:pt x="3943244" y="294036"/>
                  </a:lnTo>
                  <a:lnTo>
                    <a:pt x="4014940" y="292194"/>
                  </a:lnTo>
                  <a:lnTo>
                    <a:pt x="4086635" y="290227"/>
                  </a:lnTo>
                  <a:lnTo>
                    <a:pt x="4158330" y="288141"/>
                  </a:lnTo>
                  <a:lnTo>
                    <a:pt x="4230026" y="285944"/>
                  </a:lnTo>
                  <a:lnTo>
                    <a:pt x="4301721" y="283640"/>
                  </a:lnTo>
                  <a:lnTo>
                    <a:pt x="4373416" y="281237"/>
                  </a:lnTo>
                  <a:lnTo>
                    <a:pt x="4445112" y="278738"/>
                  </a:lnTo>
                  <a:lnTo>
                    <a:pt x="4516807" y="276150"/>
                  </a:lnTo>
                  <a:lnTo>
                    <a:pt x="4588502" y="273477"/>
                  </a:lnTo>
                  <a:lnTo>
                    <a:pt x="4660198" y="270724"/>
                  </a:lnTo>
                  <a:lnTo>
                    <a:pt x="4731893" y="267894"/>
                  </a:lnTo>
                  <a:lnTo>
                    <a:pt x="4803588" y="264992"/>
                  </a:lnTo>
                  <a:lnTo>
                    <a:pt x="4875284" y="262022"/>
                  </a:lnTo>
                  <a:lnTo>
                    <a:pt x="4946979" y="258987"/>
                  </a:lnTo>
                  <a:lnTo>
                    <a:pt x="5018675" y="255890"/>
                  </a:lnTo>
                  <a:lnTo>
                    <a:pt x="5090370" y="252734"/>
                  </a:lnTo>
                  <a:lnTo>
                    <a:pt x="5162065" y="249522"/>
                  </a:lnTo>
                  <a:lnTo>
                    <a:pt x="5233761" y="246258"/>
                  </a:lnTo>
                  <a:lnTo>
                    <a:pt x="5305456" y="242943"/>
                  </a:lnTo>
                  <a:lnTo>
                    <a:pt x="5377151" y="239581"/>
                  </a:lnTo>
                  <a:lnTo>
                    <a:pt x="5448847" y="236173"/>
                  </a:lnTo>
                  <a:lnTo>
                    <a:pt x="5520542" y="232721"/>
                  </a:lnTo>
                  <a:lnTo>
                    <a:pt x="5592237" y="229228"/>
                  </a:lnTo>
                  <a:lnTo>
                    <a:pt x="5663933" y="22569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21" name="pl58">
              <a:extLst>
                <a:ext uri="{FF2B5EF4-FFF2-40B4-BE49-F238E27FC236}">
                  <a16:creationId xmlns:a16="http://schemas.microsoft.com/office/drawing/2014/main" id="{EEA19CFA-AD0C-8DE0-2EAF-3733DD36D46C}"/>
                </a:ext>
              </a:extLst>
            </p:cNvPr>
            <p:cNvSpPr/>
            <p:nvPr/>
          </p:nvSpPr>
          <p:spPr>
            <a:xfrm>
              <a:off x="1295057" y="4701148"/>
              <a:ext cx="5663933" cy="579419"/>
            </a:xfrm>
            <a:custGeom>
              <a:avLst/>
              <a:gdLst/>
              <a:ahLst/>
              <a:cxnLst/>
              <a:rect l="0" t="0" r="0" b="0"/>
              <a:pathLst>
                <a:path w="5663933" h="579419">
                  <a:moveTo>
                    <a:pt x="5663933" y="579419"/>
                  </a:moveTo>
                  <a:lnTo>
                    <a:pt x="5592237" y="565886"/>
                  </a:lnTo>
                  <a:lnTo>
                    <a:pt x="5520542" y="552392"/>
                  </a:lnTo>
                  <a:lnTo>
                    <a:pt x="5448847" y="538939"/>
                  </a:lnTo>
                  <a:lnTo>
                    <a:pt x="5377151" y="525530"/>
                  </a:lnTo>
                  <a:lnTo>
                    <a:pt x="5305456" y="512167"/>
                  </a:lnTo>
                  <a:lnTo>
                    <a:pt x="5233761" y="498851"/>
                  </a:lnTo>
                  <a:lnTo>
                    <a:pt x="5162065" y="485586"/>
                  </a:lnTo>
                  <a:lnTo>
                    <a:pt x="5090370" y="472374"/>
                  </a:lnTo>
                  <a:lnTo>
                    <a:pt x="5018675" y="459218"/>
                  </a:lnTo>
                  <a:lnTo>
                    <a:pt x="4946979" y="446120"/>
                  </a:lnTo>
                  <a:lnTo>
                    <a:pt x="4875284" y="433084"/>
                  </a:lnTo>
                  <a:lnTo>
                    <a:pt x="4803588" y="420113"/>
                  </a:lnTo>
                  <a:lnTo>
                    <a:pt x="4731893" y="407210"/>
                  </a:lnTo>
                  <a:lnTo>
                    <a:pt x="4660198" y="394380"/>
                  </a:lnTo>
                  <a:lnTo>
                    <a:pt x="4588502" y="381626"/>
                  </a:lnTo>
                  <a:lnTo>
                    <a:pt x="4516807" y="368952"/>
                  </a:lnTo>
                  <a:lnTo>
                    <a:pt x="4445112" y="356363"/>
                  </a:lnTo>
                  <a:lnTo>
                    <a:pt x="4373416" y="343864"/>
                  </a:lnTo>
                  <a:lnTo>
                    <a:pt x="4301721" y="331460"/>
                  </a:lnTo>
                  <a:lnTo>
                    <a:pt x="4230026" y="319155"/>
                  </a:lnTo>
                  <a:lnTo>
                    <a:pt x="4158330" y="306957"/>
                  </a:lnTo>
                  <a:lnTo>
                    <a:pt x="4086635" y="294871"/>
                  </a:lnTo>
                  <a:lnTo>
                    <a:pt x="4014940" y="282903"/>
                  </a:lnTo>
                  <a:lnTo>
                    <a:pt x="3943244" y="271060"/>
                  </a:lnTo>
                  <a:lnTo>
                    <a:pt x="3871549" y="259350"/>
                  </a:lnTo>
                  <a:lnTo>
                    <a:pt x="3799853" y="247780"/>
                  </a:lnTo>
                  <a:lnTo>
                    <a:pt x="3728158" y="236359"/>
                  </a:lnTo>
                  <a:lnTo>
                    <a:pt x="3656463" y="225094"/>
                  </a:lnTo>
                  <a:lnTo>
                    <a:pt x="3584767" y="213994"/>
                  </a:lnTo>
                  <a:lnTo>
                    <a:pt x="3513072" y="203070"/>
                  </a:lnTo>
                  <a:lnTo>
                    <a:pt x="3441377" y="192331"/>
                  </a:lnTo>
                  <a:lnTo>
                    <a:pt x="3369681" y="181786"/>
                  </a:lnTo>
                  <a:lnTo>
                    <a:pt x="3297986" y="171447"/>
                  </a:lnTo>
                  <a:lnTo>
                    <a:pt x="3226291" y="161324"/>
                  </a:lnTo>
                  <a:lnTo>
                    <a:pt x="3154595" y="151429"/>
                  </a:lnTo>
                  <a:lnTo>
                    <a:pt x="3082900" y="141773"/>
                  </a:lnTo>
                  <a:lnTo>
                    <a:pt x="3011205" y="132367"/>
                  </a:lnTo>
                  <a:lnTo>
                    <a:pt x="2939509" y="123224"/>
                  </a:lnTo>
                  <a:lnTo>
                    <a:pt x="2867814" y="114355"/>
                  </a:lnTo>
                  <a:lnTo>
                    <a:pt x="2796118" y="105770"/>
                  </a:lnTo>
                  <a:lnTo>
                    <a:pt x="2724423" y="97483"/>
                  </a:lnTo>
                  <a:lnTo>
                    <a:pt x="2652728" y="89502"/>
                  </a:lnTo>
                  <a:lnTo>
                    <a:pt x="2581032" y="81840"/>
                  </a:lnTo>
                  <a:lnTo>
                    <a:pt x="2509337" y="74504"/>
                  </a:lnTo>
                  <a:lnTo>
                    <a:pt x="2437642" y="67504"/>
                  </a:lnTo>
                  <a:lnTo>
                    <a:pt x="2365946" y="60848"/>
                  </a:lnTo>
                  <a:lnTo>
                    <a:pt x="2294251" y="54542"/>
                  </a:lnTo>
                  <a:lnTo>
                    <a:pt x="2222556" y="48592"/>
                  </a:lnTo>
                  <a:lnTo>
                    <a:pt x="2150860" y="43000"/>
                  </a:lnTo>
                  <a:lnTo>
                    <a:pt x="2079165" y="37771"/>
                  </a:lnTo>
                  <a:lnTo>
                    <a:pt x="2007470" y="32904"/>
                  </a:lnTo>
                  <a:lnTo>
                    <a:pt x="1935774" y="28400"/>
                  </a:lnTo>
                  <a:lnTo>
                    <a:pt x="1864079" y="24255"/>
                  </a:lnTo>
                  <a:lnTo>
                    <a:pt x="1792383" y="20467"/>
                  </a:lnTo>
                  <a:lnTo>
                    <a:pt x="1720688" y="17031"/>
                  </a:lnTo>
                  <a:lnTo>
                    <a:pt x="1648993" y="13940"/>
                  </a:lnTo>
                  <a:lnTo>
                    <a:pt x="1577297" y="11187"/>
                  </a:lnTo>
                  <a:lnTo>
                    <a:pt x="1505602" y="8763"/>
                  </a:lnTo>
                  <a:lnTo>
                    <a:pt x="1433907" y="6660"/>
                  </a:lnTo>
                  <a:lnTo>
                    <a:pt x="1362211" y="4867"/>
                  </a:lnTo>
                  <a:lnTo>
                    <a:pt x="1290516" y="3373"/>
                  </a:lnTo>
                  <a:lnTo>
                    <a:pt x="1218821" y="2168"/>
                  </a:lnTo>
                  <a:lnTo>
                    <a:pt x="1147125" y="1240"/>
                  </a:lnTo>
                  <a:lnTo>
                    <a:pt x="1075430" y="577"/>
                  </a:lnTo>
                  <a:lnTo>
                    <a:pt x="1003735" y="167"/>
                  </a:lnTo>
                  <a:lnTo>
                    <a:pt x="932039" y="0"/>
                  </a:lnTo>
                  <a:lnTo>
                    <a:pt x="860344" y="63"/>
                  </a:lnTo>
                  <a:lnTo>
                    <a:pt x="788648" y="345"/>
                  </a:lnTo>
                  <a:lnTo>
                    <a:pt x="716953" y="836"/>
                  </a:lnTo>
                  <a:lnTo>
                    <a:pt x="645258" y="1524"/>
                  </a:lnTo>
                  <a:lnTo>
                    <a:pt x="573562" y="2400"/>
                  </a:lnTo>
                  <a:lnTo>
                    <a:pt x="501867" y="3453"/>
                  </a:lnTo>
                  <a:lnTo>
                    <a:pt x="430172" y="4675"/>
                  </a:lnTo>
                  <a:lnTo>
                    <a:pt x="358476" y="6055"/>
                  </a:lnTo>
                  <a:lnTo>
                    <a:pt x="286781" y="7586"/>
                  </a:lnTo>
                  <a:lnTo>
                    <a:pt x="215086" y="9259"/>
                  </a:lnTo>
                  <a:lnTo>
                    <a:pt x="143390" y="11067"/>
                  </a:lnTo>
                  <a:lnTo>
                    <a:pt x="71695" y="13002"/>
                  </a:lnTo>
                  <a:lnTo>
                    <a:pt x="0" y="15057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22" name="pl59">
              <a:extLst>
                <a:ext uri="{FF2B5EF4-FFF2-40B4-BE49-F238E27FC236}">
                  <a16:creationId xmlns:a16="http://schemas.microsoft.com/office/drawing/2014/main" id="{67C1A87C-9231-B284-97AC-4DEF06B7BDBA}"/>
                </a:ext>
              </a:extLst>
            </p:cNvPr>
            <p:cNvSpPr/>
            <p:nvPr/>
          </p:nvSpPr>
          <p:spPr>
            <a:xfrm>
              <a:off x="1295057" y="4335155"/>
              <a:ext cx="5663933" cy="395028"/>
            </a:xfrm>
            <a:custGeom>
              <a:avLst/>
              <a:gdLst/>
              <a:ahLst/>
              <a:cxnLst/>
              <a:rect l="0" t="0" r="0" b="0"/>
              <a:pathLst>
                <a:path w="5663933" h="395028">
                  <a:moveTo>
                    <a:pt x="0" y="0"/>
                  </a:moveTo>
                  <a:lnTo>
                    <a:pt x="71695" y="5000"/>
                  </a:lnTo>
                  <a:lnTo>
                    <a:pt x="143390" y="10000"/>
                  </a:lnTo>
                  <a:lnTo>
                    <a:pt x="215086" y="15001"/>
                  </a:lnTo>
                  <a:lnTo>
                    <a:pt x="286781" y="20001"/>
                  </a:lnTo>
                  <a:lnTo>
                    <a:pt x="358476" y="25001"/>
                  </a:lnTo>
                  <a:lnTo>
                    <a:pt x="430172" y="30002"/>
                  </a:lnTo>
                  <a:lnTo>
                    <a:pt x="501867" y="35002"/>
                  </a:lnTo>
                  <a:lnTo>
                    <a:pt x="573562" y="40002"/>
                  </a:lnTo>
                  <a:lnTo>
                    <a:pt x="645258" y="45003"/>
                  </a:lnTo>
                  <a:lnTo>
                    <a:pt x="716953" y="50003"/>
                  </a:lnTo>
                  <a:lnTo>
                    <a:pt x="788648" y="55004"/>
                  </a:lnTo>
                  <a:lnTo>
                    <a:pt x="860344" y="60004"/>
                  </a:lnTo>
                  <a:lnTo>
                    <a:pt x="932039" y="65004"/>
                  </a:lnTo>
                  <a:lnTo>
                    <a:pt x="1003735" y="70005"/>
                  </a:lnTo>
                  <a:lnTo>
                    <a:pt x="1075430" y="75005"/>
                  </a:lnTo>
                  <a:lnTo>
                    <a:pt x="1147125" y="80005"/>
                  </a:lnTo>
                  <a:lnTo>
                    <a:pt x="1218821" y="85006"/>
                  </a:lnTo>
                  <a:lnTo>
                    <a:pt x="1290516" y="90006"/>
                  </a:lnTo>
                  <a:lnTo>
                    <a:pt x="1362211" y="95006"/>
                  </a:lnTo>
                  <a:lnTo>
                    <a:pt x="1433907" y="100007"/>
                  </a:lnTo>
                  <a:lnTo>
                    <a:pt x="1505602" y="105007"/>
                  </a:lnTo>
                  <a:lnTo>
                    <a:pt x="1577297" y="110008"/>
                  </a:lnTo>
                  <a:lnTo>
                    <a:pt x="1648993" y="115008"/>
                  </a:lnTo>
                  <a:lnTo>
                    <a:pt x="1720688" y="120008"/>
                  </a:lnTo>
                  <a:lnTo>
                    <a:pt x="1792383" y="125009"/>
                  </a:lnTo>
                  <a:lnTo>
                    <a:pt x="1864079" y="130009"/>
                  </a:lnTo>
                  <a:lnTo>
                    <a:pt x="1935774" y="135009"/>
                  </a:lnTo>
                  <a:lnTo>
                    <a:pt x="2007470" y="140010"/>
                  </a:lnTo>
                  <a:lnTo>
                    <a:pt x="2079165" y="145010"/>
                  </a:lnTo>
                  <a:lnTo>
                    <a:pt x="2150860" y="150010"/>
                  </a:lnTo>
                  <a:lnTo>
                    <a:pt x="2222556" y="155011"/>
                  </a:lnTo>
                  <a:lnTo>
                    <a:pt x="2294251" y="160011"/>
                  </a:lnTo>
                  <a:lnTo>
                    <a:pt x="2365946" y="165012"/>
                  </a:lnTo>
                  <a:lnTo>
                    <a:pt x="2437642" y="170012"/>
                  </a:lnTo>
                  <a:lnTo>
                    <a:pt x="2509337" y="175012"/>
                  </a:lnTo>
                  <a:lnTo>
                    <a:pt x="2581032" y="180013"/>
                  </a:lnTo>
                  <a:lnTo>
                    <a:pt x="2652728" y="185013"/>
                  </a:lnTo>
                  <a:lnTo>
                    <a:pt x="2724423" y="190013"/>
                  </a:lnTo>
                  <a:lnTo>
                    <a:pt x="2796118" y="195014"/>
                  </a:lnTo>
                  <a:lnTo>
                    <a:pt x="2867814" y="200014"/>
                  </a:lnTo>
                  <a:lnTo>
                    <a:pt x="2939509" y="205015"/>
                  </a:lnTo>
                  <a:lnTo>
                    <a:pt x="3011205" y="210015"/>
                  </a:lnTo>
                  <a:lnTo>
                    <a:pt x="3082900" y="215015"/>
                  </a:lnTo>
                  <a:lnTo>
                    <a:pt x="3154595" y="220016"/>
                  </a:lnTo>
                  <a:lnTo>
                    <a:pt x="3226291" y="225016"/>
                  </a:lnTo>
                  <a:lnTo>
                    <a:pt x="3297986" y="230016"/>
                  </a:lnTo>
                  <a:lnTo>
                    <a:pt x="3369681" y="235017"/>
                  </a:lnTo>
                  <a:lnTo>
                    <a:pt x="3441377" y="240017"/>
                  </a:lnTo>
                  <a:lnTo>
                    <a:pt x="3513072" y="245017"/>
                  </a:lnTo>
                  <a:lnTo>
                    <a:pt x="3584767" y="250018"/>
                  </a:lnTo>
                  <a:lnTo>
                    <a:pt x="3656463" y="255018"/>
                  </a:lnTo>
                  <a:lnTo>
                    <a:pt x="3728158" y="260019"/>
                  </a:lnTo>
                  <a:lnTo>
                    <a:pt x="3799853" y="265019"/>
                  </a:lnTo>
                  <a:lnTo>
                    <a:pt x="3871549" y="270019"/>
                  </a:lnTo>
                  <a:lnTo>
                    <a:pt x="3943244" y="275020"/>
                  </a:lnTo>
                  <a:lnTo>
                    <a:pt x="4014940" y="280020"/>
                  </a:lnTo>
                  <a:lnTo>
                    <a:pt x="4086635" y="285020"/>
                  </a:lnTo>
                  <a:lnTo>
                    <a:pt x="4158330" y="290021"/>
                  </a:lnTo>
                  <a:lnTo>
                    <a:pt x="4230026" y="295021"/>
                  </a:lnTo>
                  <a:lnTo>
                    <a:pt x="4301721" y="300021"/>
                  </a:lnTo>
                  <a:lnTo>
                    <a:pt x="4373416" y="305022"/>
                  </a:lnTo>
                  <a:lnTo>
                    <a:pt x="4445112" y="310022"/>
                  </a:lnTo>
                  <a:lnTo>
                    <a:pt x="4516807" y="315023"/>
                  </a:lnTo>
                  <a:lnTo>
                    <a:pt x="4588502" y="320023"/>
                  </a:lnTo>
                  <a:lnTo>
                    <a:pt x="4660198" y="325023"/>
                  </a:lnTo>
                  <a:lnTo>
                    <a:pt x="4731893" y="330024"/>
                  </a:lnTo>
                  <a:lnTo>
                    <a:pt x="4803588" y="335024"/>
                  </a:lnTo>
                  <a:lnTo>
                    <a:pt x="4875284" y="340024"/>
                  </a:lnTo>
                  <a:lnTo>
                    <a:pt x="4946979" y="345025"/>
                  </a:lnTo>
                  <a:lnTo>
                    <a:pt x="5018675" y="350025"/>
                  </a:lnTo>
                  <a:lnTo>
                    <a:pt x="5090370" y="355026"/>
                  </a:lnTo>
                  <a:lnTo>
                    <a:pt x="5162065" y="360026"/>
                  </a:lnTo>
                  <a:lnTo>
                    <a:pt x="5233761" y="365026"/>
                  </a:lnTo>
                  <a:lnTo>
                    <a:pt x="5305456" y="370027"/>
                  </a:lnTo>
                  <a:lnTo>
                    <a:pt x="5377151" y="375027"/>
                  </a:lnTo>
                  <a:lnTo>
                    <a:pt x="5448847" y="380027"/>
                  </a:lnTo>
                  <a:lnTo>
                    <a:pt x="5520542" y="385028"/>
                  </a:lnTo>
                  <a:lnTo>
                    <a:pt x="5592237" y="390028"/>
                  </a:lnTo>
                  <a:lnTo>
                    <a:pt x="5663933" y="395028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3" name="pl60">
              <a:extLst>
                <a:ext uri="{FF2B5EF4-FFF2-40B4-BE49-F238E27FC236}">
                  <a16:creationId xmlns:a16="http://schemas.microsoft.com/office/drawing/2014/main" id="{A8E39C3C-40B2-9CFD-221B-8A45DCF3DD87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4" name="tx61">
              <a:extLst>
                <a:ext uri="{FF2B5EF4-FFF2-40B4-BE49-F238E27FC236}">
                  <a16:creationId xmlns:a16="http://schemas.microsoft.com/office/drawing/2014/main" id="{48DD0711-714D-5DA8-FAC9-0FF681BDDB45}"/>
                </a:ext>
              </a:extLst>
            </p:cNvPr>
            <p:cNvSpPr/>
            <p:nvPr/>
          </p:nvSpPr>
          <p:spPr>
            <a:xfrm>
              <a:off x="489747" y="5542050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25" name="tx62">
              <a:extLst>
                <a:ext uri="{FF2B5EF4-FFF2-40B4-BE49-F238E27FC236}">
                  <a16:creationId xmlns:a16="http://schemas.microsoft.com/office/drawing/2014/main" id="{34845AB1-C6AC-1DEF-A59F-0CABCB3856AD}"/>
                </a:ext>
              </a:extLst>
            </p:cNvPr>
            <p:cNvSpPr/>
            <p:nvPr/>
          </p:nvSpPr>
          <p:spPr>
            <a:xfrm>
              <a:off x="489747" y="4611524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426" name="tx63">
              <a:extLst>
                <a:ext uri="{FF2B5EF4-FFF2-40B4-BE49-F238E27FC236}">
                  <a16:creationId xmlns:a16="http://schemas.microsoft.com/office/drawing/2014/main" id="{D0E9E7C5-CFDF-928F-5B88-00A990BC4D4A}"/>
                </a:ext>
              </a:extLst>
            </p:cNvPr>
            <p:cNvSpPr/>
            <p:nvPr/>
          </p:nvSpPr>
          <p:spPr>
            <a:xfrm>
              <a:off x="489747" y="3680998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427" name="tx64">
              <a:extLst>
                <a:ext uri="{FF2B5EF4-FFF2-40B4-BE49-F238E27FC236}">
                  <a16:creationId xmlns:a16="http://schemas.microsoft.com/office/drawing/2014/main" id="{9673F1F5-E996-7155-B0C6-042C595944F7}"/>
                </a:ext>
              </a:extLst>
            </p:cNvPr>
            <p:cNvSpPr/>
            <p:nvPr/>
          </p:nvSpPr>
          <p:spPr>
            <a:xfrm>
              <a:off x="489747" y="2750472"/>
              <a:ext cx="217535" cy="8010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428" name="pl65">
              <a:extLst>
                <a:ext uri="{FF2B5EF4-FFF2-40B4-BE49-F238E27FC236}">
                  <a16:creationId xmlns:a16="http://schemas.microsoft.com/office/drawing/2014/main" id="{A74AB837-68D7-219A-4962-5C6432BFB216}"/>
                </a:ext>
              </a:extLst>
            </p:cNvPr>
            <p:cNvSpPr/>
            <p:nvPr/>
          </p:nvSpPr>
          <p:spPr>
            <a:xfrm>
              <a:off x="938079" y="558210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29" name="pl66">
              <a:extLst>
                <a:ext uri="{FF2B5EF4-FFF2-40B4-BE49-F238E27FC236}">
                  <a16:creationId xmlns:a16="http://schemas.microsoft.com/office/drawing/2014/main" id="{2DDEF416-97BE-7C35-196B-7F8ECB200617}"/>
                </a:ext>
              </a:extLst>
            </p:cNvPr>
            <p:cNvSpPr/>
            <p:nvPr/>
          </p:nvSpPr>
          <p:spPr>
            <a:xfrm>
              <a:off x="938079" y="465157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0" name="pl67">
              <a:extLst>
                <a:ext uri="{FF2B5EF4-FFF2-40B4-BE49-F238E27FC236}">
                  <a16:creationId xmlns:a16="http://schemas.microsoft.com/office/drawing/2014/main" id="{028B0FA6-094C-C643-EF1E-7607226451E4}"/>
                </a:ext>
              </a:extLst>
            </p:cNvPr>
            <p:cNvSpPr/>
            <p:nvPr/>
          </p:nvSpPr>
          <p:spPr>
            <a:xfrm>
              <a:off x="938079" y="372104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1" name="pl68">
              <a:extLst>
                <a:ext uri="{FF2B5EF4-FFF2-40B4-BE49-F238E27FC236}">
                  <a16:creationId xmlns:a16="http://schemas.microsoft.com/office/drawing/2014/main" id="{DB3EDFF1-D62F-1C25-5985-C9D24C02CB3B}"/>
                </a:ext>
              </a:extLst>
            </p:cNvPr>
            <p:cNvSpPr/>
            <p:nvPr/>
          </p:nvSpPr>
          <p:spPr>
            <a:xfrm>
              <a:off x="938079" y="279052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2" name="pl69">
              <a:extLst>
                <a:ext uri="{FF2B5EF4-FFF2-40B4-BE49-F238E27FC236}">
                  <a16:creationId xmlns:a16="http://schemas.microsoft.com/office/drawing/2014/main" id="{EB30F852-0B59-B4C4-674E-A257F2512A88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3" name="pl70">
              <a:extLst>
                <a:ext uri="{FF2B5EF4-FFF2-40B4-BE49-F238E27FC236}">
                  <a16:creationId xmlns:a16="http://schemas.microsoft.com/office/drawing/2014/main" id="{95624494-A349-F257-7796-C237945DC842}"/>
                </a:ext>
              </a:extLst>
            </p:cNvPr>
            <p:cNvSpPr/>
            <p:nvPr/>
          </p:nvSpPr>
          <p:spPr>
            <a:xfrm>
              <a:off x="121066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4" name="pl71">
              <a:extLst>
                <a:ext uri="{FF2B5EF4-FFF2-40B4-BE49-F238E27FC236}">
                  <a16:creationId xmlns:a16="http://schemas.microsoft.com/office/drawing/2014/main" id="{33DE4864-F53C-C2EA-885D-DD3B99A2861E}"/>
                </a:ext>
              </a:extLst>
            </p:cNvPr>
            <p:cNvSpPr/>
            <p:nvPr/>
          </p:nvSpPr>
          <p:spPr>
            <a:xfrm>
              <a:off x="30332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5" name="pl72">
              <a:extLst>
                <a:ext uri="{FF2B5EF4-FFF2-40B4-BE49-F238E27FC236}">
                  <a16:creationId xmlns:a16="http://schemas.microsoft.com/office/drawing/2014/main" id="{2A1E2766-EAF0-FF51-D3B6-77D26923F0BA}"/>
                </a:ext>
              </a:extLst>
            </p:cNvPr>
            <p:cNvSpPr/>
            <p:nvPr/>
          </p:nvSpPr>
          <p:spPr>
            <a:xfrm>
              <a:off x="485580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6" name="pl73">
              <a:extLst>
                <a:ext uri="{FF2B5EF4-FFF2-40B4-BE49-F238E27FC236}">
                  <a16:creationId xmlns:a16="http://schemas.microsoft.com/office/drawing/2014/main" id="{5B0BCB03-6066-5C27-626C-AAB7C4A7C13C}"/>
                </a:ext>
              </a:extLst>
            </p:cNvPr>
            <p:cNvSpPr/>
            <p:nvPr/>
          </p:nvSpPr>
          <p:spPr>
            <a:xfrm>
              <a:off x="66783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37" name="tx74">
              <a:extLst>
                <a:ext uri="{FF2B5EF4-FFF2-40B4-BE49-F238E27FC236}">
                  <a16:creationId xmlns:a16="http://schemas.microsoft.com/office/drawing/2014/main" id="{F486AD95-8388-216E-BC01-B4169FDE69A5}"/>
                </a:ext>
              </a:extLst>
            </p:cNvPr>
            <p:cNvSpPr/>
            <p:nvPr/>
          </p:nvSpPr>
          <p:spPr>
            <a:xfrm>
              <a:off x="1179580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8" name="tx75">
              <a:extLst>
                <a:ext uri="{FF2B5EF4-FFF2-40B4-BE49-F238E27FC236}">
                  <a16:creationId xmlns:a16="http://schemas.microsoft.com/office/drawing/2014/main" id="{1F9BEC40-0D8A-9EC6-235D-4C78D0ACE3B0}"/>
                </a:ext>
              </a:extLst>
            </p:cNvPr>
            <p:cNvSpPr/>
            <p:nvPr/>
          </p:nvSpPr>
          <p:spPr>
            <a:xfrm>
              <a:off x="3002147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39" name="tx76">
              <a:extLst>
                <a:ext uri="{FF2B5EF4-FFF2-40B4-BE49-F238E27FC236}">
                  <a16:creationId xmlns:a16="http://schemas.microsoft.com/office/drawing/2014/main" id="{CC63A592-03A3-7871-2ABE-CBF6F9E8A7F3}"/>
                </a:ext>
              </a:extLst>
            </p:cNvPr>
            <p:cNvSpPr/>
            <p:nvPr/>
          </p:nvSpPr>
          <p:spPr>
            <a:xfrm>
              <a:off x="4824715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40" name="tx77">
              <a:extLst>
                <a:ext uri="{FF2B5EF4-FFF2-40B4-BE49-F238E27FC236}">
                  <a16:creationId xmlns:a16="http://schemas.microsoft.com/office/drawing/2014/main" id="{2D591918-B44D-CA8B-2AA3-A197D836B142}"/>
                </a:ext>
              </a:extLst>
            </p:cNvPr>
            <p:cNvSpPr/>
            <p:nvPr/>
          </p:nvSpPr>
          <p:spPr>
            <a:xfrm>
              <a:off x="6647282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1" name="tx78">
              <a:extLst>
                <a:ext uri="{FF2B5EF4-FFF2-40B4-BE49-F238E27FC236}">
                  <a16:creationId xmlns:a16="http://schemas.microsoft.com/office/drawing/2014/main" id="{EE1146AB-7467-03C8-FC5E-883C5284E147}"/>
                </a:ext>
              </a:extLst>
            </p:cNvPr>
            <p:cNvSpPr/>
            <p:nvPr/>
          </p:nvSpPr>
          <p:spPr>
            <a:xfrm>
              <a:off x="3755362" y="6389454"/>
              <a:ext cx="706190" cy="1002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442" name="tx79">
              <a:extLst>
                <a:ext uri="{FF2B5EF4-FFF2-40B4-BE49-F238E27FC236}">
                  <a16:creationId xmlns:a16="http://schemas.microsoft.com/office/drawing/2014/main" id="{4A1C3D8C-CDE2-A05C-665D-4DD1182501B1}"/>
                </a:ext>
              </a:extLst>
            </p:cNvPr>
            <p:cNvSpPr/>
            <p:nvPr/>
          </p:nvSpPr>
          <p:spPr>
            <a:xfrm rot="16200000">
              <a:off x="-140010" y="3759744"/>
              <a:ext cx="496883" cy="100217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443" name="rc80">
              <a:extLst>
                <a:ext uri="{FF2B5EF4-FFF2-40B4-BE49-F238E27FC236}">
                  <a16:creationId xmlns:a16="http://schemas.microsoft.com/office/drawing/2014/main" id="{CDE7B6B6-52DB-99A7-3F28-637F3EB565E1}"/>
                </a:ext>
              </a:extLst>
            </p:cNvPr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44" name="rc82">
              <a:extLst>
                <a:ext uri="{FF2B5EF4-FFF2-40B4-BE49-F238E27FC236}">
                  <a16:creationId xmlns:a16="http://schemas.microsoft.com/office/drawing/2014/main" id="{98D6F82C-5193-23EB-7318-EF70E5780B25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46" name="rc84">
              <a:extLst>
                <a:ext uri="{FF2B5EF4-FFF2-40B4-BE49-F238E27FC236}">
                  <a16:creationId xmlns:a16="http://schemas.microsoft.com/office/drawing/2014/main" id="{3B81BE6F-6BF1-CBDD-0F55-9F1AA533DB22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</p:grpSp>
      <p:sp>
        <p:nvSpPr>
          <p:cNvPr id="450" name="tx90">
            <a:extLst>
              <a:ext uri="{FF2B5EF4-FFF2-40B4-BE49-F238E27FC236}">
                <a16:creationId xmlns:a16="http://schemas.microsoft.com/office/drawing/2014/main" id="{98630B75-AF6E-7200-2BFB-6024A6E2823B}"/>
              </a:ext>
            </a:extLst>
          </p:cNvPr>
          <p:cNvSpPr/>
          <p:nvPr/>
        </p:nvSpPr>
        <p:spPr>
          <a:xfrm>
            <a:off x="395536" y="3429000"/>
            <a:ext cx="2740672" cy="20352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(C)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RDA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</a:t>
            </a:r>
          </a:p>
        </p:txBody>
      </p:sp>
      <p:sp>
        <p:nvSpPr>
          <p:cNvPr id="451" name="tx65">
            <a:extLst>
              <a:ext uri="{FF2B5EF4-FFF2-40B4-BE49-F238E27FC236}">
                <a16:creationId xmlns:a16="http://schemas.microsoft.com/office/drawing/2014/main" id="{23DB916D-520D-F987-966A-6067F6FAC6C5}"/>
              </a:ext>
            </a:extLst>
          </p:cNvPr>
          <p:cNvSpPr/>
          <p:nvPr/>
        </p:nvSpPr>
        <p:spPr>
          <a:xfrm>
            <a:off x="467544" y="3861048"/>
            <a:ext cx="107733" cy="3967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880"/>
              </a:lnSpc>
              <a:spcBef>
                <a:spcPts val="0"/>
              </a:spcBef>
              <a:spcAft>
                <a:spcPts val="0"/>
              </a:spcAft>
            </a:pPr>
            <a:r>
              <a:rPr sz="10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1.00</a:t>
            </a:r>
          </a:p>
        </p:txBody>
      </p:sp>
      <p:sp>
        <p:nvSpPr>
          <p:cNvPr id="452" name="pl70">
            <a:extLst>
              <a:ext uri="{FF2B5EF4-FFF2-40B4-BE49-F238E27FC236}">
                <a16:creationId xmlns:a16="http://schemas.microsoft.com/office/drawing/2014/main" id="{D72445F5-9AAE-5955-03B5-410F4959EAB6}"/>
              </a:ext>
            </a:extLst>
          </p:cNvPr>
          <p:cNvSpPr/>
          <p:nvPr/>
        </p:nvSpPr>
        <p:spPr>
          <a:xfrm>
            <a:off x="694944" y="3877056"/>
            <a:ext cx="17232" cy="0"/>
          </a:xfrm>
          <a:custGeom>
            <a:avLst/>
            <a:gdLst/>
            <a:ahLst/>
            <a:cxnLst/>
            <a:rect l="0" t="0" r="0" b="0"/>
            <a:pathLst>
              <a:path w="34794">
                <a:moveTo>
                  <a:pt x="0" y="0"/>
                </a:moveTo>
                <a:lnTo>
                  <a:pt x="34794" y="0"/>
                </a:lnTo>
              </a:path>
            </a:pathLst>
          </a:custGeom>
          <a:ln w="13550" cap="flat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/>
          </a:p>
        </p:txBody>
      </p:sp>
      <p:grpSp>
        <p:nvGrpSpPr>
          <p:cNvPr id="453" name="Content Placeholder 2">
            <a:extLst>
              <a:ext uri="{FF2B5EF4-FFF2-40B4-BE49-F238E27FC236}">
                <a16:creationId xmlns:a16="http://schemas.microsoft.com/office/drawing/2014/main" id="{403A98D5-EA1F-C0EE-D1DE-D54252CF244B}"/>
              </a:ext>
            </a:extLst>
          </p:cNvPr>
          <p:cNvGrpSpPr/>
          <p:nvPr/>
        </p:nvGrpSpPr>
        <p:grpSpPr>
          <a:xfrm>
            <a:off x="4067945" y="3717032"/>
            <a:ext cx="4284919" cy="2448272"/>
            <a:chOff x="34691" y="1600200"/>
            <a:chExt cx="8652109" cy="4943551"/>
          </a:xfrm>
        </p:grpSpPr>
        <p:sp>
          <p:nvSpPr>
            <p:cNvPr id="454" name="rc3">
              <a:extLst>
                <a:ext uri="{FF2B5EF4-FFF2-40B4-BE49-F238E27FC236}">
                  <a16:creationId xmlns:a16="http://schemas.microsoft.com/office/drawing/2014/main" id="{3BD82436-AABB-A631-DC01-EAFFA934CC33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5" name="rc4">
              <a:extLst>
                <a:ext uri="{FF2B5EF4-FFF2-40B4-BE49-F238E27FC236}">
                  <a16:creationId xmlns:a16="http://schemas.microsoft.com/office/drawing/2014/main" id="{939C8FEE-B320-1A9D-C19B-C2868F1E1A08}"/>
                </a:ext>
              </a:extLst>
            </p:cNvPr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6" name="rc5">
              <a:extLst>
                <a:ext uri="{FF2B5EF4-FFF2-40B4-BE49-F238E27FC236}">
                  <a16:creationId xmlns:a16="http://schemas.microsoft.com/office/drawing/2014/main" id="{02B6893E-5A78-7C31-8796-A7263A363518}"/>
                </a:ext>
              </a:extLst>
            </p:cNvPr>
            <p:cNvSpPr/>
            <p:nvPr/>
          </p:nvSpPr>
          <p:spPr>
            <a:xfrm>
              <a:off x="972874" y="1896563"/>
              <a:ext cx="6271169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57" name="pt6">
              <a:extLst>
                <a:ext uri="{FF2B5EF4-FFF2-40B4-BE49-F238E27FC236}">
                  <a16:creationId xmlns:a16="http://schemas.microsoft.com/office/drawing/2014/main" id="{096E3A18-D822-F168-2908-84EB9C630FDC}"/>
                </a:ext>
              </a:extLst>
            </p:cNvPr>
            <p:cNvSpPr/>
            <p:nvPr/>
          </p:nvSpPr>
          <p:spPr>
            <a:xfrm>
              <a:off x="1234633" y="32148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8" name="pt7">
              <a:extLst>
                <a:ext uri="{FF2B5EF4-FFF2-40B4-BE49-F238E27FC236}">
                  <a16:creationId xmlns:a16="http://schemas.microsoft.com/office/drawing/2014/main" id="{E00D9F4F-A6D9-97A5-AE43-B46F92645C57}"/>
                </a:ext>
              </a:extLst>
            </p:cNvPr>
            <p:cNvSpPr/>
            <p:nvPr/>
          </p:nvSpPr>
          <p:spPr>
            <a:xfrm>
              <a:off x="1234633" y="29046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59" name="pt8">
              <a:extLst>
                <a:ext uri="{FF2B5EF4-FFF2-40B4-BE49-F238E27FC236}">
                  <a16:creationId xmlns:a16="http://schemas.microsoft.com/office/drawing/2014/main" id="{0A0FC73B-15A4-B7A3-42C0-DC343B1C0404}"/>
                </a:ext>
              </a:extLst>
            </p:cNvPr>
            <p:cNvSpPr/>
            <p:nvPr/>
          </p:nvSpPr>
          <p:spPr>
            <a:xfrm>
              <a:off x="1234633" y="28589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0" name="pt9">
              <a:extLst>
                <a:ext uri="{FF2B5EF4-FFF2-40B4-BE49-F238E27FC236}">
                  <a16:creationId xmlns:a16="http://schemas.microsoft.com/office/drawing/2014/main" id="{B519F1ED-F563-9319-496C-1878A4B65F72}"/>
                </a:ext>
              </a:extLst>
            </p:cNvPr>
            <p:cNvSpPr/>
            <p:nvPr/>
          </p:nvSpPr>
          <p:spPr>
            <a:xfrm>
              <a:off x="4930073" y="33014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1" name="pt10">
              <a:extLst>
                <a:ext uri="{FF2B5EF4-FFF2-40B4-BE49-F238E27FC236}">
                  <a16:creationId xmlns:a16="http://schemas.microsoft.com/office/drawing/2014/main" id="{96469331-7D72-0C33-5AC7-89F606D59CB0}"/>
                </a:ext>
              </a:extLst>
            </p:cNvPr>
            <p:cNvSpPr/>
            <p:nvPr/>
          </p:nvSpPr>
          <p:spPr>
            <a:xfrm>
              <a:off x="4930073" y="316954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2" name="pt11">
              <a:extLst>
                <a:ext uri="{FF2B5EF4-FFF2-40B4-BE49-F238E27FC236}">
                  <a16:creationId xmlns:a16="http://schemas.microsoft.com/office/drawing/2014/main" id="{4186845D-A9C9-0514-75F8-985A6F9A8C86}"/>
                </a:ext>
              </a:extLst>
            </p:cNvPr>
            <p:cNvSpPr/>
            <p:nvPr/>
          </p:nvSpPr>
          <p:spPr>
            <a:xfrm>
              <a:off x="4930073" y="30361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3" name="pt12">
              <a:extLst>
                <a:ext uri="{FF2B5EF4-FFF2-40B4-BE49-F238E27FC236}">
                  <a16:creationId xmlns:a16="http://schemas.microsoft.com/office/drawing/2014/main" id="{8212DFE9-651A-ADEF-C9A3-73A1E166B156}"/>
                </a:ext>
              </a:extLst>
            </p:cNvPr>
            <p:cNvSpPr/>
            <p:nvPr/>
          </p:nvSpPr>
          <p:spPr>
            <a:xfrm>
              <a:off x="5435247" y="34562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4" name="pt13">
              <a:extLst>
                <a:ext uri="{FF2B5EF4-FFF2-40B4-BE49-F238E27FC236}">
                  <a16:creationId xmlns:a16="http://schemas.microsoft.com/office/drawing/2014/main" id="{51B25B20-6822-1902-0087-89CDC106F125}"/>
                </a:ext>
              </a:extLst>
            </p:cNvPr>
            <p:cNvSpPr/>
            <p:nvPr/>
          </p:nvSpPr>
          <p:spPr>
            <a:xfrm>
              <a:off x="5435247" y="29316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5" name="pt14">
              <a:extLst>
                <a:ext uri="{FF2B5EF4-FFF2-40B4-BE49-F238E27FC236}">
                  <a16:creationId xmlns:a16="http://schemas.microsoft.com/office/drawing/2014/main" id="{2F820855-C8B7-58D0-C548-327D96F5B15E}"/>
                </a:ext>
              </a:extLst>
            </p:cNvPr>
            <p:cNvSpPr/>
            <p:nvPr/>
          </p:nvSpPr>
          <p:spPr>
            <a:xfrm>
              <a:off x="5435247" y="30308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6" name="pt15">
              <a:extLst>
                <a:ext uri="{FF2B5EF4-FFF2-40B4-BE49-F238E27FC236}">
                  <a16:creationId xmlns:a16="http://schemas.microsoft.com/office/drawing/2014/main" id="{7B21CB66-2E1E-6EE4-0812-D3BBF4BEB681}"/>
                </a:ext>
              </a:extLst>
            </p:cNvPr>
            <p:cNvSpPr/>
            <p:nvPr/>
          </p:nvSpPr>
          <p:spPr>
            <a:xfrm>
              <a:off x="3718875" y="28212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7" name="pt16">
              <a:extLst>
                <a:ext uri="{FF2B5EF4-FFF2-40B4-BE49-F238E27FC236}">
                  <a16:creationId xmlns:a16="http://schemas.microsoft.com/office/drawing/2014/main" id="{4C94007B-DA7D-F5DC-DEA5-92DEBB399F72}"/>
                </a:ext>
              </a:extLst>
            </p:cNvPr>
            <p:cNvSpPr/>
            <p:nvPr/>
          </p:nvSpPr>
          <p:spPr>
            <a:xfrm>
              <a:off x="3718875" y="21504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8" name="pt17">
              <a:extLst>
                <a:ext uri="{FF2B5EF4-FFF2-40B4-BE49-F238E27FC236}">
                  <a16:creationId xmlns:a16="http://schemas.microsoft.com/office/drawing/2014/main" id="{1D1160B8-26A7-4012-5BD5-44B64FECCB4F}"/>
                </a:ext>
              </a:extLst>
            </p:cNvPr>
            <p:cNvSpPr/>
            <p:nvPr/>
          </p:nvSpPr>
          <p:spPr>
            <a:xfrm>
              <a:off x="3718875" y="2313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69" name="pt18">
              <a:extLst>
                <a:ext uri="{FF2B5EF4-FFF2-40B4-BE49-F238E27FC236}">
                  <a16:creationId xmlns:a16="http://schemas.microsoft.com/office/drawing/2014/main" id="{55FE9A3D-6C7E-C833-2EF2-6AE71C9A5D10}"/>
                </a:ext>
              </a:extLst>
            </p:cNvPr>
            <p:cNvSpPr/>
            <p:nvPr/>
          </p:nvSpPr>
          <p:spPr>
            <a:xfrm>
              <a:off x="6447868" y="375153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0" name="pt19">
              <a:extLst>
                <a:ext uri="{FF2B5EF4-FFF2-40B4-BE49-F238E27FC236}">
                  <a16:creationId xmlns:a16="http://schemas.microsoft.com/office/drawing/2014/main" id="{84231654-1AE6-DFD8-4E16-64FCCE7E8457}"/>
                </a:ext>
              </a:extLst>
            </p:cNvPr>
            <p:cNvSpPr/>
            <p:nvPr/>
          </p:nvSpPr>
          <p:spPr>
            <a:xfrm>
              <a:off x="6447868" y="25339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1" name="pt20">
              <a:extLst>
                <a:ext uri="{FF2B5EF4-FFF2-40B4-BE49-F238E27FC236}">
                  <a16:creationId xmlns:a16="http://schemas.microsoft.com/office/drawing/2014/main" id="{6800E113-B18C-0E71-FC05-7A6CF5AF344B}"/>
                </a:ext>
              </a:extLst>
            </p:cNvPr>
            <p:cNvSpPr/>
            <p:nvPr/>
          </p:nvSpPr>
          <p:spPr>
            <a:xfrm>
              <a:off x="6447868" y="34154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2" name="pt21">
              <a:extLst>
                <a:ext uri="{FF2B5EF4-FFF2-40B4-BE49-F238E27FC236}">
                  <a16:creationId xmlns:a16="http://schemas.microsoft.com/office/drawing/2014/main" id="{F66C526D-CB65-D685-9385-354937B1327E}"/>
                </a:ext>
              </a:extLst>
            </p:cNvPr>
            <p:cNvSpPr/>
            <p:nvPr/>
          </p:nvSpPr>
          <p:spPr>
            <a:xfrm>
              <a:off x="6900288" y="352222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3" name="pt22">
              <a:extLst>
                <a:ext uri="{FF2B5EF4-FFF2-40B4-BE49-F238E27FC236}">
                  <a16:creationId xmlns:a16="http://schemas.microsoft.com/office/drawing/2014/main" id="{A7A11FD9-0B8A-7696-9BEC-2D86ABC5C714}"/>
                </a:ext>
              </a:extLst>
            </p:cNvPr>
            <p:cNvSpPr/>
            <p:nvPr/>
          </p:nvSpPr>
          <p:spPr>
            <a:xfrm>
              <a:off x="6900288" y="394635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4" name="pt23">
              <a:extLst>
                <a:ext uri="{FF2B5EF4-FFF2-40B4-BE49-F238E27FC236}">
                  <a16:creationId xmlns:a16="http://schemas.microsoft.com/office/drawing/2014/main" id="{DC251C1C-4F97-F1F8-F834-EA05DABE7239}"/>
                </a:ext>
              </a:extLst>
            </p:cNvPr>
            <p:cNvSpPr/>
            <p:nvPr/>
          </p:nvSpPr>
          <p:spPr>
            <a:xfrm>
              <a:off x="6900288" y="36228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5" name="pt24">
              <a:extLst>
                <a:ext uri="{FF2B5EF4-FFF2-40B4-BE49-F238E27FC236}">
                  <a16:creationId xmlns:a16="http://schemas.microsoft.com/office/drawing/2014/main" id="{D63576A5-F4D7-60B8-17B2-391EB18C5E1E}"/>
                </a:ext>
              </a:extLst>
            </p:cNvPr>
            <p:cNvSpPr/>
            <p:nvPr/>
          </p:nvSpPr>
          <p:spPr>
            <a:xfrm>
              <a:off x="4474782" y="540225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6" name="pt25">
              <a:extLst>
                <a:ext uri="{FF2B5EF4-FFF2-40B4-BE49-F238E27FC236}">
                  <a16:creationId xmlns:a16="http://schemas.microsoft.com/office/drawing/2014/main" id="{B572836D-A0F4-2B6B-FB40-828E6CC5F6A1}"/>
                </a:ext>
              </a:extLst>
            </p:cNvPr>
            <p:cNvSpPr/>
            <p:nvPr/>
          </p:nvSpPr>
          <p:spPr>
            <a:xfrm>
              <a:off x="4474782" y="51665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7" name="pt26">
              <a:extLst>
                <a:ext uri="{FF2B5EF4-FFF2-40B4-BE49-F238E27FC236}">
                  <a16:creationId xmlns:a16="http://schemas.microsoft.com/office/drawing/2014/main" id="{F474F1C9-39DA-7C13-BD8C-AC5BBB767326}"/>
                </a:ext>
              </a:extLst>
            </p:cNvPr>
            <p:cNvSpPr/>
            <p:nvPr/>
          </p:nvSpPr>
          <p:spPr>
            <a:xfrm>
              <a:off x="4474782" y="532065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8" name="pt27">
              <a:extLst>
                <a:ext uri="{FF2B5EF4-FFF2-40B4-BE49-F238E27FC236}">
                  <a16:creationId xmlns:a16="http://schemas.microsoft.com/office/drawing/2014/main" id="{E8E5F294-A14B-9443-670B-30757569A124}"/>
                </a:ext>
              </a:extLst>
            </p:cNvPr>
            <p:cNvSpPr/>
            <p:nvPr/>
          </p:nvSpPr>
          <p:spPr>
            <a:xfrm>
              <a:off x="6079066" y="508052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79" name="pt28">
              <a:extLst>
                <a:ext uri="{FF2B5EF4-FFF2-40B4-BE49-F238E27FC236}">
                  <a16:creationId xmlns:a16="http://schemas.microsoft.com/office/drawing/2014/main" id="{B7AECD75-3C4C-3BBD-D0B7-17CF0620A323}"/>
                </a:ext>
              </a:extLst>
            </p:cNvPr>
            <p:cNvSpPr/>
            <p:nvPr/>
          </p:nvSpPr>
          <p:spPr>
            <a:xfrm>
              <a:off x="6079066" y="48014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0" name="pt29">
              <a:extLst>
                <a:ext uri="{FF2B5EF4-FFF2-40B4-BE49-F238E27FC236}">
                  <a16:creationId xmlns:a16="http://schemas.microsoft.com/office/drawing/2014/main" id="{DE50D0F9-1BD7-3E66-8115-AB676B12EE04}"/>
                </a:ext>
              </a:extLst>
            </p:cNvPr>
            <p:cNvSpPr/>
            <p:nvPr/>
          </p:nvSpPr>
          <p:spPr>
            <a:xfrm>
              <a:off x="6079066" y="519479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1" name="pg30">
              <a:extLst>
                <a:ext uri="{FF2B5EF4-FFF2-40B4-BE49-F238E27FC236}">
                  <a16:creationId xmlns:a16="http://schemas.microsoft.com/office/drawing/2014/main" id="{8D95FE47-54AE-A729-D31E-06C617610BE1}"/>
                </a:ext>
              </a:extLst>
            </p:cNvPr>
            <p:cNvSpPr/>
            <p:nvPr/>
          </p:nvSpPr>
          <p:spPr>
            <a:xfrm>
              <a:off x="1293336" y="2070498"/>
              <a:ext cx="5665654" cy="2591076"/>
            </a:xfrm>
            <a:custGeom>
              <a:avLst/>
              <a:gdLst/>
              <a:ahLst/>
              <a:cxnLst/>
              <a:rect l="0" t="0" r="0" b="0"/>
              <a:pathLst>
                <a:path w="5665654" h="2591076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  <a:lnTo>
                    <a:pt x="5665654" y="2591076"/>
                  </a:lnTo>
                  <a:lnTo>
                    <a:pt x="5593936" y="2565628"/>
                  </a:lnTo>
                  <a:lnTo>
                    <a:pt x="5522219" y="2540394"/>
                  </a:lnTo>
                  <a:lnTo>
                    <a:pt x="5450502" y="2515388"/>
                  </a:lnTo>
                  <a:lnTo>
                    <a:pt x="5378785" y="2490625"/>
                  </a:lnTo>
                  <a:lnTo>
                    <a:pt x="5307068" y="2466119"/>
                  </a:lnTo>
                  <a:lnTo>
                    <a:pt x="5235351" y="2441889"/>
                  </a:lnTo>
                  <a:lnTo>
                    <a:pt x="5163634" y="2417952"/>
                  </a:lnTo>
                  <a:lnTo>
                    <a:pt x="5091916" y="2394328"/>
                  </a:lnTo>
                  <a:lnTo>
                    <a:pt x="5020199" y="2371035"/>
                  </a:lnTo>
                  <a:lnTo>
                    <a:pt x="4948482" y="2348097"/>
                  </a:lnTo>
                  <a:lnTo>
                    <a:pt x="4876765" y="2325534"/>
                  </a:lnTo>
                  <a:lnTo>
                    <a:pt x="4805048" y="2303371"/>
                  </a:lnTo>
                  <a:lnTo>
                    <a:pt x="4733331" y="2281631"/>
                  </a:lnTo>
                  <a:lnTo>
                    <a:pt x="4661614" y="2260341"/>
                  </a:lnTo>
                  <a:lnTo>
                    <a:pt x="4589897" y="2239525"/>
                  </a:lnTo>
                  <a:lnTo>
                    <a:pt x="4518179" y="2219211"/>
                  </a:lnTo>
                  <a:lnTo>
                    <a:pt x="4446462" y="2199424"/>
                  </a:lnTo>
                  <a:lnTo>
                    <a:pt x="4374745" y="2180193"/>
                  </a:lnTo>
                  <a:lnTo>
                    <a:pt x="4303028" y="2161542"/>
                  </a:lnTo>
                  <a:lnTo>
                    <a:pt x="4231311" y="2143498"/>
                  </a:lnTo>
                  <a:lnTo>
                    <a:pt x="4159594" y="2126085"/>
                  </a:lnTo>
                  <a:lnTo>
                    <a:pt x="4087877" y="2109326"/>
                  </a:lnTo>
                  <a:lnTo>
                    <a:pt x="4016159" y="2093242"/>
                  </a:lnTo>
                  <a:lnTo>
                    <a:pt x="3944442" y="2077853"/>
                  </a:lnTo>
                  <a:lnTo>
                    <a:pt x="3872725" y="2063173"/>
                  </a:lnTo>
                  <a:lnTo>
                    <a:pt x="3801008" y="2049215"/>
                  </a:lnTo>
                  <a:lnTo>
                    <a:pt x="3729291" y="2035988"/>
                  </a:lnTo>
                  <a:lnTo>
                    <a:pt x="3657574" y="2023498"/>
                  </a:lnTo>
                  <a:lnTo>
                    <a:pt x="3585857" y="2011746"/>
                  </a:lnTo>
                  <a:lnTo>
                    <a:pt x="3514139" y="2000729"/>
                  </a:lnTo>
                  <a:lnTo>
                    <a:pt x="3442422" y="1990441"/>
                  </a:lnTo>
                  <a:lnTo>
                    <a:pt x="3370705" y="1980872"/>
                  </a:lnTo>
                  <a:lnTo>
                    <a:pt x="3298988" y="1972009"/>
                  </a:lnTo>
                  <a:lnTo>
                    <a:pt x="3227271" y="1963834"/>
                  </a:lnTo>
                  <a:lnTo>
                    <a:pt x="3155554" y="1956329"/>
                  </a:lnTo>
                  <a:lnTo>
                    <a:pt x="3083837" y="1949471"/>
                  </a:lnTo>
                  <a:lnTo>
                    <a:pt x="3012119" y="1943237"/>
                  </a:lnTo>
                  <a:lnTo>
                    <a:pt x="2940402" y="1937603"/>
                  </a:lnTo>
                  <a:lnTo>
                    <a:pt x="2868685" y="1932542"/>
                  </a:lnTo>
                  <a:lnTo>
                    <a:pt x="2796968" y="1928028"/>
                  </a:lnTo>
                  <a:lnTo>
                    <a:pt x="2725251" y="1924035"/>
                  </a:lnTo>
                  <a:lnTo>
                    <a:pt x="2653534" y="1920534"/>
                  </a:lnTo>
                  <a:lnTo>
                    <a:pt x="2581817" y="1917502"/>
                  </a:lnTo>
                  <a:lnTo>
                    <a:pt x="2510099" y="1914910"/>
                  </a:lnTo>
                  <a:lnTo>
                    <a:pt x="2438382" y="1912736"/>
                  </a:lnTo>
                  <a:lnTo>
                    <a:pt x="2366665" y="1910954"/>
                  </a:lnTo>
                  <a:lnTo>
                    <a:pt x="2294948" y="1909541"/>
                  </a:lnTo>
                  <a:lnTo>
                    <a:pt x="2223231" y="1908476"/>
                  </a:lnTo>
                  <a:lnTo>
                    <a:pt x="2151514" y="1907737"/>
                  </a:lnTo>
                  <a:lnTo>
                    <a:pt x="2079797" y="1907304"/>
                  </a:lnTo>
                  <a:lnTo>
                    <a:pt x="2008079" y="1907160"/>
                  </a:lnTo>
                  <a:lnTo>
                    <a:pt x="1936362" y="1907286"/>
                  </a:lnTo>
                  <a:lnTo>
                    <a:pt x="1864645" y="1907665"/>
                  </a:lnTo>
                  <a:lnTo>
                    <a:pt x="1792928" y="1908283"/>
                  </a:lnTo>
                  <a:lnTo>
                    <a:pt x="1721211" y="1909124"/>
                  </a:lnTo>
                  <a:lnTo>
                    <a:pt x="1649494" y="1910175"/>
                  </a:lnTo>
                  <a:lnTo>
                    <a:pt x="1577777" y="1911423"/>
                  </a:lnTo>
                  <a:lnTo>
                    <a:pt x="1506059" y="1912856"/>
                  </a:lnTo>
                  <a:lnTo>
                    <a:pt x="1434342" y="1914464"/>
                  </a:lnTo>
                  <a:lnTo>
                    <a:pt x="1362625" y="1916235"/>
                  </a:lnTo>
                  <a:lnTo>
                    <a:pt x="1290908" y="1918161"/>
                  </a:lnTo>
                  <a:lnTo>
                    <a:pt x="1219191" y="1920231"/>
                  </a:lnTo>
                  <a:lnTo>
                    <a:pt x="1147474" y="1922439"/>
                  </a:lnTo>
                  <a:lnTo>
                    <a:pt x="1075757" y="1924775"/>
                  </a:lnTo>
                  <a:lnTo>
                    <a:pt x="1004039" y="1927233"/>
                  </a:lnTo>
                  <a:lnTo>
                    <a:pt x="932322" y="1929806"/>
                  </a:lnTo>
                  <a:lnTo>
                    <a:pt x="860605" y="1932487"/>
                  </a:lnTo>
                  <a:lnTo>
                    <a:pt x="788888" y="1935271"/>
                  </a:lnTo>
                  <a:lnTo>
                    <a:pt x="717171" y="1938151"/>
                  </a:lnTo>
                  <a:lnTo>
                    <a:pt x="645454" y="1941124"/>
                  </a:lnTo>
                  <a:lnTo>
                    <a:pt x="573737" y="1944183"/>
                  </a:lnTo>
                  <a:lnTo>
                    <a:pt x="502019" y="1947324"/>
                  </a:lnTo>
                  <a:lnTo>
                    <a:pt x="430302" y="1950544"/>
                  </a:lnTo>
                  <a:lnTo>
                    <a:pt x="358585" y="1953838"/>
                  </a:lnTo>
                  <a:lnTo>
                    <a:pt x="286868" y="1957202"/>
                  </a:lnTo>
                  <a:lnTo>
                    <a:pt x="215151" y="1960632"/>
                  </a:lnTo>
                  <a:lnTo>
                    <a:pt x="143434" y="1964127"/>
                  </a:lnTo>
                  <a:lnTo>
                    <a:pt x="71717" y="1967681"/>
                  </a:lnTo>
                  <a:lnTo>
                    <a:pt x="0" y="197129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482" name="pl31">
              <a:extLst>
                <a:ext uri="{FF2B5EF4-FFF2-40B4-BE49-F238E27FC236}">
                  <a16:creationId xmlns:a16="http://schemas.microsoft.com/office/drawing/2014/main" id="{B9A14CB7-6E88-3B69-6FBF-3CC44EF9DE39}"/>
                </a:ext>
              </a:extLst>
            </p:cNvPr>
            <p:cNvSpPr/>
            <p:nvPr/>
          </p:nvSpPr>
          <p:spPr>
            <a:xfrm>
              <a:off x="1293336" y="2070498"/>
              <a:ext cx="5665654" cy="1314928"/>
            </a:xfrm>
            <a:custGeom>
              <a:avLst/>
              <a:gdLst/>
              <a:ahLst/>
              <a:cxnLst/>
              <a:rect l="0" t="0" r="0" b="0"/>
              <a:pathLst>
                <a:path w="5665654" h="1314928">
                  <a:moveTo>
                    <a:pt x="0" y="0"/>
                  </a:moveTo>
                  <a:lnTo>
                    <a:pt x="71717" y="28068"/>
                  </a:lnTo>
                  <a:lnTo>
                    <a:pt x="143434" y="56079"/>
                  </a:lnTo>
                  <a:lnTo>
                    <a:pt x="215151" y="84029"/>
                  </a:lnTo>
                  <a:lnTo>
                    <a:pt x="286868" y="111916"/>
                  </a:lnTo>
                  <a:lnTo>
                    <a:pt x="358585" y="139736"/>
                  </a:lnTo>
                  <a:lnTo>
                    <a:pt x="430302" y="167486"/>
                  </a:lnTo>
                  <a:lnTo>
                    <a:pt x="502019" y="195162"/>
                  </a:lnTo>
                  <a:lnTo>
                    <a:pt x="573737" y="222759"/>
                  </a:lnTo>
                  <a:lnTo>
                    <a:pt x="645454" y="250274"/>
                  </a:lnTo>
                  <a:lnTo>
                    <a:pt x="717171" y="277703"/>
                  </a:lnTo>
                  <a:lnTo>
                    <a:pt x="788888" y="305040"/>
                  </a:lnTo>
                  <a:lnTo>
                    <a:pt x="860605" y="332280"/>
                  </a:lnTo>
                  <a:lnTo>
                    <a:pt x="932322" y="359417"/>
                  </a:lnTo>
                  <a:lnTo>
                    <a:pt x="1004039" y="386446"/>
                  </a:lnTo>
                  <a:lnTo>
                    <a:pt x="1075757" y="413360"/>
                  </a:lnTo>
                  <a:lnTo>
                    <a:pt x="1147474" y="440153"/>
                  </a:lnTo>
                  <a:lnTo>
                    <a:pt x="1219191" y="466816"/>
                  </a:lnTo>
                  <a:lnTo>
                    <a:pt x="1290908" y="493343"/>
                  </a:lnTo>
                  <a:lnTo>
                    <a:pt x="1362625" y="519725"/>
                  </a:lnTo>
                  <a:lnTo>
                    <a:pt x="1434342" y="545952"/>
                  </a:lnTo>
                  <a:lnTo>
                    <a:pt x="1506059" y="572016"/>
                  </a:lnTo>
                  <a:lnTo>
                    <a:pt x="1577777" y="597905"/>
                  </a:lnTo>
                  <a:lnTo>
                    <a:pt x="1649494" y="623610"/>
                  </a:lnTo>
                  <a:lnTo>
                    <a:pt x="1721211" y="649117"/>
                  </a:lnTo>
                  <a:lnTo>
                    <a:pt x="1792928" y="674414"/>
                  </a:lnTo>
                  <a:lnTo>
                    <a:pt x="1864645" y="699488"/>
                  </a:lnTo>
                  <a:lnTo>
                    <a:pt x="1936362" y="724323"/>
                  </a:lnTo>
                  <a:lnTo>
                    <a:pt x="2008079" y="748905"/>
                  </a:lnTo>
                  <a:lnTo>
                    <a:pt x="2079797" y="773217"/>
                  </a:lnTo>
                  <a:lnTo>
                    <a:pt x="2151514" y="797241"/>
                  </a:lnTo>
                  <a:lnTo>
                    <a:pt x="2223231" y="820958"/>
                  </a:lnTo>
                  <a:lnTo>
                    <a:pt x="2294948" y="844349"/>
                  </a:lnTo>
                  <a:lnTo>
                    <a:pt x="2366665" y="867392"/>
                  </a:lnTo>
                  <a:lnTo>
                    <a:pt x="2438382" y="890066"/>
                  </a:lnTo>
                  <a:lnTo>
                    <a:pt x="2510099" y="912348"/>
                  </a:lnTo>
                  <a:lnTo>
                    <a:pt x="2581817" y="934212"/>
                  </a:lnTo>
                  <a:lnTo>
                    <a:pt x="2653534" y="955636"/>
                  </a:lnTo>
                  <a:lnTo>
                    <a:pt x="2725251" y="976592"/>
                  </a:lnTo>
                  <a:lnTo>
                    <a:pt x="2796968" y="997054"/>
                  </a:lnTo>
                  <a:lnTo>
                    <a:pt x="2868685" y="1016996"/>
                  </a:lnTo>
                  <a:lnTo>
                    <a:pt x="2940402" y="1036392"/>
                  </a:lnTo>
                  <a:lnTo>
                    <a:pt x="3012119" y="1055214"/>
                  </a:lnTo>
                  <a:lnTo>
                    <a:pt x="3083837" y="1073436"/>
                  </a:lnTo>
                  <a:lnTo>
                    <a:pt x="3155554" y="1091035"/>
                  </a:lnTo>
                  <a:lnTo>
                    <a:pt x="3227271" y="1107985"/>
                  </a:lnTo>
                  <a:lnTo>
                    <a:pt x="3298988" y="1124267"/>
                  </a:lnTo>
                  <a:lnTo>
                    <a:pt x="3370705" y="1139859"/>
                  </a:lnTo>
                  <a:lnTo>
                    <a:pt x="3442422" y="1154746"/>
                  </a:lnTo>
                  <a:lnTo>
                    <a:pt x="3514139" y="1168915"/>
                  </a:lnTo>
                  <a:lnTo>
                    <a:pt x="3585857" y="1182354"/>
                  </a:lnTo>
                  <a:lnTo>
                    <a:pt x="3657574" y="1195058"/>
                  </a:lnTo>
                  <a:lnTo>
                    <a:pt x="3729291" y="1207024"/>
                  </a:lnTo>
                  <a:lnTo>
                    <a:pt x="3801008" y="1218254"/>
                  </a:lnTo>
                  <a:lnTo>
                    <a:pt x="3872725" y="1228752"/>
                  </a:lnTo>
                  <a:lnTo>
                    <a:pt x="3944442" y="1238528"/>
                  </a:lnTo>
                  <a:lnTo>
                    <a:pt x="4016159" y="1247594"/>
                  </a:lnTo>
                  <a:lnTo>
                    <a:pt x="4087877" y="1255967"/>
                  </a:lnTo>
                  <a:lnTo>
                    <a:pt x="4159594" y="1263665"/>
                  </a:lnTo>
                  <a:lnTo>
                    <a:pt x="4231311" y="1270708"/>
                  </a:lnTo>
                  <a:lnTo>
                    <a:pt x="4303028" y="1277120"/>
                  </a:lnTo>
                  <a:lnTo>
                    <a:pt x="4374745" y="1282925"/>
                  </a:lnTo>
                  <a:lnTo>
                    <a:pt x="4446462" y="1288149"/>
                  </a:lnTo>
                  <a:lnTo>
                    <a:pt x="4518179" y="1292819"/>
                  </a:lnTo>
                  <a:lnTo>
                    <a:pt x="4589897" y="1296961"/>
                  </a:lnTo>
                  <a:lnTo>
                    <a:pt x="4661614" y="1300601"/>
                  </a:lnTo>
                  <a:lnTo>
                    <a:pt x="4733331" y="1303767"/>
                  </a:lnTo>
                  <a:lnTo>
                    <a:pt x="4805048" y="1306484"/>
                  </a:lnTo>
                  <a:lnTo>
                    <a:pt x="4876765" y="1308777"/>
                  </a:lnTo>
                  <a:lnTo>
                    <a:pt x="4948482" y="1310670"/>
                  </a:lnTo>
                  <a:lnTo>
                    <a:pt x="5020199" y="1312188"/>
                  </a:lnTo>
                  <a:lnTo>
                    <a:pt x="5091916" y="1313351"/>
                  </a:lnTo>
                  <a:lnTo>
                    <a:pt x="5163634" y="1314183"/>
                  </a:lnTo>
                  <a:lnTo>
                    <a:pt x="5235351" y="1314702"/>
                  </a:lnTo>
                  <a:lnTo>
                    <a:pt x="5307068" y="1314928"/>
                  </a:lnTo>
                  <a:lnTo>
                    <a:pt x="5378785" y="1314879"/>
                  </a:lnTo>
                  <a:lnTo>
                    <a:pt x="5450502" y="1314571"/>
                  </a:lnTo>
                  <a:lnTo>
                    <a:pt x="5522219" y="1314021"/>
                  </a:lnTo>
                  <a:lnTo>
                    <a:pt x="5593936" y="1313244"/>
                  </a:lnTo>
                  <a:lnTo>
                    <a:pt x="5665654" y="1312252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83" name="pl32">
              <a:extLst>
                <a:ext uri="{FF2B5EF4-FFF2-40B4-BE49-F238E27FC236}">
                  <a16:creationId xmlns:a16="http://schemas.microsoft.com/office/drawing/2014/main" id="{8293868B-9D32-D835-BAF2-20CA2E2FD53C}"/>
                </a:ext>
              </a:extLst>
            </p:cNvPr>
            <p:cNvSpPr/>
            <p:nvPr/>
          </p:nvSpPr>
          <p:spPr>
            <a:xfrm>
              <a:off x="1293336" y="3977659"/>
              <a:ext cx="5665654" cy="683915"/>
            </a:xfrm>
            <a:custGeom>
              <a:avLst/>
              <a:gdLst/>
              <a:ahLst/>
              <a:cxnLst/>
              <a:rect l="0" t="0" r="0" b="0"/>
              <a:pathLst>
                <a:path w="5665654" h="683915">
                  <a:moveTo>
                    <a:pt x="5665654" y="683915"/>
                  </a:moveTo>
                  <a:lnTo>
                    <a:pt x="5593936" y="658468"/>
                  </a:lnTo>
                  <a:lnTo>
                    <a:pt x="5522219" y="633234"/>
                  </a:lnTo>
                  <a:lnTo>
                    <a:pt x="5450502" y="608228"/>
                  </a:lnTo>
                  <a:lnTo>
                    <a:pt x="5378785" y="583464"/>
                  </a:lnTo>
                  <a:lnTo>
                    <a:pt x="5307068" y="558959"/>
                  </a:lnTo>
                  <a:lnTo>
                    <a:pt x="5235351" y="534729"/>
                  </a:lnTo>
                  <a:lnTo>
                    <a:pt x="5163634" y="510792"/>
                  </a:lnTo>
                  <a:lnTo>
                    <a:pt x="5091916" y="487167"/>
                  </a:lnTo>
                  <a:lnTo>
                    <a:pt x="5020199" y="463875"/>
                  </a:lnTo>
                  <a:lnTo>
                    <a:pt x="4948482" y="440936"/>
                  </a:lnTo>
                  <a:lnTo>
                    <a:pt x="4876765" y="418374"/>
                  </a:lnTo>
                  <a:lnTo>
                    <a:pt x="4805048" y="396210"/>
                  </a:lnTo>
                  <a:lnTo>
                    <a:pt x="4733331" y="374471"/>
                  </a:lnTo>
                  <a:lnTo>
                    <a:pt x="4661614" y="353180"/>
                  </a:lnTo>
                  <a:lnTo>
                    <a:pt x="4589897" y="332365"/>
                  </a:lnTo>
                  <a:lnTo>
                    <a:pt x="4518179" y="312050"/>
                  </a:lnTo>
                  <a:lnTo>
                    <a:pt x="4446462" y="292264"/>
                  </a:lnTo>
                  <a:lnTo>
                    <a:pt x="4374745" y="273032"/>
                  </a:lnTo>
                  <a:lnTo>
                    <a:pt x="4303028" y="254381"/>
                  </a:lnTo>
                  <a:lnTo>
                    <a:pt x="4231311" y="236337"/>
                  </a:lnTo>
                  <a:lnTo>
                    <a:pt x="4159594" y="218924"/>
                  </a:lnTo>
                  <a:lnTo>
                    <a:pt x="4087877" y="202166"/>
                  </a:lnTo>
                  <a:lnTo>
                    <a:pt x="4016159" y="186082"/>
                  </a:lnTo>
                  <a:lnTo>
                    <a:pt x="3944442" y="170692"/>
                  </a:lnTo>
                  <a:lnTo>
                    <a:pt x="3872725" y="156012"/>
                  </a:lnTo>
                  <a:lnTo>
                    <a:pt x="3801008" y="142055"/>
                  </a:lnTo>
                  <a:lnTo>
                    <a:pt x="3729291" y="128828"/>
                  </a:lnTo>
                  <a:lnTo>
                    <a:pt x="3657574" y="116338"/>
                  </a:lnTo>
                  <a:lnTo>
                    <a:pt x="3585857" y="104586"/>
                  </a:lnTo>
                  <a:lnTo>
                    <a:pt x="3514139" y="93569"/>
                  </a:lnTo>
                  <a:lnTo>
                    <a:pt x="3442422" y="83281"/>
                  </a:lnTo>
                  <a:lnTo>
                    <a:pt x="3370705" y="73712"/>
                  </a:lnTo>
                  <a:lnTo>
                    <a:pt x="3298988" y="64848"/>
                  </a:lnTo>
                  <a:lnTo>
                    <a:pt x="3227271" y="56674"/>
                  </a:lnTo>
                  <a:lnTo>
                    <a:pt x="3155554" y="49168"/>
                  </a:lnTo>
                  <a:lnTo>
                    <a:pt x="3083837" y="42310"/>
                  </a:lnTo>
                  <a:lnTo>
                    <a:pt x="3012119" y="36077"/>
                  </a:lnTo>
                  <a:lnTo>
                    <a:pt x="2940402" y="30443"/>
                  </a:lnTo>
                  <a:lnTo>
                    <a:pt x="2868685" y="25382"/>
                  </a:lnTo>
                  <a:lnTo>
                    <a:pt x="2796968" y="20868"/>
                  </a:lnTo>
                  <a:lnTo>
                    <a:pt x="2725251" y="16874"/>
                  </a:lnTo>
                  <a:lnTo>
                    <a:pt x="2653534" y="13374"/>
                  </a:lnTo>
                  <a:lnTo>
                    <a:pt x="2581817" y="10341"/>
                  </a:lnTo>
                  <a:lnTo>
                    <a:pt x="2510099" y="7750"/>
                  </a:lnTo>
                  <a:lnTo>
                    <a:pt x="2438382" y="5575"/>
                  </a:lnTo>
                  <a:lnTo>
                    <a:pt x="2366665" y="3793"/>
                  </a:lnTo>
                  <a:lnTo>
                    <a:pt x="2294948" y="2380"/>
                  </a:lnTo>
                  <a:lnTo>
                    <a:pt x="2223231" y="1315"/>
                  </a:lnTo>
                  <a:lnTo>
                    <a:pt x="2151514" y="576"/>
                  </a:lnTo>
                  <a:lnTo>
                    <a:pt x="2079797" y="144"/>
                  </a:lnTo>
                  <a:lnTo>
                    <a:pt x="2008079" y="0"/>
                  </a:lnTo>
                  <a:lnTo>
                    <a:pt x="1936362" y="125"/>
                  </a:lnTo>
                  <a:lnTo>
                    <a:pt x="1864645" y="505"/>
                  </a:lnTo>
                  <a:lnTo>
                    <a:pt x="1792928" y="1122"/>
                  </a:lnTo>
                  <a:lnTo>
                    <a:pt x="1721211" y="1963"/>
                  </a:lnTo>
                  <a:lnTo>
                    <a:pt x="1649494" y="3014"/>
                  </a:lnTo>
                  <a:lnTo>
                    <a:pt x="1577777" y="4262"/>
                  </a:lnTo>
                  <a:lnTo>
                    <a:pt x="1506059" y="5696"/>
                  </a:lnTo>
                  <a:lnTo>
                    <a:pt x="1434342" y="7303"/>
                  </a:lnTo>
                  <a:lnTo>
                    <a:pt x="1362625" y="9075"/>
                  </a:lnTo>
                  <a:lnTo>
                    <a:pt x="1290908" y="11000"/>
                  </a:lnTo>
                  <a:lnTo>
                    <a:pt x="1219191" y="13071"/>
                  </a:lnTo>
                  <a:lnTo>
                    <a:pt x="1147474" y="15278"/>
                  </a:lnTo>
                  <a:lnTo>
                    <a:pt x="1075757" y="17615"/>
                  </a:lnTo>
                  <a:lnTo>
                    <a:pt x="1004039" y="20073"/>
                  </a:lnTo>
                  <a:lnTo>
                    <a:pt x="932322" y="22646"/>
                  </a:lnTo>
                  <a:lnTo>
                    <a:pt x="860605" y="25327"/>
                  </a:lnTo>
                  <a:lnTo>
                    <a:pt x="788888" y="28111"/>
                  </a:lnTo>
                  <a:lnTo>
                    <a:pt x="717171" y="30991"/>
                  </a:lnTo>
                  <a:lnTo>
                    <a:pt x="645454" y="33963"/>
                  </a:lnTo>
                  <a:lnTo>
                    <a:pt x="573737" y="37023"/>
                  </a:lnTo>
                  <a:lnTo>
                    <a:pt x="502019" y="40164"/>
                  </a:lnTo>
                  <a:lnTo>
                    <a:pt x="430302" y="43384"/>
                  </a:lnTo>
                  <a:lnTo>
                    <a:pt x="358585" y="46677"/>
                  </a:lnTo>
                  <a:lnTo>
                    <a:pt x="286868" y="50041"/>
                  </a:lnTo>
                  <a:lnTo>
                    <a:pt x="215151" y="53472"/>
                  </a:lnTo>
                  <a:lnTo>
                    <a:pt x="143434" y="56966"/>
                  </a:lnTo>
                  <a:lnTo>
                    <a:pt x="71717" y="60521"/>
                  </a:lnTo>
                  <a:lnTo>
                    <a:pt x="0" y="64133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484" name="pl33">
              <a:extLst>
                <a:ext uri="{FF2B5EF4-FFF2-40B4-BE49-F238E27FC236}">
                  <a16:creationId xmlns:a16="http://schemas.microsoft.com/office/drawing/2014/main" id="{1D0B6015-0989-802B-F4B3-12D59A757044}"/>
                </a:ext>
              </a:extLst>
            </p:cNvPr>
            <p:cNvSpPr/>
            <p:nvPr/>
          </p:nvSpPr>
          <p:spPr>
            <a:xfrm>
              <a:off x="1293336" y="3056145"/>
              <a:ext cx="5665654" cy="966017"/>
            </a:xfrm>
            <a:custGeom>
              <a:avLst/>
              <a:gdLst/>
              <a:ahLst/>
              <a:cxnLst/>
              <a:rect l="0" t="0" r="0" b="0"/>
              <a:pathLst>
                <a:path w="5665654" h="966017">
                  <a:moveTo>
                    <a:pt x="0" y="0"/>
                  </a:moveTo>
                  <a:lnTo>
                    <a:pt x="71717" y="12228"/>
                  </a:lnTo>
                  <a:lnTo>
                    <a:pt x="143434" y="24456"/>
                  </a:lnTo>
                  <a:lnTo>
                    <a:pt x="215151" y="36684"/>
                  </a:lnTo>
                  <a:lnTo>
                    <a:pt x="286868" y="48912"/>
                  </a:lnTo>
                  <a:lnTo>
                    <a:pt x="358585" y="61140"/>
                  </a:lnTo>
                  <a:lnTo>
                    <a:pt x="430302" y="73368"/>
                  </a:lnTo>
                  <a:lnTo>
                    <a:pt x="502019" y="85596"/>
                  </a:lnTo>
                  <a:lnTo>
                    <a:pt x="573737" y="97824"/>
                  </a:lnTo>
                  <a:lnTo>
                    <a:pt x="645454" y="110052"/>
                  </a:lnTo>
                  <a:lnTo>
                    <a:pt x="717171" y="122280"/>
                  </a:lnTo>
                  <a:lnTo>
                    <a:pt x="788888" y="134508"/>
                  </a:lnTo>
                  <a:lnTo>
                    <a:pt x="860605" y="146736"/>
                  </a:lnTo>
                  <a:lnTo>
                    <a:pt x="932322" y="158964"/>
                  </a:lnTo>
                  <a:lnTo>
                    <a:pt x="1004039" y="171192"/>
                  </a:lnTo>
                  <a:lnTo>
                    <a:pt x="1075757" y="183421"/>
                  </a:lnTo>
                  <a:lnTo>
                    <a:pt x="1147474" y="195649"/>
                  </a:lnTo>
                  <a:lnTo>
                    <a:pt x="1219191" y="207877"/>
                  </a:lnTo>
                  <a:lnTo>
                    <a:pt x="1290908" y="220105"/>
                  </a:lnTo>
                  <a:lnTo>
                    <a:pt x="1362625" y="232333"/>
                  </a:lnTo>
                  <a:lnTo>
                    <a:pt x="1434342" y="244561"/>
                  </a:lnTo>
                  <a:lnTo>
                    <a:pt x="1506059" y="256789"/>
                  </a:lnTo>
                  <a:lnTo>
                    <a:pt x="1577777" y="269017"/>
                  </a:lnTo>
                  <a:lnTo>
                    <a:pt x="1649494" y="281245"/>
                  </a:lnTo>
                  <a:lnTo>
                    <a:pt x="1721211" y="293473"/>
                  </a:lnTo>
                  <a:lnTo>
                    <a:pt x="1792928" y="305701"/>
                  </a:lnTo>
                  <a:lnTo>
                    <a:pt x="1864645" y="317929"/>
                  </a:lnTo>
                  <a:lnTo>
                    <a:pt x="1936362" y="330157"/>
                  </a:lnTo>
                  <a:lnTo>
                    <a:pt x="2008079" y="342385"/>
                  </a:lnTo>
                  <a:lnTo>
                    <a:pt x="2079797" y="354614"/>
                  </a:lnTo>
                  <a:lnTo>
                    <a:pt x="2151514" y="366842"/>
                  </a:lnTo>
                  <a:lnTo>
                    <a:pt x="2223231" y="379070"/>
                  </a:lnTo>
                  <a:lnTo>
                    <a:pt x="2294948" y="391298"/>
                  </a:lnTo>
                  <a:lnTo>
                    <a:pt x="2366665" y="403526"/>
                  </a:lnTo>
                  <a:lnTo>
                    <a:pt x="2438382" y="415754"/>
                  </a:lnTo>
                  <a:lnTo>
                    <a:pt x="2510099" y="427982"/>
                  </a:lnTo>
                  <a:lnTo>
                    <a:pt x="2581817" y="440210"/>
                  </a:lnTo>
                  <a:lnTo>
                    <a:pt x="2653534" y="452438"/>
                  </a:lnTo>
                  <a:lnTo>
                    <a:pt x="2725251" y="464666"/>
                  </a:lnTo>
                  <a:lnTo>
                    <a:pt x="2796968" y="476894"/>
                  </a:lnTo>
                  <a:lnTo>
                    <a:pt x="2868685" y="489122"/>
                  </a:lnTo>
                  <a:lnTo>
                    <a:pt x="2940402" y="501350"/>
                  </a:lnTo>
                  <a:lnTo>
                    <a:pt x="3012119" y="513578"/>
                  </a:lnTo>
                  <a:lnTo>
                    <a:pt x="3083837" y="525807"/>
                  </a:lnTo>
                  <a:lnTo>
                    <a:pt x="3155554" y="538035"/>
                  </a:lnTo>
                  <a:lnTo>
                    <a:pt x="3227271" y="550263"/>
                  </a:lnTo>
                  <a:lnTo>
                    <a:pt x="3298988" y="562491"/>
                  </a:lnTo>
                  <a:lnTo>
                    <a:pt x="3370705" y="574719"/>
                  </a:lnTo>
                  <a:lnTo>
                    <a:pt x="3442422" y="586947"/>
                  </a:lnTo>
                  <a:lnTo>
                    <a:pt x="3514139" y="599175"/>
                  </a:lnTo>
                  <a:lnTo>
                    <a:pt x="3585857" y="611403"/>
                  </a:lnTo>
                  <a:lnTo>
                    <a:pt x="3657574" y="623631"/>
                  </a:lnTo>
                  <a:lnTo>
                    <a:pt x="3729291" y="635859"/>
                  </a:lnTo>
                  <a:lnTo>
                    <a:pt x="3801008" y="648087"/>
                  </a:lnTo>
                  <a:lnTo>
                    <a:pt x="3872725" y="660315"/>
                  </a:lnTo>
                  <a:lnTo>
                    <a:pt x="3944442" y="672543"/>
                  </a:lnTo>
                  <a:lnTo>
                    <a:pt x="4016159" y="684771"/>
                  </a:lnTo>
                  <a:lnTo>
                    <a:pt x="4087877" y="697000"/>
                  </a:lnTo>
                  <a:lnTo>
                    <a:pt x="4159594" y="709228"/>
                  </a:lnTo>
                  <a:lnTo>
                    <a:pt x="4231311" y="721456"/>
                  </a:lnTo>
                  <a:lnTo>
                    <a:pt x="4303028" y="733684"/>
                  </a:lnTo>
                  <a:lnTo>
                    <a:pt x="4374745" y="745912"/>
                  </a:lnTo>
                  <a:lnTo>
                    <a:pt x="4446462" y="758140"/>
                  </a:lnTo>
                  <a:lnTo>
                    <a:pt x="4518179" y="770368"/>
                  </a:lnTo>
                  <a:lnTo>
                    <a:pt x="4589897" y="782596"/>
                  </a:lnTo>
                  <a:lnTo>
                    <a:pt x="4661614" y="794824"/>
                  </a:lnTo>
                  <a:lnTo>
                    <a:pt x="4733331" y="807052"/>
                  </a:lnTo>
                  <a:lnTo>
                    <a:pt x="4805048" y="819280"/>
                  </a:lnTo>
                  <a:lnTo>
                    <a:pt x="4876765" y="831508"/>
                  </a:lnTo>
                  <a:lnTo>
                    <a:pt x="4948482" y="843736"/>
                  </a:lnTo>
                  <a:lnTo>
                    <a:pt x="5020199" y="855964"/>
                  </a:lnTo>
                  <a:lnTo>
                    <a:pt x="5091916" y="868192"/>
                  </a:lnTo>
                  <a:lnTo>
                    <a:pt x="5163634" y="880421"/>
                  </a:lnTo>
                  <a:lnTo>
                    <a:pt x="5235351" y="892649"/>
                  </a:lnTo>
                  <a:lnTo>
                    <a:pt x="5307068" y="904877"/>
                  </a:lnTo>
                  <a:lnTo>
                    <a:pt x="5378785" y="917105"/>
                  </a:lnTo>
                  <a:lnTo>
                    <a:pt x="5450502" y="929333"/>
                  </a:lnTo>
                  <a:lnTo>
                    <a:pt x="5522219" y="941561"/>
                  </a:lnTo>
                  <a:lnTo>
                    <a:pt x="5593936" y="953789"/>
                  </a:lnTo>
                  <a:lnTo>
                    <a:pt x="5665654" y="966017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5" name="pt34">
              <a:extLst>
                <a:ext uri="{FF2B5EF4-FFF2-40B4-BE49-F238E27FC236}">
                  <a16:creationId xmlns:a16="http://schemas.microsoft.com/office/drawing/2014/main" id="{42E50A19-AA6D-ECD0-AED0-1C32622B3305}"/>
                </a:ext>
              </a:extLst>
            </p:cNvPr>
            <p:cNvSpPr/>
            <p:nvPr/>
          </p:nvSpPr>
          <p:spPr>
            <a:xfrm>
              <a:off x="5017518" y="44981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6" name="pt35">
              <a:extLst>
                <a:ext uri="{FF2B5EF4-FFF2-40B4-BE49-F238E27FC236}">
                  <a16:creationId xmlns:a16="http://schemas.microsoft.com/office/drawing/2014/main" id="{65854DDE-C239-37F5-8B8C-773124A9A404}"/>
                </a:ext>
              </a:extLst>
            </p:cNvPr>
            <p:cNvSpPr/>
            <p:nvPr/>
          </p:nvSpPr>
          <p:spPr>
            <a:xfrm>
              <a:off x="5017518" y="462262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7" name="pt36">
              <a:extLst>
                <a:ext uri="{FF2B5EF4-FFF2-40B4-BE49-F238E27FC236}">
                  <a16:creationId xmlns:a16="http://schemas.microsoft.com/office/drawing/2014/main" id="{EB773BB0-4249-4240-ED6C-442B83169ED7}"/>
                </a:ext>
              </a:extLst>
            </p:cNvPr>
            <p:cNvSpPr/>
            <p:nvPr/>
          </p:nvSpPr>
          <p:spPr>
            <a:xfrm>
              <a:off x="5017518" y="47059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8" name="pt37">
              <a:extLst>
                <a:ext uri="{FF2B5EF4-FFF2-40B4-BE49-F238E27FC236}">
                  <a16:creationId xmlns:a16="http://schemas.microsoft.com/office/drawing/2014/main" id="{CDFFE8DD-5760-E439-45D2-F90F116AA5AE}"/>
                </a:ext>
              </a:extLst>
            </p:cNvPr>
            <p:cNvSpPr/>
            <p:nvPr/>
          </p:nvSpPr>
          <p:spPr>
            <a:xfrm>
              <a:off x="1199225" y="40666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89" name="pt38">
              <a:extLst>
                <a:ext uri="{FF2B5EF4-FFF2-40B4-BE49-F238E27FC236}">
                  <a16:creationId xmlns:a16="http://schemas.microsoft.com/office/drawing/2014/main" id="{C11AA1FF-C6DC-2144-A03D-25BF9B44FAC1}"/>
                </a:ext>
              </a:extLst>
            </p:cNvPr>
            <p:cNvSpPr/>
            <p:nvPr/>
          </p:nvSpPr>
          <p:spPr>
            <a:xfrm>
              <a:off x="1199225" y="43560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0" name="pt39">
              <a:extLst>
                <a:ext uri="{FF2B5EF4-FFF2-40B4-BE49-F238E27FC236}">
                  <a16:creationId xmlns:a16="http://schemas.microsoft.com/office/drawing/2014/main" id="{C4BA6EEA-3E22-CDC2-FC5B-231DCEB201A1}"/>
                </a:ext>
              </a:extLst>
            </p:cNvPr>
            <p:cNvSpPr/>
            <p:nvPr/>
          </p:nvSpPr>
          <p:spPr>
            <a:xfrm>
              <a:off x="1199225" y="39672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1" name="pt40">
              <a:extLst>
                <a:ext uri="{FF2B5EF4-FFF2-40B4-BE49-F238E27FC236}">
                  <a16:creationId xmlns:a16="http://schemas.microsoft.com/office/drawing/2014/main" id="{4724BB2D-A486-0511-D4B1-370838A65DFB}"/>
                </a:ext>
              </a:extLst>
            </p:cNvPr>
            <p:cNvSpPr/>
            <p:nvPr/>
          </p:nvSpPr>
          <p:spPr>
            <a:xfrm>
              <a:off x="5964106" y="4255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2" name="pt41">
              <a:extLst>
                <a:ext uri="{FF2B5EF4-FFF2-40B4-BE49-F238E27FC236}">
                  <a16:creationId xmlns:a16="http://schemas.microsoft.com/office/drawing/2014/main" id="{A770F701-4857-0750-C7D5-B06C00B20D68}"/>
                </a:ext>
              </a:extLst>
            </p:cNvPr>
            <p:cNvSpPr/>
            <p:nvPr/>
          </p:nvSpPr>
          <p:spPr>
            <a:xfrm>
              <a:off x="5964106" y="38598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3" name="pt42">
              <a:extLst>
                <a:ext uri="{FF2B5EF4-FFF2-40B4-BE49-F238E27FC236}">
                  <a16:creationId xmlns:a16="http://schemas.microsoft.com/office/drawing/2014/main" id="{5584A225-6880-3667-A2FF-E10D01F39A18}"/>
                </a:ext>
              </a:extLst>
            </p:cNvPr>
            <p:cNvSpPr/>
            <p:nvPr/>
          </p:nvSpPr>
          <p:spPr>
            <a:xfrm>
              <a:off x="5964106" y="420196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4" name="pt43">
              <a:extLst>
                <a:ext uri="{FF2B5EF4-FFF2-40B4-BE49-F238E27FC236}">
                  <a16:creationId xmlns:a16="http://schemas.microsoft.com/office/drawing/2014/main" id="{80795EFF-FF3E-4817-6ACF-8067271B34F7}"/>
                </a:ext>
              </a:extLst>
            </p:cNvPr>
            <p:cNvSpPr/>
            <p:nvPr/>
          </p:nvSpPr>
          <p:spPr>
            <a:xfrm>
              <a:off x="5693755" y="48876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5" name="pt44">
              <a:extLst>
                <a:ext uri="{FF2B5EF4-FFF2-40B4-BE49-F238E27FC236}">
                  <a16:creationId xmlns:a16="http://schemas.microsoft.com/office/drawing/2014/main" id="{BDA32B0D-144F-FE55-5F62-D7A380B888FC}"/>
                </a:ext>
              </a:extLst>
            </p:cNvPr>
            <p:cNvSpPr/>
            <p:nvPr/>
          </p:nvSpPr>
          <p:spPr>
            <a:xfrm>
              <a:off x="5693755" y="451089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6" name="pt45">
              <a:extLst>
                <a:ext uri="{FF2B5EF4-FFF2-40B4-BE49-F238E27FC236}">
                  <a16:creationId xmlns:a16="http://schemas.microsoft.com/office/drawing/2014/main" id="{F992ECD5-57AE-9F13-BCED-D8D3AA27FDB9}"/>
                </a:ext>
              </a:extLst>
            </p:cNvPr>
            <p:cNvSpPr/>
            <p:nvPr/>
          </p:nvSpPr>
          <p:spPr>
            <a:xfrm>
              <a:off x="5693755" y="48515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7" name="pt46">
              <a:extLst>
                <a:ext uri="{FF2B5EF4-FFF2-40B4-BE49-F238E27FC236}">
                  <a16:creationId xmlns:a16="http://schemas.microsoft.com/office/drawing/2014/main" id="{D2EAC27B-EC77-D5B9-DADB-A2992B895AEE}"/>
                </a:ext>
              </a:extLst>
            </p:cNvPr>
            <p:cNvSpPr/>
            <p:nvPr/>
          </p:nvSpPr>
          <p:spPr>
            <a:xfrm>
              <a:off x="6168066" y="37447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8" name="pt47">
              <a:extLst>
                <a:ext uri="{FF2B5EF4-FFF2-40B4-BE49-F238E27FC236}">
                  <a16:creationId xmlns:a16="http://schemas.microsoft.com/office/drawing/2014/main" id="{BD3F9DF7-9553-6F70-7796-F8003E808F4E}"/>
                </a:ext>
              </a:extLst>
            </p:cNvPr>
            <p:cNvSpPr/>
            <p:nvPr/>
          </p:nvSpPr>
          <p:spPr>
            <a:xfrm>
              <a:off x="6168066" y="41116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499" name="pt48">
              <a:extLst>
                <a:ext uri="{FF2B5EF4-FFF2-40B4-BE49-F238E27FC236}">
                  <a16:creationId xmlns:a16="http://schemas.microsoft.com/office/drawing/2014/main" id="{3F1B2CB2-E989-16B7-4CB2-431DF87A5162}"/>
                </a:ext>
              </a:extLst>
            </p:cNvPr>
            <p:cNvSpPr/>
            <p:nvPr/>
          </p:nvSpPr>
          <p:spPr>
            <a:xfrm>
              <a:off x="6168066" y="39525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0" name="pt49">
              <a:extLst>
                <a:ext uri="{FF2B5EF4-FFF2-40B4-BE49-F238E27FC236}">
                  <a16:creationId xmlns:a16="http://schemas.microsoft.com/office/drawing/2014/main" id="{91893417-78FB-9677-D425-F6D7EF8191F7}"/>
                </a:ext>
              </a:extLst>
            </p:cNvPr>
            <p:cNvSpPr/>
            <p:nvPr/>
          </p:nvSpPr>
          <p:spPr>
            <a:xfrm>
              <a:off x="3351269" y="38138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1" name="pt50">
              <a:extLst>
                <a:ext uri="{FF2B5EF4-FFF2-40B4-BE49-F238E27FC236}">
                  <a16:creationId xmlns:a16="http://schemas.microsoft.com/office/drawing/2014/main" id="{80DA5371-7DAA-C463-E3EB-DD5226B379A1}"/>
                </a:ext>
              </a:extLst>
            </p:cNvPr>
            <p:cNvSpPr/>
            <p:nvPr/>
          </p:nvSpPr>
          <p:spPr>
            <a:xfrm>
              <a:off x="3351269" y="406308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2" name="pt51">
              <a:extLst>
                <a:ext uri="{FF2B5EF4-FFF2-40B4-BE49-F238E27FC236}">
                  <a16:creationId xmlns:a16="http://schemas.microsoft.com/office/drawing/2014/main" id="{AC6AAF5F-A678-AC89-586E-7BDD18FBAF6D}"/>
                </a:ext>
              </a:extLst>
            </p:cNvPr>
            <p:cNvSpPr/>
            <p:nvPr/>
          </p:nvSpPr>
          <p:spPr>
            <a:xfrm>
              <a:off x="3351269" y="405732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3" name="pt52">
              <a:extLst>
                <a:ext uri="{FF2B5EF4-FFF2-40B4-BE49-F238E27FC236}">
                  <a16:creationId xmlns:a16="http://schemas.microsoft.com/office/drawing/2014/main" id="{41010BD5-EA92-F0C1-EACD-2426543334EF}"/>
                </a:ext>
              </a:extLst>
            </p:cNvPr>
            <p:cNvSpPr/>
            <p:nvPr/>
          </p:nvSpPr>
          <p:spPr>
            <a:xfrm>
              <a:off x="5125659" y="54168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4" name="pt53">
              <a:extLst>
                <a:ext uri="{FF2B5EF4-FFF2-40B4-BE49-F238E27FC236}">
                  <a16:creationId xmlns:a16="http://schemas.microsoft.com/office/drawing/2014/main" id="{F096F510-D158-5934-13CA-62630E17CB88}"/>
                </a:ext>
              </a:extLst>
            </p:cNvPr>
            <p:cNvSpPr/>
            <p:nvPr/>
          </p:nvSpPr>
          <p:spPr>
            <a:xfrm>
              <a:off x="5125659" y="53821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5" name="pt54">
              <a:extLst>
                <a:ext uri="{FF2B5EF4-FFF2-40B4-BE49-F238E27FC236}">
                  <a16:creationId xmlns:a16="http://schemas.microsoft.com/office/drawing/2014/main" id="{08DA126F-0E44-23E9-7B86-2DAF6EA6F402}"/>
                </a:ext>
              </a:extLst>
            </p:cNvPr>
            <p:cNvSpPr/>
            <p:nvPr/>
          </p:nvSpPr>
          <p:spPr>
            <a:xfrm>
              <a:off x="6595963" y="54905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6" name="pt55">
              <a:extLst>
                <a:ext uri="{FF2B5EF4-FFF2-40B4-BE49-F238E27FC236}">
                  <a16:creationId xmlns:a16="http://schemas.microsoft.com/office/drawing/2014/main" id="{77F9E2C3-7442-00F2-91D8-77ABB0786603}"/>
                </a:ext>
              </a:extLst>
            </p:cNvPr>
            <p:cNvSpPr/>
            <p:nvPr/>
          </p:nvSpPr>
          <p:spPr>
            <a:xfrm>
              <a:off x="6595963" y="537848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07" name="pg56">
              <a:extLst>
                <a:ext uri="{FF2B5EF4-FFF2-40B4-BE49-F238E27FC236}">
                  <a16:creationId xmlns:a16="http://schemas.microsoft.com/office/drawing/2014/main" id="{29C54757-FE6F-F405-BE0B-35C9547306FF}"/>
                </a:ext>
              </a:extLst>
            </p:cNvPr>
            <p:cNvSpPr/>
            <p:nvPr/>
          </p:nvSpPr>
          <p:spPr>
            <a:xfrm>
              <a:off x="1257927" y="3555635"/>
              <a:ext cx="5396738" cy="1516832"/>
            </a:xfrm>
            <a:custGeom>
              <a:avLst/>
              <a:gdLst/>
              <a:ahLst/>
              <a:cxnLst/>
              <a:rect l="0" t="0" r="0" b="0"/>
              <a:pathLst>
                <a:path w="5396738" h="1516832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  <a:lnTo>
                    <a:pt x="5396738" y="1516832"/>
                  </a:lnTo>
                  <a:lnTo>
                    <a:pt x="5328425" y="1502220"/>
                  </a:lnTo>
                  <a:lnTo>
                    <a:pt x="5260112" y="1487742"/>
                  </a:lnTo>
                  <a:lnTo>
                    <a:pt x="5191798" y="1473404"/>
                  </a:lnTo>
                  <a:lnTo>
                    <a:pt x="5123485" y="1459217"/>
                  </a:lnTo>
                  <a:lnTo>
                    <a:pt x="5055172" y="1445189"/>
                  </a:lnTo>
                  <a:lnTo>
                    <a:pt x="4986859" y="1431331"/>
                  </a:lnTo>
                  <a:lnTo>
                    <a:pt x="4918546" y="1417651"/>
                  </a:lnTo>
                  <a:lnTo>
                    <a:pt x="4850233" y="1404162"/>
                  </a:lnTo>
                  <a:lnTo>
                    <a:pt x="4781920" y="1390874"/>
                  </a:lnTo>
                  <a:lnTo>
                    <a:pt x="4713606" y="1377800"/>
                  </a:lnTo>
                  <a:lnTo>
                    <a:pt x="4645293" y="1364951"/>
                  </a:lnTo>
                  <a:lnTo>
                    <a:pt x="4576980" y="1352340"/>
                  </a:lnTo>
                  <a:lnTo>
                    <a:pt x="4508667" y="1339979"/>
                  </a:lnTo>
                  <a:lnTo>
                    <a:pt x="4440354" y="1327883"/>
                  </a:lnTo>
                  <a:lnTo>
                    <a:pt x="4372041" y="1316063"/>
                  </a:lnTo>
                  <a:lnTo>
                    <a:pt x="4303728" y="1304534"/>
                  </a:lnTo>
                  <a:lnTo>
                    <a:pt x="4235414" y="1293307"/>
                  </a:lnTo>
                  <a:lnTo>
                    <a:pt x="4167101" y="1282397"/>
                  </a:lnTo>
                  <a:lnTo>
                    <a:pt x="4098788" y="1271813"/>
                  </a:lnTo>
                  <a:lnTo>
                    <a:pt x="4030475" y="1261569"/>
                  </a:lnTo>
                  <a:lnTo>
                    <a:pt x="3962162" y="1251675"/>
                  </a:lnTo>
                  <a:lnTo>
                    <a:pt x="3893849" y="1242139"/>
                  </a:lnTo>
                  <a:lnTo>
                    <a:pt x="3825536" y="1232969"/>
                  </a:lnTo>
                  <a:lnTo>
                    <a:pt x="3757222" y="1224173"/>
                  </a:lnTo>
                  <a:lnTo>
                    <a:pt x="3688909" y="1215756"/>
                  </a:lnTo>
                  <a:lnTo>
                    <a:pt x="3620596" y="1207719"/>
                  </a:lnTo>
                  <a:lnTo>
                    <a:pt x="3552283" y="1200066"/>
                  </a:lnTo>
                  <a:lnTo>
                    <a:pt x="3483970" y="1192795"/>
                  </a:lnTo>
                  <a:lnTo>
                    <a:pt x="3415657" y="1185904"/>
                  </a:lnTo>
                  <a:lnTo>
                    <a:pt x="3347344" y="1179390"/>
                  </a:lnTo>
                  <a:lnTo>
                    <a:pt x="3279030" y="1173246"/>
                  </a:lnTo>
                  <a:lnTo>
                    <a:pt x="3210717" y="1167465"/>
                  </a:lnTo>
                  <a:lnTo>
                    <a:pt x="3142404" y="1162039"/>
                  </a:lnTo>
                  <a:lnTo>
                    <a:pt x="3074091" y="1156958"/>
                  </a:lnTo>
                  <a:lnTo>
                    <a:pt x="3005778" y="1152211"/>
                  </a:lnTo>
                  <a:lnTo>
                    <a:pt x="2937465" y="1147786"/>
                  </a:lnTo>
                  <a:lnTo>
                    <a:pt x="2869152" y="1143671"/>
                  </a:lnTo>
                  <a:lnTo>
                    <a:pt x="2800838" y="1139853"/>
                  </a:lnTo>
                  <a:lnTo>
                    <a:pt x="2732525" y="1136319"/>
                  </a:lnTo>
                  <a:lnTo>
                    <a:pt x="2664212" y="1133057"/>
                  </a:lnTo>
                  <a:lnTo>
                    <a:pt x="2595899" y="1130052"/>
                  </a:lnTo>
                  <a:lnTo>
                    <a:pt x="2527586" y="1127292"/>
                  </a:lnTo>
                  <a:lnTo>
                    <a:pt x="2459273" y="1124764"/>
                  </a:lnTo>
                  <a:lnTo>
                    <a:pt x="2390960" y="1122457"/>
                  </a:lnTo>
                  <a:lnTo>
                    <a:pt x="2322646" y="1120357"/>
                  </a:lnTo>
                  <a:lnTo>
                    <a:pt x="2254333" y="1118453"/>
                  </a:lnTo>
                  <a:lnTo>
                    <a:pt x="2186020" y="1116735"/>
                  </a:lnTo>
                  <a:lnTo>
                    <a:pt x="2117707" y="1115191"/>
                  </a:lnTo>
                  <a:lnTo>
                    <a:pt x="2049394" y="1113812"/>
                  </a:lnTo>
                  <a:lnTo>
                    <a:pt x="1981081" y="1112588"/>
                  </a:lnTo>
                  <a:lnTo>
                    <a:pt x="1912768" y="1111510"/>
                  </a:lnTo>
                  <a:lnTo>
                    <a:pt x="1844454" y="1110570"/>
                  </a:lnTo>
                  <a:lnTo>
                    <a:pt x="1776141" y="1109759"/>
                  </a:lnTo>
                  <a:lnTo>
                    <a:pt x="1707828" y="1109070"/>
                  </a:lnTo>
                  <a:lnTo>
                    <a:pt x="1639515" y="1108497"/>
                  </a:lnTo>
                  <a:lnTo>
                    <a:pt x="1571202" y="1108031"/>
                  </a:lnTo>
                  <a:lnTo>
                    <a:pt x="1502889" y="1107668"/>
                  </a:lnTo>
                  <a:lnTo>
                    <a:pt x="1434576" y="1107400"/>
                  </a:lnTo>
                  <a:lnTo>
                    <a:pt x="1366262" y="1107224"/>
                  </a:lnTo>
                  <a:lnTo>
                    <a:pt x="1297949" y="1107133"/>
                  </a:lnTo>
                  <a:lnTo>
                    <a:pt x="1229636" y="1107123"/>
                  </a:lnTo>
                  <a:lnTo>
                    <a:pt x="1161323" y="1107189"/>
                  </a:lnTo>
                  <a:lnTo>
                    <a:pt x="1093010" y="1107327"/>
                  </a:lnTo>
                  <a:lnTo>
                    <a:pt x="1024697" y="1107534"/>
                  </a:lnTo>
                  <a:lnTo>
                    <a:pt x="956384" y="1107805"/>
                  </a:lnTo>
                  <a:lnTo>
                    <a:pt x="888070" y="1108137"/>
                  </a:lnTo>
                  <a:lnTo>
                    <a:pt x="819757" y="1108527"/>
                  </a:lnTo>
                  <a:lnTo>
                    <a:pt x="751444" y="1108971"/>
                  </a:lnTo>
                  <a:lnTo>
                    <a:pt x="683131" y="1109468"/>
                  </a:lnTo>
                  <a:lnTo>
                    <a:pt x="614818" y="1110014"/>
                  </a:lnTo>
                  <a:lnTo>
                    <a:pt x="546505" y="1110607"/>
                  </a:lnTo>
                  <a:lnTo>
                    <a:pt x="478192" y="1111244"/>
                  </a:lnTo>
                  <a:lnTo>
                    <a:pt x="409878" y="1111923"/>
                  </a:lnTo>
                  <a:lnTo>
                    <a:pt x="341565" y="1112642"/>
                  </a:lnTo>
                  <a:lnTo>
                    <a:pt x="273252" y="1113400"/>
                  </a:lnTo>
                  <a:lnTo>
                    <a:pt x="204939" y="1114194"/>
                  </a:lnTo>
                  <a:lnTo>
                    <a:pt x="136626" y="1115023"/>
                  </a:lnTo>
                  <a:lnTo>
                    <a:pt x="68313" y="1115885"/>
                  </a:lnTo>
                  <a:lnTo>
                    <a:pt x="0" y="111677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08" name="pl57">
              <a:extLst>
                <a:ext uri="{FF2B5EF4-FFF2-40B4-BE49-F238E27FC236}">
                  <a16:creationId xmlns:a16="http://schemas.microsoft.com/office/drawing/2014/main" id="{E9F55E00-4E87-7855-FBA5-6828D8CB3285}"/>
                </a:ext>
              </a:extLst>
            </p:cNvPr>
            <p:cNvSpPr/>
            <p:nvPr/>
          </p:nvSpPr>
          <p:spPr>
            <a:xfrm>
              <a:off x="1257927" y="3555635"/>
              <a:ext cx="5396738" cy="822889"/>
            </a:xfrm>
            <a:custGeom>
              <a:avLst/>
              <a:gdLst/>
              <a:ahLst/>
              <a:cxnLst/>
              <a:rect l="0" t="0" r="0" b="0"/>
              <a:pathLst>
                <a:path w="5396738" h="822889">
                  <a:moveTo>
                    <a:pt x="0" y="0"/>
                  </a:moveTo>
                  <a:lnTo>
                    <a:pt x="68313" y="16373"/>
                  </a:lnTo>
                  <a:lnTo>
                    <a:pt x="136626" y="32715"/>
                  </a:lnTo>
                  <a:lnTo>
                    <a:pt x="204939" y="49024"/>
                  </a:lnTo>
                  <a:lnTo>
                    <a:pt x="273252" y="65299"/>
                  </a:lnTo>
                  <a:lnTo>
                    <a:pt x="341565" y="81537"/>
                  </a:lnTo>
                  <a:lnTo>
                    <a:pt x="409878" y="97736"/>
                  </a:lnTo>
                  <a:lnTo>
                    <a:pt x="478192" y="113896"/>
                  </a:lnTo>
                  <a:lnTo>
                    <a:pt x="546505" y="130013"/>
                  </a:lnTo>
                  <a:lnTo>
                    <a:pt x="614818" y="146086"/>
                  </a:lnTo>
                  <a:lnTo>
                    <a:pt x="683131" y="162112"/>
                  </a:lnTo>
                  <a:lnTo>
                    <a:pt x="751444" y="178089"/>
                  </a:lnTo>
                  <a:lnTo>
                    <a:pt x="819757" y="194014"/>
                  </a:lnTo>
                  <a:lnTo>
                    <a:pt x="888070" y="209884"/>
                  </a:lnTo>
                  <a:lnTo>
                    <a:pt x="956384" y="225697"/>
                  </a:lnTo>
                  <a:lnTo>
                    <a:pt x="1024697" y="241448"/>
                  </a:lnTo>
                  <a:lnTo>
                    <a:pt x="1093010" y="257135"/>
                  </a:lnTo>
                  <a:lnTo>
                    <a:pt x="1161323" y="272754"/>
                  </a:lnTo>
                  <a:lnTo>
                    <a:pt x="1229636" y="288300"/>
                  </a:lnTo>
                  <a:lnTo>
                    <a:pt x="1297949" y="303770"/>
                  </a:lnTo>
                  <a:lnTo>
                    <a:pt x="1366262" y="319160"/>
                  </a:lnTo>
                  <a:lnTo>
                    <a:pt x="1434576" y="334464"/>
                  </a:lnTo>
                  <a:lnTo>
                    <a:pt x="1502889" y="349677"/>
                  </a:lnTo>
                  <a:lnTo>
                    <a:pt x="1571202" y="364793"/>
                  </a:lnTo>
                  <a:lnTo>
                    <a:pt x="1639515" y="379808"/>
                  </a:lnTo>
                  <a:lnTo>
                    <a:pt x="1707828" y="394715"/>
                  </a:lnTo>
                  <a:lnTo>
                    <a:pt x="1776141" y="409506"/>
                  </a:lnTo>
                  <a:lnTo>
                    <a:pt x="1844454" y="424176"/>
                  </a:lnTo>
                  <a:lnTo>
                    <a:pt x="1912768" y="438716"/>
                  </a:lnTo>
                  <a:lnTo>
                    <a:pt x="1981081" y="453118"/>
                  </a:lnTo>
                  <a:lnTo>
                    <a:pt x="2049394" y="467375"/>
                  </a:lnTo>
                  <a:lnTo>
                    <a:pt x="2117707" y="481476"/>
                  </a:lnTo>
                  <a:lnTo>
                    <a:pt x="2186020" y="495412"/>
                  </a:lnTo>
                  <a:lnTo>
                    <a:pt x="2254333" y="509174"/>
                  </a:lnTo>
                  <a:lnTo>
                    <a:pt x="2322646" y="522751"/>
                  </a:lnTo>
                  <a:lnTo>
                    <a:pt x="2390960" y="536131"/>
                  </a:lnTo>
                  <a:lnTo>
                    <a:pt x="2459273" y="549304"/>
                  </a:lnTo>
                  <a:lnTo>
                    <a:pt x="2527586" y="562257"/>
                  </a:lnTo>
                  <a:lnTo>
                    <a:pt x="2595899" y="574977"/>
                  </a:lnTo>
                  <a:lnTo>
                    <a:pt x="2664212" y="587453"/>
                  </a:lnTo>
                  <a:lnTo>
                    <a:pt x="2732525" y="599670"/>
                  </a:lnTo>
                  <a:lnTo>
                    <a:pt x="2800838" y="611617"/>
                  </a:lnTo>
                  <a:lnTo>
                    <a:pt x="2869152" y="623280"/>
                  </a:lnTo>
                  <a:lnTo>
                    <a:pt x="2937465" y="634645"/>
                  </a:lnTo>
                  <a:lnTo>
                    <a:pt x="3005778" y="645700"/>
                  </a:lnTo>
                  <a:lnTo>
                    <a:pt x="3074091" y="656433"/>
                  </a:lnTo>
                  <a:lnTo>
                    <a:pt x="3142404" y="666832"/>
                  </a:lnTo>
                  <a:lnTo>
                    <a:pt x="3210717" y="676887"/>
                  </a:lnTo>
                  <a:lnTo>
                    <a:pt x="3279030" y="686586"/>
                  </a:lnTo>
                  <a:lnTo>
                    <a:pt x="3347344" y="695922"/>
                  </a:lnTo>
                  <a:lnTo>
                    <a:pt x="3415657" y="704888"/>
                  </a:lnTo>
                  <a:lnTo>
                    <a:pt x="3483970" y="713478"/>
                  </a:lnTo>
                  <a:lnTo>
                    <a:pt x="3552283" y="721687"/>
                  </a:lnTo>
                  <a:lnTo>
                    <a:pt x="3620596" y="729514"/>
                  </a:lnTo>
                  <a:lnTo>
                    <a:pt x="3688909" y="736958"/>
                  </a:lnTo>
                  <a:lnTo>
                    <a:pt x="3757222" y="744021"/>
                  </a:lnTo>
                  <a:lnTo>
                    <a:pt x="3825536" y="750705"/>
                  </a:lnTo>
                  <a:lnTo>
                    <a:pt x="3893849" y="757016"/>
                  </a:lnTo>
                  <a:lnTo>
                    <a:pt x="3962162" y="762960"/>
                  </a:lnTo>
                  <a:lnTo>
                    <a:pt x="4030475" y="768546"/>
                  </a:lnTo>
                  <a:lnTo>
                    <a:pt x="4098788" y="773782"/>
                  </a:lnTo>
                  <a:lnTo>
                    <a:pt x="4167101" y="778679"/>
                  </a:lnTo>
                  <a:lnTo>
                    <a:pt x="4235414" y="783249"/>
                  </a:lnTo>
                  <a:lnTo>
                    <a:pt x="4303728" y="787503"/>
                  </a:lnTo>
                  <a:lnTo>
                    <a:pt x="4372041" y="791454"/>
                  </a:lnTo>
                  <a:lnTo>
                    <a:pt x="4440354" y="795114"/>
                  </a:lnTo>
                  <a:lnTo>
                    <a:pt x="4508667" y="798498"/>
                  </a:lnTo>
                  <a:lnTo>
                    <a:pt x="4576980" y="801618"/>
                  </a:lnTo>
                  <a:lnTo>
                    <a:pt x="4645293" y="804487"/>
                  </a:lnTo>
                  <a:lnTo>
                    <a:pt x="4713606" y="807118"/>
                  </a:lnTo>
                  <a:lnTo>
                    <a:pt x="4781920" y="809524"/>
                  </a:lnTo>
                  <a:lnTo>
                    <a:pt x="4850233" y="811717"/>
                  </a:lnTo>
                  <a:lnTo>
                    <a:pt x="4918546" y="813708"/>
                  </a:lnTo>
                  <a:lnTo>
                    <a:pt x="4986859" y="815509"/>
                  </a:lnTo>
                  <a:lnTo>
                    <a:pt x="5055172" y="817131"/>
                  </a:lnTo>
                  <a:lnTo>
                    <a:pt x="5123485" y="818583"/>
                  </a:lnTo>
                  <a:lnTo>
                    <a:pt x="5191798" y="819876"/>
                  </a:lnTo>
                  <a:lnTo>
                    <a:pt x="5260112" y="821019"/>
                  </a:lnTo>
                  <a:lnTo>
                    <a:pt x="5328425" y="822021"/>
                  </a:lnTo>
                  <a:lnTo>
                    <a:pt x="5396738" y="822889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09" name="pl58">
              <a:extLst>
                <a:ext uri="{FF2B5EF4-FFF2-40B4-BE49-F238E27FC236}">
                  <a16:creationId xmlns:a16="http://schemas.microsoft.com/office/drawing/2014/main" id="{5372C896-1750-86ED-3585-D21382DBE863}"/>
                </a:ext>
              </a:extLst>
            </p:cNvPr>
            <p:cNvSpPr/>
            <p:nvPr/>
          </p:nvSpPr>
          <p:spPr>
            <a:xfrm>
              <a:off x="1257927" y="4662758"/>
              <a:ext cx="5396738" cy="409709"/>
            </a:xfrm>
            <a:custGeom>
              <a:avLst/>
              <a:gdLst/>
              <a:ahLst/>
              <a:cxnLst/>
              <a:rect l="0" t="0" r="0" b="0"/>
              <a:pathLst>
                <a:path w="5396738" h="409709">
                  <a:moveTo>
                    <a:pt x="5396738" y="409709"/>
                  </a:moveTo>
                  <a:lnTo>
                    <a:pt x="5328425" y="395097"/>
                  </a:lnTo>
                  <a:lnTo>
                    <a:pt x="5260112" y="380618"/>
                  </a:lnTo>
                  <a:lnTo>
                    <a:pt x="5191798" y="366281"/>
                  </a:lnTo>
                  <a:lnTo>
                    <a:pt x="5123485" y="352094"/>
                  </a:lnTo>
                  <a:lnTo>
                    <a:pt x="5055172" y="338066"/>
                  </a:lnTo>
                  <a:lnTo>
                    <a:pt x="4986859" y="324207"/>
                  </a:lnTo>
                  <a:lnTo>
                    <a:pt x="4918546" y="310528"/>
                  </a:lnTo>
                  <a:lnTo>
                    <a:pt x="4850233" y="297039"/>
                  </a:lnTo>
                  <a:lnTo>
                    <a:pt x="4781920" y="283751"/>
                  </a:lnTo>
                  <a:lnTo>
                    <a:pt x="4713606" y="270677"/>
                  </a:lnTo>
                  <a:lnTo>
                    <a:pt x="4645293" y="257828"/>
                  </a:lnTo>
                  <a:lnTo>
                    <a:pt x="4576980" y="245216"/>
                  </a:lnTo>
                  <a:lnTo>
                    <a:pt x="4508667" y="232856"/>
                  </a:lnTo>
                  <a:lnTo>
                    <a:pt x="4440354" y="220760"/>
                  </a:lnTo>
                  <a:lnTo>
                    <a:pt x="4372041" y="208940"/>
                  </a:lnTo>
                  <a:lnTo>
                    <a:pt x="4303728" y="197411"/>
                  </a:lnTo>
                  <a:lnTo>
                    <a:pt x="4235414" y="186184"/>
                  </a:lnTo>
                  <a:lnTo>
                    <a:pt x="4167101" y="175273"/>
                  </a:lnTo>
                  <a:lnTo>
                    <a:pt x="4098788" y="164690"/>
                  </a:lnTo>
                  <a:lnTo>
                    <a:pt x="4030475" y="154446"/>
                  </a:lnTo>
                  <a:lnTo>
                    <a:pt x="3962162" y="144551"/>
                  </a:lnTo>
                  <a:lnTo>
                    <a:pt x="3893849" y="135015"/>
                  </a:lnTo>
                  <a:lnTo>
                    <a:pt x="3825536" y="125846"/>
                  </a:lnTo>
                  <a:lnTo>
                    <a:pt x="3757222" y="117050"/>
                  </a:lnTo>
                  <a:lnTo>
                    <a:pt x="3688909" y="108632"/>
                  </a:lnTo>
                  <a:lnTo>
                    <a:pt x="3620596" y="100596"/>
                  </a:lnTo>
                  <a:lnTo>
                    <a:pt x="3552283" y="92943"/>
                  </a:lnTo>
                  <a:lnTo>
                    <a:pt x="3483970" y="85672"/>
                  </a:lnTo>
                  <a:lnTo>
                    <a:pt x="3415657" y="78781"/>
                  </a:lnTo>
                  <a:lnTo>
                    <a:pt x="3347344" y="72267"/>
                  </a:lnTo>
                  <a:lnTo>
                    <a:pt x="3279030" y="66123"/>
                  </a:lnTo>
                  <a:lnTo>
                    <a:pt x="3210717" y="60342"/>
                  </a:lnTo>
                  <a:lnTo>
                    <a:pt x="3142404" y="54916"/>
                  </a:lnTo>
                  <a:lnTo>
                    <a:pt x="3074091" y="49835"/>
                  </a:lnTo>
                  <a:lnTo>
                    <a:pt x="3005778" y="45087"/>
                  </a:lnTo>
                  <a:lnTo>
                    <a:pt x="2937465" y="40662"/>
                  </a:lnTo>
                  <a:lnTo>
                    <a:pt x="2869152" y="36547"/>
                  </a:lnTo>
                  <a:lnTo>
                    <a:pt x="2800838" y="32730"/>
                  </a:lnTo>
                  <a:lnTo>
                    <a:pt x="2732525" y="29196"/>
                  </a:lnTo>
                  <a:lnTo>
                    <a:pt x="2664212" y="25933"/>
                  </a:lnTo>
                  <a:lnTo>
                    <a:pt x="2595899" y="22929"/>
                  </a:lnTo>
                  <a:lnTo>
                    <a:pt x="2527586" y="20169"/>
                  </a:lnTo>
                  <a:lnTo>
                    <a:pt x="2459273" y="17641"/>
                  </a:lnTo>
                  <a:lnTo>
                    <a:pt x="2390960" y="15333"/>
                  </a:lnTo>
                  <a:lnTo>
                    <a:pt x="2322646" y="13233"/>
                  </a:lnTo>
                  <a:lnTo>
                    <a:pt x="2254333" y="11330"/>
                  </a:lnTo>
                  <a:lnTo>
                    <a:pt x="2186020" y="9612"/>
                  </a:lnTo>
                  <a:lnTo>
                    <a:pt x="2117707" y="8068"/>
                  </a:lnTo>
                  <a:lnTo>
                    <a:pt x="2049394" y="6689"/>
                  </a:lnTo>
                  <a:lnTo>
                    <a:pt x="1981081" y="5465"/>
                  </a:lnTo>
                  <a:lnTo>
                    <a:pt x="1912768" y="4387"/>
                  </a:lnTo>
                  <a:lnTo>
                    <a:pt x="1844454" y="3447"/>
                  </a:lnTo>
                  <a:lnTo>
                    <a:pt x="1776141" y="2636"/>
                  </a:lnTo>
                  <a:lnTo>
                    <a:pt x="1707828" y="1947"/>
                  </a:lnTo>
                  <a:lnTo>
                    <a:pt x="1639515" y="1373"/>
                  </a:lnTo>
                  <a:lnTo>
                    <a:pt x="1571202" y="908"/>
                  </a:lnTo>
                  <a:lnTo>
                    <a:pt x="1502889" y="544"/>
                  </a:lnTo>
                  <a:lnTo>
                    <a:pt x="1434576" y="277"/>
                  </a:lnTo>
                  <a:lnTo>
                    <a:pt x="1366262" y="100"/>
                  </a:lnTo>
                  <a:lnTo>
                    <a:pt x="1297949" y="10"/>
                  </a:lnTo>
                  <a:lnTo>
                    <a:pt x="1229636" y="0"/>
                  </a:lnTo>
                  <a:lnTo>
                    <a:pt x="1161323" y="66"/>
                  </a:lnTo>
                  <a:lnTo>
                    <a:pt x="1093010" y="204"/>
                  </a:lnTo>
                  <a:lnTo>
                    <a:pt x="1024697" y="411"/>
                  </a:lnTo>
                  <a:lnTo>
                    <a:pt x="956384" y="682"/>
                  </a:lnTo>
                  <a:lnTo>
                    <a:pt x="888070" y="1014"/>
                  </a:lnTo>
                  <a:lnTo>
                    <a:pt x="819757" y="1404"/>
                  </a:lnTo>
                  <a:lnTo>
                    <a:pt x="751444" y="1848"/>
                  </a:lnTo>
                  <a:lnTo>
                    <a:pt x="683131" y="2345"/>
                  </a:lnTo>
                  <a:lnTo>
                    <a:pt x="614818" y="2891"/>
                  </a:lnTo>
                  <a:lnTo>
                    <a:pt x="546505" y="3483"/>
                  </a:lnTo>
                  <a:lnTo>
                    <a:pt x="478192" y="4120"/>
                  </a:lnTo>
                  <a:lnTo>
                    <a:pt x="409878" y="4800"/>
                  </a:lnTo>
                  <a:lnTo>
                    <a:pt x="341565" y="5519"/>
                  </a:lnTo>
                  <a:lnTo>
                    <a:pt x="273252" y="6277"/>
                  </a:lnTo>
                  <a:lnTo>
                    <a:pt x="204939" y="7071"/>
                  </a:lnTo>
                  <a:lnTo>
                    <a:pt x="136626" y="7900"/>
                  </a:lnTo>
                  <a:lnTo>
                    <a:pt x="68313" y="8761"/>
                  </a:lnTo>
                  <a:lnTo>
                    <a:pt x="0" y="9655"/>
                  </a:lnTo>
                </a:path>
              </a:pathLst>
            </a:custGeom>
          </p:spPr>
          <p:txBody>
            <a:bodyPr/>
            <a:lstStyle/>
            <a:p>
              <a:endParaRPr sz="1000"/>
            </a:p>
          </p:txBody>
        </p:sp>
        <p:sp>
          <p:nvSpPr>
            <p:cNvPr id="510" name="pl59">
              <a:extLst>
                <a:ext uri="{FF2B5EF4-FFF2-40B4-BE49-F238E27FC236}">
                  <a16:creationId xmlns:a16="http://schemas.microsoft.com/office/drawing/2014/main" id="{7072E2E9-1EB8-5F06-6A3F-329474F53117}"/>
                </a:ext>
              </a:extLst>
            </p:cNvPr>
            <p:cNvSpPr/>
            <p:nvPr/>
          </p:nvSpPr>
          <p:spPr>
            <a:xfrm>
              <a:off x="1257927" y="4114024"/>
              <a:ext cx="5396738" cy="611471"/>
            </a:xfrm>
            <a:custGeom>
              <a:avLst/>
              <a:gdLst/>
              <a:ahLst/>
              <a:cxnLst/>
              <a:rect l="0" t="0" r="0" b="0"/>
              <a:pathLst>
                <a:path w="5396738" h="611471">
                  <a:moveTo>
                    <a:pt x="0" y="0"/>
                  </a:moveTo>
                  <a:lnTo>
                    <a:pt x="68313" y="7740"/>
                  </a:lnTo>
                  <a:lnTo>
                    <a:pt x="136626" y="15480"/>
                  </a:lnTo>
                  <a:lnTo>
                    <a:pt x="204939" y="23220"/>
                  </a:lnTo>
                  <a:lnTo>
                    <a:pt x="273252" y="30960"/>
                  </a:lnTo>
                  <a:lnTo>
                    <a:pt x="341565" y="38700"/>
                  </a:lnTo>
                  <a:lnTo>
                    <a:pt x="409878" y="46440"/>
                  </a:lnTo>
                  <a:lnTo>
                    <a:pt x="478192" y="54181"/>
                  </a:lnTo>
                  <a:lnTo>
                    <a:pt x="546505" y="61921"/>
                  </a:lnTo>
                  <a:lnTo>
                    <a:pt x="614818" y="69661"/>
                  </a:lnTo>
                  <a:lnTo>
                    <a:pt x="683131" y="77401"/>
                  </a:lnTo>
                  <a:lnTo>
                    <a:pt x="751444" y="85141"/>
                  </a:lnTo>
                  <a:lnTo>
                    <a:pt x="819757" y="92881"/>
                  </a:lnTo>
                  <a:lnTo>
                    <a:pt x="888070" y="100621"/>
                  </a:lnTo>
                  <a:lnTo>
                    <a:pt x="956384" y="108362"/>
                  </a:lnTo>
                  <a:lnTo>
                    <a:pt x="1024697" y="116102"/>
                  </a:lnTo>
                  <a:lnTo>
                    <a:pt x="1093010" y="123842"/>
                  </a:lnTo>
                  <a:lnTo>
                    <a:pt x="1161323" y="131582"/>
                  </a:lnTo>
                  <a:lnTo>
                    <a:pt x="1229636" y="139322"/>
                  </a:lnTo>
                  <a:lnTo>
                    <a:pt x="1297949" y="147062"/>
                  </a:lnTo>
                  <a:lnTo>
                    <a:pt x="1366262" y="154803"/>
                  </a:lnTo>
                  <a:lnTo>
                    <a:pt x="1434576" y="162543"/>
                  </a:lnTo>
                  <a:lnTo>
                    <a:pt x="1502889" y="170283"/>
                  </a:lnTo>
                  <a:lnTo>
                    <a:pt x="1571202" y="178023"/>
                  </a:lnTo>
                  <a:lnTo>
                    <a:pt x="1639515" y="185763"/>
                  </a:lnTo>
                  <a:lnTo>
                    <a:pt x="1707828" y="193503"/>
                  </a:lnTo>
                  <a:lnTo>
                    <a:pt x="1776141" y="201243"/>
                  </a:lnTo>
                  <a:lnTo>
                    <a:pt x="1844454" y="208984"/>
                  </a:lnTo>
                  <a:lnTo>
                    <a:pt x="1912768" y="216724"/>
                  </a:lnTo>
                  <a:lnTo>
                    <a:pt x="1981081" y="224464"/>
                  </a:lnTo>
                  <a:lnTo>
                    <a:pt x="2049394" y="232204"/>
                  </a:lnTo>
                  <a:lnTo>
                    <a:pt x="2117707" y="239944"/>
                  </a:lnTo>
                  <a:lnTo>
                    <a:pt x="2186020" y="247684"/>
                  </a:lnTo>
                  <a:lnTo>
                    <a:pt x="2254333" y="255424"/>
                  </a:lnTo>
                  <a:lnTo>
                    <a:pt x="2322646" y="263165"/>
                  </a:lnTo>
                  <a:lnTo>
                    <a:pt x="2390960" y="270905"/>
                  </a:lnTo>
                  <a:lnTo>
                    <a:pt x="2459273" y="278645"/>
                  </a:lnTo>
                  <a:lnTo>
                    <a:pt x="2527586" y="286385"/>
                  </a:lnTo>
                  <a:lnTo>
                    <a:pt x="2595899" y="294125"/>
                  </a:lnTo>
                  <a:lnTo>
                    <a:pt x="2664212" y="301865"/>
                  </a:lnTo>
                  <a:lnTo>
                    <a:pt x="2732525" y="309606"/>
                  </a:lnTo>
                  <a:lnTo>
                    <a:pt x="2800838" y="317346"/>
                  </a:lnTo>
                  <a:lnTo>
                    <a:pt x="2869152" y="325086"/>
                  </a:lnTo>
                  <a:lnTo>
                    <a:pt x="2937465" y="332826"/>
                  </a:lnTo>
                  <a:lnTo>
                    <a:pt x="3005778" y="340566"/>
                  </a:lnTo>
                  <a:lnTo>
                    <a:pt x="3074091" y="348306"/>
                  </a:lnTo>
                  <a:lnTo>
                    <a:pt x="3142404" y="356046"/>
                  </a:lnTo>
                  <a:lnTo>
                    <a:pt x="3210717" y="363787"/>
                  </a:lnTo>
                  <a:lnTo>
                    <a:pt x="3279030" y="371527"/>
                  </a:lnTo>
                  <a:lnTo>
                    <a:pt x="3347344" y="379267"/>
                  </a:lnTo>
                  <a:lnTo>
                    <a:pt x="3415657" y="387007"/>
                  </a:lnTo>
                  <a:lnTo>
                    <a:pt x="3483970" y="394747"/>
                  </a:lnTo>
                  <a:lnTo>
                    <a:pt x="3552283" y="402487"/>
                  </a:lnTo>
                  <a:lnTo>
                    <a:pt x="3620596" y="410228"/>
                  </a:lnTo>
                  <a:lnTo>
                    <a:pt x="3688909" y="417968"/>
                  </a:lnTo>
                  <a:lnTo>
                    <a:pt x="3757222" y="425708"/>
                  </a:lnTo>
                  <a:lnTo>
                    <a:pt x="3825536" y="433448"/>
                  </a:lnTo>
                  <a:lnTo>
                    <a:pt x="3893849" y="441188"/>
                  </a:lnTo>
                  <a:lnTo>
                    <a:pt x="3962162" y="448928"/>
                  </a:lnTo>
                  <a:lnTo>
                    <a:pt x="4030475" y="456668"/>
                  </a:lnTo>
                  <a:lnTo>
                    <a:pt x="4098788" y="464409"/>
                  </a:lnTo>
                  <a:lnTo>
                    <a:pt x="4167101" y="472149"/>
                  </a:lnTo>
                  <a:lnTo>
                    <a:pt x="4235414" y="479889"/>
                  </a:lnTo>
                  <a:lnTo>
                    <a:pt x="4303728" y="487629"/>
                  </a:lnTo>
                  <a:lnTo>
                    <a:pt x="4372041" y="495369"/>
                  </a:lnTo>
                  <a:lnTo>
                    <a:pt x="4440354" y="503109"/>
                  </a:lnTo>
                  <a:lnTo>
                    <a:pt x="4508667" y="510849"/>
                  </a:lnTo>
                  <a:lnTo>
                    <a:pt x="4576980" y="518590"/>
                  </a:lnTo>
                  <a:lnTo>
                    <a:pt x="4645293" y="526330"/>
                  </a:lnTo>
                  <a:lnTo>
                    <a:pt x="4713606" y="534070"/>
                  </a:lnTo>
                  <a:lnTo>
                    <a:pt x="4781920" y="541810"/>
                  </a:lnTo>
                  <a:lnTo>
                    <a:pt x="4850233" y="549550"/>
                  </a:lnTo>
                  <a:lnTo>
                    <a:pt x="4918546" y="557290"/>
                  </a:lnTo>
                  <a:lnTo>
                    <a:pt x="4986859" y="565031"/>
                  </a:lnTo>
                  <a:lnTo>
                    <a:pt x="5055172" y="572771"/>
                  </a:lnTo>
                  <a:lnTo>
                    <a:pt x="5123485" y="580511"/>
                  </a:lnTo>
                  <a:lnTo>
                    <a:pt x="5191798" y="588251"/>
                  </a:lnTo>
                  <a:lnTo>
                    <a:pt x="5260112" y="595991"/>
                  </a:lnTo>
                  <a:lnTo>
                    <a:pt x="5328425" y="603731"/>
                  </a:lnTo>
                  <a:lnTo>
                    <a:pt x="5396738" y="611471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1" name="pl60">
              <a:extLst>
                <a:ext uri="{FF2B5EF4-FFF2-40B4-BE49-F238E27FC236}">
                  <a16:creationId xmlns:a16="http://schemas.microsoft.com/office/drawing/2014/main" id="{D5ADFD56-E256-912C-67E7-E01A40B6D71E}"/>
                </a:ext>
              </a:extLst>
            </p:cNvPr>
            <p:cNvSpPr/>
            <p:nvPr/>
          </p:nvSpPr>
          <p:spPr>
            <a:xfrm>
              <a:off x="972874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2" name="tx61">
              <a:extLst>
                <a:ext uri="{FF2B5EF4-FFF2-40B4-BE49-F238E27FC236}">
                  <a16:creationId xmlns:a16="http://schemas.microsoft.com/office/drawing/2014/main" id="{4F5E3E2A-35E1-6389-A54F-EF3B0F9DE365}"/>
                </a:ext>
              </a:extLst>
            </p:cNvPr>
            <p:cNvSpPr/>
            <p:nvPr/>
          </p:nvSpPr>
          <p:spPr>
            <a:xfrm>
              <a:off x="470885" y="554073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513" name="tx62">
              <a:extLst>
                <a:ext uri="{FF2B5EF4-FFF2-40B4-BE49-F238E27FC236}">
                  <a16:creationId xmlns:a16="http://schemas.microsoft.com/office/drawing/2014/main" id="{7D39E790-8D65-1084-AC3F-ECE69A7DEA05}"/>
                </a:ext>
              </a:extLst>
            </p:cNvPr>
            <p:cNvSpPr/>
            <p:nvPr/>
          </p:nvSpPr>
          <p:spPr>
            <a:xfrm>
              <a:off x="470885" y="4647296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514" name="tx63">
              <a:extLst>
                <a:ext uri="{FF2B5EF4-FFF2-40B4-BE49-F238E27FC236}">
                  <a16:creationId xmlns:a16="http://schemas.microsoft.com/office/drawing/2014/main" id="{5E4AC8CC-5897-947F-2862-204CB26F662D}"/>
                </a:ext>
              </a:extLst>
            </p:cNvPr>
            <p:cNvSpPr/>
            <p:nvPr/>
          </p:nvSpPr>
          <p:spPr>
            <a:xfrm>
              <a:off x="470885" y="3753852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515" name="tx64">
              <a:extLst>
                <a:ext uri="{FF2B5EF4-FFF2-40B4-BE49-F238E27FC236}">
                  <a16:creationId xmlns:a16="http://schemas.microsoft.com/office/drawing/2014/main" id="{BB06392A-9326-AC24-1C44-96460CDDB02A}"/>
                </a:ext>
              </a:extLst>
            </p:cNvPr>
            <p:cNvSpPr/>
            <p:nvPr/>
          </p:nvSpPr>
          <p:spPr>
            <a:xfrm>
              <a:off x="470885" y="2860411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516" name="tx65">
              <a:extLst>
                <a:ext uri="{FF2B5EF4-FFF2-40B4-BE49-F238E27FC236}">
                  <a16:creationId xmlns:a16="http://schemas.microsoft.com/office/drawing/2014/main" id="{0F2D67BD-0E70-D734-F930-CB52E5A7E816}"/>
                </a:ext>
              </a:extLst>
            </p:cNvPr>
            <p:cNvSpPr/>
            <p:nvPr/>
          </p:nvSpPr>
          <p:spPr>
            <a:xfrm>
              <a:off x="470885" y="1966967"/>
              <a:ext cx="217534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517" name="pl66">
              <a:extLst>
                <a:ext uri="{FF2B5EF4-FFF2-40B4-BE49-F238E27FC236}">
                  <a16:creationId xmlns:a16="http://schemas.microsoft.com/office/drawing/2014/main" id="{F9C28DF1-680F-724C-DE41-BE0895E39653}"/>
                </a:ext>
              </a:extLst>
            </p:cNvPr>
            <p:cNvSpPr/>
            <p:nvPr/>
          </p:nvSpPr>
          <p:spPr>
            <a:xfrm>
              <a:off x="938079" y="558078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8" name="pl67">
              <a:extLst>
                <a:ext uri="{FF2B5EF4-FFF2-40B4-BE49-F238E27FC236}">
                  <a16:creationId xmlns:a16="http://schemas.microsoft.com/office/drawing/2014/main" id="{6D7F6110-20E1-5560-584D-3F305D090F94}"/>
                </a:ext>
              </a:extLst>
            </p:cNvPr>
            <p:cNvSpPr/>
            <p:nvPr/>
          </p:nvSpPr>
          <p:spPr>
            <a:xfrm>
              <a:off x="938079" y="468734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19" name="pl68">
              <a:extLst>
                <a:ext uri="{FF2B5EF4-FFF2-40B4-BE49-F238E27FC236}">
                  <a16:creationId xmlns:a16="http://schemas.microsoft.com/office/drawing/2014/main" id="{3D17C139-F01A-8050-69F4-CB71D500D81C}"/>
                </a:ext>
              </a:extLst>
            </p:cNvPr>
            <p:cNvSpPr/>
            <p:nvPr/>
          </p:nvSpPr>
          <p:spPr>
            <a:xfrm>
              <a:off x="938079" y="379390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0" name="pl69">
              <a:extLst>
                <a:ext uri="{FF2B5EF4-FFF2-40B4-BE49-F238E27FC236}">
                  <a16:creationId xmlns:a16="http://schemas.microsoft.com/office/drawing/2014/main" id="{F25086C1-DD2A-AE05-9949-3D01FD1A009E}"/>
                </a:ext>
              </a:extLst>
            </p:cNvPr>
            <p:cNvSpPr/>
            <p:nvPr/>
          </p:nvSpPr>
          <p:spPr>
            <a:xfrm>
              <a:off x="938079" y="290046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1" name="pl70">
              <a:extLst>
                <a:ext uri="{FF2B5EF4-FFF2-40B4-BE49-F238E27FC236}">
                  <a16:creationId xmlns:a16="http://schemas.microsoft.com/office/drawing/2014/main" id="{F9E01030-720D-5F80-EC10-BBB7156DB0A1}"/>
                </a:ext>
              </a:extLst>
            </p:cNvPr>
            <p:cNvSpPr/>
            <p:nvPr/>
          </p:nvSpPr>
          <p:spPr>
            <a:xfrm>
              <a:off x="938079" y="20070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2" name="pl71">
              <a:extLst>
                <a:ext uri="{FF2B5EF4-FFF2-40B4-BE49-F238E27FC236}">
                  <a16:creationId xmlns:a16="http://schemas.microsoft.com/office/drawing/2014/main" id="{69653E54-F5F7-B13F-BED2-C4A690182483}"/>
                </a:ext>
              </a:extLst>
            </p:cNvPr>
            <p:cNvSpPr/>
            <p:nvPr/>
          </p:nvSpPr>
          <p:spPr>
            <a:xfrm>
              <a:off x="972874" y="5723142"/>
              <a:ext cx="6271169" cy="0"/>
            </a:xfrm>
            <a:custGeom>
              <a:avLst/>
              <a:gdLst/>
              <a:ahLst/>
              <a:cxnLst/>
              <a:rect l="0" t="0" r="0" b="0"/>
              <a:pathLst>
                <a:path w="6271169">
                  <a:moveTo>
                    <a:pt x="0" y="0"/>
                  </a:moveTo>
                  <a:lnTo>
                    <a:pt x="627116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3" name="pl72">
              <a:extLst>
                <a:ext uri="{FF2B5EF4-FFF2-40B4-BE49-F238E27FC236}">
                  <a16:creationId xmlns:a16="http://schemas.microsoft.com/office/drawing/2014/main" id="{CEB1F8AA-D9F2-A6E5-7DA4-A8F2120C4F71}"/>
                </a:ext>
              </a:extLst>
            </p:cNvPr>
            <p:cNvSpPr/>
            <p:nvPr/>
          </p:nvSpPr>
          <p:spPr>
            <a:xfrm>
              <a:off x="97549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4" name="pl73">
              <a:extLst>
                <a:ext uri="{FF2B5EF4-FFF2-40B4-BE49-F238E27FC236}">
                  <a16:creationId xmlns:a16="http://schemas.microsoft.com/office/drawing/2014/main" id="{7D80DF74-CEB0-9B54-186F-D0CCC017F13D}"/>
                </a:ext>
              </a:extLst>
            </p:cNvPr>
            <p:cNvSpPr/>
            <p:nvPr/>
          </p:nvSpPr>
          <p:spPr>
            <a:xfrm>
              <a:off x="217173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5" name="pl74">
              <a:extLst>
                <a:ext uri="{FF2B5EF4-FFF2-40B4-BE49-F238E27FC236}">
                  <a16:creationId xmlns:a16="http://schemas.microsoft.com/office/drawing/2014/main" id="{48EF9356-0D31-4F91-D773-30FCFDC09D9D}"/>
                </a:ext>
              </a:extLst>
            </p:cNvPr>
            <p:cNvSpPr/>
            <p:nvPr/>
          </p:nvSpPr>
          <p:spPr>
            <a:xfrm>
              <a:off x="336798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6" name="pl75">
              <a:extLst>
                <a:ext uri="{FF2B5EF4-FFF2-40B4-BE49-F238E27FC236}">
                  <a16:creationId xmlns:a16="http://schemas.microsoft.com/office/drawing/2014/main" id="{1130ED05-32B7-BFA3-F0AA-4831FB3965E0}"/>
                </a:ext>
              </a:extLst>
            </p:cNvPr>
            <p:cNvSpPr/>
            <p:nvPr/>
          </p:nvSpPr>
          <p:spPr>
            <a:xfrm>
              <a:off x="456422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7" name="pl76">
              <a:extLst>
                <a:ext uri="{FF2B5EF4-FFF2-40B4-BE49-F238E27FC236}">
                  <a16:creationId xmlns:a16="http://schemas.microsoft.com/office/drawing/2014/main" id="{A7852324-C6AA-943E-8828-CCAADC64179C}"/>
                </a:ext>
              </a:extLst>
            </p:cNvPr>
            <p:cNvSpPr/>
            <p:nvPr/>
          </p:nvSpPr>
          <p:spPr>
            <a:xfrm>
              <a:off x="576047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8" name="pl77">
              <a:extLst>
                <a:ext uri="{FF2B5EF4-FFF2-40B4-BE49-F238E27FC236}">
                  <a16:creationId xmlns:a16="http://schemas.microsoft.com/office/drawing/2014/main" id="{84F51992-EFC1-EE4E-CE66-0AFE01EA17B8}"/>
                </a:ext>
              </a:extLst>
            </p:cNvPr>
            <p:cNvSpPr/>
            <p:nvPr/>
          </p:nvSpPr>
          <p:spPr>
            <a:xfrm>
              <a:off x="695671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1000"/>
            </a:p>
          </p:txBody>
        </p:sp>
        <p:sp>
          <p:nvSpPr>
            <p:cNvPr id="529" name="tx78">
              <a:extLst>
                <a:ext uri="{FF2B5EF4-FFF2-40B4-BE49-F238E27FC236}">
                  <a16:creationId xmlns:a16="http://schemas.microsoft.com/office/drawing/2014/main" id="{C9CC4DD1-8F66-A6B0-126D-20C9C5954EC9}"/>
                </a:ext>
              </a:extLst>
            </p:cNvPr>
            <p:cNvSpPr/>
            <p:nvPr/>
          </p:nvSpPr>
          <p:spPr>
            <a:xfrm>
              <a:off x="944403" y="5869179"/>
              <a:ext cx="62179" cy="8010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0" name="tx79">
              <a:extLst>
                <a:ext uri="{FF2B5EF4-FFF2-40B4-BE49-F238E27FC236}">
                  <a16:creationId xmlns:a16="http://schemas.microsoft.com/office/drawing/2014/main" id="{DB476D29-424C-2CFE-9FF3-BEF1B5139FEC}"/>
                </a:ext>
              </a:extLst>
            </p:cNvPr>
            <p:cNvSpPr/>
            <p:nvPr/>
          </p:nvSpPr>
          <p:spPr>
            <a:xfrm>
              <a:off x="2140649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31" name="tx80">
              <a:extLst>
                <a:ext uri="{FF2B5EF4-FFF2-40B4-BE49-F238E27FC236}">
                  <a16:creationId xmlns:a16="http://schemas.microsoft.com/office/drawing/2014/main" id="{DBEF4F7D-7572-49E2-E4F8-CD35FA6E3EAA}"/>
                </a:ext>
              </a:extLst>
            </p:cNvPr>
            <p:cNvSpPr/>
            <p:nvPr/>
          </p:nvSpPr>
          <p:spPr>
            <a:xfrm>
              <a:off x="333689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32" name="tx81">
              <a:extLst>
                <a:ext uri="{FF2B5EF4-FFF2-40B4-BE49-F238E27FC236}">
                  <a16:creationId xmlns:a16="http://schemas.microsoft.com/office/drawing/2014/main" id="{0560DD15-260B-043F-3776-2045B9AC9B79}"/>
                </a:ext>
              </a:extLst>
            </p:cNvPr>
            <p:cNvSpPr/>
            <p:nvPr/>
          </p:nvSpPr>
          <p:spPr>
            <a:xfrm>
              <a:off x="453313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3" name="tx82">
              <a:extLst>
                <a:ext uri="{FF2B5EF4-FFF2-40B4-BE49-F238E27FC236}">
                  <a16:creationId xmlns:a16="http://schemas.microsoft.com/office/drawing/2014/main" id="{2E86BD23-02F8-317D-9CF5-9AAC010A88BD}"/>
                </a:ext>
              </a:extLst>
            </p:cNvPr>
            <p:cNvSpPr/>
            <p:nvPr/>
          </p:nvSpPr>
          <p:spPr>
            <a:xfrm>
              <a:off x="5729383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4" name="tx83">
              <a:extLst>
                <a:ext uri="{FF2B5EF4-FFF2-40B4-BE49-F238E27FC236}">
                  <a16:creationId xmlns:a16="http://schemas.microsoft.com/office/drawing/2014/main" id="{92C37CDC-FDC5-EF61-9476-864EB5A21916}"/>
                </a:ext>
              </a:extLst>
            </p:cNvPr>
            <p:cNvSpPr/>
            <p:nvPr/>
          </p:nvSpPr>
          <p:spPr>
            <a:xfrm>
              <a:off x="6925628" y="5869179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5" name="tx84">
              <a:extLst>
                <a:ext uri="{FF2B5EF4-FFF2-40B4-BE49-F238E27FC236}">
                  <a16:creationId xmlns:a16="http://schemas.microsoft.com/office/drawing/2014/main" id="{4FF993F1-7179-5261-659A-CCA72205DA6C}"/>
                </a:ext>
              </a:extLst>
            </p:cNvPr>
            <p:cNvSpPr/>
            <p:nvPr/>
          </p:nvSpPr>
          <p:spPr>
            <a:xfrm>
              <a:off x="3370765" y="6443532"/>
              <a:ext cx="1475383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536" name="tx85">
              <a:extLst>
                <a:ext uri="{FF2B5EF4-FFF2-40B4-BE49-F238E27FC236}">
                  <a16:creationId xmlns:a16="http://schemas.microsoft.com/office/drawing/2014/main" id="{3A2BDD04-D9EE-F9A7-1C3A-FD65812828FC}"/>
                </a:ext>
              </a:extLst>
            </p:cNvPr>
            <p:cNvSpPr/>
            <p:nvPr/>
          </p:nvSpPr>
          <p:spPr>
            <a:xfrm rot="16200000">
              <a:off x="-163642" y="3759742"/>
              <a:ext cx="496885" cy="10021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dirty="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Survival</a:t>
              </a:r>
            </a:p>
          </p:txBody>
        </p:sp>
        <p:sp>
          <p:nvSpPr>
            <p:cNvPr id="537" name="rc86">
              <a:extLst>
                <a:ext uri="{FF2B5EF4-FFF2-40B4-BE49-F238E27FC236}">
                  <a16:creationId xmlns:a16="http://schemas.microsoft.com/office/drawing/2014/main" id="{49E5823D-A0D8-6B5C-8AF2-500513E98494}"/>
                </a:ext>
              </a:extLst>
            </p:cNvPr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38" name="rc88">
              <a:extLst>
                <a:ext uri="{FF2B5EF4-FFF2-40B4-BE49-F238E27FC236}">
                  <a16:creationId xmlns:a16="http://schemas.microsoft.com/office/drawing/2014/main" id="{F4069010-869A-46A3-2748-6AA2B9127799}"/>
                </a:ext>
              </a:extLst>
            </p:cNvPr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  <p:sp>
          <p:nvSpPr>
            <p:cNvPr id="540" name="rc90">
              <a:extLst>
                <a:ext uri="{FF2B5EF4-FFF2-40B4-BE49-F238E27FC236}">
                  <a16:creationId xmlns:a16="http://schemas.microsoft.com/office/drawing/2014/main" id="{851271AA-82A4-C345-70A1-5DD13DC7D22D}"/>
                </a:ext>
              </a:extLst>
            </p:cNvPr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1000"/>
            </a:p>
          </p:txBody>
        </p:sp>
      </p:grpSp>
      <p:sp>
        <p:nvSpPr>
          <p:cNvPr id="544" name="tx90">
            <a:extLst>
              <a:ext uri="{FF2B5EF4-FFF2-40B4-BE49-F238E27FC236}">
                <a16:creationId xmlns:a16="http://schemas.microsoft.com/office/drawing/2014/main" id="{6C0667F9-EED7-FE84-3A3E-9F64404AF6BF}"/>
              </a:ext>
            </a:extLst>
          </p:cNvPr>
          <p:cNvSpPr/>
          <p:nvPr/>
        </p:nvSpPr>
        <p:spPr>
          <a:xfrm>
            <a:off x="4355976" y="3429000"/>
            <a:ext cx="2740672" cy="20352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(D) Environmental Distance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vs Survival</a:t>
            </a:r>
          </a:p>
        </p:txBody>
      </p:sp>
      <p:sp>
        <p:nvSpPr>
          <p:cNvPr id="545" name="tx90">
            <a:extLst>
              <a:ext uri="{FF2B5EF4-FFF2-40B4-BE49-F238E27FC236}">
                <a16:creationId xmlns:a16="http://schemas.microsoft.com/office/drawing/2014/main" id="{2C6284EA-2499-B5EE-00C5-07957FC411D0}"/>
              </a:ext>
            </a:extLst>
          </p:cNvPr>
          <p:cNvSpPr/>
          <p:nvPr/>
        </p:nvSpPr>
        <p:spPr>
          <a:xfrm>
            <a:off x="4139952" y="371070"/>
            <a:ext cx="2740672" cy="203521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  (B)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Predicted GO (</a:t>
            </a:r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GF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) vs Survival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CD6E552-E5F6-4DE2-5DB0-EDE16560B9E4}"/>
              </a:ext>
            </a:extLst>
          </p:cNvPr>
          <p:cNvSpPr/>
          <p:nvPr/>
        </p:nvSpPr>
        <p:spPr>
          <a:xfrm>
            <a:off x="2776168" y="1700808"/>
            <a:ext cx="720080" cy="28803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tx1"/>
                </a:solidFill>
              </a:rPr>
              <a:t>ρ = -0.8</a:t>
            </a:r>
            <a:r>
              <a:rPr lang="en-US" sz="900" dirty="0">
                <a:solidFill>
                  <a:schemeClr val="tx1"/>
                </a:solidFill>
              </a:rPr>
              <a:t>4</a:t>
            </a:r>
            <a:endParaRPr lang="el-GR" sz="900" dirty="0">
              <a:solidFill>
                <a:schemeClr val="tx1"/>
              </a:solidFill>
            </a:endParaRP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R</a:t>
            </a:r>
            <a:r>
              <a:rPr lang="en-US" sz="900" baseline="30000" dirty="0">
                <a:solidFill>
                  <a:schemeClr val="tx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= 0.55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16B76DD-6655-06CE-6A05-0135906EF19C}"/>
              </a:ext>
            </a:extLst>
          </p:cNvPr>
          <p:cNvSpPr/>
          <p:nvPr/>
        </p:nvSpPr>
        <p:spPr>
          <a:xfrm>
            <a:off x="827584" y="1988840"/>
            <a:ext cx="720080" cy="28803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bg1"/>
                </a:solidFill>
              </a:rPr>
              <a:t>ρ = -0.</a:t>
            </a:r>
            <a:r>
              <a:rPr lang="en-US" sz="900" dirty="0">
                <a:solidFill>
                  <a:schemeClr val="bg1"/>
                </a:solidFill>
              </a:rPr>
              <a:t>17</a:t>
            </a:r>
            <a:endParaRPr lang="el-GR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R</a:t>
            </a:r>
            <a:r>
              <a:rPr lang="en-US" sz="900" baseline="30000" dirty="0">
                <a:solidFill>
                  <a:schemeClr val="bg1"/>
                </a:solidFill>
              </a:rPr>
              <a:t>2</a:t>
            </a:r>
            <a:r>
              <a:rPr lang="en-US" sz="900" dirty="0">
                <a:solidFill>
                  <a:schemeClr val="bg1"/>
                </a:solidFill>
              </a:rPr>
              <a:t> = 0.11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90FFBF9-9A7B-4B4C-194B-00BF329DAA4C}"/>
              </a:ext>
            </a:extLst>
          </p:cNvPr>
          <p:cNvSpPr/>
          <p:nvPr/>
        </p:nvSpPr>
        <p:spPr>
          <a:xfrm>
            <a:off x="4790208" y="1230257"/>
            <a:ext cx="720080" cy="28803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tx1"/>
                </a:solidFill>
              </a:rPr>
              <a:t>ρ = -0.</a:t>
            </a:r>
            <a:r>
              <a:rPr lang="en-US" sz="900" dirty="0">
                <a:solidFill>
                  <a:schemeClr val="tx1"/>
                </a:solidFill>
              </a:rPr>
              <a:t>47</a:t>
            </a:r>
            <a:endParaRPr lang="el-GR" sz="900" dirty="0">
              <a:solidFill>
                <a:schemeClr val="tx1"/>
              </a:solidFill>
            </a:endParaRP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R</a:t>
            </a:r>
            <a:r>
              <a:rPr lang="en-US" sz="900" baseline="30000" dirty="0">
                <a:solidFill>
                  <a:schemeClr val="tx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= 0.22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7BEABCD-5858-B71E-8D39-2C3D397948CC}"/>
              </a:ext>
            </a:extLst>
          </p:cNvPr>
          <p:cNvSpPr/>
          <p:nvPr/>
        </p:nvSpPr>
        <p:spPr>
          <a:xfrm>
            <a:off x="5007315" y="1988840"/>
            <a:ext cx="720080" cy="28803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bg1"/>
                </a:solidFill>
              </a:rPr>
              <a:t>ρ = -0.</a:t>
            </a:r>
            <a:r>
              <a:rPr lang="en-US" sz="900" dirty="0">
                <a:solidFill>
                  <a:schemeClr val="bg1"/>
                </a:solidFill>
              </a:rPr>
              <a:t>15</a:t>
            </a:r>
            <a:endParaRPr lang="el-GR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R</a:t>
            </a:r>
            <a:r>
              <a:rPr lang="en-US" sz="900" baseline="30000" dirty="0">
                <a:solidFill>
                  <a:schemeClr val="bg1"/>
                </a:solidFill>
              </a:rPr>
              <a:t>2</a:t>
            </a:r>
            <a:r>
              <a:rPr lang="en-US" sz="900" dirty="0">
                <a:solidFill>
                  <a:schemeClr val="bg1"/>
                </a:solidFill>
              </a:rPr>
              <a:t> = 0.11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51F9A06-52DB-7C47-3200-935D2932DB0C}"/>
              </a:ext>
            </a:extLst>
          </p:cNvPr>
          <p:cNvSpPr/>
          <p:nvPr/>
        </p:nvSpPr>
        <p:spPr>
          <a:xfrm>
            <a:off x="2843808" y="4725145"/>
            <a:ext cx="720080" cy="28803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tx1"/>
                </a:solidFill>
              </a:rPr>
              <a:t>ρ = -0.</a:t>
            </a:r>
            <a:r>
              <a:rPr lang="en-US" sz="900" dirty="0">
                <a:solidFill>
                  <a:schemeClr val="tx1"/>
                </a:solidFill>
              </a:rPr>
              <a:t>23</a:t>
            </a:r>
            <a:endParaRPr lang="el-GR" sz="900" dirty="0">
              <a:solidFill>
                <a:schemeClr val="tx1"/>
              </a:solidFill>
            </a:endParaRP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R</a:t>
            </a:r>
            <a:r>
              <a:rPr lang="en-US" sz="900" baseline="30000" dirty="0">
                <a:solidFill>
                  <a:schemeClr val="tx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= 0.17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31CE575-8615-CC49-1861-F7EA94375ABF}"/>
              </a:ext>
            </a:extLst>
          </p:cNvPr>
          <p:cNvSpPr/>
          <p:nvPr/>
        </p:nvSpPr>
        <p:spPr>
          <a:xfrm>
            <a:off x="5652120" y="4444456"/>
            <a:ext cx="720080" cy="288032"/>
          </a:xfrm>
          <a:prstGeom prst="roundRect">
            <a:avLst/>
          </a:prstGeom>
          <a:solidFill>
            <a:srgbClr val="00FA9A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tx1"/>
                </a:solidFill>
              </a:rPr>
              <a:t>ρ = -0.</a:t>
            </a:r>
            <a:r>
              <a:rPr lang="en-US" sz="900" dirty="0">
                <a:solidFill>
                  <a:schemeClr val="tx1"/>
                </a:solidFill>
              </a:rPr>
              <a:t>39</a:t>
            </a:r>
            <a:endParaRPr lang="el-GR" sz="900" dirty="0">
              <a:solidFill>
                <a:schemeClr val="tx1"/>
              </a:solidFill>
            </a:endParaRP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R</a:t>
            </a:r>
            <a:r>
              <a:rPr lang="en-US" sz="900" baseline="30000" dirty="0">
                <a:solidFill>
                  <a:schemeClr val="tx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= 0.09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3BAA89B-BB42-3886-1861-68A127CB1BFF}"/>
              </a:ext>
            </a:extLst>
          </p:cNvPr>
          <p:cNvSpPr/>
          <p:nvPr/>
        </p:nvSpPr>
        <p:spPr>
          <a:xfrm>
            <a:off x="1075028" y="5157192"/>
            <a:ext cx="720080" cy="28803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bg1"/>
                </a:solidFill>
              </a:rPr>
              <a:t>ρ = -0.</a:t>
            </a:r>
            <a:r>
              <a:rPr lang="en-US" sz="900" dirty="0">
                <a:solidFill>
                  <a:schemeClr val="bg1"/>
                </a:solidFill>
              </a:rPr>
              <a:t>38</a:t>
            </a:r>
            <a:endParaRPr lang="el-GR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R</a:t>
            </a:r>
            <a:r>
              <a:rPr lang="en-US" sz="900" baseline="30000" dirty="0">
                <a:solidFill>
                  <a:schemeClr val="bg1"/>
                </a:solidFill>
              </a:rPr>
              <a:t>2</a:t>
            </a:r>
            <a:r>
              <a:rPr lang="en-US" sz="900" dirty="0">
                <a:solidFill>
                  <a:schemeClr val="bg1"/>
                </a:solidFill>
              </a:rPr>
              <a:t> = 0.06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3FAF8D5-E2B3-8D8D-807F-BB5EECCF3D73}"/>
              </a:ext>
            </a:extLst>
          </p:cNvPr>
          <p:cNvSpPr/>
          <p:nvPr/>
        </p:nvSpPr>
        <p:spPr>
          <a:xfrm>
            <a:off x="4893656" y="4897762"/>
            <a:ext cx="720080" cy="288032"/>
          </a:xfrm>
          <a:prstGeom prst="roundRect">
            <a:avLst/>
          </a:prstGeom>
          <a:solidFill>
            <a:srgbClr val="1C90FF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sz="900" dirty="0">
                <a:solidFill>
                  <a:schemeClr val="bg1"/>
                </a:solidFill>
              </a:rPr>
              <a:t>ρ = -0.</a:t>
            </a:r>
            <a:r>
              <a:rPr lang="en-US" sz="900" dirty="0">
                <a:solidFill>
                  <a:schemeClr val="bg1"/>
                </a:solidFill>
              </a:rPr>
              <a:t>19</a:t>
            </a:r>
            <a:endParaRPr lang="el-GR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R</a:t>
            </a:r>
            <a:r>
              <a:rPr lang="en-US" sz="900" baseline="30000" dirty="0">
                <a:solidFill>
                  <a:schemeClr val="bg1"/>
                </a:solidFill>
              </a:rPr>
              <a:t>2</a:t>
            </a:r>
            <a:r>
              <a:rPr lang="en-US" sz="900" dirty="0">
                <a:solidFill>
                  <a:schemeClr val="bg1"/>
                </a:solidFill>
              </a:rPr>
              <a:t> = 0.12</a:t>
            </a:r>
          </a:p>
        </p:txBody>
      </p:sp>
    </p:spTree>
    <p:extLst>
      <p:ext uri="{BB962C8B-B14F-4D97-AF65-F5344CB8AC3E}">
        <p14:creationId xmlns:p14="http://schemas.microsoft.com/office/powerpoint/2010/main" val="2502536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288029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2690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3749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2402398" y="284344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2402398" y="26644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2402398" y="263823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3736353" y="301187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3736353" y="29543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3736353" y="311413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2410153" y="201506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2410153" y="291897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2410153" y="28741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4395086" y="31813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4395086" y="32065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4395086" y="340243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871589" y="306184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871589" y="28560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871589" y="304179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614420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614420" y="456114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614420" y="434959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898879" y="36125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898879" y="364278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898879" y="35984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2645804"/>
            </a:xfrm>
            <a:custGeom>
              <a:avLst/>
              <a:gdLst/>
              <a:ahLst/>
              <a:cxnLst/>
              <a:rect l="0" t="0" r="0" b="0"/>
              <a:pathLst>
                <a:path w="5729243" h="2645804">
                  <a:moveTo>
                    <a:pt x="0" y="0"/>
                  </a:moveTo>
                  <a:lnTo>
                    <a:pt x="72522" y="29840"/>
                  </a:lnTo>
                  <a:lnTo>
                    <a:pt x="145044" y="59593"/>
                  </a:lnTo>
                  <a:lnTo>
                    <a:pt x="217566" y="89253"/>
                  </a:lnTo>
                  <a:lnTo>
                    <a:pt x="290088" y="118813"/>
                  </a:lnTo>
                  <a:lnTo>
                    <a:pt x="362610" y="148268"/>
                  </a:lnTo>
                  <a:lnTo>
                    <a:pt x="435132" y="177611"/>
                  </a:lnTo>
                  <a:lnTo>
                    <a:pt x="507654" y="206833"/>
                  </a:lnTo>
                  <a:lnTo>
                    <a:pt x="580176" y="235927"/>
                  </a:lnTo>
                  <a:lnTo>
                    <a:pt x="652698" y="264885"/>
                  </a:lnTo>
                  <a:lnTo>
                    <a:pt x="725220" y="293696"/>
                  </a:lnTo>
                  <a:lnTo>
                    <a:pt x="797742" y="322351"/>
                  </a:lnTo>
                  <a:lnTo>
                    <a:pt x="870264" y="350839"/>
                  </a:lnTo>
                  <a:lnTo>
                    <a:pt x="942786" y="379149"/>
                  </a:lnTo>
                  <a:lnTo>
                    <a:pt x="1015308" y="407268"/>
                  </a:lnTo>
                  <a:lnTo>
                    <a:pt x="1087830" y="435184"/>
                  </a:lnTo>
                  <a:lnTo>
                    <a:pt x="1160353" y="462882"/>
                  </a:lnTo>
                  <a:lnTo>
                    <a:pt x="1232875" y="490347"/>
                  </a:lnTo>
                  <a:lnTo>
                    <a:pt x="1305397" y="517565"/>
                  </a:lnTo>
                  <a:lnTo>
                    <a:pt x="1377919" y="544517"/>
                  </a:lnTo>
                  <a:lnTo>
                    <a:pt x="1450441" y="571188"/>
                  </a:lnTo>
                  <a:lnTo>
                    <a:pt x="1522963" y="597560"/>
                  </a:lnTo>
                  <a:lnTo>
                    <a:pt x="1595485" y="623612"/>
                  </a:lnTo>
                  <a:lnTo>
                    <a:pt x="1668007" y="649328"/>
                  </a:lnTo>
                  <a:lnTo>
                    <a:pt x="1740529" y="674687"/>
                  </a:lnTo>
                  <a:lnTo>
                    <a:pt x="1813051" y="699669"/>
                  </a:lnTo>
                  <a:lnTo>
                    <a:pt x="1885573" y="724257"/>
                  </a:lnTo>
                  <a:lnTo>
                    <a:pt x="1958095" y="748429"/>
                  </a:lnTo>
                  <a:lnTo>
                    <a:pt x="2030617" y="772170"/>
                  </a:lnTo>
                  <a:lnTo>
                    <a:pt x="2103139" y="795460"/>
                  </a:lnTo>
                  <a:lnTo>
                    <a:pt x="2175661" y="818286"/>
                  </a:lnTo>
                  <a:lnTo>
                    <a:pt x="2248184" y="840633"/>
                  </a:lnTo>
                  <a:lnTo>
                    <a:pt x="2320706" y="862489"/>
                  </a:lnTo>
                  <a:lnTo>
                    <a:pt x="2393228" y="883845"/>
                  </a:lnTo>
                  <a:lnTo>
                    <a:pt x="2465750" y="904695"/>
                  </a:lnTo>
                  <a:lnTo>
                    <a:pt x="2538272" y="925035"/>
                  </a:lnTo>
                  <a:lnTo>
                    <a:pt x="2610794" y="944865"/>
                  </a:lnTo>
                  <a:lnTo>
                    <a:pt x="2683316" y="964186"/>
                  </a:lnTo>
                  <a:lnTo>
                    <a:pt x="2755838" y="983004"/>
                  </a:lnTo>
                  <a:lnTo>
                    <a:pt x="2828360" y="1001327"/>
                  </a:lnTo>
                  <a:lnTo>
                    <a:pt x="2900882" y="1019166"/>
                  </a:lnTo>
                  <a:lnTo>
                    <a:pt x="2973404" y="1036534"/>
                  </a:lnTo>
                  <a:lnTo>
                    <a:pt x="3045926" y="1053446"/>
                  </a:lnTo>
                  <a:lnTo>
                    <a:pt x="3118448" y="1069917"/>
                  </a:lnTo>
                  <a:lnTo>
                    <a:pt x="3190970" y="1085966"/>
                  </a:lnTo>
                  <a:lnTo>
                    <a:pt x="3263492" y="1101611"/>
                  </a:lnTo>
                  <a:lnTo>
                    <a:pt x="3336014" y="1116872"/>
                  </a:lnTo>
                  <a:lnTo>
                    <a:pt x="3408537" y="1131767"/>
                  </a:lnTo>
                  <a:lnTo>
                    <a:pt x="3481059" y="1146317"/>
                  </a:lnTo>
                  <a:lnTo>
                    <a:pt x="3553581" y="1160541"/>
                  </a:lnTo>
                  <a:lnTo>
                    <a:pt x="3626103" y="1174456"/>
                  </a:lnTo>
                  <a:lnTo>
                    <a:pt x="3698625" y="1188082"/>
                  </a:lnTo>
                  <a:lnTo>
                    <a:pt x="3771147" y="1201437"/>
                  </a:lnTo>
                  <a:lnTo>
                    <a:pt x="3843669" y="1214536"/>
                  </a:lnTo>
                  <a:lnTo>
                    <a:pt x="3916191" y="1227396"/>
                  </a:lnTo>
                  <a:lnTo>
                    <a:pt x="3988713" y="1240032"/>
                  </a:lnTo>
                  <a:lnTo>
                    <a:pt x="4061235" y="1252458"/>
                  </a:lnTo>
                  <a:lnTo>
                    <a:pt x="4133757" y="1264689"/>
                  </a:lnTo>
                  <a:lnTo>
                    <a:pt x="4206279" y="1276735"/>
                  </a:lnTo>
                  <a:lnTo>
                    <a:pt x="4278801" y="1288610"/>
                  </a:lnTo>
                  <a:lnTo>
                    <a:pt x="4351323" y="1300325"/>
                  </a:lnTo>
                  <a:lnTo>
                    <a:pt x="4423845" y="1311889"/>
                  </a:lnTo>
                  <a:lnTo>
                    <a:pt x="4496368" y="1323312"/>
                  </a:lnTo>
                  <a:lnTo>
                    <a:pt x="4568890" y="1334603"/>
                  </a:lnTo>
                  <a:lnTo>
                    <a:pt x="4641412" y="1345771"/>
                  </a:lnTo>
                  <a:lnTo>
                    <a:pt x="4713934" y="1356823"/>
                  </a:lnTo>
                  <a:lnTo>
                    <a:pt x="4786456" y="1367767"/>
                  </a:lnTo>
                  <a:lnTo>
                    <a:pt x="4858978" y="1378609"/>
                  </a:lnTo>
                  <a:lnTo>
                    <a:pt x="4931500" y="1389355"/>
                  </a:lnTo>
                  <a:lnTo>
                    <a:pt x="5004022" y="1400011"/>
                  </a:lnTo>
                  <a:lnTo>
                    <a:pt x="5076544" y="1410582"/>
                  </a:lnTo>
                  <a:lnTo>
                    <a:pt x="5149066" y="1421074"/>
                  </a:lnTo>
                  <a:lnTo>
                    <a:pt x="5221588" y="1431491"/>
                  </a:lnTo>
                  <a:lnTo>
                    <a:pt x="5294110" y="1441837"/>
                  </a:lnTo>
                  <a:lnTo>
                    <a:pt x="5366632" y="1452117"/>
                  </a:lnTo>
                  <a:lnTo>
                    <a:pt x="5439154" y="1462334"/>
                  </a:lnTo>
                  <a:lnTo>
                    <a:pt x="5511676" y="1472491"/>
                  </a:lnTo>
                  <a:lnTo>
                    <a:pt x="5584198" y="1482593"/>
                  </a:lnTo>
                  <a:lnTo>
                    <a:pt x="5656721" y="1492641"/>
                  </a:lnTo>
                  <a:lnTo>
                    <a:pt x="5729243" y="1502639"/>
                  </a:lnTo>
                  <a:lnTo>
                    <a:pt x="5729243" y="2645804"/>
                  </a:lnTo>
                  <a:lnTo>
                    <a:pt x="5656721" y="2615343"/>
                  </a:lnTo>
                  <a:lnTo>
                    <a:pt x="5584198" y="2584932"/>
                  </a:lnTo>
                  <a:lnTo>
                    <a:pt x="5511676" y="2554574"/>
                  </a:lnTo>
                  <a:lnTo>
                    <a:pt x="5439154" y="2524272"/>
                  </a:lnTo>
                  <a:lnTo>
                    <a:pt x="5366632" y="2494030"/>
                  </a:lnTo>
                  <a:lnTo>
                    <a:pt x="5294110" y="2463850"/>
                  </a:lnTo>
                  <a:lnTo>
                    <a:pt x="5221588" y="2433737"/>
                  </a:lnTo>
                  <a:lnTo>
                    <a:pt x="5149066" y="2403695"/>
                  </a:lnTo>
                  <a:lnTo>
                    <a:pt x="5076544" y="2373727"/>
                  </a:lnTo>
                  <a:lnTo>
                    <a:pt x="5004022" y="2343839"/>
                  </a:lnTo>
                  <a:lnTo>
                    <a:pt x="4931500" y="2314036"/>
                  </a:lnTo>
                  <a:lnTo>
                    <a:pt x="4858978" y="2284323"/>
                  </a:lnTo>
                  <a:lnTo>
                    <a:pt x="4786456" y="2254705"/>
                  </a:lnTo>
                  <a:lnTo>
                    <a:pt x="4713934" y="2225189"/>
                  </a:lnTo>
                  <a:lnTo>
                    <a:pt x="4641412" y="2195782"/>
                  </a:lnTo>
                  <a:lnTo>
                    <a:pt x="4568890" y="2166490"/>
                  </a:lnTo>
                  <a:lnTo>
                    <a:pt x="4496368" y="2137322"/>
                  </a:lnTo>
                  <a:lnTo>
                    <a:pt x="4423845" y="2108286"/>
                  </a:lnTo>
                  <a:lnTo>
                    <a:pt x="4351323" y="2079391"/>
                  </a:lnTo>
                  <a:lnTo>
                    <a:pt x="4278801" y="2050646"/>
                  </a:lnTo>
                  <a:lnTo>
                    <a:pt x="4206279" y="2022062"/>
                  </a:lnTo>
                  <a:lnTo>
                    <a:pt x="4133757" y="1993649"/>
                  </a:lnTo>
                  <a:lnTo>
                    <a:pt x="4061235" y="1965420"/>
                  </a:lnTo>
                  <a:lnTo>
                    <a:pt x="3988713" y="1937387"/>
                  </a:lnTo>
                  <a:lnTo>
                    <a:pt x="3916191" y="1909564"/>
                  </a:lnTo>
                  <a:lnTo>
                    <a:pt x="3843669" y="1881964"/>
                  </a:lnTo>
                  <a:lnTo>
                    <a:pt x="3771147" y="1854604"/>
                  </a:lnTo>
                  <a:lnTo>
                    <a:pt x="3698625" y="1827499"/>
                  </a:lnTo>
                  <a:lnTo>
                    <a:pt x="3626103" y="1800666"/>
                  </a:lnTo>
                  <a:lnTo>
                    <a:pt x="3553581" y="1774122"/>
                  </a:lnTo>
                  <a:lnTo>
                    <a:pt x="3481059" y="1747886"/>
                  </a:lnTo>
                  <a:lnTo>
                    <a:pt x="3408537" y="1721977"/>
                  </a:lnTo>
                  <a:lnTo>
                    <a:pt x="3336014" y="1696413"/>
                  </a:lnTo>
                  <a:lnTo>
                    <a:pt x="3263492" y="1671214"/>
                  </a:lnTo>
                  <a:lnTo>
                    <a:pt x="3190970" y="1646400"/>
                  </a:lnTo>
                  <a:lnTo>
                    <a:pt x="3118448" y="1621990"/>
                  </a:lnTo>
                  <a:lnTo>
                    <a:pt x="3045926" y="1598002"/>
                  </a:lnTo>
                  <a:lnTo>
                    <a:pt x="2973404" y="1574454"/>
                  </a:lnTo>
                  <a:lnTo>
                    <a:pt x="2900882" y="1551362"/>
                  </a:lnTo>
                  <a:lnTo>
                    <a:pt x="2828360" y="1528742"/>
                  </a:lnTo>
                  <a:lnTo>
                    <a:pt x="2755838" y="1506606"/>
                  </a:lnTo>
                  <a:lnTo>
                    <a:pt x="2683316" y="1484964"/>
                  </a:lnTo>
                  <a:lnTo>
                    <a:pt x="2610794" y="1463826"/>
                  </a:lnTo>
                  <a:lnTo>
                    <a:pt x="2538272" y="1443196"/>
                  </a:lnTo>
                  <a:lnTo>
                    <a:pt x="2465750" y="1423077"/>
                  </a:lnTo>
                  <a:lnTo>
                    <a:pt x="2393228" y="1403468"/>
                  </a:lnTo>
                  <a:lnTo>
                    <a:pt x="2320706" y="1384365"/>
                  </a:lnTo>
                  <a:lnTo>
                    <a:pt x="2248184" y="1365761"/>
                  </a:lnTo>
                  <a:lnTo>
                    <a:pt x="2175661" y="1347649"/>
                  </a:lnTo>
                  <a:lnTo>
                    <a:pt x="2103139" y="1330015"/>
                  </a:lnTo>
                  <a:lnTo>
                    <a:pt x="2030617" y="1312846"/>
                  </a:lnTo>
                  <a:lnTo>
                    <a:pt x="1958095" y="1296127"/>
                  </a:lnTo>
                  <a:lnTo>
                    <a:pt x="1885573" y="1279841"/>
                  </a:lnTo>
                  <a:lnTo>
                    <a:pt x="1813051" y="1263969"/>
                  </a:lnTo>
                  <a:lnTo>
                    <a:pt x="1740529" y="1248492"/>
                  </a:lnTo>
                  <a:lnTo>
                    <a:pt x="1668007" y="1233391"/>
                  </a:lnTo>
                  <a:lnTo>
                    <a:pt x="1595485" y="1218647"/>
                  </a:lnTo>
                  <a:lnTo>
                    <a:pt x="1522963" y="1204241"/>
                  </a:lnTo>
                  <a:lnTo>
                    <a:pt x="1450441" y="1190153"/>
                  </a:lnTo>
                  <a:lnTo>
                    <a:pt x="1377919" y="1176364"/>
                  </a:lnTo>
                  <a:lnTo>
                    <a:pt x="1305397" y="1162858"/>
                  </a:lnTo>
                  <a:lnTo>
                    <a:pt x="1232875" y="1149616"/>
                  </a:lnTo>
                  <a:lnTo>
                    <a:pt x="1160353" y="1136622"/>
                  </a:lnTo>
                  <a:lnTo>
                    <a:pt x="1087830" y="1123860"/>
                  </a:lnTo>
                  <a:lnTo>
                    <a:pt x="1015308" y="1111317"/>
                  </a:lnTo>
                  <a:lnTo>
                    <a:pt x="942786" y="1098976"/>
                  </a:lnTo>
                  <a:lnTo>
                    <a:pt x="870264" y="1086827"/>
                  </a:lnTo>
                  <a:lnTo>
                    <a:pt x="797742" y="1074856"/>
                  </a:lnTo>
                  <a:lnTo>
                    <a:pt x="725220" y="1063052"/>
                  </a:lnTo>
                  <a:lnTo>
                    <a:pt x="652698" y="1051403"/>
                  </a:lnTo>
                  <a:lnTo>
                    <a:pt x="580176" y="1039901"/>
                  </a:lnTo>
                  <a:lnTo>
                    <a:pt x="507654" y="1028536"/>
                  </a:lnTo>
                  <a:lnTo>
                    <a:pt x="435132" y="1017299"/>
                  </a:lnTo>
                  <a:lnTo>
                    <a:pt x="362610" y="1006182"/>
                  </a:lnTo>
                  <a:lnTo>
                    <a:pt x="290088" y="995178"/>
                  </a:lnTo>
                  <a:lnTo>
                    <a:pt x="217566" y="984279"/>
                  </a:lnTo>
                  <a:lnTo>
                    <a:pt x="145044" y="973480"/>
                  </a:lnTo>
                  <a:lnTo>
                    <a:pt x="72522" y="962773"/>
                  </a:lnTo>
                  <a:lnTo>
                    <a:pt x="0" y="95215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502639"/>
            </a:xfrm>
            <a:custGeom>
              <a:avLst/>
              <a:gdLst/>
              <a:ahLst/>
              <a:cxnLst/>
              <a:rect l="0" t="0" r="0" b="0"/>
              <a:pathLst>
                <a:path w="5729243" h="1502639">
                  <a:moveTo>
                    <a:pt x="0" y="0"/>
                  </a:moveTo>
                  <a:lnTo>
                    <a:pt x="72522" y="29840"/>
                  </a:lnTo>
                  <a:lnTo>
                    <a:pt x="145044" y="59593"/>
                  </a:lnTo>
                  <a:lnTo>
                    <a:pt x="217566" y="89253"/>
                  </a:lnTo>
                  <a:lnTo>
                    <a:pt x="290088" y="118813"/>
                  </a:lnTo>
                  <a:lnTo>
                    <a:pt x="362610" y="148268"/>
                  </a:lnTo>
                  <a:lnTo>
                    <a:pt x="435132" y="177611"/>
                  </a:lnTo>
                  <a:lnTo>
                    <a:pt x="507654" y="206833"/>
                  </a:lnTo>
                  <a:lnTo>
                    <a:pt x="580176" y="235927"/>
                  </a:lnTo>
                  <a:lnTo>
                    <a:pt x="652698" y="264885"/>
                  </a:lnTo>
                  <a:lnTo>
                    <a:pt x="725220" y="293696"/>
                  </a:lnTo>
                  <a:lnTo>
                    <a:pt x="797742" y="322351"/>
                  </a:lnTo>
                  <a:lnTo>
                    <a:pt x="870264" y="350839"/>
                  </a:lnTo>
                  <a:lnTo>
                    <a:pt x="942786" y="379149"/>
                  </a:lnTo>
                  <a:lnTo>
                    <a:pt x="1015308" y="407268"/>
                  </a:lnTo>
                  <a:lnTo>
                    <a:pt x="1087830" y="435184"/>
                  </a:lnTo>
                  <a:lnTo>
                    <a:pt x="1160353" y="462882"/>
                  </a:lnTo>
                  <a:lnTo>
                    <a:pt x="1232875" y="490347"/>
                  </a:lnTo>
                  <a:lnTo>
                    <a:pt x="1305397" y="517565"/>
                  </a:lnTo>
                  <a:lnTo>
                    <a:pt x="1377919" y="544517"/>
                  </a:lnTo>
                  <a:lnTo>
                    <a:pt x="1450441" y="571188"/>
                  </a:lnTo>
                  <a:lnTo>
                    <a:pt x="1522963" y="597560"/>
                  </a:lnTo>
                  <a:lnTo>
                    <a:pt x="1595485" y="623612"/>
                  </a:lnTo>
                  <a:lnTo>
                    <a:pt x="1668007" y="649328"/>
                  </a:lnTo>
                  <a:lnTo>
                    <a:pt x="1740529" y="674687"/>
                  </a:lnTo>
                  <a:lnTo>
                    <a:pt x="1813051" y="699669"/>
                  </a:lnTo>
                  <a:lnTo>
                    <a:pt x="1885573" y="724257"/>
                  </a:lnTo>
                  <a:lnTo>
                    <a:pt x="1958095" y="748429"/>
                  </a:lnTo>
                  <a:lnTo>
                    <a:pt x="2030617" y="772170"/>
                  </a:lnTo>
                  <a:lnTo>
                    <a:pt x="2103139" y="795460"/>
                  </a:lnTo>
                  <a:lnTo>
                    <a:pt x="2175661" y="818286"/>
                  </a:lnTo>
                  <a:lnTo>
                    <a:pt x="2248184" y="840633"/>
                  </a:lnTo>
                  <a:lnTo>
                    <a:pt x="2320706" y="862489"/>
                  </a:lnTo>
                  <a:lnTo>
                    <a:pt x="2393228" y="883845"/>
                  </a:lnTo>
                  <a:lnTo>
                    <a:pt x="2465750" y="904695"/>
                  </a:lnTo>
                  <a:lnTo>
                    <a:pt x="2538272" y="925035"/>
                  </a:lnTo>
                  <a:lnTo>
                    <a:pt x="2610794" y="944865"/>
                  </a:lnTo>
                  <a:lnTo>
                    <a:pt x="2683316" y="964186"/>
                  </a:lnTo>
                  <a:lnTo>
                    <a:pt x="2755838" y="983004"/>
                  </a:lnTo>
                  <a:lnTo>
                    <a:pt x="2828360" y="1001327"/>
                  </a:lnTo>
                  <a:lnTo>
                    <a:pt x="2900882" y="1019166"/>
                  </a:lnTo>
                  <a:lnTo>
                    <a:pt x="2973404" y="1036534"/>
                  </a:lnTo>
                  <a:lnTo>
                    <a:pt x="3045926" y="1053446"/>
                  </a:lnTo>
                  <a:lnTo>
                    <a:pt x="3118448" y="1069917"/>
                  </a:lnTo>
                  <a:lnTo>
                    <a:pt x="3190970" y="1085966"/>
                  </a:lnTo>
                  <a:lnTo>
                    <a:pt x="3263492" y="1101611"/>
                  </a:lnTo>
                  <a:lnTo>
                    <a:pt x="3336014" y="1116872"/>
                  </a:lnTo>
                  <a:lnTo>
                    <a:pt x="3408537" y="1131767"/>
                  </a:lnTo>
                  <a:lnTo>
                    <a:pt x="3481059" y="1146317"/>
                  </a:lnTo>
                  <a:lnTo>
                    <a:pt x="3553581" y="1160541"/>
                  </a:lnTo>
                  <a:lnTo>
                    <a:pt x="3626103" y="1174456"/>
                  </a:lnTo>
                  <a:lnTo>
                    <a:pt x="3698625" y="1188082"/>
                  </a:lnTo>
                  <a:lnTo>
                    <a:pt x="3771147" y="1201437"/>
                  </a:lnTo>
                  <a:lnTo>
                    <a:pt x="3843669" y="1214536"/>
                  </a:lnTo>
                  <a:lnTo>
                    <a:pt x="3916191" y="1227396"/>
                  </a:lnTo>
                  <a:lnTo>
                    <a:pt x="3988713" y="1240032"/>
                  </a:lnTo>
                  <a:lnTo>
                    <a:pt x="4061235" y="1252458"/>
                  </a:lnTo>
                  <a:lnTo>
                    <a:pt x="4133757" y="1264689"/>
                  </a:lnTo>
                  <a:lnTo>
                    <a:pt x="4206279" y="1276735"/>
                  </a:lnTo>
                  <a:lnTo>
                    <a:pt x="4278801" y="1288610"/>
                  </a:lnTo>
                  <a:lnTo>
                    <a:pt x="4351323" y="1300325"/>
                  </a:lnTo>
                  <a:lnTo>
                    <a:pt x="4423845" y="1311889"/>
                  </a:lnTo>
                  <a:lnTo>
                    <a:pt x="4496368" y="1323312"/>
                  </a:lnTo>
                  <a:lnTo>
                    <a:pt x="4568890" y="1334603"/>
                  </a:lnTo>
                  <a:lnTo>
                    <a:pt x="4641412" y="1345771"/>
                  </a:lnTo>
                  <a:lnTo>
                    <a:pt x="4713934" y="1356823"/>
                  </a:lnTo>
                  <a:lnTo>
                    <a:pt x="4786456" y="1367767"/>
                  </a:lnTo>
                  <a:lnTo>
                    <a:pt x="4858978" y="1378609"/>
                  </a:lnTo>
                  <a:lnTo>
                    <a:pt x="4931500" y="1389355"/>
                  </a:lnTo>
                  <a:lnTo>
                    <a:pt x="5004022" y="1400011"/>
                  </a:lnTo>
                  <a:lnTo>
                    <a:pt x="5076544" y="1410582"/>
                  </a:lnTo>
                  <a:lnTo>
                    <a:pt x="5149066" y="1421074"/>
                  </a:lnTo>
                  <a:lnTo>
                    <a:pt x="5221588" y="1431491"/>
                  </a:lnTo>
                  <a:lnTo>
                    <a:pt x="5294110" y="1441837"/>
                  </a:lnTo>
                  <a:lnTo>
                    <a:pt x="5366632" y="1452117"/>
                  </a:lnTo>
                  <a:lnTo>
                    <a:pt x="5439154" y="1462334"/>
                  </a:lnTo>
                  <a:lnTo>
                    <a:pt x="5511676" y="1472491"/>
                  </a:lnTo>
                  <a:lnTo>
                    <a:pt x="5584198" y="1482593"/>
                  </a:lnTo>
                  <a:lnTo>
                    <a:pt x="5656721" y="1492641"/>
                  </a:lnTo>
                  <a:lnTo>
                    <a:pt x="5729243" y="150263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022653"/>
              <a:ext cx="5729243" cy="1693650"/>
            </a:xfrm>
            <a:custGeom>
              <a:avLst/>
              <a:gdLst/>
              <a:ahLst/>
              <a:cxnLst/>
              <a:rect l="0" t="0" r="0" b="0"/>
              <a:pathLst>
                <a:path w="5729243" h="1693650">
                  <a:moveTo>
                    <a:pt x="5729243" y="1693650"/>
                  </a:moveTo>
                  <a:lnTo>
                    <a:pt x="5656721" y="1663188"/>
                  </a:lnTo>
                  <a:lnTo>
                    <a:pt x="5584198" y="1632777"/>
                  </a:lnTo>
                  <a:lnTo>
                    <a:pt x="5511676" y="1602419"/>
                  </a:lnTo>
                  <a:lnTo>
                    <a:pt x="5439154" y="1572117"/>
                  </a:lnTo>
                  <a:lnTo>
                    <a:pt x="5366632" y="1541875"/>
                  </a:lnTo>
                  <a:lnTo>
                    <a:pt x="5294110" y="1511695"/>
                  </a:lnTo>
                  <a:lnTo>
                    <a:pt x="5221588" y="1481582"/>
                  </a:lnTo>
                  <a:lnTo>
                    <a:pt x="5149066" y="1451540"/>
                  </a:lnTo>
                  <a:lnTo>
                    <a:pt x="5076544" y="1421572"/>
                  </a:lnTo>
                  <a:lnTo>
                    <a:pt x="5004022" y="1391685"/>
                  </a:lnTo>
                  <a:lnTo>
                    <a:pt x="4931500" y="1361881"/>
                  </a:lnTo>
                  <a:lnTo>
                    <a:pt x="4858978" y="1332168"/>
                  </a:lnTo>
                  <a:lnTo>
                    <a:pt x="4786456" y="1302550"/>
                  </a:lnTo>
                  <a:lnTo>
                    <a:pt x="4713934" y="1273034"/>
                  </a:lnTo>
                  <a:lnTo>
                    <a:pt x="4641412" y="1243627"/>
                  </a:lnTo>
                  <a:lnTo>
                    <a:pt x="4568890" y="1214336"/>
                  </a:lnTo>
                  <a:lnTo>
                    <a:pt x="4496368" y="1185168"/>
                  </a:lnTo>
                  <a:lnTo>
                    <a:pt x="4423845" y="1156131"/>
                  </a:lnTo>
                  <a:lnTo>
                    <a:pt x="4351323" y="1127236"/>
                  </a:lnTo>
                  <a:lnTo>
                    <a:pt x="4278801" y="1098491"/>
                  </a:lnTo>
                  <a:lnTo>
                    <a:pt x="4206279" y="1069907"/>
                  </a:lnTo>
                  <a:lnTo>
                    <a:pt x="4133757" y="1041494"/>
                  </a:lnTo>
                  <a:lnTo>
                    <a:pt x="4061235" y="1013265"/>
                  </a:lnTo>
                  <a:lnTo>
                    <a:pt x="3988713" y="985232"/>
                  </a:lnTo>
                  <a:lnTo>
                    <a:pt x="3916191" y="957409"/>
                  </a:lnTo>
                  <a:lnTo>
                    <a:pt x="3843669" y="929809"/>
                  </a:lnTo>
                  <a:lnTo>
                    <a:pt x="3771147" y="902449"/>
                  </a:lnTo>
                  <a:lnTo>
                    <a:pt x="3698625" y="875344"/>
                  </a:lnTo>
                  <a:lnTo>
                    <a:pt x="3626103" y="848511"/>
                  </a:lnTo>
                  <a:lnTo>
                    <a:pt x="3553581" y="821967"/>
                  </a:lnTo>
                  <a:lnTo>
                    <a:pt x="3481059" y="795731"/>
                  </a:lnTo>
                  <a:lnTo>
                    <a:pt x="3408537" y="769822"/>
                  </a:lnTo>
                  <a:lnTo>
                    <a:pt x="3336014" y="744258"/>
                  </a:lnTo>
                  <a:lnTo>
                    <a:pt x="3263492" y="719059"/>
                  </a:lnTo>
                  <a:lnTo>
                    <a:pt x="3190970" y="694245"/>
                  </a:lnTo>
                  <a:lnTo>
                    <a:pt x="3118448" y="669835"/>
                  </a:lnTo>
                  <a:lnTo>
                    <a:pt x="3045926" y="645847"/>
                  </a:lnTo>
                  <a:lnTo>
                    <a:pt x="2973404" y="622299"/>
                  </a:lnTo>
                  <a:lnTo>
                    <a:pt x="2900882" y="599207"/>
                  </a:lnTo>
                  <a:lnTo>
                    <a:pt x="2828360" y="576587"/>
                  </a:lnTo>
                  <a:lnTo>
                    <a:pt x="2755838" y="554451"/>
                  </a:lnTo>
                  <a:lnTo>
                    <a:pt x="2683316" y="532810"/>
                  </a:lnTo>
                  <a:lnTo>
                    <a:pt x="2610794" y="511671"/>
                  </a:lnTo>
                  <a:lnTo>
                    <a:pt x="2538272" y="491042"/>
                  </a:lnTo>
                  <a:lnTo>
                    <a:pt x="2465750" y="470922"/>
                  </a:lnTo>
                  <a:lnTo>
                    <a:pt x="2393228" y="451313"/>
                  </a:lnTo>
                  <a:lnTo>
                    <a:pt x="2320706" y="432210"/>
                  </a:lnTo>
                  <a:lnTo>
                    <a:pt x="2248184" y="413607"/>
                  </a:lnTo>
                  <a:lnTo>
                    <a:pt x="2175661" y="395494"/>
                  </a:lnTo>
                  <a:lnTo>
                    <a:pt x="2103139" y="377860"/>
                  </a:lnTo>
                  <a:lnTo>
                    <a:pt x="2030617" y="360692"/>
                  </a:lnTo>
                  <a:lnTo>
                    <a:pt x="1958095" y="343972"/>
                  </a:lnTo>
                  <a:lnTo>
                    <a:pt x="1885573" y="327686"/>
                  </a:lnTo>
                  <a:lnTo>
                    <a:pt x="1813051" y="311814"/>
                  </a:lnTo>
                  <a:lnTo>
                    <a:pt x="1740529" y="296337"/>
                  </a:lnTo>
                  <a:lnTo>
                    <a:pt x="1668007" y="281236"/>
                  </a:lnTo>
                  <a:lnTo>
                    <a:pt x="1595485" y="266493"/>
                  </a:lnTo>
                  <a:lnTo>
                    <a:pt x="1522963" y="252086"/>
                  </a:lnTo>
                  <a:lnTo>
                    <a:pt x="1450441" y="237998"/>
                  </a:lnTo>
                  <a:lnTo>
                    <a:pt x="1377919" y="224210"/>
                  </a:lnTo>
                  <a:lnTo>
                    <a:pt x="1305397" y="210703"/>
                  </a:lnTo>
                  <a:lnTo>
                    <a:pt x="1232875" y="197461"/>
                  </a:lnTo>
                  <a:lnTo>
                    <a:pt x="1160353" y="184467"/>
                  </a:lnTo>
                  <a:lnTo>
                    <a:pt x="1087830" y="171706"/>
                  </a:lnTo>
                  <a:lnTo>
                    <a:pt x="1015308" y="159162"/>
                  </a:lnTo>
                  <a:lnTo>
                    <a:pt x="942786" y="146822"/>
                  </a:lnTo>
                  <a:lnTo>
                    <a:pt x="870264" y="134672"/>
                  </a:lnTo>
                  <a:lnTo>
                    <a:pt x="797742" y="122701"/>
                  </a:lnTo>
                  <a:lnTo>
                    <a:pt x="725220" y="110897"/>
                  </a:lnTo>
                  <a:lnTo>
                    <a:pt x="652698" y="99249"/>
                  </a:lnTo>
                  <a:lnTo>
                    <a:pt x="580176" y="87747"/>
                  </a:lnTo>
                  <a:lnTo>
                    <a:pt x="507654" y="76381"/>
                  </a:lnTo>
                  <a:lnTo>
                    <a:pt x="435132" y="65144"/>
                  </a:lnTo>
                  <a:lnTo>
                    <a:pt x="362610" y="54027"/>
                  </a:lnTo>
                  <a:lnTo>
                    <a:pt x="290088" y="43023"/>
                  </a:lnTo>
                  <a:lnTo>
                    <a:pt x="217566" y="32124"/>
                  </a:lnTo>
                  <a:lnTo>
                    <a:pt x="145044" y="21325"/>
                  </a:lnTo>
                  <a:lnTo>
                    <a:pt x="72522" y="10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546576"/>
              <a:ext cx="5729243" cy="1598144"/>
            </a:xfrm>
            <a:custGeom>
              <a:avLst/>
              <a:gdLst/>
              <a:ahLst/>
              <a:cxnLst/>
              <a:rect l="0" t="0" r="0" b="0"/>
              <a:pathLst>
                <a:path w="5729243" h="1598144">
                  <a:moveTo>
                    <a:pt x="0" y="0"/>
                  </a:moveTo>
                  <a:lnTo>
                    <a:pt x="72522" y="20229"/>
                  </a:lnTo>
                  <a:lnTo>
                    <a:pt x="145044" y="40459"/>
                  </a:lnTo>
                  <a:lnTo>
                    <a:pt x="217566" y="60689"/>
                  </a:lnTo>
                  <a:lnTo>
                    <a:pt x="290088" y="80918"/>
                  </a:lnTo>
                  <a:lnTo>
                    <a:pt x="362610" y="101148"/>
                  </a:lnTo>
                  <a:lnTo>
                    <a:pt x="435132" y="121378"/>
                  </a:lnTo>
                  <a:lnTo>
                    <a:pt x="507654" y="141607"/>
                  </a:lnTo>
                  <a:lnTo>
                    <a:pt x="580176" y="161837"/>
                  </a:lnTo>
                  <a:lnTo>
                    <a:pt x="652698" y="182067"/>
                  </a:lnTo>
                  <a:lnTo>
                    <a:pt x="725220" y="202296"/>
                  </a:lnTo>
                  <a:lnTo>
                    <a:pt x="797742" y="222526"/>
                  </a:lnTo>
                  <a:lnTo>
                    <a:pt x="870264" y="242756"/>
                  </a:lnTo>
                  <a:lnTo>
                    <a:pt x="942786" y="262985"/>
                  </a:lnTo>
                  <a:lnTo>
                    <a:pt x="1015308" y="283215"/>
                  </a:lnTo>
                  <a:lnTo>
                    <a:pt x="1087830" y="303445"/>
                  </a:lnTo>
                  <a:lnTo>
                    <a:pt x="1160353" y="323674"/>
                  </a:lnTo>
                  <a:lnTo>
                    <a:pt x="1232875" y="343904"/>
                  </a:lnTo>
                  <a:lnTo>
                    <a:pt x="1305397" y="364134"/>
                  </a:lnTo>
                  <a:lnTo>
                    <a:pt x="1377919" y="384363"/>
                  </a:lnTo>
                  <a:lnTo>
                    <a:pt x="1450441" y="404593"/>
                  </a:lnTo>
                  <a:lnTo>
                    <a:pt x="1522963" y="424823"/>
                  </a:lnTo>
                  <a:lnTo>
                    <a:pt x="1595485" y="445052"/>
                  </a:lnTo>
                  <a:lnTo>
                    <a:pt x="1668007" y="465282"/>
                  </a:lnTo>
                  <a:lnTo>
                    <a:pt x="1740529" y="485512"/>
                  </a:lnTo>
                  <a:lnTo>
                    <a:pt x="1813051" y="505742"/>
                  </a:lnTo>
                  <a:lnTo>
                    <a:pt x="1885573" y="525971"/>
                  </a:lnTo>
                  <a:lnTo>
                    <a:pt x="1958095" y="546201"/>
                  </a:lnTo>
                  <a:lnTo>
                    <a:pt x="2030617" y="566431"/>
                  </a:lnTo>
                  <a:lnTo>
                    <a:pt x="2103139" y="586660"/>
                  </a:lnTo>
                  <a:lnTo>
                    <a:pt x="2175661" y="606890"/>
                  </a:lnTo>
                  <a:lnTo>
                    <a:pt x="2248184" y="627120"/>
                  </a:lnTo>
                  <a:lnTo>
                    <a:pt x="2320706" y="647349"/>
                  </a:lnTo>
                  <a:lnTo>
                    <a:pt x="2393228" y="667579"/>
                  </a:lnTo>
                  <a:lnTo>
                    <a:pt x="2465750" y="687809"/>
                  </a:lnTo>
                  <a:lnTo>
                    <a:pt x="2538272" y="708038"/>
                  </a:lnTo>
                  <a:lnTo>
                    <a:pt x="2610794" y="728268"/>
                  </a:lnTo>
                  <a:lnTo>
                    <a:pt x="2683316" y="748498"/>
                  </a:lnTo>
                  <a:lnTo>
                    <a:pt x="2755838" y="768727"/>
                  </a:lnTo>
                  <a:lnTo>
                    <a:pt x="2828360" y="788957"/>
                  </a:lnTo>
                  <a:lnTo>
                    <a:pt x="2900882" y="809187"/>
                  </a:lnTo>
                  <a:lnTo>
                    <a:pt x="2973404" y="829416"/>
                  </a:lnTo>
                  <a:lnTo>
                    <a:pt x="3045926" y="849646"/>
                  </a:lnTo>
                  <a:lnTo>
                    <a:pt x="3118448" y="869876"/>
                  </a:lnTo>
                  <a:lnTo>
                    <a:pt x="3190970" y="890105"/>
                  </a:lnTo>
                  <a:lnTo>
                    <a:pt x="3263492" y="910335"/>
                  </a:lnTo>
                  <a:lnTo>
                    <a:pt x="3336014" y="930565"/>
                  </a:lnTo>
                  <a:lnTo>
                    <a:pt x="3408537" y="950795"/>
                  </a:lnTo>
                  <a:lnTo>
                    <a:pt x="3481059" y="971024"/>
                  </a:lnTo>
                  <a:lnTo>
                    <a:pt x="3553581" y="991254"/>
                  </a:lnTo>
                  <a:lnTo>
                    <a:pt x="3626103" y="1011484"/>
                  </a:lnTo>
                  <a:lnTo>
                    <a:pt x="3698625" y="1031713"/>
                  </a:lnTo>
                  <a:lnTo>
                    <a:pt x="3771147" y="1051943"/>
                  </a:lnTo>
                  <a:lnTo>
                    <a:pt x="3843669" y="1072173"/>
                  </a:lnTo>
                  <a:lnTo>
                    <a:pt x="3916191" y="1092402"/>
                  </a:lnTo>
                  <a:lnTo>
                    <a:pt x="3988713" y="1112632"/>
                  </a:lnTo>
                  <a:lnTo>
                    <a:pt x="4061235" y="1132862"/>
                  </a:lnTo>
                  <a:lnTo>
                    <a:pt x="4133757" y="1153091"/>
                  </a:lnTo>
                  <a:lnTo>
                    <a:pt x="4206279" y="1173321"/>
                  </a:lnTo>
                  <a:lnTo>
                    <a:pt x="4278801" y="1193551"/>
                  </a:lnTo>
                  <a:lnTo>
                    <a:pt x="4351323" y="1213780"/>
                  </a:lnTo>
                  <a:lnTo>
                    <a:pt x="4423845" y="1234010"/>
                  </a:lnTo>
                  <a:lnTo>
                    <a:pt x="4496368" y="1254240"/>
                  </a:lnTo>
                  <a:lnTo>
                    <a:pt x="4568890" y="1274469"/>
                  </a:lnTo>
                  <a:lnTo>
                    <a:pt x="4641412" y="1294699"/>
                  </a:lnTo>
                  <a:lnTo>
                    <a:pt x="4713934" y="1314929"/>
                  </a:lnTo>
                  <a:lnTo>
                    <a:pt x="4786456" y="1335158"/>
                  </a:lnTo>
                  <a:lnTo>
                    <a:pt x="4858978" y="1355388"/>
                  </a:lnTo>
                  <a:lnTo>
                    <a:pt x="4931500" y="1375618"/>
                  </a:lnTo>
                  <a:lnTo>
                    <a:pt x="5004022" y="1395848"/>
                  </a:lnTo>
                  <a:lnTo>
                    <a:pt x="5076544" y="1416077"/>
                  </a:lnTo>
                  <a:lnTo>
                    <a:pt x="5149066" y="1436307"/>
                  </a:lnTo>
                  <a:lnTo>
                    <a:pt x="5221588" y="1456537"/>
                  </a:lnTo>
                  <a:lnTo>
                    <a:pt x="5294110" y="1476766"/>
                  </a:lnTo>
                  <a:lnTo>
                    <a:pt x="5366632" y="1496996"/>
                  </a:lnTo>
                  <a:lnTo>
                    <a:pt x="5439154" y="1517226"/>
                  </a:lnTo>
                  <a:lnTo>
                    <a:pt x="5511676" y="1537455"/>
                  </a:lnTo>
                  <a:lnTo>
                    <a:pt x="5584198" y="1557685"/>
                  </a:lnTo>
                  <a:lnTo>
                    <a:pt x="5656721" y="1577915"/>
                  </a:lnTo>
                  <a:lnTo>
                    <a:pt x="5729243" y="1598144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2636389" y="388645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2636389" y="376219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2636389" y="375501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198385" y="370571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198385" y="397306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198385" y="3457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971624" y="46836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971624" y="441737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971624" y="44851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438929" y="45303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438929" y="41208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438929" y="443996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551395" y="410673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551395" y="422372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551395" y="41879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589608" y="410986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589608" y="41420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589608" y="458087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742130" y="468094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742130" y="537754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4450503" y="45585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4450503" y="41914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57087" y="3675362"/>
              <a:ext cx="3773239" cy="1168946"/>
            </a:xfrm>
            <a:custGeom>
              <a:avLst/>
              <a:gdLst/>
              <a:ahLst/>
              <a:cxnLst/>
              <a:rect l="0" t="0" r="0" b="0"/>
              <a:pathLst>
                <a:path w="3773239" h="1168946">
                  <a:moveTo>
                    <a:pt x="0" y="0"/>
                  </a:moveTo>
                  <a:lnTo>
                    <a:pt x="47762" y="12489"/>
                  </a:lnTo>
                  <a:lnTo>
                    <a:pt x="95525" y="24942"/>
                  </a:lnTo>
                  <a:lnTo>
                    <a:pt x="143287" y="37357"/>
                  </a:lnTo>
                  <a:lnTo>
                    <a:pt x="191050" y="49733"/>
                  </a:lnTo>
                  <a:lnTo>
                    <a:pt x="238812" y="62067"/>
                  </a:lnTo>
                  <a:lnTo>
                    <a:pt x="286575" y="74357"/>
                  </a:lnTo>
                  <a:lnTo>
                    <a:pt x="334337" y="86601"/>
                  </a:lnTo>
                  <a:lnTo>
                    <a:pt x="382100" y="98797"/>
                  </a:lnTo>
                  <a:lnTo>
                    <a:pt x="429862" y="110941"/>
                  </a:lnTo>
                  <a:lnTo>
                    <a:pt x="477625" y="123031"/>
                  </a:lnTo>
                  <a:lnTo>
                    <a:pt x="525387" y="135065"/>
                  </a:lnTo>
                  <a:lnTo>
                    <a:pt x="573150" y="147038"/>
                  </a:lnTo>
                  <a:lnTo>
                    <a:pt x="620912" y="158948"/>
                  </a:lnTo>
                  <a:lnTo>
                    <a:pt x="668675" y="170791"/>
                  </a:lnTo>
                  <a:lnTo>
                    <a:pt x="716437" y="182564"/>
                  </a:lnTo>
                  <a:lnTo>
                    <a:pt x="764200" y="194263"/>
                  </a:lnTo>
                  <a:lnTo>
                    <a:pt x="811963" y="205883"/>
                  </a:lnTo>
                  <a:lnTo>
                    <a:pt x="859725" y="217421"/>
                  </a:lnTo>
                  <a:lnTo>
                    <a:pt x="907488" y="228871"/>
                  </a:lnTo>
                  <a:lnTo>
                    <a:pt x="955250" y="240230"/>
                  </a:lnTo>
                  <a:lnTo>
                    <a:pt x="1003013" y="251492"/>
                  </a:lnTo>
                  <a:lnTo>
                    <a:pt x="1050775" y="262651"/>
                  </a:lnTo>
                  <a:lnTo>
                    <a:pt x="1098538" y="273703"/>
                  </a:lnTo>
                  <a:lnTo>
                    <a:pt x="1146300" y="284643"/>
                  </a:lnTo>
                  <a:lnTo>
                    <a:pt x="1194063" y="295463"/>
                  </a:lnTo>
                  <a:lnTo>
                    <a:pt x="1241825" y="306158"/>
                  </a:lnTo>
                  <a:lnTo>
                    <a:pt x="1289588" y="316723"/>
                  </a:lnTo>
                  <a:lnTo>
                    <a:pt x="1337350" y="327150"/>
                  </a:lnTo>
                  <a:lnTo>
                    <a:pt x="1385113" y="337433"/>
                  </a:lnTo>
                  <a:lnTo>
                    <a:pt x="1432875" y="347567"/>
                  </a:lnTo>
                  <a:lnTo>
                    <a:pt x="1480638" y="357544"/>
                  </a:lnTo>
                  <a:lnTo>
                    <a:pt x="1528400" y="367358"/>
                  </a:lnTo>
                  <a:lnTo>
                    <a:pt x="1576163" y="377003"/>
                  </a:lnTo>
                  <a:lnTo>
                    <a:pt x="1623926" y="386473"/>
                  </a:lnTo>
                  <a:lnTo>
                    <a:pt x="1671688" y="395763"/>
                  </a:lnTo>
                  <a:lnTo>
                    <a:pt x="1719451" y="404866"/>
                  </a:lnTo>
                  <a:lnTo>
                    <a:pt x="1767213" y="413778"/>
                  </a:lnTo>
                  <a:lnTo>
                    <a:pt x="1814976" y="422494"/>
                  </a:lnTo>
                  <a:lnTo>
                    <a:pt x="1862738" y="431010"/>
                  </a:lnTo>
                  <a:lnTo>
                    <a:pt x="1910501" y="439323"/>
                  </a:lnTo>
                  <a:lnTo>
                    <a:pt x="1958263" y="447431"/>
                  </a:lnTo>
                  <a:lnTo>
                    <a:pt x="2006026" y="455330"/>
                  </a:lnTo>
                  <a:lnTo>
                    <a:pt x="2053788" y="463021"/>
                  </a:lnTo>
                  <a:lnTo>
                    <a:pt x="2101551" y="470502"/>
                  </a:lnTo>
                  <a:lnTo>
                    <a:pt x="2149313" y="477774"/>
                  </a:lnTo>
                  <a:lnTo>
                    <a:pt x="2197076" y="484838"/>
                  </a:lnTo>
                  <a:lnTo>
                    <a:pt x="2244838" y="491697"/>
                  </a:lnTo>
                  <a:lnTo>
                    <a:pt x="2292601" y="498352"/>
                  </a:lnTo>
                  <a:lnTo>
                    <a:pt x="2340364" y="504807"/>
                  </a:lnTo>
                  <a:lnTo>
                    <a:pt x="2388126" y="511067"/>
                  </a:lnTo>
                  <a:lnTo>
                    <a:pt x="2435889" y="517136"/>
                  </a:lnTo>
                  <a:lnTo>
                    <a:pt x="2483651" y="523018"/>
                  </a:lnTo>
                  <a:lnTo>
                    <a:pt x="2531414" y="528720"/>
                  </a:lnTo>
                  <a:lnTo>
                    <a:pt x="2579176" y="534246"/>
                  </a:lnTo>
                  <a:lnTo>
                    <a:pt x="2626939" y="539604"/>
                  </a:lnTo>
                  <a:lnTo>
                    <a:pt x="2674701" y="544799"/>
                  </a:lnTo>
                  <a:lnTo>
                    <a:pt x="2722464" y="549837"/>
                  </a:lnTo>
                  <a:lnTo>
                    <a:pt x="2770226" y="554726"/>
                  </a:lnTo>
                  <a:lnTo>
                    <a:pt x="2817989" y="559471"/>
                  </a:lnTo>
                  <a:lnTo>
                    <a:pt x="2865751" y="564078"/>
                  </a:lnTo>
                  <a:lnTo>
                    <a:pt x="2913514" y="568555"/>
                  </a:lnTo>
                  <a:lnTo>
                    <a:pt x="2961276" y="572907"/>
                  </a:lnTo>
                  <a:lnTo>
                    <a:pt x="3009039" y="577140"/>
                  </a:lnTo>
                  <a:lnTo>
                    <a:pt x="3056801" y="581260"/>
                  </a:lnTo>
                  <a:lnTo>
                    <a:pt x="3104564" y="585273"/>
                  </a:lnTo>
                  <a:lnTo>
                    <a:pt x="3152327" y="589183"/>
                  </a:lnTo>
                  <a:lnTo>
                    <a:pt x="3200089" y="592997"/>
                  </a:lnTo>
                  <a:lnTo>
                    <a:pt x="3247852" y="596719"/>
                  </a:lnTo>
                  <a:lnTo>
                    <a:pt x="3295614" y="600354"/>
                  </a:lnTo>
                  <a:lnTo>
                    <a:pt x="3343377" y="603906"/>
                  </a:lnTo>
                  <a:lnTo>
                    <a:pt x="3391139" y="607379"/>
                  </a:lnTo>
                  <a:lnTo>
                    <a:pt x="3438902" y="610779"/>
                  </a:lnTo>
                  <a:lnTo>
                    <a:pt x="3486664" y="614108"/>
                  </a:lnTo>
                  <a:lnTo>
                    <a:pt x="3534427" y="617371"/>
                  </a:lnTo>
                  <a:lnTo>
                    <a:pt x="3582189" y="620570"/>
                  </a:lnTo>
                  <a:lnTo>
                    <a:pt x="3629952" y="623709"/>
                  </a:lnTo>
                  <a:lnTo>
                    <a:pt x="3677714" y="626792"/>
                  </a:lnTo>
                  <a:lnTo>
                    <a:pt x="3725477" y="629820"/>
                  </a:lnTo>
                  <a:lnTo>
                    <a:pt x="3773239" y="632797"/>
                  </a:lnTo>
                  <a:lnTo>
                    <a:pt x="3773239" y="1168946"/>
                  </a:lnTo>
                  <a:lnTo>
                    <a:pt x="3725477" y="1156750"/>
                  </a:lnTo>
                  <a:lnTo>
                    <a:pt x="3677714" y="1144606"/>
                  </a:lnTo>
                  <a:lnTo>
                    <a:pt x="3629952" y="1132515"/>
                  </a:lnTo>
                  <a:lnTo>
                    <a:pt x="3582189" y="1120481"/>
                  </a:lnTo>
                  <a:lnTo>
                    <a:pt x="3534427" y="1108508"/>
                  </a:lnTo>
                  <a:lnTo>
                    <a:pt x="3486664" y="1096597"/>
                  </a:lnTo>
                  <a:lnTo>
                    <a:pt x="3438902" y="1084753"/>
                  </a:lnTo>
                  <a:lnTo>
                    <a:pt x="3391139" y="1072980"/>
                  </a:lnTo>
                  <a:lnTo>
                    <a:pt x="3343377" y="1061281"/>
                  </a:lnTo>
                  <a:lnTo>
                    <a:pt x="3295614" y="1049660"/>
                  </a:lnTo>
                  <a:lnTo>
                    <a:pt x="3247852" y="1038122"/>
                  </a:lnTo>
                  <a:lnTo>
                    <a:pt x="3200089" y="1026671"/>
                  </a:lnTo>
                  <a:lnTo>
                    <a:pt x="3152327" y="1015311"/>
                  </a:lnTo>
                  <a:lnTo>
                    <a:pt x="3104564" y="1004049"/>
                  </a:lnTo>
                  <a:lnTo>
                    <a:pt x="3056801" y="992889"/>
                  </a:lnTo>
                  <a:lnTo>
                    <a:pt x="3009039" y="981836"/>
                  </a:lnTo>
                  <a:lnTo>
                    <a:pt x="2961276" y="970896"/>
                  </a:lnTo>
                  <a:lnTo>
                    <a:pt x="2913514" y="960075"/>
                  </a:lnTo>
                  <a:lnTo>
                    <a:pt x="2865751" y="949378"/>
                  </a:lnTo>
                  <a:lnTo>
                    <a:pt x="2817989" y="938813"/>
                  </a:lnTo>
                  <a:lnTo>
                    <a:pt x="2770226" y="928385"/>
                  </a:lnTo>
                  <a:lnTo>
                    <a:pt x="2722464" y="918101"/>
                  </a:lnTo>
                  <a:lnTo>
                    <a:pt x="2674701" y="907966"/>
                  </a:lnTo>
                  <a:lnTo>
                    <a:pt x="2626939" y="897988"/>
                  </a:lnTo>
                  <a:lnTo>
                    <a:pt x="2579176" y="888173"/>
                  </a:lnTo>
                  <a:lnTo>
                    <a:pt x="2531414" y="878526"/>
                  </a:lnTo>
                  <a:lnTo>
                    <a:pt x="2483651" y="869055"/>
                  </a:lnTo>
                  <a:lnTo>
                    <a:pt x="2435889" y="859764"/>
                  </a:lnTo>
                  <a:lnTo>
                    <a:pt x="2388126" y="850660"/>
                  </a:lnTo>
                  <a:lnTo>
                    <a:pt x="2340364" y="841746"/>
                  </a:lnTo>
                  <a:lnTo>
                    <a:pt x="2292601" y="833029"/>
                  </a:lnTo>
                  <a:lnTo>
                    <a:pt x="2244838" y="824511"/>
                  </a:lnTo>
                  <a:lnTo>
                    <a:pt x="2197076" y="816197"/>
                  </a:lnTo>
                  <a:lnTo>
                    <a:pt x="2149313" y="808088"/>
                  </a:lnTo>
                  <a:lnTo>
                    <a:pt x="2101551" y="800187"/>
                  </a:lnTo>
                  <a:lnTo>
                    <a:pt x="2053788" y="792495"/>
                  </a:lnTo>
                  <a:lnTo>
                    <a:pt x="2006026" y="785013"/>
                  </a:lnTo>
                  <a:lnTo>
                    <a:pt x="1958263" y="777739"/>
                  </a:lnTo>
                  <a:lnTo>
                    <a:pt x="1910501" y="770674"/>
                  </a:lnTo>
                  <a:lnTo>
                    <a:pt x="1862738" y="763814"/>
                  </a:lnTo>
                  <a:lnTo>
                    <a:pt x="1814976" y="757157"/>
                  </a:lnTo>
                  <a:lnTo>
                    <a:pt x="1767213" y="750700"/>
                  </a:lnTo>
                  <a:lnTo>
                    <a:pt x="1719451" y="744439"/>
                  </a:lnTo>
                  <a:lnTo>
                    <a:pt x="1671688" y="738369"/>
                  </a:lnTo>
                  <a:lnTo>
                    <a:pt x="1623926" y="732486"/>
                  </a:lnTo>
                  <a:lnTo>
                    <a:pt x="1576163" y="726783"/>
                  </a:lnTo>
                  <a:lnTo>
                    <a:pt x="1528400" y="721255"/>
                  </a:lnTo>
                  <a:lnTo>
                    <a:pt x="1480638" y="715896"/>
                  </a:lnTo>
                  <a:lnTo>
                    <a:pt x="1432875" y="710701"/>
                  </a:lnTo>
                  <a:lnTo>
                    <a:pt x="1385113" y="705661"/>
                  </a:lnTo>
                  <a:lnTo>
                    <a:pt x="1337350" y="700771"/>
                  </a:lnTo>
                  <a:lnTo>
                    <a:pt x="1289588" y="696026"/>
                  </a:lnTo>
                  <a:lnTo>
                    <a:pt x="1241825" y="691417"/>
                  </a:lnTo>
                  <a:lnTo>
                    <a:pt x="1194063" y="686939"/>
                  </a:lnTo>
                  <a:lnTo>
                    <a:pt x="1146300" y="682587"/>
                  </a:lnTo>
                  <a:lnTo>
                    <a:pt x="1098538" y="678353"/>
                  </a:lnTo>
                  <a:lnTo>
                    <a:pt x="1050775" y="674232"/>
                  </a:lnTo>
                  <a:lnTo>
                    <a:pt x="1003013" y="670219"/>
                  </a:lnTo>
                  <a:lnTo>
                    <a:pt x="955250" y="666308"/>
                  </a:lnTo>
                  <a:lnTo>
                    <a:pt x="907488" y="662493"/>
                  </a:lnTo>
                  <a:lnTo>
                    <a:pt x="859725" y="658771"/>
                  </a:lnTo>
                  <a:lnTo>
                    <a:pt x="811963" y="655135"/>
                  </a:lnTo>
                  <a:lnTo>
                    <a:pt x="764200" y="651583"/>
                  </a:lnTo>
                  <a:lnTo>
                    <a:pt x="716437" y="648108"/>
                  </a:lnTo>
                  <a:lnTo>
                    <a:pt x="668675" y="644708"/>
                  </a:lnTo>
                  <a:lnTo>
                    <a:pt x="620912" y="641379"/>
                  </a:lnTo>
                  <a:lnTo>
                    <a:pt x="573150" y="638116"/>
                  </a:lnTo>
                  <a:lnTo>
                    <a:pt x="525387" y="634916"/>
                  </a:lnTo>
                  <a:lnTo>
                    <a:pt x="477625" y="631776"/>
                  </a:lnTo>
                  <a:lnTo>
                    <a:pt x="429862" y="628694"/>
                  </a:lnTo>
                  <a:lnTo>
                    <a:pt x="382100" y="625665"/>
                  </a:lnTo>
                  <a:lnTo>
                    <a:pt x="334337" y="622687"/>
                  </a:lnTo>
                  <a:lnTo>
                    <a:pt x="286575" y="619758"/>
                  </a:lnTo>
                  <a:lnTo>
                    <a:pt x="238812" y="616876"/>
                  </a:lnTo>
                  <a:lnTo>
                    <a:pt x="191050" y="614037"/>
                  </a:lnTo>
                  <a:lnTo>
                    <a:pt x="143287" y="611239"/>
                  </a:lnTo>
                  <a:lnTo>
                    <a:pt x="95525" y="608482"/>
                  </a:lnTo>
                  <a:lnTo>
                    <a:pt x="47762" y="605762"/>
                  </a:lnTo>
                  <a:lnTo>
                    <a:pt x="0" y="60307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57087" y="3675362"/>
              <a:ext cx="3773239" cy="632797"/>
            </a:xfrm>
            <a:custGeom>
              <a:avLst/>
              <a:gdLst/>
              <a:ahLst/>
              <a:cxnLst/>
              <a:rect l="0" t="0" r="0" b="0"/>
              <a:pathLst>
                <a:path w="3773239" h="632797">
                  <a:moveTo>
                    <a:pt x="0" y="0"/>
                  </a:moveTo>
                  <a:lnTo>
                    <a:pt x="47762" y="12489"/>
                  </a:lnTo>
                  <a:lnTo>
                    <a:pt x="95525" y="24942"/>
                  </a:lnTo>
                  <a:lnTo>
                    <a:pt x="143287" y="37357"/>
                  </a:lnTo>
                  <a:lnTo>
                    <a:pt x="191050" y="49733"/>
                  </a:lnTo>
                  <a:lnTo>
                    <a:pt x="238812" y="62067"/>
                  </a:lnTo>
                  <a:lnTo>
                    <a:pt x="286575" y="74357"/>
                  </a:lnTo>
                  <a:lnTo>
                    <a:pt x="334337" y="86601"/>
                  </a:lnTo>
                  <a:lnTo>
                    <a:pt x="382100" y="98797"/>
                  </a:lnTo>
                  <a:lnTo>
                    <a:pt x="429862" y="110941"/>
                  </a:lnTo>
                  <a:lnTo>
                    <a:pt x="477625" y="123031"/>
                  </a:lnTo>
                  <a:lnTo>
                    <a:pt x="525387" y="135065"/>
                  </a:lnTo>
                  <a:lnTo>
                    <a:pt x="573150" y="147038"/>
                  </a:lnTo>
                  <a:lnTo>
                    <a:pt x="620912" y="158948"/>
                  </a:lnTo>
                  <a:lnTo>
                    <a:pt x="668675" y="170791"/>
                  </a:lnTo>
                  <a:lnTo>
                    <a:pt x="716437" y="182564"/>
                  </a:lnTo>
                  <a:lnTo>
                    <a:pt x="764200" y="194263"/>
                  </a:lnTo>
                  <a:lnTo>
                    <a:pt x="811963" y="205883"/>
                  </a:lnTo>
                  <a:lnTo>
                    <a:pt x="859725" y="217421"/>
                  </a:lnTo>
                  <a:lnTo>
                    <a:pt x="907488" y="228871"/>
                  </a:lnTo>
                  <a:lnTo>
                    <a:pt x="955250" y="240230"/>
                  </a:lnTo>
                  <a:lnTo>
                    <a:pt x="1003013" y="251492"/>
                  </a:lnTo>
                  <a:lnTo>
                    <a:pt x="1050775" y="262651"/>
                  </a:lnTo>
                  <a:lnTo>
                    <a:pt x="1098538" y="273703"/>
                  </a:lnTo>
                  <a:lnTo>
                    <a:pt x="1146300" y="284643"/>
                  </a:lnTo>
                  <a:lnTo>
                    <a:pt x="1194063" y="295463"/>
                  </a:lnTo>
                  <a:lnTo>
                    <a:pt x="1241825" y="306158"/>
                  </a:lnTo>
                  <a:lnTo>
                    <a:pt x="1289588" y="316723"/>
                  </a:lnTo>
                  <a:lnTo>
                    <a:pt x="1337350" y="327150"/>
                  </a:lnTo>
                  <a:lnTo>
                    <a:pt x="1385113" y="337433"/>
                  </a:lnTo>
                  <a:lnTo>
                    <a:pt x="1432875" y="347567"/>
                  </a:lnTo>
                  <a:lnTo>
                    <a:pt x="1480638" y="357544"/>
                  </a:lnTo>
                  <a:lnTo>
                    <a:pt x="1528400" y="367358"/>
                  </a:lnTo>
                  <a:lnTo>
                    <a:pt x="1576163" y="377003"/>
                  </a:lnTo>
                  <a:lnTo>
                    <a:pt x="1623926" y="386473"/>
                  </a:lnTo>
                  <a:lnTo>
                    <a:pt x="1671688" y="395763"/>
                  </a:lnTo>
                  <a:lnTo>
                    <a:pt x="1719451" y="404866"/>
                  </a:lnTo>
                  <a:lnTo>
                    <a:pt x="1767213" y="413778"/>
                  </a:lnTo>
                  <a:lnTo>
                    <a:pt x="1814976" y="422494"/>
                  </a:lnTo>
                  <a:lnTo>
                    <a:pt x="1862738" y="431010"/>
                  </a:lnTo>
                  <a:lnTo>
                    <a:pt x="1910501" y="439323"/>
                  </a:lnTo>
                  <a:lnTo>
                    <a:pt x="1958263" y="447431"/>
                  </a:lnTo>
                  <a:lnTo>
                    <a:pt x="2006026" y="455330"/>
                  </a:lnTo>
                  <a:lnTo>
                    <a:pt x="2053788" y="463021"/>
                  </a:lnTo>
                  <a:lnTo>
                    <a:pt x="2101551" y="470502"/>
                  </a:lnTo>
                  <a:lnTo>
                    <a:pt x="2149313" y="477774"/>
                  </a:lnTo>
                  <a:lnTo>
                    <a:pt x="2197076" y="484838"/>
                  </a:lnTo>
                  <a:lnTo>
                    <a:pt x="2244838" y="491697"/>
                  </a:lnTo>
                  <a:lnTo>
                    <a:pt x="2292601" y="498352"/>
                  </a:lnTo>
                  <a:lnTo>
                    <a:pt x="2340364" y="504807"/>
                  </a:lnTo>
                  <a:lnTo>
                    <a:pt x="2388126" y="511067"/>
                  </a:lnTo>
                  <a:lnTo>
                    <a:pt x="2435889" y="517136"/>
                  </a:lnTo>
                  <a:lnTo>
                    <a:pt x="2483651" y="523018"/>
                  </a:lnTo>
                  <a:lnTo>
                    <a:pt x="2531414" y="528720"/>
                  </a:lnTo>
                  <a:lnTo>
                    <a:pt x="2579176" y="534246"/>
                  </a:lnTo>
                  <a:lnTo>
                    <a:pt x="2626939" y="539604"/>
                  </a:lnTo>
                  <a:lnTo>
                    <a:pt x="2674701" y="544799"/>
                  </a:lnTo>
                  <a:lnTo>
                    <a:pt x="2722464" y="549837"/>
                  </a:lnTo>
                  <a:lnTo>
                    <a:pt x="2770226" y="554726"/>
                  </a:lnTo>
                  <a:lnTo>
                    <a:pt x="2817989" y="559471"/>
                  </a:lnTo>
                  <a:lnTo>
                    <a:pt x="2865751" y="564078"/>
                  </a:lnTo>
                  <a:lnTo>
                    <a:pt x="2913514" y="568555"/>
                  </a:lnTo>
                  <a:lnTo>
                    <a:pt x="2961276" y="572907"/>
                  </a:lnTo>
                  <a:lnTo>
                    <a:pt x="3009039" y="577140"/>
                  </a:lnTo>
                  <a:lnTo>
                    <a:pt x="3056801" y="581260"/>
                  </a:lnTo>
                  <a:lnTo>
                    <a:pt x="3104564" y="585273"/>
                  </a:lnTo>
                  <a:lnTo>
                    <a:pt x="3152327" y="589183"/>
                  </a:lnTo>
                  <a:lnTo>
                    <a:pt x="3200089" y="592997"/>
                  </a:lnTo>
                  <a:lnTo>
                    <a:pt x="3247852" y="596719"/>
                  </a:lnTo>
                  <a:lnTo>
                    <a:pt x="3295614" y="600354"/>
                  </a:lnTo>
                  <a:lnTo>
                    <a:pt x="3343377" y="603906"/>
                  </a:lnTo>
                  <a:lnTo>
                    <a:pt x="3391139" y="607379"/>
                  </a:lnTo>
                  <a:lnTo>
                    <a:pt x="3438902" y="610779"/>
                  </a:lnTo>
                  <a:lnTo>
                    <a:pt x="3486664" y="614108"/>
                  </a:lnTo>
                  <a:lnTo>
                    <a:pt x="3534427" y="617371"/>
                  </a:lnTo>
                  <a:lnTo>
                    <a:pt x="3582189" y="620570"/>
                  </a:lnTo>
                  <a:lnTo>
                    <a:pt x="3629952" y="623709"/>
                  </a:lnTo>
                  <a:lnTo>
                    <a:pt x="3677714" y="626792"/>
                  </a:lnTo>
                  <a:lnTo>
                    <a:pt x="3725477" y="629820"/>
                  </a:lnTo>
                  <a:lnTo>
                    <a:pt x="3773239" y="63279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57087" y="4278440"/>
              <a:ext cx="3773239" cy="565867"/>
            </a:xfrm>
            <a:custGeom>
              <a:avLst/>
              <a:gdLst/>
              <a:ahLst/>
              <a:cxnLst/>
              <a:rect l="0" t="0" r="0" b="0"/>
              <a:pathLst>
                <a:path w="3773239" h="565867">
                  <a:moveTo>
                    <a:pt x="3773239" y="565867"/>
                  </a:moveTo>
                  <a:lnTo>
                    <a:pt x="3725477" y="553672"/>
                  </a:lnTo>
                  <a:lnTo>
                    <a:pt x="3677714" y="541527"/>
                  </a:lnTo>
                  <a:lnTo>
                    <a:pt x="3629952" y="529436"/>
                  </a:lnTo>
                  <a:lnTo>
                    <a:pt x="3582189" y="517403"/>
                  </a:lnTo>
                  <a:lnTo>
                    <a:pt x="3534427" y="505429"/>
                  </a:lnTo>
                  <a:lnTo>
                    <a:pt x="3486664" y="493519"/>
                  </a:lnTo>
                  <a:lnTo>
                    <a:pt x="3438902" y="481675"/>
                  </a:lnTo>
                  <a:lnTo>
                    <a:pt x="3391139" y="469901"/>
                  </a:lnTo>
                  <a:lnTo>
                    <a:pt x="3343377" y="458202"/>
                  </a:lnTo>
                  <a:lnTo>
                    <a:pt x="3295614" y="446581"/>
                  </a:lnTo>
                  <a:lnTo>
                    <a:pt x="3247852" y="435043"/>
                  </a:lnTo>
                  <a:lnTo>
                    <a:pt x="3200089" y="423592"/>
                  </a:lnTo>
                  <a:lnTo>
                    <a:pt x="3152327" y="412233"/>
                  </a:lnTo>
                  <a:lnTo>
                    <a:pt x="3104564" y="400970"/>
                  </a:lnTo>
                  <a:lnTo>
                    <a:pt x="3056801" y="389810"/>
                  </a:lnTo>
                  <a:lnTo>
                    <a:pt x="3009039" y="378757"/>
                  </a:lnTo>
                  <a:lnTo>
                    <a:pt x="2961276" y="367817"/>
                  </a:lnTo>
                  <a:lnTo>
                    <a:pt x="2913514" y="356996"/>
                  </a:lnTo>
                  <a:lnTo>
                    <a:pt x="2865751" y="346300"/>
                  </a:lnTo>
                  <a:lnTo>
                    <a:pt x="2817989" y="335734"/>
                  </a:lnTo>
                  <a:lnTo>
                    <a:pt x="2770226" y="325306"/>
                  </a:lnTo>
                  <a:lnTo>
                    <a:pt x="2722464" y="315022"/>
                  </a:lnTo>
                  <a:lnTo>
                    <a:pt x="2674701" y="304887"/>
                  </a:lnTo>
                  <a:lnTo>
                    <a:pt x="2626939" y="294909"/>
                  </a:lnTo>
                  <a:lnTo>
                    <a:pt x="2579176" y="285094"/>
                  </a:lnTo>
                  <a:lnTo>
                    <a:pt x="2531414" y="275447"/>
                  </a:lnTo>
                  <a:lnTo>
                    <a:pt x="2483651" y="265976"/>
                  </a:lnTo>
                  <a:lnTo>
                    <a:pt x="2435889" y="256685"/>
                  </a:lnTo>
                  <a:lnTo>
                    <a:pt x="2388126" y="247581"/>
                  </a:lnTo>
                  <a:lnTo>
                    <a:pt x="2340364" y="238668"/>
                  </a:lnTo>
                  <a:lnTo>
                    <a:pt x="2292601" y="229950"/>
                  </a:lnTo>
                  <a:lnTo>
                    <a:pt x="2244838" y="221433"/>
                  </a:lnTo>
                  <a:lnTo>
                    <a:pt x="2197076" y="213118"/>
                  </a:lnTo>
                  <a:lnTo>
                    <a:pt x="2149313" y="205009"/>
                  </a:lnTo>
                  <a:lnTo>
                    <a:pt x="2101551" y="197109"/>
                  </a:lnTo>
                  <a:lnTo>
                    <a:pt x="2053788" y="189417"/>
                  </a:lnTo>
                  <a:lnTo>
                    <a:pt x="2006026" y="181934"/>
                  </a:lnTo>
                  <a:lnTo>
                    <a:pt x="1958263" y="174661"/>
                  </a:lnTo>
                  <a:lnTo>
                    <a:pt x="1910501" y="167595"/>
                  </a:lnTo>
                  <a:lnTo>
                    <a:pt x="1862738" y="160735"/>
                  </a:lnTo>
                  <a:lnTo>
                    <a:pt x="1814976" y="154078"/>
                  </a:lnTo>
                  <a:lnTo>
                    <a:pt x="1767213" y="147621"/>
                  </a:lnTo>
                  <a:lnTo>
                    <a:pt x="1719451" y="141360"/>
                  </a:lnTo>
                  <a:lnTo>
                    <a:pt x="1671688" y="135291"/>
                  </a:lnTo>
                  <a:lnTo>
                    <a:pt x="1623926" y="129407"/>
                  </a:lnTo>
                  <a:lnTo>
                    <a:pt x="1576163" y="123704"/>
                  </a:lnTo>
                  <a:lnTo>
                    <a:pt x="1528400" y="118177"/>
                  </a:lnTo>
                  <a:lnTo>
                    <a:pt x="1480638" y="112818"/>
                  </a:lnTo>
                  <a:lnTo>
                    <a:pt x="1432875" y="107622"/>
                  </a:lnTo>
                  <a:lnTo>
                    <a:pt x="1385113" y="102582"/>
                  </a:lnTo>
                  <a:lnTo>
                    <a:pt x="1337350" y="97693"/>
                  </a:lnTo>
                  <a:lnTo>
                    <a:pt x="1289588" y="92947"/>
                  </a:lnTo>
                  <a:lnTo>
                    <a:pt x="1241825" y="88338"/>
                  </a:lnTo>
                  <a:lnTo>
                    <a:pt x="1194063" y="83861"/>
                  </a:lnTo>
                  <a:lnTo>
                    <a:pt x="1146300" y="79508"/>
                  </a:lnTo>
                  <a:lnTo>
                    <a:pt x="1098538" y="75274"/>
                  </a:lnTo>
                  <a:lnTo>
                    <a:pt x="1050775" y="71153"/>
                  </a:lnTo>
                  <a:lnTo>
                    <a:pt x="1003013" y="67140"/>
                  </a:lnTo>
                  <a:lnTo>
                    <a:pt x="955250" y="63229"/>
                  </a:lnTo>
                  <a:lnTo>
                    <a:pt x="907488" y="59415"/>
                  </a:lnTo>
                  <a:lnTo>
                    <a:pt x="859725" y="55692"/>
                  </a:lnTo>
                  <a:lnTo>
                    <a:pt x="811963" y="52057"/>
                  </a:lnTo>
                  <a:lnTo>
                    <a:pt x="764200" y="48504"/>
                  </a:lnTo>
                  <a:lnTo>
                    <a:pt x="716437" y="45030"/>
                  </a:lnTo>
                  <a:lnTo>
                    <a:pt x="668675" y="41630"/>
                  </a:lnTo>
                  <a:lnTo>
                    <a:pt x="620912" y="38300"/>
                  </a:lnTo>
                  <a:lnTo>
                    <a:pt x="573150" y="35037"/>
                  </a:lnTo>
                  <a:lnTo>
                    <a:pt x="525387" y="31837"/>
                  </a:lnTo>
                  <a:lnTo>
                    <a:pt x="477625" y="28698"/>
                  </a:lnTo>
                  <a:lnTo>
                    <a:pt x="429862" y="25615"/>
                  </a:lnTo>
                  <a:lnTo>
                    <a:pt x="382100" y="22586"/>
                  </a:lnTo>
                  <a:lnTo>
                    <a:pt x="334337" y="19608"/>
                  </a:lnTo>
                  <a:lnTo>
                    <a:pt x="286575" y="16680"/>
                  </a:lnTo>
                  <a:lnTo>
                    <a:pt x="238812" y="13797"/>
                  </a:lnTo>
                  <a:lnTo>
                    <a:pt x="191050" y="10958"/>
                  </a:lnTo>
                  <a:lnTo>
                    <a:pt x="143287" y="8161"/>
                  </a:lnTo>
                  <a:lnTo>
                    <a:pt x="95525" y="5403"/>
                  </a:lnTo>
                  <a:lnTo>
                    <a:pt x="47762" y="26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57087" y="3976901"/>
              <a:ext cx="3773239" cy="599332"/>
            </a:xfrm>
            <a:custGeom>
              <a:avLst/>
              <a:gdLst/>
              <a:ahLst/>
              <a:cxnLst/>
              <a:rect l="0" t="0" r="0" b="0"/>
              <a:pathLst>
                <a:path w="3773239" h="599332">
                  <a:moveTo>
                    <a:pt x="0" y="0"/>
                  </a:moveTo>
                  <a:lnTo>
                    <a:pt x="47762" y="7586"/>
                  </a:lnTo>
                  <a:lnTo>
                    <a:pt x="95525" y="15172"/>
                  </a:lnTo>
                  <a:lnTo>
                    <a:pt x="143287" y="22759"/>
                  </a:lnTo>
                  <a:lnTo>
                    <a:pt x="191050" y="30345"/>
                  </a:lnTo>
                  <a:lnTo>
                    <a:pt x="238812" y="37932"/>
                  </a:lnTo>
                  <a:lnTo>
                    <a:pt x="286575" y="45518"/>
                  </a:lnTo>
                  <a:lnTo>
                    <a:pt x="334337" y="53105"/>
                  </a:lnTo>
                  <a:lnTo>
                    <a:pt x="382100" y="60691"/>
                  </a:lnTo>
                  <a:lnTo>
                    <a:pt x="429862" y="68278"/>
                  </a:lnTo>
                  <a:lnTo>
                    <a:pt x="477625" y="75864"/>
                  </a:lnTo>
                  <a:lnTo>
                    <a:pt x="525387" y="83451"/>
                  </a:lnTo>
                  <a:lnTo>
                    <a:pt x="573150" y="91037"/>
                  </a:lnTo>
                  <a:lnTo>
                    <a:pt x="620912" y="98624"/>
                  </a:lnTo>
                  <a:lnTo>
                    <a:pt x="668675" y="106210"/>
                  </a:lnTo>
                  <a:lnTo>
                    <a:pt x="716437" y="113797"/>
                  </a:lnTo>
                  <a:lnTo>
                    <a:pt x="764200" y="121383"/>
                  </a:lnTo>
                  <a:lnTo>
                    <a:pt x="811963" y="128970"/>
                  </a:lnTo>
                  <a:lnTo>
                    <a:pt x="859725" y="136556"/>
                  </a:lnTo>
                  <a:lnTo>
                    <a:pt x="907488" y="144143"/>
                  </a:lnTo>
                  <a:lnTo>
                    <a:pt x="955250" y="151729"/>
                  </a:lnTo>
                  <a:lnTo>
                    <a:pt x="1003013" y="159316"/>
                  </a:lnTo>
                  <a:lnTo>
                    <a:pt x="1050775" y="166902"/>
                  </a:lnTo>
                  <a:lnTo>
                    <a:pt x="1098538" y="174489"/>
                  </a:lnTo>
                  <a:lnTo>
                    <a:pt x="1146300" y="182075"/>
                  </a:lnTo>
                  <a:lnTo>
                    <a:pt x="1194063" y="189662"/>
                  </a:lnTo>
                  <a:lnTo>
                    <a:pt x="1241825" y="197248"/>
                  </a:lnTo>
                  <a:lnTo>
                    <a:pt x="1289588" y="204835"/>
                  </a:lnTo>
                  <a:lnTo>
                    <a:pt x="1337350" y="212421"/>
                  </a:lnTo>
                  <a:lnTo>
                    <a:pt x="1385113" y="220008"/>
                  </a:lnTo>
                  <a:lnTo>
                    <a:pt x="1432875" y="227594"/>
                  </a:lnTo>
                  <a:lnTo>
                    <a:pt x="1480638" y="235181"/>
                  </a:lnTo>
                  <a:lnTo>
                    <a:pt x="1528400" y="242767"/>
                  </a:lnTo>
                  <a:lnTo>
                    <a:pt x="1576163" y="250354"/>
                  </a:lnTo>
                  <a:lnTo>
                    <a:pt x="1623926" y="257940"/>
                  </a:lnTo>
                  <a:lnTo>
                    <a:pt x="1671688" y="265527"/>
                  </a:lnTo>
                  <a:lnTo>
                    <a:pt x="1719451" y="273113"/>
                  </a:lnTo>
                  <a:lnTo>
                    <a:pt x="1767213" y="280700"/>
                  </a:lnTo>
                  <a:lnTo>
                    <a:pt x="1814976" y="288286"/>
                  </a:lnTo>
                  <a:lnTo>
                    <a:pt x="1862738" y="295873"/>
                  </a:lnTo>
                  <a:lnTo>
                    <a:pt x="1910501" y="303459"/>
                  </a:lnTo>
                  <a:lnTo>
                    <a:pt x="1958263" y="311046"/>
                  </a:lnTo>
                  <a:lnTo>
                    <a:pt x="2006026" y="318632"/>
                  </a:lnTo>
                  <a:lnTo>
                    <a:pt x="2053788" y="326219"/>
                  </a:lnTo>
                  <a:lnTo>
                    <a:pt x="2101551" y="333805"/>
                  </a:lnTo>
                  <a:lnTo>
                    <a:pt x="2149313" y="341392"/>
                  </a:lnTo>
                  <a:lnTo>
                    <a:pt x="2197076" y="348978"/>
                  </a:lnTo>
                  <a:lnTo>
                    <a:pt x="2244838" y="356565"/>
                  </a:lnTo>
                  <a:lnTo>
                    <a:pt x="2292601" y="364151"/>
                  </a:lnTo>
                  <a:lnTo>
                    <a:pt x="2340364" y="371738"/>
                  </a:lnTo>
                  <a:lnTo>
                    <a:pt x="2388126" y="379324"/>
                  </a:lnTo>
                  <a:lnTo>
                    <a:pt x="2435889" y="386911"/>
                  </a:lnTo>
                  <a:lnTo>
                    <a:pt x="2483651" y="394497"/>
                  </a:lnTo>
                  <a:lnTo>
                    <a:pt x="2531414" y="402084"/>
                  </a:lnTo>
                  <a:lnTo>
                    <a:pt x="2579176" y="409670"/>
                  </a:lnTo>
                  <a:lnTo>
                    <a:pt x="2626939" y="417257"/>
                  </a:lnTo>
                  <a:lnTo>
                    <a:pt x="2674701" y="424843"/>
                  </a:lnTo>
                  <a:lnTo>
                    <a:pt x="2722464" y="432430"/>
                  </a:lnTo>
                  <a:lnTo>
                    <a:pt x="2770226" y="440016"/>
                  </a:lnTo>
                  <a:lnTo>
                    <a:pt x="2817989" y="447603"/>
                  </a:lnTo>
                  <a:lnTo>
                    <a:pt x="2865751" y="455189"/>
                  </a:lnTo>
                  <a:lnTo>
                    <a:pt x="2913514" y="462776"/>
                  </a:lnTo>
                  <a:lnTo>
                    <a:pt x="2961276" y="470362"/>
                  </a:lnTo>
                  <a:lnTo>
                    <a:pt x="3009039" y="477948"/>
                  </a:lnTo>
                  <a:lnTo>
                    <a:pt x="3056801" y="485535"/>
                  </a:lnTo>
                  <a:lnTo>
                    <a:pt x="3104564" y="493121"/>
                  </a:lnTo>
                  <a:lnTo>
                    <a:pt x="3152327" y="500708"/>
                  </a:lnTo>
                  <a:lnTo>
                    <a:pt x="3200089" y="508294"/>
                  </a:lnTo>
                  <a:lnTo>
                    <a:pt x="3247852" y="515881"/>
                  </a:lnTo>
                  <a:lnTo>
                    <a:pt x="3295614" y="523467"/>
                  </a:lnTo>
                  <a:lnTo>
                    <a:pt x="3343377" y="531054"/>
                  </a:lnTo>
                  <a:lnTo>
                    <a:pt x="3391139" y="538640"/>
                  </a:lnTo>
                  <a:lnTo>
                    <a:pt x="3438902" y="546227"/>
                  </a:lnTo>
                  <a:lnTo>
                    <a:pt x="3486664" y="553813"/>
                  </a:lnTo>
                  <a:lnTo>
                    <a:pt x="3534427" y="561400"/>
                  </a:lnTo>
                  <a:lnTo>
                    <a:pt x="3582189" y="568986"/>
                  </a:lnTo>
                  <a:lnTo>
                    <a:pt x="3629952" y="576573"/>
                  </a:lnTo>
                  <a:lnTo>
                    <a:pt x="3677714" y="584159"/>
                  </a:lnTo>
                  <a:lnTo>
                    <a:pt x="3725477" y="591746"/>
                  </a:lnTo>
                  <a:lnTo>
                    <a:pt x="3773239" y="599332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39714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1010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8049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50880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76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2501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12054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19909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22675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286446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450216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613987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tx74"/>
            <p:cNvSpPr/>
            <p:nvPr/>
          </p:nvSpPr>
          <p:spPr>
            <a:xfrm>
              <a:off x="1117991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755695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393398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031102" y="5785772"/>
              <a:ext cx="2175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55272" y="5925448"/>
              <a:ext cx="675375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519251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(LEA) vs Size at Final Time Point</a:t>
              </a:r>
            </a:p>
          </p:txBody>
        </p:sp>
      </p:grpSp>
      <p:sp>
        <p:nvSpPr>
          <p:cNvPr id="89" name="tx83">
            <a:extLst>
              <a:ext uri="{FF2B5EF4-FFF2-40B4-BE49-F238E27FC236}">
                <a16:creationId xmlns:a16="http://schemas.microsoft.com/office/drawing/2014/main" id="{7AB4C2D7-6A24-D1B2-73ED-44697F095459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30167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43747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53780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47770" y="28121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47770" y="29818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47770" y="27873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6042017" y="314142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6042017" y="308690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6042017" y="32383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194420" y="219672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194420" y="301087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194420" y="305338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898879" y="332594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898879" y="330201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898879" y="351157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5068190" y="316978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5068190" y="318878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5068190" y="299378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5365354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5365354" y="460971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5365354" y="44092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456737" y="369730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456737" y="37393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456737" y="371068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2147308"/>
            </a:xfrm>
            <a:custGeom>
              <a:avLst/>
              <a:gdLst/>
              <a:ahLst/>
              <a:cxnLst/>
              <a:rect l="0" t="0" r="0" b="0"/>
              <a:pathLst>
                <a:path w="5729243" h="2147308">
                  <a:moveTo>
                    <a:pt x="0" y="0"/>
                  </a:moveTo>
                  <a:lnTo>
                    <a:pt x="72522" y="23964"/>
                  </a:lnTo>
                  <a:lnTo>
                    <a:pt x="145044" y="47886"/>
                  </a:lnTo>
                  <a:lnTo>
                    <a:pt x="217566" y="71764"/>
                  </a:lnTo>
                  <a:lnTo>
                    <a:pt x="290088" y="95596"/>
                  </a:lnTo>
                  <a:lnTo>
                    <a:pt x="362610" y="119379"/>
                  </a:lnTo>
                  <a:lnTo>
                    <a:pt x="435132" y="143111"/>
                  </a:lnTo>
                  <a:lnTo>
                    <a:pt x="507654" y="166789"/>
                  </a:lnTo>
                  <a:lnTo>
                    <a:pt x="580176" y="190410"/>
                  </a:lnTo>
                  <a:lnTo>
                    <a:pt x="652698" y="213971"/>
                  </a:lnTo>
                  <a:lnTo>
                    <a:pt x="725220" y="237469"/>
                  </a:lnTo>
                  <a:lnTo>
                    <a:pt x="797742" y="260900"/>
                  </a:lnTo>
                  <a:lnTo>
                    <a:pt x="870264" y="284260"/>
                  </a:lnTo>
                  <a:lnTo>
                    <a:pt x="942786" y="307545"/>
                  </a:lnTo>
                  <a:lnTo>
                    <a:pt x="1015308" y="330752"/>
                  </a:lnTo>
                  <a:lnTo>
                    <a:pt x="1087830" y="353875"/>
                  </a:lnTo>
                  <a:lnTo>
                    <a:pt x="1160353" y="376909"/>
                  </a:lnTo>
                  <a:lnTo>
                    <a:pt x="1232875" y="399850"/>
                  </a:lnTo>
                  <a:lnTo>
                    <a:pt x="1305397" y="422692"/>
                  </a:lnTo>
                  <a:lnTo>
                    <a:pt x="1377919" y="445428"/>
                  </a:lnTo>
                  <a:lnTo>
                    <a:pt x="1450441" y="468052"/>
                  </a:lnTo>
                  <a:lnTo>
                    <a:pt x="1522963" y="490558"/>
                  </a:lnTo>
                  <a:lnTo>
                    <a:pt x="1595485" y="512939"/>
                  </a:lnTo>
                  <a:lnTo>
                    <a:pt x="1668007" y="535185"/>
                  </a:lnTo>
                  <a:lnTo>
                    <a:pt x="1740529" y="557290"/>
                  </a:lnTo>
                  <a:lnTo>
                    <a:pt x="1813051" y="579244"/>
                  </a:lnTo>
                  <a:lnTo>
                    <a:pt x="1885573" y="601038"/>
                  </a:lnTo>
                  <a:lnTo>
                    <a:pt x="1958095" y="622663"/>
                  </a:lnTo>
                  <a:lnTo>
                    <a:pt x="2030617" y="644107"/>
                  </a:lnTo>
                  <a:lnTo>
                    <a:pt x="2103139" y="665359"/>
                  </a:lnTo>
                  <a:lnTo>
                    <a:pt x="2175661" y="686409"/>
                  </a:lnTo>
                  <a:lnTo>
                    <a:pt x="2248184" y="707243"/>
                  </a:lnTo>
                  <a:lnTo>
                    <a:pt x="2320706" y="727849"/>
                  </a:lnTo>
                  <a:lnTo>
                    <a:pt x="2393228" y="748214"/>
                  </a:lnTo>
                  <a:lnTo>
                    <a:pt x="2465750" y="768324"/>
                  </a:lnTo>
                  <a:lnTo>
                    <a:pt x="2538272" y="788164"/>
                  </a:lnTo>
                  <a:lnTo>
                    <a:pt x="2610794" y="807720"/>
                  </a:lnTo>
                  <a:lnTo>
                    <a:pt x="2683316" y="826978"/>
                  </a:lnTo>
                  <a:lnTo>
                    <a:pt x="2755838" y="845923"/>
                  </a:lnTo>
                  <a:lnTo>
                    <a:pt x="2828360" y="864539"/>
                  </a:lnTo>
                  <a:lnTo>
                    <a:pt x="2900882" y="882813"/>
                  </a:lnTo>
                  <a:lnTo>
                    <a:pt x="2973404" y="900730"/>
                  </a:lnTo>
                  <a:lnTo>
                    <a:pt x="3045926" y="918276"/>
                  </a:lnTo>
                  <a:lnTo>
                    <a:pt x="3118448" y="935440"/>
                  </a:lnTo>
                  <a:lnTo>
                    <a:pt x="3190970" y="952210"/>
                  </a:lnTo>
                  <a:lnTo>
                    <a:pt x="3263492" y="968575"/>
                  </a:lnTo>
                  <a:lnTo>
                    <a:pt x="3336014" y="984526"/>
                  </a:lnTo>
                  <a:lnTo>
                    <a:pt x="3408537" y="1000057"/>
                  </a:lnTo>
                  <a:lnTo>
                    <a:pt x="3481059" y="1015162"/>
                  </a:lnTo>
                  <a:lnTo>
                    <a:pt x="3553581" y="1029838"/>
                  </a:lnTo>
                  <a:lnTo>
                    <a:pt x="3626103" y="1044083"/>
                  </a:lnTo>
                  <a:lnTo>
                    <a:pt x="3698625" y="1057900"/>
                  </a:lnTo>
                  <a:lnTo>
                    <a:pt x="3771147" y="1071289"/>
                  </a:lnTo>
                  <a:lnTo>
                    <a:pt x="3843669" y="1084257"/>
                  </a:lnTo>
                  <a:lnTo>
                    <a:pt x="3916191" y="1096810"/>
                  </a:lnTo>
                  <a:lnTo>
                    <a:pt x="3988713" y="1108957"/>
                  </a:lnTo>
                  <a:lnTo>
                    <a:pt x="4061235" y="1120707"/>
                  </a:lnTo>
                  <a:lnTo>
                    <a:pt x="4133757" y="1132071"/>
                  </a:lnTo>
                  <a:lnTo>
                    <a:pt x="4206279" y="1143063"/>
                  </a:lnTo>
                  <a:lnTo>
                    <a:pt x="4278801" y="1153695"/>
                  </a:lnTo>
                  <a:lnTo>
                    <a:pt x="4351323" y="1163982"/>
                  </a:lnTo>
                  <a:lnTo>
                    <a:pt x="4423845" y="1173938"/>
                  </a:lnTo>
                  <a:lnTo>
                    <a:pt x="4496368" y="1183578"/>
                  </a:lnTo>
                  <a:lnTo>
                    <a:pt x="4568890" y="1192916"/>
                  </a:lnTo>
                  <a:lnTo>
                    <a:pt x="4641412" y="1201967"/>
                  </a:lnTo>
                  <a:lnTo>
                    <a:pt x="4713934" y="1210747"/>
                  </a:lnTo>
                  <a:lnTo>
                    <a:pt x="4786456" y="1219268"/>
                  </a:lnTo>
                  <a:lnTo>
                    <a:pt x="4858978" y="1227545"/>
                  </a:lnTo>
                  <a:lnTo>
                    <a:pt x="4931500" y="1235592"/>
                  </a:lnTo>
                  <a:lnTo>
                    <a:pt x="5004022" y="1243420"/>
                  </a:lnTo>
                  <a:lnTo>
                    <a:pt x="5076544" y="1251044"/>
                  </a:lnTo>
                  <a:lnTo>
                    <a:pt x="5149066" y="1258473"/>
                  </a:lnTo>
                  <a:lnTo>
                    <a:pt x="5221588" y="1265720"/>
                  </a:lnTo>
                  <a:lnTo>
                    <a:pt x="5294110" y="1272796"/>
                  </a:lnTo>
                  <a:lnTo>
                    <a:pt x="5366632" y="1279709"/>
                  </a:lnTo>
                  <a:lnTo>
                    <a:pt x="5439154" y="1286470"/>
                  </a:lnTo>
                  <a:lnTo>
                    <a:pt x="5511676" y="1293087"/>
                  </a:lnTo>
                  <a:lnTo>
                    <a:pt x="5584198" y="1299570"/>
                  </a:lnTo>
                  <a:lnTo>
                    <a:pt x="5656721" y="1305925"/>
                  </a:lnTo>
                  <a:lnTo>
                    <a:pt x="5729243" y="1312160"/>
                  </a:lnTo>
                  <a:lnTo>
                    <a:pt x="5729243" y="2147308"/>
                  </a:lnTo>
                  <a:lnTo>
                    <a:pt x="5656721" y="2124706"/>
                  </a:lnTo>
                  <a:lnTo>
                    <a:pt x="5584198" y="2102224"/>
                  </a:lnTo>
                  <a:lnTo>
                    <a:pt x="5511676" y="2079870"/>
                  </a:lnTo>
                  <a:lnTo>
                    <a:pt x="5439154" y="2057651"/>
                  </a:lnTo>
                  <a:lnTo>
                    <a:pt x="5366632" y="2035575"/>
                  </a:lnTo>
                  <a:lnTo>
                    <a:pt x="5294110" y="2013652"/>
                  </a:lnTo>
                  <a:lnTo>
                    <a:pt x="5221588" y="1991890"/>
                  </a:lnTo>
                  <a:lnTo>
                    <a:pt x="5149066" y="1970300"/>
                  </a:lnTo>
                  <a:lnTo>
                    <a:pt x="5076544" y="1948893"/>
                  </a:lnTo>
                  <a:lnTo>
                    <a:pt x="5004022" y="1927680"/>
                  </a:lnTo>
                  <a:lnTo>
                    <a:pt x="4931500" y="1906672"/>
                  </a:lnTo>
                  <a:lnTo>
                    <a:pt x="4858978" y="1885882"/>
                  </a:lnTo>
                  <a:lnTo>
                    <a:pt x="4786456" y="1865322"/>
                  </a:lnTo>
                  <a:lnTo>
                    <a:pt x="4713934" y="1845007"/>
                  </a:lnTo>
                  <a:lnTo>
                    <a:pt x="4641412" y="1824949"/>
                  </a:lnTo>
                  <a:lnTo>
                    <a:pt x="4568890" y="1805164"/>
                  </a:lnTo>
                  <a:lnTo>
                    <a:pt x="4496368" y="1785665"/>
                  </a:lnTo>
                  <a:lnTo>
                    <a:pt x="4423845" y="1766468"/>
                  </a:lnTo>
                  <a:lnTo>
                    <a:pt x="4351323" y="1747587"/>
                  </a:lnTo>
                  <a:lnTo>
                    <a:pt x="4278801" y="1729037"/>
                  </a:lnTo>
                  <a:lnTo>
                    <a:pt x="4206279" y="1710833"/>
                  </a:lnTo>
                  <a:lnTo>
                    <a:pt x="4133757" y="1692988"/>
                  </a:lnTo>
                  <a:lnTo>
                    <a:pt x="4061235" y="1675516"/>
                  </a:lnTo>
                  <a:lnTo>
                    <a:pt x="3988713" y="1658429"/>
                  </a:lnTo>
                  <a:lnTo>
                    <a:pt x="3916191" y="1641738"/>
                  </a:lnTo>
                  <a:lnTo>
                    <a:pt x="3843669" y="1625455"/>
                  </a:lnTo>
                  <a:lnTo>
                    <a:pt x="3771147" y="1609586"/>
                  </a:lnTo>
                  <a:lnTo>
                    <a:pt x="3698625" y="1594139"/>
                  </a:lnTo>
                  <a:lnTo>
                    <a:pt x="3626103" y="1579118"/>
                  </a:lnTo>
                  <a:lnTo>
                    <a:pt x="3553581" y="1564527"/>
                  </a:lnTo>
                  <a:lnTo>
                    <a:pt x="3481059" y="1550366"/>
                  </a:lnTo>
                  <a:lnTo>
                    <a:pt x="3408537" y="1536635"/>
                  </a:lnTo>
                  <a:lnTo>
                    <a:pt x="3336014" y="1523329"/>
                  </a:lnTo>
                  <a:lnTo>
                    <a:pt x="3263492" y="1510443"/>
                  </a:lnTo>
                  <a:lnTo>
                    <a:pt x="3190970" y="1497971"/>
                  </a:lnTo>
                  <a:lnTo>
                    <a:pt x="3118448" y="1485904"/>
                  </a:lnTo>
                  <a:lnTo>
                    <a:pt x="3045926" y="1474231"/>
                  </a:lnTo>
                  <a:lnTo>
                    <a:pt x="2973404" y="1462941"/>
                  </a:lnTo>
                  <a:lnTo>
                    <a:pt x="2900882" y="1452021"/>
                  </a:lnTo>
                  <a:lnTo>
                    <a:pt x="2828360" y="1441458"/>
                  </a:lnTo>
                  <a:lnTo>
                    <a:pt x="2755838" y="1431238"/>
                  </a:lnTo>
                  <a:lnTo>
                    <a:pt x="2683316" y="1421345"/>
                  </a:lnTo>
                  <a:lnTo>
                    <a:pt x="2610794" y="1411767"/>
                  </a:lnTo>
                  <a:lnTo>
                    <a:pt x="2538272" y="1402486"/>
                  </a:lnTo>
                  <a:lnTo>
                    <a:pt x="2465750" y="1393490"/>
                  </a:lnTo>
                  <a:lnTo>
                    <a:pt x="2393228" y="1384763"/>
                  </a:lnTo>
                  <a:lnTo>
                    <a:pt x="2320706" y="1376291"/>
                  </a:lnTo>
                  <a:lnTo>
                    <a:pt x="2248184" y="1368060"/>
                  </a:lnTo>
                  <a:lnTo>
                    <a:pt x="2175661" y="1360057"/>
                  </a:lnTo>
                  <a:lnTo>
                    <a:pt x="2103139" y="1352270"/>
                  </a:lnTo>
                  <a:lnTo>
                    <a:pt x="2030617" y="1344686"/>
                  </a:lnTo>
                  <a:lnTo>
                    <a:pt x="1958095" y="1337293"/>
                  </a:lnTo>
                  <a:lnTo>
                    <a:pt x="1885573" y="1330081"/>
                  </a:lnTo>
                  <a:lnTo>
                    <a:pt x="1813051" y="1323038"/>
                  </a:lnTo>
                  <a:lnTo>
                    <a:pt x="1740529" y="1316156"/>
                  </a:lnTo>
                  <a:lnTo>
                    <a:pt x="1668007" y="1309424"/>
                  </a:lnTo>
                  <a:lnTo>
                    <a:pt x="1595485" y="1302834"/>
                  </a:lnTo>
                  <a:lnTo>
                    <a:pt x="1522963" y="1296377"/>
                  </a:lnTo>
                  <a:lnTo>
                    <a:pt x="1450441" y="1290046"/>
                  </a:lnTo>
                  <a:lnTo>
                    <a:pt x="1377919" y="1283834"/>
                  </a:lnTo>
                  <a:lnTo>
                    <a:pt x="1305397" y="1277734"/>
                  </a:lnTo>
                  <a:lnTo>
                    <a:pt x="1232875" y="1271738"/>
                  </a:lnTo>
                  <a:lnTo>
                    <a:pt x="1160353" y="1265842"/>
                  </a:lnTo>
                  <a:lnTo>
                    <a:pt x="1087830" y="1260040"/>
                  </a:lnTo>
                  <a:lnTo>
                    <a:pt x="1015308" y="1254326"/>
                  </a:lnTo>
                  <a:lnTo>
                    <a:pt x="942786" y="1248696"/>
                  </a:lnTo>
                  <a:lnTo>
                    <a:pt x="870264" y="1243145"/>
                  </a:lnTo>
                  <a:lnTo>
                    <a:pt x="797742" y="1237668"/>
                  </a:lnTo>
                  <a:lnTo>
                    <a:pt x="725220" y="1232262"/>
                  </a:lnTo>
                  <a:lnTo>
                    <a:pt x="652698" y="1226923"/>
                  </a:lnTo>
                  <a:lnTo>
                    <a:pt x="580176" y="1221647"/>
                  </a:lnTo>
                  <a:lnTo>
                    <a:pt x="507654" y="1216432"/>
                  </a:lnTo>
                  <a:lnTo>
                    <a:pt x="435132" y="1211273"/>
                  </a:lnTo>
                  <a:lnTo>
                    <a:pt x="362610" y="1206168"/>
                  </a:lnTo>
                  <a:lnTo>
                    <a:pt x="290088" y="1201114"/>
                  </a:lnTo>
                  <a:lnTo>
                    <a:pt x="217566" y="1196110"/>
                  </a:lnTo>
                  <a:lnTo>
                    <a:pt x="145044" y="1191151"/>
                  </a:lnTo>
                  <a:lnTo>
                    <a:pt x="72522" y="1186237"/>
                  </a:lnTo>
                  <a:lnTo>
                    <a:pt x="0" y="118136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1312160"/>
            </a:xfrm>
            <a:custGeom>
              <a:avLst/>
              <a:gdLst/>
              <a:ahLst/>
              <a:cxnLst/>
              <a:rect l="0" t="0" r="0" b="0"/>
              <a:pathLst>
                <a:path w="5729243" h="1312160">
                  <a:moveTo>
                    <a:pt x="0" y="0"/>
                  </a:moveTo>
                  <a:lnTo>
                    <a:pt x="72522" y="23964"/>
                  </a:lnTo>
                  <a:lnTo>
                    <a:pt x="145044" y="47886"/>
                  </a:lnTo>
                  <a:lnTo>
                    <a:pt x="217566" y="71764"/>
                  </a:lnTo>
                  <a:lnTo>
                    <a:pt x="290088" y="95596"/>
                  </a:lnTo>
                  <a:lnTo>
                    <a:pt x="362610" y="119379"/>
                  </a:lnTo>
                  <a:lnTo>
                    <a:pt x="435132" y="143111"/>
                  </a:lnTo>
                  <a:lnTo>
                    <a:pt x="507654" y="166789"/>
                  </a:lnTo>
                  <a:lnTo>
                    <a:pt x="580176" y="190410"/>
                  </a:lnTo>
                  <a:lnTo>
                    <a:pt x="652698" y="213971"/>
                  </a:lnTo>
                  <a:lnTo>
                    <a:pt x="725220" y="237469"/>
                  </a:lnTo>
                  <a:lnTo>
                    <a:pt x="797742" y="260900"/>
                  </a:lnTo>
                  <a:lnTo>
                    <a:pt x="870264" y="284260"/>
                  </a:lnTo>
                  <a:lnTo>
                    <a:pt x="942786" y="307545"/>
                  </a:lnTo>
                  <a:lnTo>
                    <a:pt x="1015308" y="330752"/>
                  </a:lnTo>
                  <a:lnTo>
                    <a:pt x="1087830" y="353875"/>
                  </a:lnTo>
                  <a:lnTo>
                    <a:pt x="1160353" y="376909"/>
                  </a:lnTo>
                  <a:lnTo>
                    <a:pt x="1232875" y="399850"/>
                  </a:lnTo>
                  <a:lnTo>
                    <a:pt x="1305397" y="422692"/>
                  </a:lnTo>
                  <a:lnTo>
                    <a:pt x="1377919" y="445428"/>
                  </a:lnTo>
                  <a:lnTo>
                    <a:pt x="1450441" y="468052"/>
                  </a:lnTo>
                  <a:lnTo>
                    <a:pt x="1522963" y="490558"/>
                  </a:lnTo>
                  <a:lnTo>
                    <a:pt x="1595485" y="512939"/>
                  </a:lnTo>
                  <a:lnTo>
                    <a:pt x="1668007" y="535185"/>
                  </a:lnTo>
                  <a:lnTo>
                    <a:pt x="1740529" y="557290"/>
                  </a:lnTo>
                  <a:lnTo>
                    <a:pt x="1813051" y="579244"/>
                  </a:lnTo>
                  <a:lnTo>
                    <a:pt x="1885573" y="601038"/>
                  </a:lnTo>
                  <a:lnTo>
                    <a:pt x="1958095" y="622663"/>
                  </a:lnTo>
                  <a:lnTo>
                    <a:pt x="2030617" y="644107"/>
                  </a:lnTo>
                  <a:lnTo>
                    <a:pt x="2103139" y="665359"/>
                  </a:lnTo>
                  <a:lnTo>
                    <a:pt x="2175661" y="686409"/>
                  </a:lnTo>
                  <a:lnTo>
                    <a:pt x="2248184" y="707243"/>
                  </a:lnTo>
                  <a:lnTo>
                    <a:pt x="2320706" y="727849"/>
                  </a:lnTo>
                  <a:lnTo>
                    <a:pt x="2393228" y="748214"/>
                  </a:lnTo>
                  <a:lnTo>
                    <a:pt x="2465750" y="768324"/>
                  </a:lnTo>
                  <a:lnTo>
                    <a:pt x="2538272" y="788164"/>
                  </a:lnTo>
                  <a:lnTo>
                    <a:pt x="2610794" y="807720"/>
                  </a:lnTo>
                  <a:lnTo>
                    <a:pt x="2683316" y="826978"/>
                  </a:lnTo>
                  <a:lnTo>
                    <a:pt x="2755838" y="845923"/>
                  </a:lnTo>
                  <a:lnTo>
                    <a:pt x="2828360" y="864539"/>
                  </a:lnTo>
                  <a:lnTo>
                    <a:pt x="2900882" y="882813"/>
                  </a:lnTo>
                  <a:lnTo>
                    <a:pt x="2973404" y="900730"/>
                  </a:lnTo>
                  <a:lnTo>
                    <a:pt x="3045926" y="918276"/>
                  </a:lnTo>
                  <a:lnTo>
                    <a:pt x="3118448" y="935440"/>
                  </a:lnTo>
                  <a:lnTo>
                    <a:pt x="3190970" y="952210"/>
                  </a:lnTo>
                  <a:lnTo>
                    <a:pt x="3263492" y="968575"/>
                  </a:lnTo>
                  <a:lnTo>
                    <a:pt x="3336014" y="984526"/>
                  </a:lnTo>
                  <a:lnTo>
                    <a:pt x="3408537" y="1000057"/>
                  </a:lnTo>
                  <a:lnTo>
                    <a:pt x="3481059" y="1015162"/>
                  </a:lnTo>
                  <a:lnTo>
                    <a:pt x="3553581" y="1029838"/>
                  </a:lnTo>
                  <a:lnTo>
                    <a:pt x="3626103" y="1044083"/>
                  </a:lnTo>
                  <a:lnTo>
                    <a:pt x="3698625" y="1057900"/>
                  </a:lnTo>
                  <a:lnTo>
                    <a:pt x="3771147" y="1071289"/>
                  </a:lnTo>
                  <a:lnTo>
                    <a:pt x="3843669" y="1084257"/>
                  </a:lnTo>
                  <a:lnTo>
                    <a:pt x="3916191" y="1096810"/>
                  </a:lnTo>
                  <a:lnTo>
                    <a:pt x="3988713" y="1108957"/>
                  </a:lnTo>
                  <a:lnTo>
                    <a:pt x="4061235" y="1120707"/>
                  </a:lnTo>
                  <a:lnTo>
                    <a:pt x="4133757" y="1132071"/>
                  </a:lnTo>
                  <a:lnTo>
                    <a:pt x="4206279" y="1143063"/>
                  </a:lnTo>
                  <a:lnTo>
                    <a:pt x="4278801" y="1153695"/>
                  </a:lnTo>
                  <a:lnTo>
                    <a:pt x="4351323" y="1163982"/>
                  </a:lnTo>
                  <a:lnTo>
                    <a:pt x="4423845" y="1173938"/>
                  </a:lnTo>
                  <a:lnTo>
                    <a:pt x="4496368" y="1183578"/>
                  </a:lnTo>
                  <a:lnTo>
                    <a:pt x="4568890" y="1192916"/>
                  </a:lnTo>
                  <a:lnTo>
                    <a:pt x="4641412" y="1201967"/>
                  </a:lnTo>
                  <a:lnTo>
                    <a:pt x="4713934" y="1210747"/>
                  </a:lnTo>
                  <a:lnTo>
                    <a:pt x="4786456" y="1219268"/>
                  </a:lnTo>
                  <a:lnTo>
                    <a:pt x="4858978" y="1227545"/>
                  </a:lnTo>
                  <a:lnTo>
                    <a:pt x="4931500" y="1235592"/>
                  </a:lnTo>
                  <a:lnTo>
                    <a:pt x="5004022" y="1243420"/>
                  </a:lnTo>
                  <a:lnTo>
                    <a:pt x="5076544" y="1251044"/>
                  </a:lnTo>
                  <a:lnTo>
                    <a:pt x="5149066" y="1258473"/>
                  </a:lnTo>
                  <a:lnTo>
                    <a:pt x="5221588" y="1265720"/>
                  </a:lnTo>
                  <a:lnTo>
                    <a:pt x="5294110" y="1272796"/>
                  </a:lnTo>
                  <a:lnTo>
                    <a:pt x="5366632" y="1279709"/>
                  </a:lnTo>
                  <a:lnTo>
                    <a:pt x="5439154" y="1286470"/>
                  </a:lnTo>
                  <a:lnTo>
                    <a:pt x="5511676" y="1293087"/>
                  </a:lnTo>
                  <a:lnTo>
                    <a:pt x="5584198" y="1299570"/>
                  </a:lnTo>
                  <a:lnTo>
                    <a:pt x="5656721" y="1305925"/>
                  </a:lnTo>
                  <a:lnTo>
                    <a:pt x="5729243" y="131216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251863"/>
              <a:ext cx="5729243" cy="965943"/>
            </a:xfrm>
            <a:custGeom>
              <a:avLst/>
              <a:gdLst/>
              <a:ahLst/>
              <a:cxnLst/>
              <a:rect l="0" t="0" r="0" b="0"/>
              <a:pathLst>
                <a:path w="5729243" h="965943">
                  <a:moveTo>
                    <a:pt x="5729243" y="965943"/>
                  </a:moveTo>
                  <a:lnTo>
                    <a:pt x="5656721" y="943342"/>
                  </a:lnTo>
                  <a:lnTo>
                    <a:pt x="5584198" y="920860"/>
                  </a:lnTo>
                  <a:lnTo>
                    <a:pt x="5511676" y="898505"/>
                  </a:lnTo>
                  <a:lnTo>
                    <a:pt x="5439154" y="876286"/>
                  </a:lnTo>
                  <a:lnTo>
                    <a:pt x="5366632" y="854210"/>
                  </a:lnTo>
                  <a:lnTo>
                    <a:pt x="5294110" y="832287"/>
                  </a:lnTo>
                  <a:lnTo>
                    <a:pt x="5221588" y="810525"/>
                  </a:lnTo>
                  <a:lnTo>
                    <a:pt x="5149066" y="788936"/>
                  </a:lnTo>
                  <a:lnTo>
                    <a:pt x="5076544" y="767529"/>
                  </a:lnTo>
                  <a:lnTo>
                    <a:pt x="5004022" y="746315"/>
                  </a:lnTo>
                  <a:lnTo>
                    <a:pt x="4931500" y="725307"/>
                  </a:lnTo>
                  <a:lnTo>
                    <a:pt x="4858978" y="704517"/>
                  </a:lnTo>
                  <a:lnTo>
                    <a:pt x="4786456" y="683957"/>
                  </a:lnTo>
                  <a:lnTo>
                    <a:pt x="4713934" y="663642"/>
                  </a:lnTo>
                  <a:lnTo>
                    <a:pt x="4641412" y="643584"/>
                  </a:lnTo>
                  <a:lnTo>
                    <a:pt x="4568890" y="623799"/>
                  </a:lnTo>
                  <a:lnTo>
                    <a:pt x="4496368" y="604300"/>
                  </a:lnTo>
                  <a:lnTo>
                    <a:pt x="4423845" y="585103"/>
                  </a:lnTo>
                  <a:lnTo>
                    <a:pt x="4351323" y="566222"/>
                  </a:lnTo>
                  <a:lnTo>
                    <a:pt x="4278801" y="547673"/>
                  </a:lnTo>
                  <a:lnTo>
                    <a:pt x="4206279" y="529468"/>
                  </a:lnTo>
                  <a:lnTo>
                    <a:pt x="4133757" y="511623"/>
                  </a:lnTo>
                  <a:lnTo>
                    <a:pt x="4061235" y="494151"/>
                  </a:lnTo>
                  <a:lnTo>
                    <a:pt x="3988713" y="477064"/>
                  </a:lnTo>
                  <a:lnTo>
                    <a:pt x="3916191" y="460374"/>
                  </a:lnTo>
                  <a:lnTo>
                    <a:pt x="3843669" y="444090"/>
                  </a:lnTo>
                  <a:lnTo>
                    <a:pt x="3771147" y="428221"/>
                  </a:lnTo>
                  <a:lnTo>
                    <a:pt x="3698625" y="412774"/>
                  </a:lnTo>
                  <a:lnTo>
                    <a:pt x="3626103" y="397754"/>
                  </a:lnTo>
                  <a:lnTo>
                    <a:pt x="3553581" y="383163"/>
                  </a:lnTo>
                  <a:lnTo>
                    <a:pt x="3481059" y="369002"/>
                  </a:lnTo>
                  <a:lnTo>
                    <a:pt x="3408537" y="355270"/>
                  </a:lnTo>
                  <a:lnTo>
                    <a:pt x="3336014" y="341964"/>
                  </a:lnTo>
                  <a:lnTo>
                    <a:pt x="3263492" y="329079"/>
                  </a:lnTo>
                  <a:lnTo>
                    <a:pt x="3190970" y="316607"/>
                  </a:lnTo>
                  <a:lnTo>
                    <a:pt x="3118448" y="304539"/>
                  </a:lnTo>
                  <a:lnTo>
                    <a:pt x="3045926" y="292867"/>
                  </a:lnTo>
                  <a:lnTo>
                    <a:pt x="2973404" y="281577"/>
                  </a:lnTo>
                  <a:lnTo>
                    <a:pt x="2900882" y="270657"/>
                  </a:lnTo>
                  <a:lnTo>
                    <a:pt x="2828360" y="260094"/>
                  </a:lnTo>
                  <a:lnTo>
                    <a:pt x="2755838" y="249873"/>
                  </a:lnTo>
                  <a:lnTo>
                    <a:pt x="2683316" y="239981"/>
                  </a:lnTo>
                  <a:lnTo>
                    <a:pt x="2610794" y="230402"/>
                  </a:lnTo>
                  <a:lnTo>
                    <a:pt x="2538272" y="221122"/>
                  </a:lnTo>
                  <a:lnTo>
                    <a:pt x="2465750" y="212125"/>
                  </a:lnTo>
                  <a:lnTo>
                    <a:pt x="2393228" y="203398"/>
                  </a:lnTo>
                  <a:lnTo>
                    <a:pt x="2320706" y="194926"/>
                  </a:lnTo>
                  <a:lnTo>
                    <a:pt x="2248184" y="186695"/>
                  </a:lnTo>
                  <a:lnTo>
                    <a:pt x="2175661" y="178693"/>
                  </a:lnTo>
                  <a:lnTo>
                    <a:pt x="2103139" y="170906"/>
                  </a:lnTo>
                  <a:lnTo>
                    <a:pt x="2030617" y="163321"/>
                  </a:lnTo>
                  <a:lnTo>
                    <a:pt x="1958095" y="155929"/>
                  </a:lnTo>
                  <a:lnTo>
                    <a:pt x="1885573" y="148716"/>
                  </a:lnTo>
                  <a:lnTo>
                    <a:pt x="1813051" y="141674"/>
                  </a:lnTo>
                  <a:lnTo>
                    <a:pt x="1740529" y="134791"/>
                  </a:lnTo>
                  <a:lnTo>
                    <a:pt x="1668007" y="128059"/>
                  </a:lnTo>
                  <a:lnTo>
                    <a:pt x="1595485" y="121469"/>
                  </a:lnTo>
                  <a:lnTo>
                    <a:pt x="1522963" y="115013"/>
                  </a:lnTo>
                  <a:lnTo>
                    <a:pt x="1450441" y="108682"/>
                  </a:lnTo>
                  <a:lnTo>
                    <a:pt x="1377919" y="102470"/>
                  </a:lnTo>
                  <a:lnTo>
                    <a:pt x="1305397" y="96369"/>
                  </a:lnTo>
                  <a:lnTo>
                    <a:pt x="1232875" y="90374"/>
                  </a:lnTo>
                  <a:lnTo>
                    <a:pt x="1160353" y="84478"/>
                  </a:lnTo>
                  <a:lnTo>
                    <a:pt x="1087830" y="78676"/>
                  </a:lnTo>
                  <a:lnTo>
                    <a:pt x="1015308" y="72962"/>
                  </a:lnTo>
                  <a:lnTo>
                    <a:pt x="942786" y="67332"/>
                  </a:lnTo>
                  <a:lnTo>
                    <a:pt x="870264" y="61780"/>
                  </a:lnTo>
                  <a:lnTo>
                    <a:pt x="797742" y="56304"/>
                  </a:lnTo>
                  <a:lnTo>
                    <a:pt x="725220" y="50898"/>
                  </a:lnTo>
                  <a:lnTo>
                    <a:pt x="652698" y="45559"/>
                  </a:lnTo>
                  <a:lnTo>
                    <a:pt x="580176" y="40283"/>
                  </a:lnTo>
                  <a:lnTo>
                    <a:pt x="507654" y="35067"/>
                  </a:lnTo>
                  <a:lnTo>
                    <a:pt x="435132" y="29908"/>
                  </a:lnTo>
                  <a:lnTo>
                    <a:pt x="362610" y="24803"/>
                  </a:lnTo>
                  <a:lnTo>
                    <a:pt x="290088" y="19750"/>
                  </a:lnTo>
                  <a:lnTo>
                    <a:pt x="217566" y="14745"/>
                  </a:lnTo>
                  <a:lnTo>
                    <a:pt x="145044" y="9787"/>
                  </a:lnTo>
                  <a:lnTo>
                    <a:pt x="72522" y="48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661181"/>
              <a:ext cx="5729243" cy="1139052"/>
            </a:xfrm>
            <a:custGeom>
              <a:avLst/>
              <a:gdLst/>
              <a:ahLst/>
              <a:cxnLst/>
              <a:rect l="0" t="0" r="0" b="0"/>
              <a:pathLst>
                <a:path w="5729243" h="1139052">
                  <a:moveTo>
                    <a:pt x="0" y="0"/>
                  </a:moveTo>
                  <a:lnTo>
                    <a:pt x="72522" y="14418"/>
                  </a:lnTo>
                  <a:lnTo>
                    <a:pt x="145044" y="28836"/>
                  </a:lnTo>
                  <a:lnTo>
                    <a:pt x="217566" y="43255"/>
                  </a:lnTo>
                  <a:lnTo>
                    <a:pt x="290088" y="57673"/>
                  </a:lnTo>
                  <a:lnTo>
                    <a:pt x="362610" y="72091"/>
                  </a:lnTo>
                  <a:lnTo>
                    <a:pt x="435132" y="86510"/>
                  </a:lnTo>
                  <a:lnTo>
                    <a:pt x="507654" y="100928"/>
                  </a:lnTo>
                  <a:lnTo>
                    <a:pt x="580176" y="115347"/>
                  </a:lnTo>
                  <a:lnTo>
                    <a:pt x="652698" y="129765"/>
                  </a:lnTo>
                  <a:lnTo>
                    <a:pt x="725220" y="144183"/>
                  </a:lnTo>
                  <a:lnTo>
                    <a:pt x="797742" y="158602"/>
                  </a:lnTo>
                  <a:lnTo>
                    <a:pt x="870264" y="173020"/>
                  </a:lnTo>
                  <a:lnTo>
                    <a:pt x="942786" y="187438"/>
                  </a:lnTo>
                  <a:lnTo>
                    <a:pt x="1015308" y="201857"/>
                  </a:lnTo>
                  <a:lnTo>
                    <a:pt x="1087830" y="216275"/>
                  </a:lnTo>
                  <a:lnTo>
                    <a:pt x="1160353" y="230694"/>
                  </a:lnTo>
                  <a:lnTo>
                    <a:pt x="1232875" y="245112"/>
                  </a:lnTo>
                  <a:lnTo>
                    <a:pt x="1305397" y="259530"/>
                  </a:lnTo>
                  <a:lnTo>
                    <a:pt x="1377919" y="273949"/>
                  </a:lnTo>
                  <a:lnTo>
                    <a:pt x="1450441" y="288367"/>
                  </a:lnTo>
                  <a:lnTo>
                    <a:pt x="1522963" y="302786"/>
                  </a:lnTo>
                  <a:lnTo>
                    <a:pt x="1595485" y="317204"/>
                  </a:lnTo>
                  <a:lnTo>
                    <a:pt x="1668007" y="331622"/>
                  </a:lnTo>
                  <a:lnTo>
                    <a:pt x="1740529" y="346041"/>
                  </a:lnTo>
                  <a:lnTo>
                    <a:pt x="1813051" y="360459"/>
                  </a:lnTo>
                  <a:lnTo>
                    <a:pt x="1885573" y="374877"/>
                  </a:lnTo>
                  <a:lnTo>
                    <a:pt x="1958095" y="389296"/>
                  </a:lnTo>
                  <a:lnTo>
                    <a:pt x="2030617" y="403714"/>
                  </a:lnTo>
                  <a:lnTo>
                    <a:pt x="2103139" y="418133"/>
                  </a:lnTo>
                  <a:lnTo>
                    <a:pt x="2175661" y="432551"/>
                  </a:lnTo>
                  <a:lnTo>
                    <a:pt x="2248184" y="446969"/>
                  </a:lnTo>
                  <a:lnTo>
                    <a:pt x="2320706" y="461388"/>
                  </a:lnTo>
                  <a:lnTo>
                    <a:pt x="2393228" y="475806"/>
                  </a:lnTo>
                  <a:lnTo>
                    <a:pt x="2465750" y="490224"/>
                  </a:lnTo>
                  <a:lnTo>
                    <a:pt x="2538272" y="504643"/>
                  </a:lnTo>
                  <a:lnTo>
                    <a:pt x="2610794" y="519061"/>
                  </a:lnTo>
                  <a:lnTo>
                    <a:pt x="2683316" y="533480"/>
                  </a:lnTo>
                  <a:lnTo>
                    <a:pt x="2755838" y="547898"/>
                  </a:lnTo>
                  <a:lnTo>
                    <a:pt x="2828360" y="562316"/>
                  </a:lnTo>
                  <a:lnTo>
                    <a:pt x="2900882" y="576735"/>
                  </a:lnTo>
                  <a:lnTo>
                    <a:pt x="2973404" y="591153"/>
                  </a:lnTo>
                  <a:lnTo>
                    <a:pt x="3045926" y="605572"/>
                  </a:lnTo>
                  <a:lnTo>
                    <a:pt x="3118448" y="619990"/>
                  </a:lnTo>
                  <a:lnTo>
                    <a:pt x="3190970" y="634408"/>
                  </a:lnTo>
                  <a:lnTo>
                    <a:pt x="3263492" y="648827"/>
                  </a:lnTo>
                  <a:lnTo>
                    <a:pt x="3336014" y="663245"/>
                  </a:lnTo>
                  <a:lnTo>
                    <a:pt x="3408537" y="677663"/>
                  </a:lnTo>
                  <a:lnTo>
                    <a:pt x="3481059" y="692082"/>
                  </a:lnTo>
                  <a:lnTo>
                    <a:pt x="3553581" y="706500"/>
                  </a:lnTo>
                  <a:lnTo>
                    <a:pt x="3626103" y="720919"/>
                  </a:lnTo>
                  <a:lnTo>
                    <a:pt x="3698625" y="735337"/>
                  </a:lnTo>
                  <a:lnTo>
                    <a:pt x="3771147" y="749755"/>
                  </a:lnTo>
                  <a:lnTo>
                    <a:pt x="3843669" y="764174"/>
                  </a:lnTo>
                  <a:lnTo>
                    <a:pt x="3916191" y="778592"/>
                  </a:lnTo>
                  <a:lnTo>
                    <a:pt x="3988713" y="793010"/>
                  </a:lnTo>
                  <a:lnTo>
                    <a:pt x="4061235" y="807429"/>
                  </a:lnTo>
                  <a:lnTo>
                    <a:pt x="4133757" y="821847"/>
                  </a:lnTo>
                  <a:lnTo>
                    <a:pt x="4206279" y="836266"/>
                  </a:lnTo>
                  <a:lnTo>
                    <a:pt x="4278801" y="850684"/>
                  </a:lnTo>
                  <a:lnTo>
                    <a:pt x="4351323" y="865102"/>
                  </a:lnTo>
                  <a:lnTo>
                    <a:pt x="4423845" y="879521"/>
                  </a:lnTo>
                  <a:lnTo>
                    <a:pt x="4496368" y="893939"/>
                  </a:lnTo>
                  <a:lnTo>
                    <a:pt x="4568890" y="908358"/>
                  </a:lnTo>
                  <a:lnTo>
                    <a:pt x="4641412" y="922776"/>
                  </a:lnTo>
                  <a:lnTo>
                    <a:pt x="4713934" y="937194"/>
                  </a:lnTo>
                  <a:lnTo>
                    <a:pt x="4786456" y="951613"/>
                  </a:lnTo>
                  <a:lnTo>
                    <a:pt x="4858978" y="966031"/>
                  </a:lnTo>
                  <a:lnTo>
                    <a:pt x="4931500" y="980449"/>
                  </a:lnTo>
                  <a:lnTo>
                    <a:pt x="5004022" y="994868"/>
                  </a:lnTo>
                  <a:lnTo>
                    <a:pt x="5076544" y="1009286"/>
                  </a:lnTo>
                  <a:lnTo>
                    <a:pt x="5149066" y="1023705"/>
                  </a:lnTo>
                  <a:lnTo>
                    <a:pt x="5221588" y="1038123"/>
                  </a:lnTo>
                  <a:lnTo>
                    <a:pt x="5294110" y="1052541"/>
                  </a:lnTo>
                  <a:lnTo>
                    <a:pt x="5366632" y="1066960"/>
                  </a:lnTo>
                  <a:lnTo>
                    <a:pt x="5439154" y="1081378"/>
                  </a:lnTo>
                  <a:lnTo>
                    <a:pt x="5511676" y="1095796"/>
                  </a:lnTo>
                  <a:lnTo>
                    <a:pt x="5584198" y="1110215"/>
                  </a:lnTo>
                  <a:lnTo>
                    <a:pt x="5656721" y="1124633"/>
                  </a:lnTo>
                  <a:lnTo>
                    <a:pt x="5729243" y="1139052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670701" y="385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670701" y="38457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670701" y="397029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58082" y="379900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58082" y="40523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58082" y="35634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639281" y="47258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639281" y="44734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639281" y="453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3860759" y="449487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3860759" y="45805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3860759" y="419244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4792074" y="41790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4792074" y="428993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4792074" y="425600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045489" y="41820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045489" y="421251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045489" y="462841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3494337" y="53834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3494337" y="472326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260492" y="46072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260492" y="425935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316785" y="3707053"/>
              <a:ext cx="5002410" cy="1309672"/>
            </a:xfrm>
            <a:custGeom>
              <a:avLst/>
              <a:gdLst/>
              <a:ahLst/>
              <a:cxnLst/>
              <a:rect l="0" t="0" r="0" b="0"/>
              <a:pathLst>
                <a:path w="5002410" h="1309672">
                  <a:moveTo>
                    <a:pt x="0" y="0"/>
                  </a:moveTo>
                  <a:lnTo>
                    <a:pt x="63321" y="14601"/>
                  </a:lnTo>
                  <a:lnTo>
                    <a:pt x="126643" y="29162"/>
                  </a:lnTo>
                  <a:lnTo>
                    <a:pt x="189964" y="43680"/>
                  </a:lnTo>
                  <a:lnTo>
                    <a:pt x="253286" y="58152"/>
                  </a:lnTo>
                  <a:lnTo>
                    <a:pt x="316608" y="72576"/>
                  </a:lnTo>
                  <a:lnTo>
                    <a:pt x="379929" y="86948"/>
                  </a:lnTo>
                  <a:lnTo>
                    <a:pt x="443251" y="101265"/>
                  </a:lnTo>
                  <a:lnTo>
                    <a:pt x="506573" y="115524"/>
                  </a:lnTo>
                  <a:lnTo>
                    <a:pt x="569894" y="129719"/>
                  </a:lnTo>
                  <a:lnTo>
                    <a:pt x="633216" y="143848"/>
                  </a:lnTo>
                  <a:lnTo>
                    <a:pt x="696538" y="157905"/>
                  </a:lnTo>
                  <a:lnTo>
                    <a:pt x="759859" y="171885"/>
                  </a:lnTo>
                  <a:lnTo>
                    <a:pt x="823181" y="185783"/>
                  </a:lnTo>
                  <a:lnTo>
                    <a:pt x="886503" y="199594"/>
                  </a:lnTo>
                  <a:lnTo>
                    <a:pt x="949824" y="213309"/>
                  </a:lnTo>
                  <a:lnTo>
                    <a:pt x="1013146" y="226924"/>
                  </a:lnTo>
                  <a:lnTo>
                    <a:pt x="1076467" y="240430"/>
                  </a:lnTo>
                  <a:lnTo>
                    <a:pt x="1139789" y="253819"/>
                  </a:lnTo>
                  <a:lnTo>
                    <a:pt x="1203111" y="267083"/>
                  </a:lnTo>
                  <a:lnTo>
                    <a:pt x="1266432" y="280212"/>
                  </a:lnTo>
                  <a:lnTo>
                    <a:pt x="1329754" y="293196"/>
                  </a:lnTo>
                  <a:lnTo>
                    <a:pt x="1393076" y="306025"/>
                  </a:lnTo>
                  <a:lnTo>
                    <a:pt x="1456397" y="318686"/>
                  </a:lnTo>
                  <a:lnTo>
                    <a:pt x="1519719" y="331169"/>
                  </a:lnTo>
                  <a:lnTo>
                    <a:pt x="1583041" y="343460"/>
                  </a:lnTo>
                  <a:lnTo>
                    <a:pt x="1646362" y="355544"/>
                  </a:lnTo>
                  <a:lnTo>
                    <a:pt x="1709684" y="367409"/>
                  </a:lnTo>
                  <a:lnTo>
                    <a:pt x="1773006" y="379039"/>
                  </a:lnTo>
                  <a:lnTo>
                    <a:pt x="1836327" y="390419"/>
                  </a:lnTo>
                  <a:lnTo>
                    <a:pt x="1899649" y="401533"/>
                  </a:lnTo>
                  <a:lnTo>
                    <a:pt x="1962971" y="412365"/>
                  </a:lnTo>
                  <a:lnTo>
                    <a:pt x="2026292" y="422901"/>
                  </a:lnTo>
                  <a:lnTo>
                    <a:pt x="2089614" y="433125"/>
                  </a:lnTo>
                  <a:lnTo>
                    <a:pt x="2152935" y="443022"/>
                  </a:lnTo>
                  <a:lnTo>
                    <a:pt x="2216257" y="452580"/>
                  </a:lnTo>
                  <a:lnTo>
                    <a:pt x="2279579" y="461785"/>
                  </a:lnTo>
                  <a:lnTo>
                    <a:pt x="2342900" y="470628"/>
                  </a:lnTo>
                  <a:lnTo>
                    <a:pt x="2406222" y="479100"/>
                  </a:lnTo>
                  <a:lnTo>
                    <a:pt x="2469544" y="487196"/>
                  </a:lnTo>
                  <a:lnTo>
                    <a:pt x="2532865" y="494910"/>
                  </a:lnTo>
                  <a:lnTo>
                    <a:pt x="2596187" y="502243"/>
                  </a:lnTo>
                  <a:lnTo>
                    <a:pt x="2659509" y="509196"/>
                  </a:lnTo>
                  <a:lnTo>
                    <a:pt x="2722830" y="515772"/>
                  </a:lnTo>
                  <a:lnTo>
                    <a:pt x="2786152" y="521979"/>
                  </a:lnTo>
                  <a:lnTo>
                    <a:pt x="2849474" y="527824"/>
                  </a:lnTo>
                  <a:lnTo>
                    <a:pt x="2912795" y="533319"/>
                  </a:lnTo>
                  <a:lnTo>
                    <a:pt x="2976117" y="538476"/>
                  </a:lnTo>
                  <a:lnTo>
                    <a:pt x="3039439" y="543308"/>
                  </a:lnTo>
                  <a:lnTo>
                    <a:pt x="3102760" y="547830"/>
                  </a:lnTo>
                  <a:lnTo>
                    <a:pt x="3166082" y="552057"/>
                  </a:lnTo>
                  <a:lnTo>
                    <a:pt x="3229403" y="556005"/>
                  </a:lnTo>
                  <a:lnTo>
                    <a:pt x="3292725" y="559690"/>
                  </a:lnTo>
                  <a:lnTo>
                    <a:pt x="3356047" y="563126"/>
                  </a:lnTo>
                  <a:lnTo>
                    <a:pt x="3419368" y="566329"/>
                  </a:lnTo>
                  <a:lnTo>
                    <a:pt x="3482690" y="569314"/>
                  </a:lnTo>
                  <a:lnTo>
                    <a:pt x="3546012" y="572096"/>
                  </a:lnTo>
                  <a:lnTo>
                    <a:pt x="3609333" y="574687"/>
                  </a:lnTo>
                  <a:lnTo>
                    <a:pt x="3672655" y="577100"/>
                  </a:lnTo>
                  <a:lnTo>
                    <a:pt x="3735977" y="579348"/>
                  </a:lnTo>
                  <a:lnTo>
                    <a:pt x="3799298" y="581442"/>
                  </a:lnTo>
                  <a:lnTo>
                    <a:pt x="3862620" y="583393"/>
                  </a:lnTo>
                  <a:lnTo>
                    <a:pt x="3925942" y="585210"/>
                  </a:lnTo>
                  <a:lnTo>
                    <a:pt x="3989263" y="586903"/>
                  </a:lnTo>
                  <a:lnTo>
                    <a:pt x="4052585" y="588480"/>
                  </a:lnTo>
                  <a:lnTo>
                    <a:pt x="4115907" y="589950"/>
                  </a:lnTo>
                  <a:lnTo>
                    <a:pt x="4179228" y="591319"/>
                  </a:lnTo>
                  <a:lnTo>
                    <a:pt x="4242550" y="592595"/>
                  </a:lnTo>
                  <a:lnTo>
                    <a:pt x="4305871" y="593784"/>
                  </a:lnTo>
                  <a:lnTo>
                    <a:pt x="4369193" y="594891"/>
                  </a:lnTo>
                  <a:lnTo>
                    <a:pt x="4432515" y="595922"/>
                  </a:lnTo>
                  <a:lnTo>
                    <a:pt x="4495836" y="596882"/>
                  </a:lnTo>
                  <a:lnTo>
                    <a:pt x="4559158" y="597776"/>
                  </a:lnTo>
                  <a:lnTo>
                    <a:pt x="4622480" y="598608"/>
                  </a:lnTo>
                  <a:lnTo>
                    <a:pt x="4685801" y="599381"/>
                  </a:lnTo>
                  <a:lnTo>
                    <a:pt x="4749123" y="600100"/>
                  </a:lnTo>
                  <a:lnTo>
                    <a:pt x="4812445" y="600768"/>
                  </a:lnTo>
                  <a:lnTo>
                    <a:pt x="4875766" y="601387"/>
                  </a:lnTo>
                  <a:lnTo>
                    <a:pt x="4939088" y="601961"/>
                  </a:lnTo>
                  <a:lnTo>
                    <a:pt x="5002410" y="602493"/>
                  </a:lnTo>
                  <a:lnTo>
                    <a:pt x="5002410" y="1309672"/>
                  </a:lnTo>
                  <a:lnTo>
                    <a:pt x="4939088" y="1295106"/>
                  </a:lnTo>
                  <a:lnTo>
                    <a:pt x="4875766" y="1280582"/>
                  </a:lnTo>
                  <a:lnTo>
                    <a:pt x="4812445" y="1266103"/>
                  </a:lnTo>
                  <a:lnTo>
                    <a:pt x="4749123" y="1251673"/>
                  </a:lnTo>
                  <a:lnTo>
                    <a:pt x="4685801" y="1237294"/>
                  </a:lnTo>
                  <a:lnTo>
                    <a:pt x="4622480" y="1222969"/>
                  </a:lnTo>
                  <a:lnTo>
                    <a:pt x="4559158" y="1208703"/>
                  </a:lnTo>
                  <a:lnTo>
                    <a:pt x="4495836" y="1194499"/>
                  </a:lnTo>
                  <a:lnTo>
                    <a:pt x="4432515" y="1180361"/>
                  </a:lnTo>
                  <a:lnTo>
                    <a:pt x="4369193" y="1166294"/>
                  </a:lnTo>
                  <a:lnTo>
                    <a:pt x="4305871" y="1152303"/>
                  </a:lnTo>
                  <a:lnTo>
                    <a:pt x="4242550" y="1138394"/>
                  </a:lnTo>
                  <a:lnTo>
                    <a:pt x="4179228" y="1124572"/>
                  </a:lnTo>
                  <a:lnTo>
                    <a:pt x="4115907" y="1110843"/>
                  </a:lnTo>
                  <a:lnTo>
                    <a:pt x="4052585" y="1097215"/>
                  </a:lnTo>
                  <a:lnTo>
                    <a:pt x="3989263" y="1083694"/>
                  </a:lnTo>
                  <a:lnTo>
                    <a:pt x="3925942" y="1070289"/>
                  </a:lnTo>
                  <a:lnTo>
                    <a:pt x="3862620" y="1057008"/>
                  </a:lnTo>
                  <a:lnTo>
                    <a:pt x="3799298" y="1043861"/>
                  </a:lnTo>
                  <a:lnTo>
                    <a:pt x="3735977" y="1030857"/>
                  </a:lnTo>
                  <a:lnTo>
                    <a:pt x="3672655" y="1018007"/>
                  </a:lnTo>
                  <a:lnTo>
                    <a:pt x="3609333" y="1005323"/>
                  </a:lnTo>
                  <a:lnTo>
                    <a:pt x="3546012" y="992816"/>
                  </a:lnTo>
                  <a:lnTo>
                    <a:pt x="3482690" y="980499"/>
                  </a:lnTo>
                  <a:lnTo>
                    <a:pt x="3419368" y="968386"/>
                  </a:lnTo>
                  <a:lnTo>
                    <a:pt x="3356047" y="956492"/>
                  </a:lnTo>
                  <a:lnTo>
                    <a:pt x="3292725" y="944830"/>
                  </a:lnTo>
                  <a:lnTo>
                    <a:pt x="3229403" y="933416"/>
                  </a:lnTo>
                  <a:lnTo>
                    <a:pt x="3166082" y="922266"/>
                  </a:lnTo>
                  <a:lnTo>
                    <a:pt x="3102760" y="911395"/>
                  </a:lnTo>
                  <a:lnTo>
                    <a:pt x="3039439" y="900819"/>
                  </a:lnTo>
                  <a:lnTo>
                    <a:pt x="2976117" y="890553"/>
                  </a:lnTo>
                  <a:lnTo>
                    <a:pt x="2912795" y="880612"/>
                  </a:lnTo>
                  <a:lnTo>
                    <a:pt x="2849474" y="871009"/>
                  </a:lnTo>
                  <a:lnTo>
                    <a:pt x="2786152" y="861757"/>
                  </a:lnTo>
                  <a:lnTo>
                    <a:pt x="2722830" y="852865"/>
                  </a:lnTo>
                  <a:lnTo>
                    <a:pt x="2659509" y="844344"/>
                  </a:lnTo>
                  <a:lnTo>
                    <a:pt x="2596187" y="836198"/>
                  </a:lnTo>
                  <a:lnTo>
                    <a:pt x="2532865" y="828433"/>
                  </a:lnTo>
                  <a:lnTo>
                    <a:pt x="2469544" y="821050"/>
                  </a:lnTo>
                  <a:lnTo>
                    <a:pt x="2406222" y="814047"/>
                  </a:lnTo>
                  <a:lnTo>
                    <a:pt x="2342900" y="807421"/>
                  </a:lnTo>
                  <a:lnTo>
                    <a:pt x="2279579" y="801166"/>
                  </a:lnTo>
                  <a:lnTo>
                    <a:pt x="2216257" y="795274"/>
                  </a:lnTo>
                  <a:lnTo>
                    <a:pt x="2152935" y="789733"/>
                  </a:lnTo>
                  <a:lnTo>
                    <a:pt x="2089614" y="784532"/>
                  </a:lnTo>
                  <a:lnTo>
                    <a:pt x="2026292" y="779658"/>
                  </a:lnTo>
                  <a:lnTo>
                    <a:pt x="1962971" y="775096"/>
                  </a:lnTo>
                  <a:lnTo>
                    <a:pt x="1899649" y="770831"/>
                  </a:lnTo>
                  <a:lnTo>
                    <a:pt x="1836327" y="766847"/>
                  </a:lnTo>
                  <a:lnTo>
                    <a:pt x="1773006" y="763129"/>
                  </a:lnTo>
                  <a:lnTo>
                    <a:pt x="1709684" y="759661"/>
                  </a:lnTo>
                  <a:lnTo>
                    <a:pt x="1646362" y="756427"/>
                  </a:lnTo>
                  <a:lnTo>
                    <a:pt x="1583041" y="753414"/>
                  </a:lnTo>
                  <a:lnTo>
                    <a:pt x="1519719" y="750607"/>
                  </a:lnTo>
                  <a:lnTo>
                    <a:pt x="1456397" y="747991"/>
                  </a:lnTo>
                  <a:lnTo>
                    <a:pt x="1393076" y="745555"/>
                  </a:lnTo>
                  <a:lnTo>
                    <a:pt x="1329754" y="743286"/>
                  </a:lnTo>
                  <a:lnTo>
                    <a:pt x="1266432" y="741172"/>
                  </a:lnTo>
                  <a:lnTo>
                    <a:pt x="1203111" y="739203"/>
                  </a:lnTo>
                  <a:lnTo>
                    <a:pt x="1139789" y="737369"/>
                  </a:lnTo>
                  <a:lnTo>
                    <a:pt x="1076467" y="735660"/>
                  </a:lnTo>
                  <a:lnTo>
                    <a:pt x="1013146" y="734068"/>
                  </a:lnTo>
                  <a:lnTo>
                    <a:pt x="949824" y="732584"/>
                  </a:lnTo>
                  <a:lnTo>
                    <a:pt x="886503" y="731202"/>
                  </a:lnTo>
                  <a:lnTo>
                    <a:pt x="823181" y="729914"/>
                  </a:lnTo>
                  <a:lnTo>
                    <a:pt x="759859" y="728714"/>
                  </a:lnTo>
                  <a:lnTo>
                    <a:pt x="696538" y="727597"/>
                  </a:lnTo>
                  <a:lnTo>
                    <a:pt x="633216" y="726556"/>
                  </a:lnTo>
                  <a:lnTo>
                    <a:pt x="569894" y="725586"/>
                  </a:lnTo>
                  <a:lnTo>
                    <a:pt x="506573" y="724684"/>
                  </a:lnTo>
                  <a:lnTo>
                    <a:pt x="443251" y="723844"/>
                  </a:lnTo>
                  <a:lnTo>
                    <a:pt x="379929" y="723064"/>
                  </a:lnTo>
                  <a:lnTo>
                    <a:pt x="316608" y="722338"/>
                  </a:lnTo>
                  <a:lnTo>
                    <a:pt x="253286" y="721664"/>
                  </a:lnTo>
                  <a:lnTo>
                    <a:pt x="189964" y="721038"/>
                  </a:lnTo>
                  <a:lnTo>
                    <a:pt x="126643" y="720458"/>
                  </a:lnTo>
                  <a:lnTo>
                    <a:pt x="63321" y="719921"/>
                  </a:lnTo>
                  <a:lnTo>
                    <a:pt x="0" y="71942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316785" y="3707053"/>
              <a:ext cx="5002410" cy="602493"/>
            </a:xfrm>
            <a:custGeom>
              <a:avLst/>
              <a:gdLst/>
              <a:ahLst/>
              <a:cxnLst/>
              <a:rect l="0" t="0" r="0" b="0"/>
              <a:pathLst>
                <a:path w="5002410" h="602493">
                  <a:moveTo>
                    <a:pt x="0" y="0"/>
                  </a:moveTo>
                  <a:lnTo>
                    <a:pt x="63321" y="14601"/>
                  </a:lnTo>
                  <a:lnTo>
                    <a:pt x="126643" y="29162"/>
                  </a:lnTo>
                  <a:lnTo>
                    <a:pt x="189964" y="43680"/>
                  </a:lnTo>
                  <a:lnTo>
                    <a:pt x="253286" y="58152"/>
                  </a:lnTo>
                  <a:lnTo>
                    <a:pt x="316608" y="72576"/>
                  </a:lnTo>
                  <a:lnTo>
                    <a:pt x="379929" y="86948"/>
                  </a:lnTo>
                  <a:lnTo>
                    <a:pt x="443251" y="101265"/>
                  </a:lnTo>
                  <a:lnTo>
                    <a:pt x="506573" y="115524"/>
                  </a:lnTo>
                  <a:lnTo>
                    <a:pt x="569894" y="129719"/>
                  </a:lnTo>
                  <a:lnTo>
                    <a:pt x="633216" y="143848"/>
                  </a:lnTo>
                  <a:lnTo>
                    <a:pt x="696538" y="157905"/>
                  </a:lnTo>
                  <a:lnTo>
                    <a:pt x="759859" y="171885"/>
                  </a:lnTo>
                  <a:lnTo>
                    <a:pt x="823181" y="185783"/>
                  </a:lnTo>
                  <a:lnTo>
                    <a:pt x="886503" y="199594"/>
                  </a:lnTo>
                  <a:lnTo>
                    <a:pt x="949824" y="213309"/>
                  </a:lnTo>
                  <a:lnTo>
                    <a:pt x="1013146" y="226924"/>
                  </a:lnTo>
                  <a:lnTo>
                    <a:pt x="1076467" y="240430"/>
                  </a:lnTo>
                  <a:lnTo>
                    <a:pt x="1139789" y="253819"/>
                  </a:lnTo>
                  <a:lnTo>
                    <a:pt x="1203111" y="267083"/>
                  </a:lnTo>
                  <a:lnTo>
                    <a:pt x="1266432" y="280212"/>
                  </a:lnTo>
                  <a:lnTo>
                    <a:pt x="1329754" y="293196"/>
                  </a:lnTo>
                  <a:lnTo>
                    <a:pt x="1393076" y="306025"/>
                  </a:lnTo>
                  <a:lnTo>
                    <a:pt x="1456397" y="318686"/>
                  </a:lnTo>
                  <a:lnTo>
                    <a:pt x="1519719" y="331169"/>
                  </a:lnTo>
                  <a:lnTo>
                    <a:pt x="1583041" y="343460"/>
                  </a:lnTo>
                  <a:lnTo>
                    <a:pt x="1646362" y="355544"/>
                  </a:lnTo>
                  <a:lnTo>
                    <a:pt x="1709684" y="367409"/>
                  </a:lnTo>
                  <a:lnTo>
                    <a:pt x="1773006" y="379039"/>
                  </a:lnTo>
                  <a:lnTo>
                    <a:pt x="1836327" y="390419"/>
                  </a:lnTo>
                  <a:lnTo>
                    <a:pt x="1899649" y="401533"/>
                  </a:lnTo>
                  <a:lnTo>
                    <a:pt x="1962971" y="412365"/>
                  </a:lnTo>
                  <a:lnTo>
                    <a:pt x="2026292" y="422901"/>
                  </a:lnTo>
                  <a:lnTo>
                    <a:pt x="2089614" y="433125"/>
                  </a:lnTo>
                  <a:lnTo>
                    <a:pt x="2152935" y="443022"/>
                  </a:lnTo>
                  <a:lnTo>
                    <a:pt x="2216257" y="452580"/>
                  </a:lnTo>
                  <a:lnTo>
                    <a:pt x="2279579" y="461785"/>
                  </a:lnTo>
                  <a:lnTo>
                    <a:pt x="2342900" y="470628"/>
                  </a:lnTo>
                  <a:lnTo>
                    <a:pt x="2406222" y="479100"/>
                  </a:lnTo>
                  <a:lnTo>
                    <a:pt x="2469544" y="487196"/>
                  </a:lnTo>
                  <a:lnTo>
                    <a:pt x="2532865" y="494910"/>
                  </a:lnTo>
                  <a:lnTo>
                    <a:pt x="2596187" y="502243"/>
                  </a:lnTo>
                  <a:lnTo>
                    <a:pt x="2659509" y="509196"/>
                  </a:lnTo>
                  <a:lnTo>
                    <a:pt x="2722830" y="515772"/>
                  </a:lnTo>
                  <a:lnTo>
                    <a:pt x="2786152" y="521979"/>
                  </a:lnTo>
                  <a:lnTo>
                    <a:pt x="2849474" y="527824"/>
                  </a:lnTo>
                  <a:lnTo>
                    <a:pt x="2912795" y="533319"/>
                  </a:lnTo>
                  <a:lnTo>
                    <a:pt x="2976117" y="538476"/>
                  </a:lnTo>
                  <a:lnTo>
                    <a:pt x="3039439" y="543308"/>
                  </a:lnTo>
                  <a:lnTo>
                    <a:pt x="3102760" y="547830"/>
                  </a:lnTo>
                  <a:lnTo>
                    <a:pt x="3166082" y="552057"/>
                  </a:lnTo>
                  <a:lnTo>
                    <a:pt x="3229403" y="556005"/>
                  </a:lnTo>
                  <a:lnTo>
                    <a:pt x="3292725" y="559690"/>
                  </a:lnTo>
                  <a:lnTo>
                    <a:pt x="3356047" y="563126"/>
                  </a:lnTo>
                  <a:lnTo>
                    <a:pt x="3419368" y="566329"/>
                  </a:lnTo>
                  <a:lnTo>
                    <a:pt x="3482690" y="569314"/>
                  </a:lnTo>
                  <a:lnTo>
                    <a:pt x="3546012" y="572096"/>
                  </a:lnTo>
                  <a:lnTo>
                    <a:pt x="3609333" y="574687"/>
                  </a:lnTo>
                  <a:lnTo>
                    <a:pt x="3672655" y="577100"/>
                  </a:lnTo>
                  <a:lnTo>
                    <a:pt x="3735977" y="579348"/>
                  </a:lnTo>
                  <a:lnTo>
                    <a:pt x="3799298" y="581442"/>
                  </a:lnTo>
                  <a:lnTo>
                    <a:pt x="3862620" y="583393"/>
                  </a:lnTo>
                  <a:lnTo>
                    <a:pt x="3925942" y="585210"/>
                  </a:lnTo>
                  <a:lnTo>
                    <a:pt x="3989263" y="586903"/>
                  </a:lnTo>
                  <a:lnTo>
                    <a:pt x="4052585" y="588480"/>
                  </a:lnTo>
                  <a:lnTo>
                    <a:pt x="4115907" y="589950"/>
                  </a:lnTo>
                  <a:lnTo>
                    <a:pt x="4179228" y="591319"/>
                  </a:lnTo>
                  <a:lnTo>
                    <a:pt x="4242550" y="592595"/>
                  </a:lnTo>
                  <a:lnTo>
                    <a:pt x="4305871" y="593784"/>
                  </a:lnTo>
                  <a:lnTo>
                    <a:pt x="4369193" y="594891"/>
                  </a:lnTo>
                  <a:lnTo>
                    <a:pt x="4432515" y="595922"/>
                  </a:lnTo>
                  <a:lnTo>
                    <a:pt x="4495836" y="596882"/>
                  </a:lnTo>
                  <a:lnTo>
                    <a:pt x="4559158" y="597776"/>
                  </a:lnTo>
                  <a:lnTo>
                    <a:pt x="4622480" y="598608"/>
                  </a:lnTo>
                  <a:lnTo>
                    <a:pt x="4685801" y="599381"/>
                  </a:lnTo>
                  <a:lnTo>
                    <a:pt x="4749123" y="600100"/>
                  </a:lnTo>
                  <a:lnTo>
                    <a:pt x="4812445" y="600768"/>
                  </a:lnTo>
                  <a:lnTo>
                    <a:pt x="4875766" y="601387"/>
                  </a:lnTo>
                  <a:lnTo>
                    <a:pt x="4939088" y="601961"/>
                  </a:lnTo>
                  <a:lnTo>
                    <a:pt x="5002410" y="60249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316785" y="4426478"/>
              <a:ext cx="5002410" cy="590247"/>
            </a:xfrm>
            <a:custGeom>
              <a:avLst/>
              <a:gdLst/>
              <a:ahLst/>
              <a:cxnLst/>
              <a:rect l="0" t="0" r="0" b="0"/>
              <a:pathLst>
                <a:path w="5002410" h="590247">
                  <a:moveTo>
                    <a:pt x="5002410" y="590247"/>
                  </a:moveTo>
                  <a:lnTo>
                    <a:pt x="4939088" y="575681"/>
                  </a:lnTo>
                  <a:lnTo>
                    <a:pt x="4875766" y="561157"/>
                  </a:lnTo>
                  <a:lnTo>
                    <a:pt x="4812445" y="546678"/>
                  </a:lnTo>
                  <a:lnTo>
                    <a:pt x="4749123" y="532248"/>
                  </a:lnTo>
                  <a:lnTo>
                    <a:pt x="4685801" y="517869"/>
                  </a:lnTo>
                  <a:lnTo>
                    <a:pt x="4622480" y="503544"/>
                  </a:lnTo>
                  <a:lnTo>
                    <a:pt x="4559158" y="489278"/>
                  </a:lnTo>
                  <a:lnTo>
                    <a:pt x="4495836" y="475074"/>
                  </a:lnTo>
                  <a:lnTo>
                    <a:pt x="4432515" y="460936"/>
                  </a:lnTo>
                  <a:lnTo>
                    <a:pt x="4369193" y="446869"/>
                  </a:lnTo>
                  <a:lnTo>
                    <a:pt x="4305871" y="432878"/>
                  </a:lnTo>
                  <a:lnTo>
                    <a:pt x="4242550" y="418969"/>
                  </a:lnTo>
                  <a:lnTo>
                    <a:pt x="4179228" y="405147"/>
                  </a:lnTo>
                  <a:lnTo>
                    <a:pt x="4115907" y="391418"/>
                  </a:lnTo>
                  <a:lnTo>
                    <a:pt x="4052585" y="377790"/>
                  </a:lnTo>
                  <a:lnTo>
                    <a:pt x="3989263" y="364269"/>
                  </a:lnTo>
                  <a:lnTo>
                    <a:pt x="3925942" y="350864"/>
                  </a:lnTo>
                  <a:lnTo>
                    <a:pt x="3862620" y="337584"/>
                  </a:lnTo>
                  <a:lnTo>
                    <a:pt x="3799298" y="324436"/>
                  </a:lnTo>
                  <a:lnTo>
                    <a:pt x="3735977" y="311432"/>
                  </a:lnTo>
                  <a:lnTo>
                    <a:pt x="3672655" y="298582"/>
                  </a:lnTo>
                  <a:lnTo>
                    <a:pt x="3609333" y="285898"/>
                  </a:lnTo>
                  <a:lnTo>
                    <a:pt x="3546012" y="273391"/>
                  </a:lnTo>
                  <a:lnTo>
                    <a:pt x="3482690" y="261074"/>
                  </a:lnTo>
                  <a:lnTo>
                    <a:pt x="3419368" y="248961"/>
                  </a:lnTo>
                  <a:lnTo>
                    <a:pt x="3356047" y="237067"/>
                  </a:lnTo>
                  <a:lnTo>
                    <a:pt x="3292725" y="225405"/>
                  </a:lnTo>
                  <a:lnTo>
                    <a:pt x="3229403" y="213991"/>
                  </a:lnTo>
                  <a:lnTo>
                    <a:pt x="3166082" y="202841"/>
                  </a:lnTo>
                  <a:lnTo>
                    <a:pt x="3102760" y="191970"/>
                  </a:lnTo>
                  <a:lnTo>
                    <a:pt x="3039439" y="181394"/>
                  </a:lnTo>
                  <a:lnTo>
                    <a:pt x="2976117" y="171128"/>
                  </a:lnTo>
                  <a:lnTo>
                    <a:pt x="2912795" y="161187"/>
                  </a:lnTo>
                  <a:lnTo>
                    <a:pt x="2849474" y="151584"/>
                  </a:lnTo>
                  <a:lnTo>
                    <a:pt x="2786152" y="142332"/>
                  </a:lnTo>
                  <a:lnTo>
                    <a:pt x="2722830" y="133440"/>
                  </a:lnTo>
                  <a:lnTo>
                    <a:pt x="2659509" y="124919"/>
                  </a:lnTo>
                  <a:lnTo>
                    <a:pt x="2596187" y="116773"/>
                  </a:lnTo>
                  <a:lnTo>
                    <a:pt x="2532865" y="109008"/>
                  </a:lnTo>
                  <a:lnTo>
                    <a:pt x="2469544" y="101625"/>
                  </a:lnTo>
                  <a:lnTo>
                    <a:pt x="2406222" y="94622"/>
                  </a:lnTo>
                  <a:lnTo>
                    <a:pt x="2342900" y="87996"/>
                  </a:lnTo>
                  <a:lnTo>
                    <a:pt x="2279579" y="81741"/>
                  </a:lnTo>
                  <a:lnTo>
                    <a:pt x="2216257" y="75849"/>
                  </a:lnTo>
                  <a:lnTo>
                    <a:pt x="2152935" y="70308"/>
                  </a:lnTo>
                  <a:lnTo>
                    <a:pt x="2089614" y="65108"/>
                  </a:lnTo>
                  <a:lnTo>
                    <a:pt x="2026292" y="60233"/>
                  </a:lnTo>
                  <a:lnTo>
                    <a:pt x="1962971" y="55671"/>
                  </a:lnTo>
                  <a:lnTo>
                    <a:pt x="1899649" y="51406"/>
                  </a:lnTo>
                  <a:lnTo>
                    <a:pt x="1836327" y="47422"/>
                  </a:lnTo>
                  <a:lnTo>
                    <a:pt x="1773006" y="43704"/>
                  </a:lnTo>
                  <a:lnTo>
                    <a:pt x="1709684" y="40236"/>
                  </a:lnTo>
                  <a:lnTo>
                    <a:pt x="1646362" y="37002"/>
                  </a:lnTo>
                  <a:lnTo>
                    <a:pt x="1583041" y="33989"/>
                  </a:lnTo>
                  <a:lnTo>
                    <a:pt x="1519719" y="31182"/>
                  </a:lnTo>
                  <a:lnTo>
                    <a:pt x="1456397" y="28566"/>
                  </a:lnTo>
                  <a:lnTo>
                    <a:pt x="1393076" y="26130"/>
                  </a:lnTo>
                  <a:lnTo>
                    <a:pt x="1329754" y="23861"/>
                  </a:lnTo>
                  <a:lnTo>
                    <a:pt x="1266432" y="21747"/>
                  </a:lnTo>
                  <a:lnTo>
                    <a:pt x="1203111" y="19778"/>
                  </a:lnTo>
                  <a:lnTo>
                    <a:pt x="1139789" y="17944"/>
                  </a:lnTo>
                  <a:lnTo>
                    <a:pt x="1076467" y="16235"/>
                  </a:lnTo>
                  <a:lnTo>
                    <a:pt x="1013146" y="14643"/>
                  </a:lnTo>
                  <a:lnTo>
                    <a:pt x="949824" y="13159"/>
                  </a:lnTo>
                  <a:lnTo>
                    <a:pt x="886503" y="11777"/>
                  </a:lnTo>
                  <a:lnTo>
                    <a:pt x="823181" y="10489"/>
                  </a:lnTo>
                  <a:lnTo>
                    <a:pt x="759859" y="9290"/>
                  </a:lnTo>
                  <a:lnTo>
                    <a:pt x="696538" y="8172"/>
                  </a:lnTo>
                  <a:lnTo>
                    <a:pt x="633216" y="7131"/>
                  </a:lnTo>
                  <a:lnTo>
                    <a:pt x="569894" y="6161"/>
                  </a:lnTo>
                  <a:lnTo>
                    <a:pt x="506573" y="5259"/>
                  </a:lnTo>
                  <a:lnTo>
                    <a:pt x="443251" y="4420"/>
                  </a:lnTo>
                  <a:lnTo>
                    <a:pt x="379929" y="3639"/>
                  </a:lnTo>
                  <a:lnTo>
                    <a:pt x="316608" y="2913"/>
                  </a:lnTo>
                  <a:lnTo>
                    <a:pt x="253286" y="2239"/>
                  </a:lnTo>
                  <a:lnTo>
                    <a:pt x="189964" y="1613"/>
                  </a:lnTo>
                  <a:lnTo>
                    <a:pt x="126643" y="1033"/>
                  </a:lnTo>
                  <a:lnTo>
                    <a:pt x="63321" y="4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316785" y="4066765"/>
              <a:ext cx="5002410" cy="596370"/>
            </a:xfrm>
            <a:custGeom>
              <a:avLst/>
              <a:gdLst/>
              <a:ahLst/>
              <a:cxnLst/>
              <a:rect l="0" t="0" r="0" b="0"/>
              <a:pathLst>
                <a:path w="5002410" h="596370">
                  <a:moveTo>
                    <a:pt x="0" y="0"/>
                  </a:moveTo>
                  <a:lnTo>
                    <a:pt x="63321" y="7548"/>
                  </a:lnTo>
                  <a:lnTo>
                    <a:pt x="126643" y="15097"/>
                  </a:lnTo>
                  <a:lnTo>
                    <a:pt x="189964" y="22646"/>
                  </a:lnTo>
                  <a:lnTo>
                    <a:pt x="253286" y="30195"/>
                  </a:lnTo>
                  <a:lnTo>
                    <a:pt x="316608" y="37744"/>
                  </a:lnTo>
                  <a:lnTo>
                    <a:pt x="379929" y="45293"/>
                  </a:lnTo>
                  <a:lnTo>
                    <a:pt x="443251" y="52842"/>
                  </a:lnTo>
                  <a:lnTo>
                    <a:pt x="506573" y="60391"/>
                  </a:lnTo>
                  <a:lnTo>
                    <a:pt x="569894" y="67940"/>
                  </a:lnTo>
                  <a:lnTo>
                    <a:pt x="633216" y="75489"/>
                  </a:lnTo>
                  <a:lnTo>
                    <a:pt x="696538" y="83038"/>
                  </a:lnTo>
                  <a:lnTo>
                    <a:pt x="759859" y="90587"/>
                  </a:lnTo>
                  <a:lnTo>
                    <a:pt x="823181" y="98136"/>
                  </a:lnTo>
                  <a:lnTo>
                    <a:pt x="886503" y="105685"/>
                  </a:lnTo>
                  <a:lnTo>
                    <a:pt x="949824" y="113234"/>
                  </a:lnTo>
                  <a:lnTo>
                    <a:pt x="1013146" y="120783"/>
                  </a:lnTo>
                  <a:lnTo>
                    <a:pt x="1076467" y="128332"/>
                  </a:lnTo>
                  <a:lnTo>
                    <a:pt x="1139789" y="135881"/>
                  </a:lnTo>
                  <a:lnTo>
                    <a:pt x="1203111" y="143430"/>
                  </a:lnTo>
                  <a:lnTo>
                    <a:pt x="1266432" y="150979"/>
                  </a:lnTo>
                  <a:lnTo>
                    <a:pt x="1329754" y="158528"/>
                  </a:lnTo>
                  <a:lnTo>
                    <a:pt x="1393076" y="166077"/>
                  </a:lnTo>
                  <a:lnTo>
                    <a:pt x="1456397" y="173626"/>
                  </a:lnTo>
                  <a:lnTo>
                    <a:pt x="1519719" y="181175"/>
                  </a:lnTo>
                  <a:lnTo>
                    <a:pt x="1583041" y="188724"/>
                  </a:lnTo>
                  <a:lnTo>
                    <a:pt x="1646362" y="196273"/>
                  </a:lnTo>
                  <a:lnTo>
                    <a:pt x="1709684" y="203822"/>
                  </a:lnTo>
                  <a:lnTo>
                    <a:pt x="1773006" y="211371"/>
                  </a:lnTo>
                  <a:lnTo>
                    <a:pt x="1836327" y="218920"/>
                  </a:lnTo>
                  <a:lnTo>
                    <a:pt x="1899649" y="226469"/>
                  </a:lnTo>
                  <a:lnTo>
                    <a:pt x="1962971" y="234018"/>
                  </a:lnTo>
                  <a:lnTo>
                    <a:pt x="2026292" y="241567"/>
                  </a:lnTo>
                  <a:lnTo>
                    <a:pt x="2089614" y="249116"/>
                  </a:lnTo>
                  <a:lnTo>
                    <a:pt x="2152935" y="256665"/>
                  </a:lnTo>
                  <a:lnTo>
                    <a:pt x="2216257" y="264214"/>
                  </a:lnTo>
                  <a:lnTo>
                    <a:pt x="2279579" y="271763"/>
                  </a:lnTo>
                  <a:lnTo>
                    <a:pt x="2342900" y="279312"/>
                  </a:lnTo>
                  <a:lnTo>
                    <a:pt x="2406222" y="286861"/>
                  </a:lnTo>
                  <a:lnTo>
                    <a:pt x="2469544" y="294410"/>
                  </a:lnTo>
                  <a:lnTo>
                    <a:pt x="2532865" y="301959"/>
                  </a:lnTo>
                  <a:lnTo>
                    <a:pt x="2596187" y="309508"/>
                  </a:lnTo>
                  <a:lnTo>
                    <a:pt x="2659509" y="317057"/>
                  </a:lnTo>
                  <a:lnTo>
                    <a:pt x="2722830" y="324606"/>
                  </a:lnTo>
                  <a:lnTo>
                    <a:pt x="2786152" y="332155"/>
                  </a:lnTo>
                  <a:lnTo>
                    <a:pt x="2849474" y="339704"/>
                  </a:lnTo>
                  <a:lnTo>
                    <a:pt x="2912795" y="347253"/>
                  </a:lnTo>
                  <a:lnTo>
                    <a:pt x="2976117" y="354802"/>
                  </a:lnTo>
                  <a:lnTo>
                    <a:pt x="3039439" y="362351"/>
                  </a:lnTo>
                  <a:lnTo>
                    <a:pt x="3102760" y="369900"/>
                  </a:lnTo>
                  <a:lnTo>
                    <a:pt x="3166082" y="377449"/>
                  </a:lnTo>
                  <a:lnTo>
                    <a:pt x="3229403" y="384998"/>
                  </a:lnTo>
                  <a:lnTo>
                    <a:pt x="3292725" y="392547"/>
                  </a:lnTo>
                  <a:lnTo>
                    <a:pt x="3356047" y="400096"/>
                  </a:lnTo>
                  <a:lnTo>
                    <a:pt x="3419368" y="407645"/>
                  </a:lnTo>
                  <a:lnTo>
                    <a:pt x="3482690" y="415194"/>
                  </a:lnTo>
                  <a:lnTo>
                    <a:pt x="3546012" y="422743"/>
                  </a:lnTo>
                  <a:lnTo>
                    <a:pt x="3609333" y="430292"/>
                  </a:lnTo>
                  <a:lnTo>
                    <a:pt x="3672655" y="437841"/>
                  </a:lnTo>
                  <a:lnTo>
                    <a:pt x="3735977" y="445390"/>
                  </a:lnTo>
                  <a:lnTo>
                    <a:pt x="3799298" y="452939"/>
                  </a:lnTo>
                  <a:lnTo>
                    <a:pt x="3862620" y="460488"/>
                  </a:lnTo>
                  <a:lnTo>
                    <a:pt x="3925942" y="468037"/>
                  </a:lnTo>
                  <a:lnTo>
                    <a:pt x="3989263" y="475586"/>
                  </a:lnTo>
                  <a:lnTo>
                    <a:pt x="4052585" y="483135"/>
                  </a:lnTo>
                  <a:lnTo>
                    <a:pt x="4115907" y="490684"/>
                  </a:lnTo>
                  <a:lnTo>
                    <a:pt x="4179228" y="498233"/>
                  </a:lnTo>
                  <a:lnTo>
                    <a:pt x="4242550" y="505782"/>
                  </a:lnTo>
                  <a:lnTo>
                    <a:pt x="4305871" y="513331"/>
                  </a:lnTo>
                  <a:lnTo>
                    <a:pt x="4369193" y="520880"/>
                  </a:lnTo>
                  <a:lnTo>
                    <a:pt x="4432515" y="528429"/>
                  </a:lnTo>
                  <a:lnTo>
                    <a:pt x="4495836" y="535978"/>
                  </a:lnTo>
                  <a:lnTo>
                    <a:pt x="4559158" y="543527"/>
                  </a:lnTo>
                  <a:lnTo>
                    <a:pt x="4622480" y="551076"/>
                  </a:lnTo>
                  <a:lnTo>
                    <a:pt x="4685801" y="558625"/>
                  </a:lnTo>
                  <a:lnTo>
                    <a:pt x="4749123" y="566174"/>
                  </a:lnTo>
                  <a:lnTo>
                    <a:pt x="4812445" y="573723"/>
                  </a:lnTo>
                  <a:lnTo>
                    <a:pt x="4875766" y="581272"/>
                  </a:lnTo>
                  <a:lnTo>
                    <a:pt x="4939088" y="588821"/>
                  </a:lnTo>
                  <a:lnTo>
                    <a:pt x="5002410" y="596370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48571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7800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20743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2136864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862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31805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2474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21769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15976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266674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417373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56807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718770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tx75"/>
            <p:cNvSpPr/>
            <p:nvPr/>
          </p:nvSpPr>
          <p:spPr>
            <a:xfrm>
              <a:off x="1019904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2526890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033876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540861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047847" y="5785772"/>
              <a:ext cx="27971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790339" y="5925448"/>
              <a:ext cx="60524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GF Offset</a:t>
              </a:r>
            </a:p>
          </p:txBody>
        </p:sp>
        <p:sp>
          <p:nvSpPr>
            <p:cNvPr id="81" name="tx81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2" name="rc82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tx88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941876" y="1669789"/>
              <a:ext cx="3435217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(GF) vs Size at Final Time Point</a:t>
              </a:r>
            </a:p>
          </p:txBody>
        </p:sp>
      </p:grpSp>
      <p:sp>
        <p:nvSpPr>
          <p:cNvPr id="91" name="tx83">
            <a:extLst>
              <a:ext uri="{FF2B5EF4-FFF2-40B4-BE49-F238E27FC236}">
                <a16:creationId xmlns:a16="http://schemas.microsoft.com/office/drawing/2014/main" id="{336908F7-67F6-EB5A-15EC-40CF31F4AEB5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287783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2660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37203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3669938" y="28409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3669938" y="266179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3669938" y="263555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2701927" y="30095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2701927" y="29519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2701927" y="311190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4464996" y="201179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4464996" y="2916557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4464996" y="287166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2936667" y="317914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2936667" y="32044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2936667" y="340047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3834831" y="305955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3834831" y="285361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3834831" y="30394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3260599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3260599" y="456026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3260599" y="434852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413470" y="361075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413470" y="364104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413470" y="35966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344761"/>
              <a:ext cx="5243834" cy="1951402"/>
            </a:xfrm>
            <a:custGeom>
              <a:avLst/>
              <a:gdLst/>
              <a:ahLst/>
              <a:cxnLst/>
              <a:rect l="0" t="0" r="0" b="0"/>
              <a:pathLst>
                <a:path w="5243834" h="1951402">
                  <a:moveTo>
                    <a:pt x="0" y="0"/>
                  </a:moveTo>
                  <a:lnTo>
                    <a:pt x="66377" y="20492"/>
                  </a:lnTo>
                  <a:lnTo>
                    <a:pt x="132755" y="40885"/>
                  </a:lnTo>
                  <a:lnTo>
                    <a:pt x="199132" y="61172"/>
                  </a:lnTo>
                  <a:lnTo>
                    <a:pt x="265510" y="81346"/>
                  </a:lnTo>
                  <a:lnTo>
                    <a:pt x="331888" y="101400"/>
                  </a:lnTo>
                  <a:lnTo>
                    <a:pt x="398265" y="121324"/>
                  </a:lnTo>
                  <a:lnTo>
                    <a:pt x="464643" y="141111"/>
                  </a:lnTo>
                  <a:lnTo>
                    <a:pt x="531021" y="160751"/>
                  </a:lnTo>
                  <a:lnTo>
                    <a:pt x="597398" y="180234"/>
                  </a:lnTo>
                  <a:lnTo>
                    <a:pt x="663776" y="199548"/>
                  </a:lnTo>
                  <a:lnTo>
                    <a:pt x="730154" y="218682"/>
                  </a:lnTo>
                  <a:lnTo>
                    <a:pt x="796531" y="237623"/>
                  </a:lnTo>
                  <a:lnTo>
                    <a:pt x="862909" y="256356"/>
                  </a:lnTo>
                  <a:lnTo>
                    <a:pt x="929287" y="274866"/>
                  </a:lnTo>
                  <a:lnTo>
                    <a:pt x="995664" y="293138"/>
                  </a:lnTo>
                  <a:lnTo>
                    <a:pt x="1062042" y="311154"/>
                  </a:lnTo>
                  <a:lnTo>
                    <a:pt x="1128420" y="328895"/>
                  </a:lnTo>
                  <a:lnTo>
                    <a:pt x="1194797" y="346342"/>
                  </a:lnTo>
                  <a:lnTo>
                    <a:pt x="1261175" y="363472"/>
                  </a:lnTo>
                  <a:lnTo>
                    <a:pt x="1327553" y="380264"/>
                  </a:lnTo>
                  <a:lnTo>
                    <a:pt x="1393930" y="396693"/>
                  </a:lnTo>
                  <a:lnTo>
                    <a:pt x="1460308" y="412735"/>
                  </a:lnTo>
                  <a:lnTo>
                    <a:pt x="1526686" y="428363"/>
                  </a:lnTo>
                  <a:lnTo>
                    <a:pt x="1593063" y="443550"/>
                  </a:lnTo>
                  <a:lnTo>
                    <a:pt x="1659441" y="458269"/>
                  </a:lnTo>
                  <a:lnTo>
                    <a:pt x="1725819" y="472490"/>
                  </a:lnTo>
                  <a:lnTo>
                    <a:pt x="1792196" y="486186"/>
                  </a:lnTo>
                  <a:lnTo>
                    <a:pt x="1858574" y="499328"/>
                  </a:lnTo>
                  <a:lnTo>
                    <a:pt x="1924951" y="511889"/>
                  </a:lnTo>
                  <a:lnTo>
                    <a:pt x="1991329" y="523842"/>
                  </a:lnTo>
                  <a:lnTo>
                    <a:pt x="2057707" y="535164"/>
                  </a:lnTo>
                  <a:lnTo>
                    <a:pt x="2124084" y="545833"/>
                  </a:lnTo>
                  <a:lnTo>
                    <a:pt x="2190462" y="555830"/>
                  </a:lnTo>
                  <a:lnTo>
                    <a:pt x="2256840" y="565140"/>
                  </a:lnTo>
                  <a:lnTo>
                    <a:pt x="2323217" y="573753"/>
                  </a:lnTo>
                  <a:lnTo>
                    <a:pt x="2389595" y="581660"/>
                  </a:lnTo>
                  <a:lnTo>
                    <a:pt x="2455973" y="588860"/>
                  </a:lnTo>
                  <a:lnTo>
                    <a:pt x="2522350" y="595357"/>
                  </a:lnTo>
                  <a:lnTo>
                    <a:pt x="2588728" y="601156"/>
                  </a:lnTo>
                  <a:lnTo>
                    <a:pt x="2655106" y="606269"/>
                  </a:lnTo>
                  <a:lnTo>
                    <a:pt x="2721483" y="610711"/>
                  </a:lnTo>
                  <a:lnTo>
                    <a:pt x="2787861" y="614502"/>
                  </a:lnTo>
                  <a:lnTo>
                    <a:pt x="2854239" y="617664"/>
                  </a:lnTo>
                  <a:lnTo>
                    <a:pt x="2920616" y="620220"/>
                  </a:lnTo>
                  <a:lnTo>
                    <a:pt x="2986994" y="622198"/>
                  </a:lnTo>
                  <a:lnTo>
                    <a:pt x="3053372" y="623624"/>
                  </a:lnTo>
                  <a:lnTo>
                    <a:pt x="3119749" y="624527"/>
                  </a:lnTo>
                  <a:lnTo>
                    <a:pt x="3186127" y="624935"/>
                  </a:lnTo>
                  <a:lnTo>
                    <a:pt x="3252505" y="624876"/>
                  </a:lnTo>
                  <a:lnTo>
                    <a:pt x="3318882" y="624379"/>
                  </a:lnTo>
                  <a:lnTo>
                    <a:pt x="3385260" y="623470"/>
                  </a:lnTo>
                  <a:lnTo>
                    <a:pt x="3451638" y="622176"/>
                  </a:lnTo>
                  <a:lnTo>
                    <a:pt x="3518015" y="620522"/>
                  </a:lnTo>
                  <a:lnTo>
                    <a:pt x="3584393" y="618530"/>
                  </a:lnTo>
                  <a:lnTo>
                    <a:pt x="3650770" y="616225"/>
                  </a:lnTo>
                  <a:lnTo>
                    <a:pt x="3717148" y="613626"/>
                  </a:lnTo>
                  <a:lnTo>
                    <a:pt x="3783526" y="610755"/>
                  </a:lnTo>
                  <a:lnTo>
                    <a:pt x="3849903" y="607628"/>
                  </a:lnTo>
                  <a:lnTo>
                    <a:pt x="3916281" y="604265"/>
                  </a:lnTo>
                  <a:lnTo>
                    <a:pt x="3982659" y="600680"/>
                  </a:lnTo>
                  <a:lnTo>
                    <a:pt x="4049036" y="596889"/>
                  </a:lnTo>
                  <a:lnTo>
                    <a:pt x="4115414" y="592906"/>
                  </a:lnTo>
                  <a:lnTo>
                    <a:pt x="4181792" y="588744"/>
                  </a:lnTo>
                  <a:lnTo>
                    <a:pt x="4248169" y="584413"/>
                  </a:lnTo>
                  <a:lnTo>
                    <a:pt x="4314547" y="579927"/>
                  </a:lnTo>
                  <a:lnTo>
                    <a:pt x="4380925" y="575294"/>
                  </a:lnTo>
                  <a:lnTo>
                    <a:pt x="4447302" y="570524"/>
                  </a:lnTo>
                  <a:lnTo>
                    <a:pt x="4513680" y="565627"/>
                  </a:lnTo>
                  <a:lnTo>
                    <a:pt x="4580058" y="560609"/>
                  </a:lnTo>
                  <a:lnTo>
                    <a:pt x="4646435" y="555479"/>
                  </a:lnTo>
                  <a:lnTo>
                    <a:pt x="4712813" y="550243"/>
                  </a:lnTo>
                  <a:lnTo>
                    <a:pt x="4779191" y="544909"/>
                  </a:lnTo>
                  <a:lnTo>
                    <a:pt x="4845568" y="539481"/>
                  </a:lnTo>
                  <a:lnTo>
                    <a:pt x="4911946" y="533966"/>
                  </a:lnTo>
                  <a:lnTo>
                    <a:pt x="4978324" y="528368"/>
                  </a:lnTo>
                  <a:lnTo>
                    <a:pt x="5044701" y="522693"/>
                  </a:lnTo>
                  <a:lnTo>
                    <a:pt x="5111079" y="516944"/>
                  </a:lnTo>
                  <a:lnTo>
                    <a:pt x="5177457" y="511127"/>
                  </a:lnTo>
                  <a:lnTo>
                    <a:pt x="5243834" y="505244"/>
                  </a:lnTo>
                  <a:lnTo>
                    <a:pt x="5243834" y="1951402"/>
                  </a:lnTo>
                  <a:lnTo>
                    <a:pt x="5177457" y="1930353"/>
                  </a:lnTo>
                  <a:lnTo>
                    <a:pt x="5111079" y="1909369"/>
                  </a:lnTo>
                  <a:lnTo>
                    <a:pt x="5044701" y="1888455"/>
                  </a:lnTo>
                  <a:lnTo>
                    <a:pt x="4978324" y="1867613"/>
                  </a:lnTo>
                  <a:lnTo>
                    <a:pt x="4911946" y="1846850"/>
                  </a:lnTo>
                  <a:lnTo>
                    <a:pt x="4845568" y="1826169"/>
                  </a:lnTo>
                  <a:lnTo>
                    <a:pt x="4779191" y="1805575"/>
                  </a:lnTo>
                  <a:lnTo>
                    <a:pt x="4712813" y="1785075"/>
                  </a:lnTo>
                  <a:lnTo>
                    <a:pt x="4646435" y="1764673"/>
                  </a:lnTo>
                  <a:lnTo>
                    <a:pt x="4580058" y="1744377"/>
                  </a:lnTo>
                  <a:lnTo>
                    <a:pt x="4513680" y="1724194"/>
                  </a:lnTo>
                  <a:lnTo>
                    <a:pt x="4447302" y="1704130"/>
                  </a:lnTo>
                  <a:lnTo>
                    <a:pt x="4380925" y="1684194"/>
                  </a:lnTo>
                  <a:lnTo>
                    <a:pt x="4314547" y="1664396"/>
                  </a:lnTo>
                  <a:lnTo>
                    <a:pt x="4248169" y="1644743"/>
                  </a:lnTo>
                  <a:lnTo>
                    <a:pt x="4181792" y="1625247"/>
                  </a:lnTo>
                  <a:lnTo>
                    <a:pt x="4115414" y="1605919"/>
                  </a:lnTo>
                  <a:lnTo>
                    <a:pt x="4049036" y="1586770"/>
                  </a:lnTo>
                  <a:lnTo>
                    <a:pt x="3982659" y="1567813"/>
                  </a:lnTo>
                  <a:lnTo>
                    <a:pt x="3916281" y="1549062"/>
                  </a:lnTo>
                  <a:lnTo>
                    <a:pt x="3849903" y="1530533"/>
                  </a:lnTo>
                  <a:lnTo>
                    <a:pt x="3783526" y="1512241"/>
                  </a:lnTo>
                  <a:lnTo>
                    <a:pt x="3717148" y="1494203"/>
                  </a:lnTo>
                  <a:lnTo>
                    <a:pt x="3650770" y="1476439"/>
                  </a:lnTo>
                  <a:lnTo>
                    <a:pt x="3584393" y="1458967"/>
                  </a:lnTo>
                  <a:lnTo>
                    <a:pt x="3518015" y="1441810"/>
                  </a:lnTo>
                  <a:lnTo>
                    <a:pt x="3451638" y="1424990"/>
                  </a:lnTo>
                  <a:lnTo>
                    <a:pt x="3385260" y="1408529"/>
                  </a:lnTo>
                  <a:lnTo>
                    <a:pt x="3318882" y="1392455"/>
                  </a:lnTo>
                  <a:lnTo>
                    <a:pt x="3252505" y="1376792"/>
                  </a:lnTo>
                  <a:lnTo>
                    <a:pt x="3186127" y="1361567"/>
                  </a:lnTo>
                  <a:lnTo>
                    <a:pt x="3119749" y="1346809"/>
                  </a:lnTo>
                  <a:lnTo>
                    <a:pt x="3053372" y="1332546"/>
                  </a:lnTo>
                  <a:lnTo>
                    <a:pt x="2986994" y="1318806"/>
                  </a:lnTo>
                  <a:lnTo>
                    <a:pt x="2920616" y="1305618"/>
                  </a:lnTo>
                  <a:lnTo>
                    <a:pt x="2854239" y="1293009"/>
                  </a:lnTo>
                  <a:lnTo>
                    <a:pt x="2787861" y="1281004"/>
                  </a:lnTo>
                  <a:lnTo>
                    <a:pt x="2721483" y="1269630"/>
                  </a:lnTo>
                  <a:lnTo>
                    <a:pt x="2655106" y="1258906"/>
                  </a:lnTo>
                  <a:lnTo>
                    <a:pt x="2588728" y="1248853"/>
                  </a:lnTo>
                  <a:lnTo>
                    <a:pt x="2522350" y="1239486"/>
                  </a:lnTo>
                  <a:lnTo>
                    <a:pt x="2455973" y="1230817"/>
                  </a:lnTo>
                  <a:lnTo>
                    <a:pt x="2389595" y="1222851"/>
                  </a:lnTo>
                  <a:lnTo>
                    <a:pt x="2323217" y="1215593"/>
                  </a:lnTo>
                  <a:lnTo>
                    <a:pt x="2256840" y="1209039"/>
                  </a:lnTo>
                  <a:lnTo>
                    <a:pt x="2190462" y="1203183"/>
                  </a:lnTo>
                  <a:lnTo>
                    <a:pt x="2124084" y="1198014"/>
                  </a:lnTo>
                  <a:lnTo>
                    <a:pt x="2057707" y="1193518"/>
                  </a:lnTo>
                  <a:lnTo>
                    <a:pt x="1991329" y="1189674"/>
                  </a:lnTo>
                  <a:lnTo>
                    <a:pt x="1924951" y="1186461"/>
                  </a:lnTo>
                  <a:lnTo>
                    <a:pt x="1858574" y="1183856"/>
                  </a:lnTo>
                  <a:lnTo>
                    <a:pt x="1792196" y="1181832"/>
                  </a:lnTo>
                  <a:lnTo>
                    <a:pt x="1725819" y="1180362"/>
                  </a:lnTo>
                  <a:lnTo>
                    <a:pt x="1659441" y="1179417"/>
                  </a:lnTo>
                  <a:lnTo>
                    <a:pt x="1593063" y="1178970"/>
                  </a:lnTo>
                  <a:lnTo>
                    <a:pt x="1526686" y="1178991"/>
                  </a:lnTo>
                  <a:lnTo>
                    <a:pt x="1460308" y="1179453"/>
                  </a:lnTo>
                  <a:lnTo>
                    <a:pt x="1393930" y="1180329"/>
                  </a:lnTo>
                  <a:lnTo>
                    <a:pt x="1327553" y="1181593"/>
                  </a:lnTo>
                  <a:lnTo>
                    <a:pt x="1261175" y="1183219"/>
                  </a:lnTo>
                  <a:lnTo>
                    <a:pt x="1194797" y="1185183"/>
                  </a:lnTo>
                  <a:lnTo>
                    <a:pt x="1128420" y="1187464"/>
                  </a:lnTo>
                  <a:lnTo>
                    <a:pt x="1062042" y="1190039"/>
                  </a:lnTo>
                  <a:lnTo>
                    <a:pt x="995664" y="1192889"/>
                  </a:lnTo>
                  <a:lnTo>
                    <a:pt x="929287" y="1195995"/>
                  </a:lnTo>
                  <a:lnTo>
                    <a:pt x="862909" y="1199340"/>
                  </a:lnTo>
                  <a:lnTo>
                    <a:pt x="796531" y="1202907"/>
                  </a:lnTo>
                  <a:lnTo>
                    <a:pt x="730154" y="1206681"/>
                  </a:lnTo>
                  <a:lnTo>
                    <a:pt x="663776" y="1210649"/>
                  </a:lnTo>
                  <a:lnTo>
                    <a:pt x="597398" y="1214797"/>
                  </a:lnTo>
                  <a:lnTo>
                    <a:pt x="531021" y="1219114"/>
                  </a:lnTo>
                  <a:lnTo>
                    <a:pt x="464643" y="1223588"/>
                  </a:lnTo>
                  <a:lnTo>
                    <a:pt x="398265" y="1228210"/>
                  </a:lnTo>
                  <a:lnTo>
                    <a:pt x="331888" y="1232968"/>
                  </a:lnTo>
                  <a:lnTo>
                    <a:pt x="265510" y="1237856"/>
                  </a:lnTo>
                  <a:lnTo>
                    <a:pt x="199132" y="1242864"/>
                  </a:lnTo>
                  <a:lnTo>
                    <a:pt x="132755" y="1247985"/>
                  </a:lnTo>
                  <a:lnTo>
                    <a:pt x="66377" y="1253212"/>
                  </a:lnTo>
                  <a:lnTo>
                    <a:pt x="0" y="125853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344761"/>
              <a:ext cx="5243834" cy="624935"/>
            </a:xfrm>
            <a:custGeom>
              <a:avLst/>
              <a:gdLst/>
              <a:ahLst/>
              <a:cxnLst/>
              <a:rect l="0" t="0" r="0" b="0"/>
              <a:pathLst>
                <a:path w="5243834" h="624935">
                  <a:moveTo>
                    <a:pt x="0" y="0"/>
                  </a:moveTo>
                  <a:lnTo>
                    <a:pt x="66377" y="20492"/>
                  </a:lnTo>
                  <a:lnTo>
                    <a:pt x="132755" y="40885"/>
                  </a:lnTo>
                  <a:lnTo>
                    <a:pt x="199132" y="61172"/>
                  </a:lnTo>
                  <a:lnTo>
                    <a:pt x="265510" y="81346"/>
                  </a:lnTo>
                  <a:lnTo>
                    <a:pt x="331888" y="101400"/>
                  </a:lnTo>
                  <a:lnTo>
                    <a:pt x="398265" y="121324"/>
                  </a:lnTo>
                  <a:lnTo>
                    <a:pt x="464643" y="141111"/>
                  </a:lnTo>
                  <a:lnTo>
                    <a:pt x="531021" y="160751"/>
                  </a:lnTo>
                  <a:lnTo>
                    <a:pt x="597398" y="180234"/>
                  </a:lnTo>
                  <a:lnTo>
                    <a:pt x="663776" y="199548"/>
                  </a:lnTo>
                  <a:lnTo>
                    <a:pt x="730154" y="218682"/>
                  </a:lnTo>
                  <a:lnTo>
                    <a:pt x="796531" y="237623"/>
                  </a:lnTo>
                  <a:lnTo>
                    <a:pt x="862909" y="256356"/>
                  </a:lnTo>
                  <a:lnTo>
                    <a:pt x="929287" y="274866"/>
                  </a:lnTo>
                  <a:lnTo>
                    <a:pt x="995664" y="293138"/>
                  </a:lnTo>
                  <a:lnTo>
                    <a:pt x="1062042" y="311154"/>
                  </a:lnTo>
                  <a:lnTo>
                    <a:pt x="1128420" y="328895"/>
                  </a:lnTo>
                  <a:lnTo>
                    <a:pt x="1194797" y="346342"/>
                  </a:lnTo>
                  <a:lnTo>
                    <a:pt x="1261175" y="363472"/>
                  </a:lnTo>
                  <a:lnTo>
                    <a:pt x="1327553" y="380264"/>
                  </a:lnTo>
                  <a:lnTo>
                    <a:pt x="1393930" y="396693"/>
                  </a:lnTo>
                  <a:lnTo>
                    <a:pt x="1460308" y="412735"/>
                  </a:lnTo>
                  <a:lnTo>
                    <a:pt x="1526686" y="428363"/>
                  </a:lnTo>
                  <a:lnTo>
                    <a:pt x="1593063" y="443550"/>
                  </a:lnTo>
                  <a:lnTo>
                    <a:pt x="1659441" y="458269"/>
                  </a:lnTo>
                  <a:lnTo>
                    <a:pt x="1725819" y="472490"/>
                  </a:lnTo>
                  <a:lnTo>
                    <a:pt x="1792196" y="486186"/>
                  </a:lnTo>
                  <a:lnTo>
                    <a:pt x="1858574" y="499328"/>
                  </a:lnTo>
                  <a:lnTo>
                    <a:pt x="1924951" y="511889"/>
                  </a:lnTo>
                  <a:lnTo>
                    <a:pt x="1991329" y="523842"/>
                  </a:lnTo>
                  <a:lnTo>
                    <a:pt x="2057707" y="535164"/>
                  </a:lnTo>
                  <a:lnTo>
                    <a:pt x="2124084" y="545833"/>
                  </a:lnTo>
                  <a:lnTo>
                    <a:pt x="2190462" y="555830"/>
                  </a:lnTo>
                  <a:lnTo>
                    <a:pt x="2256840" y="565140"/>
                  </a:lnTo>
                  <a:lnTo>
                    <a:pt x="2323217" y="573753"/>
                  </a:lnTo>
                  <a:lnTo>
                    <a:pt x="2389595" y="581660"/>
                  </a:lnTo>
                  <a:lnTo>
                    <a:pt x="2455973" y="588860"/>
                  </a:lnTo>
                  <a:lnTo>
                    <a:pt x="2522350" y="595357"/>
                  </a:lnTo>
                  <a:lnTo>
                    <a:pt x="2588728" y="601156"/>
                  </a:lnTo>
                  <a:lnTo>
                    <a:pt x="2655106" y="606269"/>
                  </a:lnTo>
                  <a:lnTo>
                    <a:pt x="2721483" y="610711"/>
                  </a:lnTo>
                  <a:lnTo>
                    <a:pt x="2787861" y="614502"/>
                  </a:lnTo>
                  <a:lnTo>
                    <a:pt x="2854239" y="617664"/>
                  </a:lnTo>
                  <a:lnTo>
                    <a:pt x="2920616" y="620220"/>
                  </a:lnTo>
                  <a:lnTo>
                    <a:pt x="2986994" y="622198"/>
                  </a:lnTo>
                  <a:lnTo>
                    <a:pt x="3053372" y="623624"/>
                  </a:lnTo>
                  <a:lnTo>
                    <a:pt x="3119749" y="624527"/>
                  </a:lnTo>
                  <a:lnTo>
                    <a:pt x="3186127" y="624935"/>
                  </a:lnTo>
                  <a:lnTo>
                    <a:pt x="3252505" y="624876"/>
                  </a:lnTo>
                  <a:lnTo>
                    <a:pt x="3318882" y="624379"/>
                  </a:lnTo>
                  <a:lnTo>
                    <a:pt x="3385260" y="623470"/>
                  </a:lnTo>
                  <a:lnTo>
                    <a:pt x="3451638" y="622176"/>
                  </a:lnTo>
                  <a:lnTo>
                    <a:pt x="3518015" y="620522"/>
                  </a:lnTo>
                  <a:lnTo>
                    <a:pt x="3584393" y="618530"/>
                  </a:lnTo>
                  <a:lnTo>
                    <a:pt x="3650770" y="616225"/>
                  </a:lnTo>
                  <a:lnTo>
                    <a:pt x="3717148" y="613626"/>
                  </a:lnTo>
                  <a:lnTo>
                    <a:pt x="3783526" y="610755"/>
                  </a:lnTo>
                  <a:lnTo>
                    <a:pt x="3849903" y="607628"/>
                  </a:lnTo>
                  <a:lnTo>
                    <a:pt x="3916281" y="604265"/>
                  </a:lnTo>
                  <a:lnTo>
                    <a:pt x="3982659" y="600680"/>
                  </a:lnTo>
                  <a:lnTo>
                    <a:pt x="4049036" y="596889"/>
                  </a:lnTo>
                  <a:lnTo>
                    <a:pt x="4115414" y="592906"/>
                  </a:lnTo>
                  <a:lnTo>
                    <a:pt x="4181792" y="588744"/>
                  </a:lnTo>
                  <a:lnTo>
                    <a:pt x="4248169" y="584413"/>
                  </a:lnTo>
                  <a:lnTo>
                    <a:pt x="4314547" y="579927"/>
                  </a:lnTo>
                  <a:lnTo>
                    <a:pt x="4380925" y="575294"/>
                  </a:lnTo>
                  <a:lnTo>
                    <a:pt x="4447302" y="570524"/>
                  </a:lnTo>
                  <a:lnTo>
                    <a:pt x="4513680" y="565627"/>
                  </a:lnTo>
                  <a:lnTo>
                    <a:pt x="4580058" y="560609"/>
                  </a:lnTo>
                  <a:lnTo>
                    <a:pt x="4646435" y="555479"/>
                  </a:lnTo>
                  <a:lnTo>
                    <a:pt x="4712813" y="550243"/>
                  </a:lnTo>
                  <a:lnTo>
                    <a:pt x="4779191" y="544909"/>
                  </a:lnTo>
                  <a:lnTo>
                    <a:pt x="4845568" y="539481"/>
                  </a:lnTo>
                  <a:lnTo>
                    <a:pt x="4911946" y="533966"/>
                  </a:lnTo>
                  <a:lnTo>
                    <a:pt x="4978324" y="528368"/>
                  </a:lnTo>
                  <a:lnTo>
                    <a:pt x="5044701" y="522693"/>
                  </a:lnTo>
                  <a:lnTo>
                    <a:pt x="5111079" y="516944"/>
                  </a:lnTo>
                  <a:lnTo>
                    <a:pt x="5177457" y="511127"/>
                  </a:lnTo>
                  <a:lnTo>
                    <a:pt x="5243834" y="50524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523731"/>
              <a:ext cx="5243834" cy="772431"/>
            </a:xfrm>
            <a:custGeom>
              <a:avLst/>
              <a:gdLst/>
              <a:ahLst/>
              <a:cxnLst/>
              <a:rect l="0" t="0" r="0" b="0"/>
              <a:pathLst>
                <a:path w="5243834" h="772431">
                  <a:moveTo>
                    <a:pt x="5243834" y="772431"/>
                  </a:moveTo>
                  <a:lnTo>
                    <a:pt x="5177457" y="751382"/>
                  </a:lnTo>
                  <a:lnTo>
                    <a:pt x="5111079" y="730399"/>
                  </a:lnTo>
                  <a:lnTo>
                    <a:pt x="5044701" y="709484"/>
                  </a:lnTo>
                  <a:lnTo>
                    <a:pt x="4978324" y="688643"/>
                  </a:lnTo>
                  <a:lnTo>
                    <a:pt x="4911946" y="667880"/>
                  </a:lnTo>
                  <a:lnTo>
                    <a:pt x="4845568" y="647198"/>
                  </a:lnTo>
                  <a:lnTo>
                    <a:pt x="4779191" y="626605"/>
                  </a:lnTo>
                  <a:lnTo>
                    <a:pt x="4712813" y="606104"/>
                  </a:lnTo>
                  <a:lnTo>
                    <a:pt x="4646435" y="585703"/>
                  </a:lnTo>
                  <a:lnTo>
                    <a:pt x="4580058" y="565407"/>
                  </a:lnTo>
                  <a:lnTo>
                    <a:pt x="4513680" y="545223"/>
                  </a:lnTo>
                  <a:lnTo>
                    <a:pt x="4447302" y="525160"/>
                  </a:lnTo>
                  <a:lnTo>
                    <a:pt x="4380925" y="505224"/>
                  </a:lnTo>
                  <a:lnTo>
                    <a:pt x="4314547" y="485425"/>
                  </a:lnTo>
                  <a:lnTo>
                    <a:pt x="4248169" y="465773"/>
                  </a:lnTo>
                  <a:lnTo>
                    <a:pt x="4181792" y="446277"/>
                  </a:lnTo>
                  <a:lnTo>
                    <a:pt x="4115414" y="426948"/>
                  </a:lnTo>
                  <a:lnTo>
                    <a:pt x="4049036" y="407799"/>
                  </a:lnTo>
                  <a:lnTo>
                    <a:pt x="3982659" y="388842"/>
                  </a:lnTo>
                  <a:lnTo>
                    <a:pt x="3916281" y="370092"/>
                  </a:lnTo>
                  <a:lnTo>
                    <a:pt x="3849903" y="351562"/>
                  </a:lnTo>
                  <a:lnTo>
                    <a:pt x="3783526" y="333270"/>
                  </a:lnTo>
                  <a:lnTo>
                    <a:pt x="3717148" y="315233"/>
                  </a:lnTo>
                  <a:lnTo>
                    <a:pt x="3650770" y="297468"/>
                  </a:lnTo>
                  <a:lnTo>
                    <a:pt x="3584393" y="279997"/>
                  </a:lnTo>
                  <a:lnTo>
                    <a:pt x="3518015" y="262840"/>
                  </a:lnTo>
                  <a:lnTo>
                    <a:pt x="3451638" y="246019"/>
                  </a:lnTo>
                  <a:lnTo>
                    <a:pt x="3385260" y="229559"/>
                  </a:lnTo>
                  <a:lnTo>
                    <a:pt x="3318882" y="213485"/>
                  </a:lnTo>
                  <a:lnTo>
                    <a:pt x="3252505" y="197821"/>
                  </a:lnTo>
                  <a:lnTo>
                    <a:pt x="3186127" y="182597"/>
                  </a:lnTo>
                  <a:lnTo>
                    <a:pt x="3119749" y="167839"/>
                  </a:lnTo>
                  <a:lnTo>
                    <a:pt x="3053372" y="153576"/>
                  </a:lnTo>
                  <a:lnTo>
                    <a:pt x="2986994" y="139836"/>
                  </a:lnTo>
                  <a:lnTo>
                    <a:pt x="2920616" y="126648"/>
                  </a:lnTo>
                  <a:lnTo>
                    <a:pt x="2854239" y="114038"/>
                  </a:lnTo>
                  <a:lnTo>
                    <a:pt x="2787861" y="102034"/>
                  </a:lnTo>
                  <a:lnTo>
                    <a:pt x="2721483" y="90659"/>
                  </a:lnTo>
                  <a:lnTo>
                    <a:pt x="2655106" y="79936"/>
                  </a:lnTo>
                  <a:lnTo>
                    <a:pt x="2588728" y="69883"/>
                  </a:lnTo>
                  <a:lnTo>
                    <a:pt x="2522350" y="60516"/>
                  </a:lnTo>
                  <a:lnTo>
                    <a:pt x="2455973" y="51846"/>
                  </a:lnTo>
                  <a:lnTo>
                    <a:pt x="2389595" y="43881"/>
                  </a:lnTo>
                  <a:lnTo>
                    <a:pt x="2323217" y="36622"/>
                  </a:lnTo>
                  <a:lnTo>
                    <a:pt x="2256840" y="30069"/>
                  </a:lnTo>
                  <a:lnTo>
                    <a:pt x="2190462" y="24213"/>
                  </a:lnTo>
                  <a:lnTo>
                    <a:pt x="2124084" y="19044"/>
                  </a:lnTo>
                  <a:lnTo>
                    <a:pt x="2057707" y="14547"/>
                  </a:lnTo>
                  <a:lnTo>
                    <a:pt x="1991329" y="10703"/>
                  </a:lnTo>
                  <a:lnTo>
                    <a:pt x="1924951" y="7491"/>
                  </a:lnTo>
                  <a:lnTo>
                    <a:pt x="1858574" y="4886"/>
                  </a:lnTo>
                  <a:lnTo>
                    <a:pt x="1792196" y="2862"/>
                  </a:lnTo>
                  <a:lnTo>
                    <a:pt x="1725819" y="1392"/>
                  </a:lnTo>
                  <a:lnTo>
                    <a:pt x="1659441" y="447"/>
                  </a:lnTo>
                  <a:lnTo>
                    <a:pt x="1593063" y="0"/>
                  </a:lnTo>
                  <a:lnTo>
                    <a:pt x="1526686" y="21"/>
                  </a:lnTo>
                  <a:lnTo>
                    <a:pt x="1460308" y="483"/>
                  </a:lnTo>
                  <a:lnTo>
                    <a:pt x="1393930" y="1359"/>
                  </a:lnTo>
                  <a:lnTo>
                    <a:pt x="1327553" y="2623"/>
                  </a:lnTo>
                  <a:lnTo>
                    <a:pt x="1261175" y="4248"/>
                  </a:lnTo>
                  <a:lnTo>
                    <a:pt x="1194797" y="6213"/>
                  </a:lnTo>
                  <a:lnTo>
                    <a:pt x="1128420" y="8493"/>
                  </a:lnTo>
                  <a:lnTo>
                    <a:pt x="1062042" y="11069"/>
                  </a:lnTo>
                  <a:lnTo>
                    <a:pt x="995664" y="13919"/>
                  </a:lnTo>
                  <a:lnTo>
                    <a:pt x="929287" y="17025"/>
                  </a:lnTo>
                  <a:lnTo>
                    <a:pt x="862909" y="20369"/>
                  </a:lnTo>
                  <a:lnTo>
                    <a:pt x="796531" y="23936"/>
                  </a:lnTo>
                  <a:lnTo>
                    <a:pt x="730154" y="27711"/>
                  </a:lnTo>
                  <a:lnTo>
                    <a:pt x="663776" y="31679"/>
                  </a:lnTo>
                  <a:lnTo>
                    <a:pt x="597398" y="35827"/>
                  </a:lnTo>
                  <a:lnTo>
                    <a:pt x="531021" y="40144"/>
                  </a:lnTo>
                  <a:lnTo>
                    <a:pt x="464643" y="44618"/>
                  </a:lnTo>
                  <a:lnTo>
                    <a:pt x="398265" y="49239"/>
                  </a:lnTo>
                  <a:lnTo>
                    <a:pt x="331888" y="53998"/>
                  </a:lnTo>
                  <a:lnTo>
                    <a:pt x="265510" y="58886"/>
                  </a:lnTo>
                  <a:lnTo>
                    <a:pt x="199132" y="63894"/>
                  </a:lnTo>
                  <a:lnTo>
                    <a:pt x="132755" y="69015"/>
                  </a:lnTo>
                  <a:lnTo>
                    <a:pt x="66377" y="74242"/>
                  </a:lnTo>
                  <a:lnTo>
                    <a:pt x="0" y="7956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974030"/>
              <a:ext cx="5243834" cy="599053"/>
            </a:xfrm>
            <a:custGeom>
              <a:avLst/>
              <a:gdLst/>
              <a:ahLst/>
              <a:cxnLst/>
              <a:rect l="0" t="0" r="0" b="0"/>
              <a:pathLst>
                <a:path w="5243834" h="599053">
                  <a:moveTo>
                    <a:pt x="0" y="0"/>
                  </a:moveTo>
                  <a:lnTo>
                    <a:pt x="66377" y="7582"/>
                  </a:lnTo>
                  <a:lnTo>
                    <a:pt x="132755" y="15165"/>
                  </a:lnTo>
                  <a:lnTo>
                    <a:pt x="199132" y="22748"/>
                  </a:lnTo>
                  <a:lnTo>
                    <a:pt x="265510" y="30331"/>
                  </a:lnTo>
                  <a:lnTo>
                    <a:pt x="331888" y="37914"/>
                  </a:lnTo>
                  <a:lnTo>
                    <a:pt x="398265" y="45497"/>
                  </a:lnTo>
                  <a:lnTo>
                    <a:pt x="464643" y="53080"/>
                  </a:lnTo>
                  <a:lnTo>
                    <a:pt x="531021" y="60663"/>
                  </a:lnTo>
                  <a:lnTo>
                    <a:pt x="597398" y="68246"/>
                  </a:lnTo>
                  <a:lnTo>
                    <a:pt x="663776" y="75829"/>
                  </a:lnTo>
                  <a:lnTo>
                    <a:pt x="730154" y="83412"/>
                  </a:lnTo>
                  <a:lnTo>
                    <a:pt x="796531" y="90995"/>
                  </a:lnTo>
                  <a:lnTo>
                    <a:pt x="862909" y="98578"/>
                  </a:lnTo>
                  <a:lnTo>
                    <a:pt x="929287" y="106161"/>
                  </a:lnTo>
                  <a:lnTo>
                    <a:pt x="995664" y="113744"/>
                  </a:lnTo>
                  <a:lnTo>
                    <a:pt x="1062042" y="121327"/>
                  </a:lnTo>
                  <a:lnTo>
                    <a:pt x="1128420" y="128910"/>
                  </a:lnTo>
                  <a:lnTo>
                    <a:pt x="1194797" y="136493"/>
                  </a:lnTo>
                  <a:lnTo>
                    <a:pt x="1261175" y="144076"/>
                  </a:lnTo>
                  <a:lnTo>
                    <a:pt x="1327553" y="151659"/>
                  </a:lnTo>
                  <a:lnTo>
                    <a:pt x="1393930" y="159242"/>
                  </a:lnTo>
                  <a:lnTo>
                    <a:pt x="1460308" y="166824"/>
                  </a:lnTo>
                  <a:lnTo>
                    <a:pt x="1526686" y="174407"/>
                  </a:lnTo>
                  <a:lnTo>
                    <a:pt x="1593063" y="181990"/>
                  </a:lnTo>
                  <a:lnTo>
                    <a:pt x="1659441" y="189573"/>
                  </a:lnTo>
                  <a:lnTo>
                    <a:pt x="1725819" y="197156"/>
                  </a:lnTo>
                  <a:lnTo>
                    <a:pt x="1792196" y="204739"/>
                  </a:lnTo>
                  <a:lnTo>
                    <a:pt x="1858574" y="212322"/>
                  </a:lnTo>
                  <a:lnTo>
                    <a:pt x="1924951" y="219905"/>
                  </a:lnTo>
                  <a:lnTo>
                    <a:pt x="1991329" y="227488"/>
                  </a:lnTo>
                  <a:lnTo>
                    <a:pt x="2057707" y="235071"/>
                  </a:lnTo>
                  <a:lnTo>
                    <a:pt x="2124084" y="242654"/>
                  </a:lnTo>
                  <a:lnTo>
                    <a:pt x="2190462" y="250237"/>
                  </a:lnTo>
                  <a:lnTo>
                    <a:pt x="2256840" y="257820"/>
                  </a:lnTo>
                  <a:lnTo>
                    <a:pt x="2323217" y="265403"/>
                  </a:lnTo>
                  <a:lnTo>
                    <a:pt x="2389595" y="272986"/>
                  </a:lnTo>
                  <a:lnTo>
                    <a:pt x="2455973" y="280569"/>
                  </a:lnTo>
                  <a:lnTo>
                    <a:pt x="2522350" y="288152"/>
                  </a:lnTo>
                  <a:lnTo>
                    <a:pt x="2588728" y="295735"/>
                  </a:lnTo>
                  <a:lnTo>
                    <a:pt x="2655106" y="303318"/>
                  </a:lnTo>
                  <a:lnTo>
                    <a:pt x="2721483" y="310901"/>
                  </a:lnTo>
                  <a:lnTo>
                    <a:pt x="2787861" y="318484"/>
                  </a:lnTo>
                  <a:lnTo>
                    <a:pt x="2854239" y="326067"/>
                  </a:lnTo>
                  <a:lnTo>
                    <a:pt x="2920616" y="333649"/>
                  </a:lnTo>
                  <a:lnTo>
                    <a:pt x="2986994" y="341232"/>
                  </a:lnTo>
                  <a:lnTo>
                    <a:pt x="3053372" y="348815"/>
                  </a:lnTo>
                  <a:lnTo>
                    <a:pt x="3119749" y="356398"/>
                  </a:lnTo>
                  <a:lnTo>
                    <a:pt x="3186127" y="363981"/>
                  </a:lnTo>
                  <a:lnTo>
                    <a:pt x="3252505" y="371564"/>
                  </a:lnTo>
                  <a:lnTo>
                    <a:pt x="3318882" y="379147"/>
                  </a:lnTo>
                  <a:lnTo>
                    <a:pt x="3385260" y="386730"/>
                  </a:lnTo>
                  <a:lnTo>
                    <a:pt x="3451638" y="394313"/>
                  </a:lnTo>
                  <a:lnTo>
                    <a:pt x="3518015" y="401896"/>
                  </a:lnTo>
                  <a:lnTo>
                    <a:pt x="3584393" y="409479"/>
                  </a:lnTo>
                  <a:lnTo>
                    <a:pt x="3650770" y="417062"/>
                  </a:lnTo>
                  <a:lnTo>
                    <a:pt x="3717148" y="424645"/>
                  </a:lnTo>
                  <a:lnTo>
                    <a:pt x="3783526" y="432228"/>
                  </a:lnTo>
                  <a:lnTo>
                    <a:pt x="3849903" y="439811"/>
                  </a:lnTo>
                  <a:lnTo>
                    <a:pt x="3916281" y="447394"/>
                  </a:lnTo>
                  <a:lnTo>
                    <a:pt x="3982659" y="454977"/>
                  </a:lnTo>
                  <a:lnTo>
                    <a:pt x="4049036" y="462560"/>
                  </a:lnTo>
                  <a:lnTo>
                    <a:pt x="4115414" y="470143"/>
                  </a:lnTo>
                  <a:lnTo>
                    <a:pt x="4181792" y="477726"/>
                  </a:lnTo>
                  <a:lnTo>
                    <a:pt x="4248169" y="485309"/>
                  </a:lnTo>
                  <a:lnTo>
                    <a:pt x="4314547" y="492892"/>
                  </a:lnTo>
                  <a:lnTo>
                    <a:pt x="4380925" y="500474"/>
                  </a:lnTo>
                  <a:lnTo>
                    <a:pt x="4447302" y="508057"/>
                  </a:lnTo>
                  <a:lnTo>
                    <a:pt x="4513680" y="515640"/>
                  </a:lnTo>
                  <a:lnTo>
                    <a:pt x="4580058" y="523223"/>
                  </a:lnTo>
                  <a:lnTo>
                    <a:pt x="4646435" y="530806"/>
                  </a:lnTo>
                  <a:lnTo>
                    <a:pt x="4712813" y="538389"/>
                  </a:lnTo>
                  <a:lnTo>
                    <a:pt x="4779191" y="545972"/>
                  </a:lnTo>
                  <a:lnTo>
                    <a:pt x="4845568" y="553555"/>
                  </a:lnTo>
                  <a:lnTo>
                    <a:pt x="4911946" y="561138"/>
                  </a:lnTo>
                  <a:lnTo>
                    <a:pt x="4978324" y="568721"/>
                  </a:lnTo>
                  <a:lnTo>
                    <a:pt x="5044701" y="576304"/>
                  </a:lnTo>
                  <a:lnTo>
                    <a:pt x="5111079" y="583887"/>
                  </a:lnTo>
                  <a:lnTo>
                    <a:pt x="5177457" y="591470"/>
                  </a:lnTo>
                  <a:lnTo>
                    <a:pt x="5243834" y="599053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3542424" y="388494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3542424" y="376057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3542424" y="37533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206949" y="370403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206949" y="397163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206949" y="345529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4974205" y="4682880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4974205" y="441636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4974205" y="44842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6898879" y="452943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6898879" y="411956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6898879" y="443897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2496701" y="410542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2496701" y="422253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2496701" y="418669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1368380" y="410856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1368380" y="41407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1368380" y="458001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1452719" y="468018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1452719" y="53774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3971805" y="455769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3971805" y="41902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265651" y="3946117"/>
              <a:ext cx="5691929" cy="892082"/>
            </a:xfrm>
            <a:custGeom>
              <a:avLst/>
              <a:gdLst/>
              <a:ahLst/>
              <a:cxnLst/>
              <a:rect l="0" t="0" r="0" b="0"/>
              <a:pathLst>
                <a:path w="5691929" h="892082">
                  <a:moveTo>
                    <a:pt x="0" y="0"/>
                  </a:moveTo>
                  <a:lnTo>
                    <a:pt x="72049" y="7821"/>
                  </a:lnTo>
                  <a:lnTo>
                    <a:pt x="144099" y="15555"/>
                  </a:lnTo>
                  <a:lnTo>
                    <a:pt x="216149" y="23195"/>
                  </a:lnTo>
                  <a:lnTo>
                    <a:pt x="288198" y="30737"/>
                  </a:lnTo>
                  <a:lnTo>
                    <a:pt x="360248" y="38175"/>
                  </a:lnTo>
                  <a:lnTo>
                    <a:pt x="432298" y="45502"/>
                  </a:lnTo>
                  <a:lnTo>
                    <a:pt x="504348" y="52713"/>
                  </a:lnTo>
                  <a:lnTo>
                    <a:pt x="576397" y="59801"/>
                  </a:lnTo>
                  <a:lnTo>
                    <a:pt x="648447" y="66758"/>
                  </a:lnTo>
                  <a:lnTo>
                    <a:pt x="720497" y="73578"/>
                  </a:lnTo>
                  <a:lnTo>
                    <a:pt x="792547" y="80253"/>
                  </a:lnTo>
                  <a:lnTo>
                    <a:pt x="864596" y="86776"/>
                  </a:lnTo>
                  <a:lnTo>
                    <a:pt x="936646" y="93138"/>
                  </a:lnTo>
                  <a:lnTo>
                    <a:pt x="1008696" y="99330"/>
                  </a:lnTo>
                  <a:lnTo>
                    <a:pt x="1080746" y="105346"/>
                  </a:lnTo>
                  <a:lnTo>
                    <a:pt x="1152795" y="111175"/>
                  </a:lnTo>
                  <a:lnTo>
                    <a:pt x="1224845" y="116810"/>
                  </a:lnTo>
                  <a:lnTo>
                    <a:pt x="1296895" y="122242"/>
                  </a:lnTo>
                  <a:lnTo>
                    <a:pt x="1368945" y="127463"/>
                  </a:lnTo>
                  <a:lnTo>
                    <a:pt x="1440994" y="132465"/>
                  </a:lnTo>
                  <a:lnTo>
                    <a:pt x="1513044" y="137239"/>
                  </a:lnTo>
                  <a:lnTo>
                    <a:pt x="1585094" y="141778"/>
                  </a:lnTo>
                  <a:lnTo>
                    <a:pt x="1657144" y="146076"/>
                  </a:lnTo>
                  <a:lnTo>
                    <a:pt x="1729193" y="150126"/>
                  </a:lnTo>
                  <a:lnTo>
                    <a:pt x="1801243" y="153923"/>
                  </a:lnTo>
                  <a:lnTo>
                    <a:pt x="1873293" y="157462"/>
                  </a:lnTo>
                  <a:lnTo>
                    <a:pt x="1945343" y="160740"/>
                  </a:lnTo>
                  <a:lnTo>
                    <a:pt x="2017392" y="163754"/>
                  </a:lnTo>
                  <a:lnTo>
                    <a:pt x="2089442" y="166502"/>
                  </a:lnTo>
                  <a:lnTo>
                    <a:pt x="2161492" y="168985"/>
                  </a:lnTo>
                  <a:lnTo>
                    <a:pt x="2233542" y="171202"/>
                  </a:lnTo>
                  <a:lnTo>
                    <a:pt x="2305591" y="173156"/>
                  </a:lnTo>
                  <a:lnTo>
                    <a:pt x="2377641" y="174850"/>
                  </a:lnTo>
                  <a:lnTo>
                    <a:pt x="2449691" y="176287"/>
                  </a:lnTo>
                  <a:lnTo>
                    <a:pt x="2521741" y="177472"/>
                  </a:lnTo>
                  <a:lnTo>
                    <a:pt x="2593790" y="178411"/>
                  </a:lnTo>
                  <a:lnTo>
                    <a:pt x="2665840" y="179110"/>
                  </a:lnTo>
                  <a:lnTo>
                    <a:pt x="2737890" y="179577"/>
                  </a:lnTo>
                  <a:lnTo>
                    <a:pt x="2809940" y="179818"/>
                  </a:lnTo>
                  <a:lnTo>
                    <a:pt x="2881989" y="179842"/>
                  </a:lnTo>
                  <a:lnTo>
                    <a:pt x="2954039" y="179656"/>
                  </a:lnTo>
                  <a:lnTo>
                    <a:pt x="3026089" y="179270"/>
                  </a:lnTo>
                  <a:lnTo>
                    <a:pt x="3098139" y="178692"/>
                  </a:lnTo>
                  <a:lnTo>
                    <a:pt x="3170188" y="177930"/>
                  </a:lnTo>
                  <a:lnTo>
                    <a:pt x="3242238" y="176993"/>
                  </a:lnTo>
                  <a:lnTo>
                    <a:pt x="3314288" y="175889"/>
                  </a:lnTo>
                  <a:lnTo>
                    <a:pt x="3386338" y="174627"/>
                  </a:lnTo>
                  <a:lnTo>
                    <a:pt x="3458387" y="173214"/>
                  </a:lnTo>
                  <a:lnTo>
                    <a:pt x="3530437" y="171658"/>
                  </a:lnTo>
                  <a:lnTo>
                    <a:pt x="3602487" y="169967"/>
                  </a:lnTo>
                  <a:lnTo>
                    <a:pt x="3674537" y="168147"/>
                  </a:lnTo>
                  <a:lnTo>
                    <a:pt x="3746586" y="166206"/>
                  </a:lnTo>
                  <a:lnTo>
                    <a:pt x="3818636" y="164150"/>
                  </a:lnTo>
                  <a:lnTo>
                    <a:pt x="3890686" y="161986"/>
                  </a:lnTo>
                  <a:lnTo>
                    <a:pt x="3962735" y="159718"/>
                  </a:lnTo>
                  <a:lnTo>
                    <a:pt x="4034785" y="157354"/>
                  </a:lnTo>
                  <a:lnTo>
                    <a:pt x="4106835" y="154898"/>
                  </a:lnTo>
                  <a:lnTo>
                    <a:pt x="4178885" y="152355"/>
                  </a:lnTo>
                  <a:lnTo>
                    <a:pt x="4250934" y="149730"/>
                  </a:lnTo>
                  <a:lnTo>
                    <a:pt x="4322984" y="147027"/>
                  </a:lnTo>
                  <a:lnTo>
                    <a:pt x="4395034" y="144251"/>
                  </a:lnTo>
                  <a:lnTo>
                    <a:pt x="4467084" y="141405"/>
                  </a:lnTo>
                  <a:lnTo>
                    <a:pt x="4539133" y="138494"/>
                  </a:lnTo>
                  <a:lnTo>
                    <a:pt x="4611183" y="135520"/>
                  </a:lnTo>
                  <a:lnTo>
                    <a:pt x="4683233" y="132488"/>
                  </a:lnTo>
                  <a:lnTo>
                    <a:pt x="4755283" y="129399"/>
                  </a:lnTo>
                  <a:lnTo>
                    <a:pt x="4827332" y="126258"/>
                  </a:lnTo>
                  <a:lnTo>
                    <a:pt x="4899382" y="123066"/>
                  </a:lnTo>
                  <a:lnTo>
                    <a:pt x="4971432" y="119827"/>
                  </a:lnTo>
                  <a:lnTo>
                    <a:pt x="5043482" y="116543"/>
                  </a:lnTo>
                  <a:lnTo>
                    <a:pt x="5115531" y="113215"/>
                  </a:lnTo>
                  <a:lnTo>
                    <a:pt x="5187581" y="109847"/>
                  </a:lnTo>
                  <a:lnTo>
                    <a:pt x="5259631" y="106440"/>
                  </a:lnTo>
                  <a:lnTo>
                    <a:pt x="5331681" y="102996"/>
                  </a:lnTo>
                  <a:lnTo>
                    <a:pt x="5403730" y="99517"/>
                  </a:lnTo>
                  <a:lnTo>
                    <a:pt x="5475780" y="96005"/>
                  </a:lnTo>
                  <a:lnTo>
                    <a:pt x="5547830" y="92460"/>
                  </a:lnTo>
                  <a:lnTo>
                    <a:pt x="5619880" y="88886"/>
                  </a:lnTo>
                  <a:lnTo>
                    <a:pt x="5691929" y="85282"/>
                  </a:lnTo>
                  <a:lnTo>
                    <a:pt x="5691929" y="892082"/>
                  </a:lnTo>
                  <a:lnTo>
                    <a:pt x="5619880" y="883177"/>
                  </a:lnTo>
                  <a:lnTo>
                    <a:pt x="5547830" y="874301"/>
                  </a:lnTo>
                  <a:lnTo>
                    <a:pt x="5475780" y="865456"/>
                  </a:lnTo>
                  <a:lnTo>
                    <a:pt x="5403730" y="856642"/>
                  </a:lnTo>
                  <a:lnTo>
                    <a:pt x="5331681" y="847862"/>
                  </a:lnTo>
                  <a:lnTo>
                    <a:pt x="5259631" y="839117"/>
                  </a:lnTo>
                  <a:lnTo>
                    <a:pt x="5187581" y="830409"/>
                  </a:lnTo>
                  <a:lnTo>
                    <a:pt x="5115531" y="821739"/>
                  </a:lnTo>
                  <a:lnTo>
                    <a:pt x="5043482" y="813111"/>
                  </a:lnTo>
                  <a:lnTo>
                    <a:pt x="4971432" y="804525"/>
                  </a:lnTo>
                  <a:lnTo>
                    <a:pt x="4899382" y="795985"/>
                  </a:lnTo>
                  <a:lnTo>
                    <a:pt x="4827332" y="787492"/>
                  </a:lnTo>
                  <a:lnTo>
                    <a:pt x="4755283" y="779050"/>
                  </a:lnTo>
                  <a:lnTo>
                    <a:pt x="4683233" y="770660"/>
                  </a:lnTo>
                  <a:lnTo>
                    <a:pt x="4611183" y="762327"/>
                  </a:lnTo>
                  <a:lnTo>
                    <a:pt x="4539133" y="754052"/>
                  </a:lnTo>
                  <a:lnTo>
                    <a:pt x="4467084" y="745840"/>
                  </a:lnTo>
                  <a:lnTo>
                    <a:pt x="4395034" y="737693"/>
                  </a:lnTo>
                  <a:lnTo>
                    <a:pt x="4322984" y="729616"/>
                  </a:lnTo>
                  <a:lnTo>
                    <a:pt x="4250934" y="721612"/>
                  </a:lnTo>
                  <a:lnTo>
                    <a:pt x="4178885" y="713686"/>
                  </a:lnTo>
                  <a:lnTo>
                    <a:pt x="4106835" y="705841"/>
                  </a:lnTo>
                  <a:lnTo>
                    <a:pt x="4034785" y="698084"/>
                  </a:lnTo>
                  <a:lnTo>
                    <a:pt x="3962735" y="690418"/>
                  </a:lnTo>
                  <a:lnTo>
                    <a:pt x="3890686" y="682850"/>
                  </a:lnTo>
                  <a:lnTo>
                    <a:pt x="3818636" y="675384"/>
                  </a:lnTo>
                  <a:lnTo>
                    <a:pt x="3746586" y="668027"/>
                  </a:lnTo>
                  <a:lnTo>
                    <a:pt x="3674537" y="660785"/>
                  </a:lnTo>
                  <a:lnTo>
                    <a:pt x="3602487" y="653664"/>
                  </a:lnTo>
                  <a:lnTo>
                    <a:pt x="3530437" y="646672"/>
                  </a:lnTo>
                  <a:lnTo>
                    <a:pt x="3458387" y="639815"/>
                  </a:lnTo>
                  <a:lnTo>
                    <a:pt x="3386338" y="633101"/>
                  </a:lnTo>
                  <a:lnTo>
                    <a:pt x="3314288" y="626537"/>
                  </a:lnTo>
                  <a:lnTo>
                    <a:pt x="3242238" y="620132"/>
                  </a:lnTo>
                  <a:lnTo>
                    <a:pt x="3170188" y="613894"/>
                  </a:lnTo>
                  <a:lnTo>
                    <a:pt x="3098139" y="607831"/>
                  </a:lnTo>
                  <a:lnTo>
                    <a:pt x="3026089" y="601952"/>
                  </a:lnTo>
                  <a:lnTo>
                    <a:pt x="2954039" y="596265"/>
                  </a:lnTo>
                  <a:lnTo>
                    <a:pt x="2881989" y="590778"/>
                  </a:lnTo>
                  <a:lnTo>
                    <a:pt x="2809940" y="585501"/>
                  </a:lnTo>
                  <a:lnTo>
                    <a:pt x="2737890" y="580441"/>
                  </a:lnTo>
                  <a:lnTo>
                    <a:pt x="2665840" y="575606"/>
                  </a:lnTo>
                  <a:lnTo>
                    <a:pt x="2593790" y="571005"/>
                  </a:lnTo>
                  <a:lnTo>
                    <a:pt x="2521741" y="566642"/>
                  </a:lnTo>
                  <a:lnTo>
                    <a:pt x="2449691" y="562526"/>
                  </a:lnTo>
                  <a:lnTo>
                    <a:pt x="2377641" y="558662"/>
                  </a:lnTo>
                  <a:lnTo>
                    <a:pt x="2305591" y="555055"/>
                  </a:lnTo>
                  <a:lnTo>
                    <a:pt x="2233542" y="551708"/>
                  </a:lnTo>
                  <a:lnTo>
                    <a:pt x="2161492" y="548624"/>
                  </a:lnTo>
                  <a:lnTo>
                    <a:pt x="2089442" y="545806"/>
                  </a:lnTo>
                  <a:lnTo>
                    <a:pt x="2017392" y="543253"/>
                  </a:lnTo>
                  <a:lnTo>
                    <a:pt x="1945343" y="540966"/>
                  </a:lnTo>
                  <a:lnTo>
                    <a:pt x="1873293" y="538942"/>
                  </a:lnTo>
                  <a:lnTo>
                    <a:pt x="1801243" y="537181"/>
                  </a:lnTo>
                  <a:lnTo>
                    <a:pt x="1729193" y="535676"/>
                  </a:lnTo>
                  <a:lnTo>
                    <a:pt x="1657144" y="534425"/>
                  </a:lnTo>
                  <a:lnTo>
                    <a:pt x="1585094" y="533422"/>
                  </a:lnTo>
                  <a:lnTo>
                    <a:pt x="1513044" y="532660"/>
                  </a:lnTo>
                  <a:lnTo>
                    <a:pt x="1440994" y="532133"/>
                  </a:lnTo>
                  <a:lnTo>
                    <a:pt x="1368945" y="531833"/>
                  </a:lnTo>
                  <a:lnTo>
                    <a:pt x="1296895" y="531753"/>
                  </a:lnTo>
                  <a:lnTo>
                    <a:pt x="1224845" y="531884"/>
                  </a:lnTo>
                  <a:lnTo>
                    <a:pt x="1152795" y="532218"/>
                  </a:lnTo>
                  <a:lnTo>
                    <a:pt x="1080746" y="532746"/>
                  </a:lnTo>
                  <a:lnTo>
                    <a:pt x="1008696" y="533460"/>
                  </a:lnTo>
                  <a:lnTo>
                    <a:pt x="936646" y="534352"/>
                  </a:lnTo>
                  <a:lnTo>
                    <a:pt x="864596" y="535413"/>
                  </a:lnTo>
                  <a:lnTo>
                    <a:pt x="792547" y="536634"/>
                  </a:lnTo>
                  <a:lnTo>
                    <a:pt x="720497" y="538008"/>
                  </a:lnTo>
                  <a:lnTo>
                    <a:pt x="648447" y="539527"/>
                  </a:lnTo>
                  <a:lnTo>
                    <a:pt x="576397" y="541184"/>
                  </a:lnTo>
                  <a:lnTo>
                    <a:pt x="504348" y="542970"/>
                  </a:lnTo>
                  <a:lnTo>
                    <a:pt x="432298" y="544880"/>
                  </a:lnTo>
                  <a:lnTo>
                    <a:pt x="360248" y="546906"/>
                  </a:lnTo>
                  <a:lnTo>
                    <a:pt x="288198" y="549042"/>
                  </a:lnTo>
                  <a:lnTo>
                    <a:pt x="216149" y="551283"/>
                  </a:lnTo>
                  <a:lnTo>
                    <a:pt x="144099" y="553622"/>
                  </a:lnTo>
                  <a:lnTo>
                    <a:pt x="72049" y="556055"/>
                  </a:lnTo>
                  <a:lnTo>
                    <a:pt x="0" y="55857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265651" y="3946117"/>
              <a:ext cx="5691929" cy="179842"/>
            </a:xfrm>
            <a:custGeom>
              <a:avLst/>
              <a:gdLst/>
              <a:ahLst/>
              <a:cxnLst/>
              <a:rect l="0" t="0" r="0" b="0"/>
              <a:pathLst>
                <a:path w="5691929" h="179842">
                  <a:moveTo>
                    <a:pt x="0" y="0"/>
                  </a:moveTo>
                  <a:lnTo>
                    <a:pt x="72049" y="7821"/>
                  </a:lnTo>
                  <a:lnTo>
                    <a:pt x="144099" y="15555"/>
                  </a:lnTo>
                  <a:lnTo>
                    <a:pt x="216149" y="23195"/>
                  </a:lnTo>
                  <a:lnTo>
                    <a:pt x="288198" y="30737"/>
                  </a:lnTo>
                  <a:lnTo>
                    <a:pt x="360248" y="38175"/>
                  </a:lnTo>
                  <a:lnTo>
                    <a:pt x="432298" y="45502"/>
                  </a:lnTo>
                  <a:lnTo>
                    <a:pt x="504348" y="52713"/>
                  </a:lnTo>
                  <a:lnTo>
                    <a:pt x="576397" y="59801"/>
                  </a:lnTo>
                  <a:lnTo>
                    <a:pt x="648447" y="66758"/>
                  </a:lnTo>
                  <a:lnTo>
                    <a:pt x="720497" y="73578"/>
                  </a:lnTo>
                  <a:lnTo>
                    <a:pt x="792547" y="80253"/>
                  </a:lnTo>
                  <a:lnTo>
                    <a:pt x="864596" y="86776"/>
                  </a:lnTo>
                  <a:lnTo>
                    <a:pt x="936646" y="93138"/>
                  </a:lnTo>
                  <a:lnTo>
                    <a:pt x="1008696" y="99330"/>
                  </a:lnTo>
                  <a:lnTo>
                    <a:pt x="1080746" y="105346"/>
                  </a:lnTo>
                  <a:lnTo>
                    <a:pt x="1152795" y="111175"/>
                  </a:lnTo>
                  <a:lnTo>
                    <a:pt x="1224845" y="116810"/>
                  </a:lnTo>
                  <a:lnTo>
                    <a:pt x="1296895" y="122242"/>
                  </a:lnTo>
                  <a:lnTo>
                    <a:pt x="1368945" y="127463"/>
                  </a:lnTo>
                  <a:lnTo>
                    <a:pt x="1440994" y="132465"/>
                  </a:lnTo>
                  <a:lnTo>
                    <a:pt x="1513044" y="137239"/>
                  </a:lnTo>
                  <a:lnTo>
                    <a:pt x="1585094" y="141778"/>
                  </a:lnTo>
                  <a:lnTo>
                    <a:pt x="1657144" y="146076"/>
                  </a:lnTo>
                  <a:lnTo>
                    <a:pt x="1729193" y="150126"/>
                  </a:lnTo>
                  <a:lnTo>
                    <a:pt x="1801243" y="153923"/>
                  </a:lnTo>
                  <a:lnTo>
                    <a:pt x="1873293" y="157462"/>
                  </a:lnTo>
                  <a:lnTo>
                    <a:pt x="1945343" y="160740"/>
                  </a:lnTo>
                  <a:lnTo>
                    <a:pt x="2017392" y="163754"/>
                  </a:lnTo>
                  <a:lnTo>
                    <a:pt x="2089442" y="166502"/>
                  </a:lnTo>
                  <a:lnTo>
                    <a:pt x="2161492" y="168985"/>
                  </a:lnTo>
                  <a:lnTo>
                    <a:pt x="2233542" y="171202"/>
                  </a:lnTo>
                  <a:lnTo>
                    <a:pt x="2305591" y="173156"/>
                  </a:lnTo>
                  <a:lnTo>
                    <a:pt x="2377641" y="174850"/>
                  </a:lnTo>
                  <a:lnTo>
                    <a:pt x="2449691" y="176287"/>
                  </a:lnTo>
                  <a:lnTo>
                    <a:pt x="2521741" y="177472"/>
                  </a:lnTo>
                  <a:lnTo>
                    <a:pt x="2593790" y="178411"/>
                  </a:lnTo>
                  <a:lnTo>
                    <a:pt x="2665840" y="179110"/>
                  </a:lnTo>
                  <a:lnTo>
                    <a:pt x="2737890" y="179577"/>
                  </a:lnTo>
                  <a:lnTo>
                    <a:pt x="2809940" y="179818"/>
                  </a:lnTo>
                  <a:lnTo>
                    <a:pt x="2881989" y="179842"/>
                  </a:lnTo>
                  <a:lnTo>
                    <a:pt x="2954039" y="179656"/>
                  </a:lnTo>
                  <a:lnTo>
                    <a:pt x="3026089" y="179270"/>
                  </a:lnTo>
                  <a:lnTo>
                    <a:pt x="3098139" y="178692"/>
                  </a:lnTo>
                  <a:lnTo>
                    <a:pt x="3170188" y="177930"/>
                  </a:lnTo>
                  <a:lnTo>
                    <a:pt x="3242238" y="176993"/>
                  </a:lnTo>
                  <a:lnTo>
                    <a:pt x="3314288" y="175889"/>
                  </a:lnTo>
                  <a:lnTo>
                    <a:pt x="3386338" y="174627"/>
                  </a:lnTo>
                  <a:lnTo>
                    <a:pt x="3458387" y="173214"/>
                  </a:lnTo>
                  <a:lnTo>
                    <a:pt x="3530437" y="171658"/>
                  </a:lnTo>
                  <a:lnTo>
                    <a:pt x="3602487" y="169967"/>
                  </a:lnTo>
                  <a:lnTo>
                    <a:pt x="3674537" y="168147"/>
                  </a:lnTo>
                  <a:lnTo>
                    <a:pt x="3746586" y="166206"/>
                  </a:lnTo>
                  <a:lnTo>
                    <a:pt x="3818636" y="164150"/>
                  </a:lnTo>
                  <a:lnTo>
                    <a:pt x="3890686" y="161986"/>
                  </a:lnTo>
                  <a:lnTo>
                    <a:pt x="3962735" y="159718"/>
                  </a:lnTo>
                  <a:lnTo>
                    <a:pt x="4034785" y="157354"/>
                  </a:lnTo>
                  <a:lnTo>
                    <a:pt x="4106835" y="154898"/>
                  </a:lnTo>
                  <a:lnTo>
                    <a:pt x="4178885" y="152355"/>
                  </a:lnTo>
                  <a:lnTo>
                    <a:pt x="4250934" y="149730"/>
                  </a:lnTo>
                  <a:lnTo>
                    <a:pt x="4322984" y="147027"/>
                  </a:lnTo>
                  <a:lnTo>
                    <a:pt x="4395034" y="144251"/>
                  </a:lnTo>
                  <a:lnTo>
                    <a:pt x="4467084" y="141405"/>
                  </a:lnTo>
                  <a:lnTo>
                    <a:pt x="4539133" y="138494"/>
                  </a:lnTo>
                  <a:lnTo>
                    <a:pt x="4611183" y="135520"/>
                  </a:lnTo>
                  <a:lnTo>
                    <a:pt x="4683233" y="132488"/>
                  </a:lnTo>
                  <a:lnTo>
                    <a:pt x="4755283" y="129399"/>
                  </a:lnTo>
                  <a:lnTo>
                    <a:pt x="4827332" y="126258"/>
                  </a:lnTo>
                  <a:lnTo>
                    <a:pt x="4899382" y="123066"/>
                  </a:lnTo>
                  <a:lnTo>
                    <a:pt x="4971432" y="119827"/>
                  </a:lnTo>
                  <a:lnTo>
                    <a:pt x="5043482" y="116543"/>
                  </a:lnTo>
                  <a:lnTo>
                    <a:pt x="5115531" y="113215"/>
                  </a:lnTo>
                  <a:lnTo>
                    <a:pt x="5187581" y="109847"/>
                  </a:lnTo>
                  <a:lnTo>
                    <a:pt x="5259631" y="106440"/>
                  </a:lnTo>
                  <a:lnTo>
                    <a:pt x="5331681" y="102996"/>
                  </a:lnTo>
                  <a:lnTo>
                    <a:pt x="5403730" y="99517"/>
                  </a:lnTo>
                  <a:lnTo>
                    <a:pt x="5475780" y="96005"/>
                  </a:lnTo>
                  <a:lnTo>
                    <a:pt x="5547830" y="92460"/>
                  </a:lnTo>
                  <a:lnTo>
                    <a:pt x="5619880" y="88886"/>
                  </a:lnTo>
                  <a:lnTo>
                    <a:pt x="5691929" y="8528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265651" y="4477870"/>
              <a:ext cx="5691929" cy="360328"/>
            </a:xfrm>
            <a:custGeom>
              <a:avLst/>
              <a:gdLst/>
              <a:ahLst/>
              <a:cxnLst/>
              <a:rect l="0" t="0" r="0" b="0"/>
              <a:pathLst>
                <a:path w="5691929" h="360328">
                  <a:moveTo>
                    <a:pt x="5691929" y="360328"/>
                  </a:moveTo>
                  <a:lnTo>
                    <a:pt x="5619880" y="351424"/>
                  </a:lnTo>
                  <a:lnTo>
                    <a:pt x="5547830" y="342548"/>
                  </a:lnTo>
                  <a:lnTo>
                    <a:pt x="5475780" y="333702"/>
                  </a:lnTo>
                  <a:lnTo>
                    <a:pt x="5403730" y="324889"/>
                  </a:lnTo>
                  <a:lnTo>
                    <a:pt x="5331681" y="316109"/>
                  </a:lnTo>
                  <a:lnTo>
                    <a:pt x="5259631" y="307364"/>
                  </a:lnTo>
                  <a:lnTo>
                    <a:pt x="5187581" y="298655"/>
                  </a:lnTo>
                  <a:lnTo>
                    <a:pt x="5115531" y="289986"/>
                  </a:lnTo>
                  <a:lnTo>
                    <a:pt x="5043482" y="281358"/>
                  </a:lnTo>
                  <a:lnTo>
                    <a:pt x="4971432" y="272772"/>
                  </a:lnTo>
                  <a:lnTo>
                    <a:pt x="4899382" y="264232"/>
                  </a:lnTo>
                  <a:lnTo>
                    <a:pt x="4827332" y="255739"/>
                  </a:lnTo>
                  <a:lnTo>
                    <a:pt x="4755283" y="247297"/>
                  </a:lnTo>
                  <a:lnTo>
                    <a:pt x="4683233" y="238907"/>
                  </a:lnTo>
                  <a:lnTo>
                    <a:pt x="4611183" y="230573"/>
                  </a:lnTo>
                  <a:lnTo>
                    <a:pt x="4539133" y="222299"/>
                  </a:lnTo>
                  <a:lnTo>
                    <a:pt x="4467084" y="214086"/>
                  </a:lnTo>
                  <a:lnTo>
                    <a:pt x="4395034" y="205939"/>
                  </a:lnTo>
                  <a:lnTo>
                    <a:pt x="4322984" y="197862"/>
                  </a:lnTo>
                  <a:lnTo>
                    <a:pt x="4250934" y="189858"/>
                  </a:lnTo>
                  <a:lnTo>
                    <a:pt x="4178885" y="181932"/>
                  </a:lnTo>
                  <a:lnTo>
                    <a:pt x="4106835" y="174088"/>
                  </a:lnTo>
                  <a:lnTo>
                    <a:pt x="4034785" y="166331"/>
                  </a:lnTo>
                  <a:lnTo>
                    <a:pt x="3962735" y="158665"/>
                  </a:lnTo>
                  <a:lnTo>
                    <a:pt x="3890686" y="151097"/>
                  </a:lnTo>
                  <a:lnTo>
                    <a:pt x="3818636" y="143631"/>
                  </a:lnTo>
                  <a:lnTo>
                    <a:pt x="3746586" y="136274"/>
                  </a:lnTo>
                  <a:lnTo>
                    <a:pt x="3674537" y="129032"/>
                  </a:lnTo>
                  <a:lnTo>
                    <a:pt x="3602487" y="121911"/>
                  </a:lnTo>
                  <a:lnTo>
                    <a:pt x="3530437" y="114919"/>
                  </a:lnTo>
                  <a:lnTo>
                    <a:pt x="3458387" y="108062"/>
                  </a:lnTo>
                  <a:lnTo>
                    <a:pt x="3386338" y="101347"/>
                  </a:lnTo>
                  <a:lnTo>
                    <a:pt x="3314288" y="94784"/>
                  </a:lnTo>
                  <a:lnTo>
                    <a:pt x="3242238" y="88379"/>
                  </a:lnTo>
                  <a:lnTo>
                    <a:pt x="3170188" y="82141"/>
                  </a:lnTo>
                  <a:lnTo>
                    <a:pt x="3098139" y="76078"/>
                  </a:lnTo>
                  <a:lnTo>
                    <a:pt x="3026089" y="70199"/>
                  </a:lnTo>
                  <a:lnTo>
                    <a:pt x="2954039" y="64511"/>
                  </a:lnTo>
                  <a:lnTo>
                    <a:pt x="2881989" y="59025"/>
                  </a:lnTo>
                  <a:lnTo>
                    <a:pt x="2809940" y="53748"/>
                  </a:lnTo>
                  <a:lnTo>
                    <a:pt x="2737890" y="48688"/>
                  </a:lnTo>
                  <a:lnTo>
                    <a:pt x="2665840" y="43853"/>
                  </a:lnTo>
                  <a:lnTo>
                    <a:pt x="2593790" y="39251"/>
                  </a:lnTo>
                  <a:lnTo>
                    <a:pt x="2521741" y="34889"/>
                  </a:lnTo>
                  <a:lnTo>
                    <a:pt x="2449691" y="30773"/>
                  </a:lnTo>
                  <a:lnTo>
                    <a:pt x="2377641" y="26909"/>
                  </a:lnTo>
                  <a:lnTo>
                    <a:pt x="2305591" y="23301"/>
                  </a:lnTo>
                  <a:lnTo>
                    <a:pt x="2233542" y="19954"/>
                  </a:lnTo>
                  <a:lnTo>
                    <a:pt x="2161492" y="16871"/>
                  </a:lnTo>
                  <a:lnTo>
                    <a:pt x="2089442" y="14052"/>
                  </a:lnTo>
                  <a:lnTo>
                    <a:pt x="2017392" y="11500"/>
                  </a:lnTo>
                  <a:lnTo>
                    <a:pt x="1945343" y="9212"/>
                  </a:lnTo>
                  <a:lnTo>
                    <a:pt x="1873293" y="7189"/>
                  </a:lnTo>
                  <a:lnTo>
                    <a:pt x="1801243" y="5427"/>
                  </a:lnTo>
                  <a:lnTo>
                    <a:pt x="1729193" y="3923"/>
                  </a:lnTo>
                  <a:lnTo>
                    <a:pt x="1657144" y="2672"/>
                  </a:lnTo>
                  <a:lnTo>
                    <a:pt x="1585094" y="1668"/>
                  </a:lnTo>
                  <a:lnTo>
                    <a:pt x="1513044" y="907"/>
                  </a:lnTo>
                  <a:lnTo>
                    <a:pt x="1440994" y="380"/>
                  </a:lnTo>
                  <a:lnTo>
                    <a:pt x="1368945" y="80"/>
                  </a:lnTo>
                  <a:lnTo>
                    <a:pt x="1296895" y="0"/>
                  </a:lnTo>
                  <a:lnTo>
                    <a:pt x="1224845" y="130"/>
                  </a:lnTo>
                  <a:lnTo>
                    <a:pt x="1152795" y="464"/>
                  </a:lnTo>
                  <a:lnTo>
                    <a:pt x="1080746" y="993"/>
                  </a:lnTo>
                  <a:lnTo>
                    <a:pt x="1008696" y="1707"/>
                  </a:lnTo>
                  <a:lnTo>
                    <a:pt x="936646" y="2599"/>
                  </a:lnTo>
                  <a:lnTo>
                    <a:pt x="864596" y="3659"/>
                  </a:lnTo>
                  <a:lnTo>
                    <a:pt x="792547" y="4881"/>
                  </a:lnTo>
                  <a:lnTo>
                    <a:pt x="720497" y="6255"/>
                  </a:lnTo>
                  <a:lnTo>
                    <a:pt x="648447" y="7774"/>
                  </a:lnTo>
                  <a:lnTo>
                    <a:pt x="576397" y="9430"/>
                  </a:lnTo>
                  <a:lnTo>
                    <a:pt x="504348" y="11217"/>
                  </a:lnTo>
                  <a:lnTo>
                    <a:pt x="432298" y="13126"/>
                  </a:lnTo>
                  <a:lnTo>
                    <a:pt x="360248" y="15152"/>
                  </a:lnTo>
                  <a:lnTo>
                    <a:pt x="288198" y="17289"/>
                  </a:lnTo>
                  <a:lnTo>
                    <a:pt x="216149" y="19530"/>
                  </a:lnTo>
                  <a:lnTo>
                    <a:pt x="144099" y="21869"/>
                  </a:lnTo>
                  <a:lnTo>
                    <a:pt x="72049" y="24302"/>
                  </a:lnTo>
                  <a:lnTo>
                    <a:pt x="0" y="26822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265651" y="4225405"/>
              <a:ext cx="5691929" cy="209394"/>
            </a:xfrm>
            <a:custGeom>
              <a:avLst/>
              <a:gdLst/>
              <a:ahLst/>
              <a:cxnLst/>
              <a:rect l="0" t="0" r="0" b="0"/>
              <a:pathLst>
                <a:path w="5691929" h="209394">
                  <a:moveTo>
                    <a:pt x="0" y="0"/>
                  </a:moveTo>
                  <a:lnTo>
                    <a:pt x="72049" y="2650"/>
                  </a:lnTo>
                  <a:lnTo>
                    <a:pt x="144099" y="5301"/>
                  </a:lnTo>
                  <a:lnTo>
                    <a:pt x="216149" y="7951"/>
                  </a:lnTo>
                  <a:lnTo>
                    <a:pt x="288198" y="10602"/>
                  </a:lnTo>
                  <a:lnTo>
                    <a:pt x="360248" y="13252"/>
                  </a:lnTo>
                  <a:lnTo>
                    <a:pt x="432298" y="15903"/>
                  </a:lnTo>
                  <a:lnTo>
                    <a:pt x="504348" y="18553"/>
                  </a:lnTo>
                  <a:lnTo>
                    <a:pt x="576397" y="21204"/>
                  </a:lnTo>
                  <a:lnTo>
                    <a:pt x="648447" y="23855"/>
                  </a:lnTo>
                  <a:lnTo>
                    <a:pt x="720497" y="26505"/>
                  </a:lnTo>
                  <a:lnTo>
                    <a:pt x="792547" y="29156"/>
                  </a:lnTo>
                  <a:lnTo>
                    <a:pt x="864596" y="31806"/>
                  </a:lnTo>
                  <a:lnTo>
                    <a:pt x="936646" y="34457"/>
                  </a:lnTo>
                  <a:lnTo>
                    <a:pt x="1008696" y="37107"/>
                  </a:lnTo>
                  <a:lnTo>
                    <a:pt x="1080746" y="39758"/>
                  </a:lnTo>
                  <a:lnTo>
                    <a:pt x="1152795" y="42408"/>
                  </a:lnTo>
                  <a:lnTo>
                    <a:pt x="1224845" y="45059"/>
                  </a:lnTo>
                  <a:lnTo>
                    <a:pt x="1296895" y="47710"/>
                  </a:lnTo>
                  <a:lnTo>
                    <a:pt x="1368945" y="50360"/>
                  </a:lnTo>
                  <a:lnTo>
                    <a:pt x="1440994" y="53011"/>
                  </a:lnTo>
                  <a:lnTo>
                    <a:pt x="1513044" y="55661"/>
                  </a:lnTo>
                  <a:lnTo>
                    <a:pt x="1585094" y="58312"/>
                  </a:lnTo>
                  <a:lnTo>
                    <a:pt x="1657144" y="60962"/>
                  </a:lnTo>
                  <a:lnTo>
                    <a:pt x="1729193" y="63613"/>
                  </a:lnTo>
                  <a:lnTo>
                    <a:pt x="1801243" y="66264"/>
                  </a:lnTo>
                  <a:lnTo>
                    <a:pt x="1873293" y="68914"/>
                  </a:lnTo>
                  <a:lnTo>
                    <a:pt x="1945343" y="71565"/>
                  </a:lnTo>
                  <a:lnTo>
                    <a:pt x="2017392" y="74215"/>
                  </a:lnTo>
                  <a:lnTo>
                    <a:pt x="2089442" y="76866"/>
                  </a:lnTo>
                  <a:lnTo>
                    <a:pt x="2161492" y="79516"/>
                  </a:lnTo>
                  <a:lnTo>
                    <a:pt x="2233542" y="82167"/>
                  </a:lnTo>
                  <a:lnTo>
                    <a:pt x="2305591" y="84817"/>
                  </a:lnTo>
                  <a:lnTo>
                    <a:pt x="2377641" y="87468"/>
                  </a:lnTo>
                  <a:lnTo>
                    <a:pt x="2449691" y="90119"/>
                  </a:lnTo>
                  <a:lnTo>
                    <a:pt x="2521741" y="92769"/>
                  </a:lnTo>
                  <a:lnTo>
                    <a:pt x="2593790" y="95420"/>
                  </a:lnTo>
                  <a:lnTo>
                    <a:pt x="2665840" y="98070"/>
                  </a:lnTo>
                  <a:lnTo>
                    <a:pt x="2737890" y="100721"/>
                  </a:lnTo>
                  <a:lnTo>
                    <a:pt x="2809940" y="103371"/>
                  </a:lnTo>
                  <a:lnTo>
                    <a:pt x="2881989" y="106022"/>
                  </a:lnTo>
                  <a:lnTo>
                    <a:pt x="2954039" y="108672"/>
                  </a:lnTo>
                  <a:lnTo>
                    <a:pt x="3026089" y="111323"/>
                  </a:lnTo>
                  <a:lnTo>
                    <a:pt x="3098139" y="113974"/>
                  </a:lnTo>
                  <a:lnTo>
                    <a:pt x="3170188" y="116624"/>
                  </a:lnTo>
                  <a:lnTo>
                    <a:pt x="3242238" y="119275"/>
                  </a:lnTo>
                  <a:lnTo>
                    <a:pt x="3314288" y="121925"/>
                  </a:lnTo>
                  <a:lnTo>
                    <a:pt x="3386338" y="124576"/>
                  </a:lnTo>
                  <a:lnTo>
                    <a:pt x="3458387" y="127226"/>
                  </a:lnTo>
                  <a:lnTo>
                    <a:pt x="3530437" y="129877"/>
                  </a:lnTo>
                  <a:lnTo>
                    <a:pt x="3602487" y="132528"/>
                  </a:lnTo>
                  <a:lnTo>
                    <a:pt x="3674537" y="135178"/>
                  </a:lnTo>
                  <a:lnTo>
                    <a:pt x="3746586" y="137829"/>
                  </a:lnTo>
                  <a:lnTo>
                    <a:pt x="3818636" y="140479"/>
                  </a:lnTo>
                  <a:lnTo>
                    <a:pt x="3890686" y="143130"/>
                  </a:lnTo>
                  <a:lnTo>
                    <a:pt x="3962735" y="145780"/>
                  </a:lnTo>
                  <a:lnTo>
                    <a:pt x="4034785" y="148431"/>
                  </a:lnTo>
                  <a:lnTo>
                    <a:pt x="4106835" y="151081"/>
                  </a:lnTo>
                  <a:lnTo>
                    <a:pt x="4178885" y="153732"/>
                  </a:lnTo>
                  <a:lnTo>
                    <a:pt x="4250934" y="156383"/>
                  </a:lnTo>
                  <a:lnTo>
                    <a:pt x="4322984" y="159033"/>
                  </a:lnTo>
                  <a:lnTo>
                    <a:pt x="4395034" y="161684"/>
                  </a:lnTo>
                  <a:lnTo>
                    <a:pt x="4467084" y="164334"/>
                  </a:lnTo>
                  <a:lnTo>
                    <a:pt x="4539133" y="166985"/>
                  </a:lnTo>
                  <a:lnTo>
                    <a:pt x="4611183" y="169635"/>
                  </a:lnTo>
                  <a:lnTo>
                    <a:pt x="4683233" y="172286"/>
                  </a:lnTo>
                  <a:lnTo>
                    <a:pt x="4755283" y="174937"/>
                  </a:lnTo>
                  <a:lnTo>
                    <a:pt x="4827332" y="177587"/>
                  </a:lnTo>
                  <a:lnTo>
                    <a:pt x="4899382" y="180238"/>
                  </a:lnTo>
                  <a:lnTo>
                    <a:pt x="4971432" y="182888"/>
                  </a:lnTo>
                  <a:lnTo>
                    <a:pt x="5043482" y="185539"/>
                  </a:lnTo>
                  <a:lnTo>
                    <a:pt x="5115531" y="188189"/>
                  </a:lnTo>
                  <a:lnTo>
                    <a:pt x="5187581" y="190840"/>
                  </a:lnTo>
                  <a:lnTo>
                    <a:pt x="5259631" y="193490"/>
                  </a:lnTo>
                  <a:lnTo>
                    <a:pt x="5331681" y="196141"/>
                  </a:lnTo>
                  <a:lnTo>
                    <a:pt x="5403730" y="198792"/>
                  </a:lnTo>
                  <a:lnTo>
                    <a:pt x="5475780" y="201442"/>
                  </a:lnTo>
                  <a:lnTo>
                    <a:pt x="5547830" y="204093"/>
                  </a:lnTo>
                  <a:lnTo>
                    <a:pt x="5619880" y="206743"/>
                  </a:lnTo>
                  <a:lnTo>
                    <a:pt x="5691929" y="209394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39555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08880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78206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47532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7960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24893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11825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198758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18084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301242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484399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667557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tx74"/>
            <p:cNvSpPr/>
            <p:nvPr/>
          </p:nvSpPr>
          <p:spPr>
            <a:xfrm>
              <a:off x="114975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2981333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12910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664448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739864" y="5925448"/>
              <a:ext cx="706191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RDA Offset</a:t>
              </a:r>
            </a:p>
          </p:txBody>
        </p:sp>
        <p:sp>
          <p:nvSpPr>
            <p:cNvPr id="79" name="tx79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0" name="rc80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3" name="pt83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5" name="pt85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tx86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941876" y="1669789"/>
              <a:ext cx="3556284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GO (RDA) vs Size at Final Time Point</a:t>
              </a:r>
            </a:p>
          </p:txBody>
        </p:sp>
      </p:grpSp>
      <p:sp>
        <p:nvSpPr>
          <p:cNvPr id="89" name="tx83">
            <a:extLst>
              <a:ext uri="{FF2B5EF4-FFF2-40B4-BE49-F238E27FC236}">
                <a16:creationId xmlns:a16="http://schemas.microsoft.com/office/drawing/2014/main" id="{5A2450B2-1357-AC46-9C0A-4FC3844D8AB8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2"/>
            <a:chOff x="457200" y="1600200"/>
            <a:chExt cx="8229600" cy="4525962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941876" y="1896563"/>
              <a:ext cx="6302167" cy="38265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pt6"/>
            <p:cNvSpPr/>
            <p:nvPr/>
          </p:nvSpPr>
          <p:spPr>
            <a:xfrm>
              <a:off x="1169635" y="289382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pt7"/>
            <p:cNvSpPr/>
            <p:nvPr/>
          </p:nvSpPr>
          <p:spPr>
            <a:xfrm>
              <a:off x="1169635" y="228579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pt8"/>
            <p:cNvSpPr/>
            <p:nvPr/>
          </p:nvSpPr>
          <p:spPr>
            <a:xfrm>
              <a:off x="1169635" y="23911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pt9"/>
            <p:cNvSpPr/>
            <p:nvPr/>
          </p:nvSpPr>
          <p:spPr>
            <a:xfrm>
              <a:off x="4986886" y="285717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pt10"/>
            <p:cNvSpPr/>
            <p:nvPr/>
          </p:nvSpPr>
          <p:spPr>
            <a:xfrm>
              <a:off x="4986886" y="267910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pt11"/>
            <p:cNvSpPr/>
            <p:nvPr/>
          </p:nvSpPr>
          <p:spPr>
            <a:xfrm>
              <a:off x="4986886" y="265302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pt12"/>
            <p:cNvSpPr/>
            <p:nvPr/>
          </p:nvSpPr>
          <p:spPr>
            <a:xfrm>
              <a:off x="5485056" y="3024725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pt13"/>
            <p:cNvSpPr/>
            <p:nvPr/>
          </p:nvSpPr>
          <p:spPr>
            <a:xfrm>
              <a:off x="5485056" y="29674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pt14"/>
            <p:cNvSpPr/>
            <p:nvPr/>
          </p:nvSpPr>
          <p:spPr>
            <a:xfrm>
              <a:off x="5485056" y="312645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pt15"/>
            <p:cNvSpPr/>
            <p:nvPr/>
          </p:nvSpPr>
          <p:spPr>
            <a:xfrm>
              <a:off x="3826154" y="2033083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pt16"/>
            <p:cNvSpPr/>
            <p:nvPr/>
          </p:nvSpPr>
          <p:spPr>
            <a:xfrm>
              <a:off x="3826154" y="293230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pt17"/>
            <p:cNvSpPr/>
            <p:nvPr/>
          </p:nvSpPr>
          <p:spPr>
            <a:xfrm>
              <a:off x="3826154" y="2887688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pt18"/>
            <p:cNvSpPr/>
            <p:nvPr/>
          </p:nvSpPr>
          <p:spPr>
            <a:xfrm>
              <a:off x="6469902" y="319328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pt19"/>
            <p:cNvSpPr/>
            <p:nvPr/>
          </p:nvSpPr>
          <p:spPr>
            <a:xfrm>
              <a:off x="6469902" y="32184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pt20"/>
            <p:cNvSpPr/>
            <p:nvPr/>
          </p:nvSpPr>
          <p:spPr>
            <a:xfrm>
              <a:off x="6469902" y="341325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pt21"/>
            <p:cNvSpPr/>
            <p:nvPr/>
          </p:nvSpPr>
          <p:spPr>
            <a:xfrm>
              <a:off x="6898879" y="307443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t22"/>
            <p:cNvSpPr/>
            <p:nvPr/>
          </p:nvSpPr>
          <p:spPr>
            <a:xfrm>
              <a:off x="6898879" y="2869746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pt23"/>
            <p:cNvSpPr/>
            <p:nvPr/>
          </p:nvSpPr>
          <p:spPr>
            <a:xfrm>
              <a:off x="6898879" y="3054492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pt24"/>
            <p:cNvSpPr/>
            <p:nvPr/>
          </p:nvSpPr>
          <p:spPr>
            <a:xfrm>
              <a:off x="4544094" y="549050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pt25"/>
            <p:cNvSpPr/>
            <p:nvPr/>
          </p:nvSpPr>
          <p:spPr>
            <a:xfrm>
              <a:off x="4544094" y="4565960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pt26"/>
            <p:cNvSpPr/>
            <p:nvPr/>
          </p:nvSpPr>
          <p:spPr>
            <a:xfrm>
              <a:off x="4544094" y="435551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pt27"/>
            <p:cNvSpPr/>
            <p:nvPr/>
          </p:nvSpPr>
          <p:spPr>
            <a:xfrm>
              <a:off x="6103502" y="362226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pt28"/>
            <p:cNvSpPr/>
            <p:nvPr/>
          </p:nvSpPr>
          <p:spPr>
            <a:xfrm>
              <a:off x="6103502" y="3652361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pt29"/>
            <p:cNvSpPr/>
            <p:nvPr/>
          </p:nvSpPr>
          <p:spPr>
            <a:xfrm>
              <a:off x="6103502" y="3608214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pg30"/>
            <p:cNvSpPr/>
            <p:nvPr/>
          </p:nvSpPr>
          <p:spPr>
            <a:xfrm>
              <a:off x="1228338" y="2070498"/>
              <a:ext cx="5729243" cy="1893282"/>
            </a:xfrm>
            <a:custGeom>
              <a:avLst/>
              <a:gdLst/>
              <a:ahLst/>
              <a:cxnLst/>
              <a:rect l="0" t="0" r="0" b="0"/>
              <a:pathLst>
                <a:path w="5729243" h="1893282">
                  <a:moveTo>
                    <a:pt x="0" y="0"/>
                  </a:moveTo>
                  <a:lnTo>
                    <a:pt x="72522" y="20393"/>
                  </a:lnTo>
                  <a:lnTo>
                    <a:pt x="145044" y="40744"/>
                  </a:lnTo>
                  <a:lnTo>
                    <a:pt x="217566" y="61051"/>
                  </a:lnTo>
                  <a:lnTo>
                    <a:pt x="290088" y="81312"/>
                  </a:lnTo>
                  <a:lnTo>
                    <a:pt x="362610" y="101523"/>
                  </a:lnTo>
                  <a:lnTo>
                    <a:pt x="435132" y="121684"/>
                  </a:lnTo>
                  <a:lnTo>
                    <a:pt x="507654" y="141791"/>
                  </a:lnTo>
                  <a:lnTo>
                    <a:pt x="580176" y="161841"/>
                  </a:lnTo>
                  <a:lnTo>
                    <a:pt x="652698" y="181830"/>
                  </a:lnTo>
                  <a:lnTo>
                    <a:pt x="725220" y="201757"/>
                  </a:lnTo>
                  <a:lnTo>
                    <a:pt x="797742" y="221617"/>
                  </a:lnTo>
                  <a:lnTo>
                    <a:pt x="870264" y="241406"/>
                  </a:lnTo>
                  <a:lnTo>
                    <a:pt x="942786" y="261121"/>
                  </a:lnTo>
                  <a:lnTo>
                    <a:pt x="1015308" y="280757"/>
                  </a:lnTo>
                  <a:lnTo>
                    <a:pt x="1087830" y="300310"/>
                  </a:lnTo>
                  <a:lnTo>
                    <a:pt x="1160353" y="319775"/>
                  </a:lnTo>
                  <a:lnTo>
                    <a:pt x="1232875" y="339146"/>
                  </a:lnTo>
                  <a:lnTo>
                    <a:pt x="1305397" y="358417"/>
                  </a:lnTo>
                  <a:lnTo>
                    <a:pt x="1377919" y="377584"/>
                  </a:lnTo>
                  <a:lnTo>
                    <a:pt x="1450441" y="396638"/>
                  </a:lnTo>
                  <a:lnTo>
                    <a:pt x="1522963" y="415574"/>
                  </a:lnTo>
                  <a:lnTo>
                    <a:pt x="1595485" y="434384"/>
                  </a:lnTo>
                  <a:lnTo>
                    <a:pt x="1668007" y="453059"/>
                  </a:lnTo>
                  <a:lnTo>
                    <a:pt x="1740529" y="471592"/>
                  </a:lnTo>
                  <a:lnTo>
                    <a:pt x="1813051" y="489972"/>
                  </a:lnTo>
                  <a:lnTo>
                    <a:pt x="1885573" y="508191"/>
                  </a:lnTo>
                  <a:lnTo>
                    <a:pt x="1958095" y="526237"/>
                  </a:lnTo>
                  <a:lnTo>
                    <a:pt x="2030617" y="544099"/>
                  </a:lnTo>
                  <a:lnTo>
                    <a:pt x="2103139" y="561766"/>
                  </a:lnTo>
                  <a:lnTo>
                    <a:pt x="2175661" y="579224"/>
                  </a:lnTo>
                  <a:lnTo>
                    <a:pt x="2248184" y="596460"/>
                  </a:lnTo>
                  <a:lnTo>
                    <a:pt x="2320706" y="613459"/>
                  </a:lnTo>
                  <a:lnTo>
                    <a:pt x="2393228" y="630205"/>
                  </a:lnTo>
                  <a:lnTo>
                    <a:pt x="2465750" y="646684"/>
                  </a:lnTo>
                  <a:lnTo>
                    <a:pt x="2538272" y="662877"/>
                  </a:lnTo>
                  <a:lnTo>
                    <a:pt x="2610794" y="678767"/>
                  </a:lnTo>
                  <a:lnTo>
                    <a:pt x="2683316" y="694335"/>
                  </a:lnTo>
                  <a:lnTo>
                    <a:pt x="2755838" y="709561"/>
                  </a:lnTo>
                  <a:lnTo>
                    <a:pt x="2828360" y="724427"/>
                  </a:lnTo>
                  <a:lnTo>
                    <a:pt x="2900882" y="738911"/>
                  </a:lnTo>
                  <a:lnTo>
                    <a:pt x="2973404" y="752994"/>
                  </a:lnTo>
                  <a:lnTo>
                    <a:pt x="3045926" y="766655"/>
                  </a:lnTo>
                  <a:lnTo>
                    <a:pt x="3118448" y="779873"/>
                  </a:lnTo>
                  <a:lnTo>
                    <a:pt x="3190970" y="792628"/>
                  </a:lnTo>
                  <a:lnTo>
                    <a:pt x="3263492" y="804903"/>
                  </a:lnTo>
                  <a:lnTo>
                    <a:pt x="3336014" y="816678"/>
                  </a:lnTo>
                  <a:lnTo>
                    <a:pt x="3408537" y="827939"/>
                  </a:lnTo>
                  <a:lnTo>
                    <a:pt x="3481059" y="838669"/>
                  </a:lnTo>
                  <a:lnTo>
                    <a:pt x="3553581" y="848857"/>
                  </a:lnTo>
                  <a:lnTo>
                    <a:pt x="3626103" y="858493"/>
                  </a:lnTo>
                  <a:lnTo>
                    <a:pt x="3698625" y="867570"/>
                  </a:lnTo>
                  <a:lnTo>
                    <a:pt x="3771147" y="876084"/>
                  </a:lnTo>
                  <a:lnTo>
                    <a:pt x="3843669" y="884033"/>
                  </a:lnTo>
                  <a:lnTo>
                    <a:pt x="3916191" y="891419"/>
                  </a:lnTo>
                  <a:lnTo>
                    <a:pt x="3988713" y="898246"/>
                  </a:lnTo>
                  <a:lnTo>
                    <a:pt x="4061235" y="904523"/>
                  </a:lnTo>
                  <a:lnTo>
                    <a:pt x="4133757" y="910259"/>
                  </a:lnTo>
                  <a:lnTo>
                    <a:pt x="4206279" y="915468"/>
                  </a:lnTo>
                  <a:lnTo>
                    <a:pt x="4278801" y="920163"/>
                  </a:lnTo>
                  <a:lnTo>
                    <a:pt x="4351323" y="924362"/>
                  </a:lnTo>
                  <a:lnTo>
                    <a:pt x="4423845" y="928083"/>
                  </a:lnTo>
                  <a:lnTo>
                    <a:pt x="4496368" y="931343"/>
                  </a:lnTo>
                  <a:lnTo>
                    <a:pt x="4568890" y="934165"/>
                  </a:lnTo>
                  <a:lnTo>
                    <a:pt x="4641412" y="936567"/>
                  </a:lnTo>
                  <a:lnTo>
                    <a:pt x="4713934" y="938570"/>
                  </a:lnTo>
                  <a:lnTo>
                    <a:pt x="4786456" y="940195"/>
                  </a:lnTo>
                  <a:lnTo>
                    <a:pt x="4858978" y="941462"/>
                  </a:lnTo>
                  <a:lnTo>
                    <a:pt x="4931500" y="942391"/>
                  </a:lnTo>
                  <a:lnTo>
                    <a:pt x="5004022" y="943000"/>
                  </a:lnTo>
                  <a:lnTo>
                    <a:pt x="5076544" y="943309"/>
                  </a:lnTo>
                  <a:lnTo>
                    <a:pt x="5149066" y="943335"/>
                  </a:lnTo>
                  <a:lnTo>
                    <a:pt x="5221588" y="943095"/>
                  </a:lnTo>
                  <a:lnTo>
                    <a:pt x="5294110" y="942605"/>
                  </a:lnTo>
                  <a:lnTo>
                    <a:pt x="5366632" y="941881"/>
                  </a:lnTo>
                  <a:lnTo>
                    <a:pt x="5439154" y="940936"/>
                  </a:lnTo>
                  <a:lnTo>
                    <a:pt x="5511676" y="939785"/>
                  </a:lnTo>
                  <a:lnTo>
                    <a:pt x="5584198" y="938439"/>
                  </a:lnTo>
                  <a:lnTo>
                    <a:pt x="5656721" y="936912"/>
                  </a:lnTo>
                  <a:lnTo>
                    <a:pt x="5729243" y="935214"/>
                  </a:lnTo>
                  <a:lnTo>
                    <a:pt x="5729243" y="1893282"/>
                  </a:lnTo>
                  <a:lnTo>
                    <a:pt x="5656721" y="1875039"/>
                  </a:lnTo>
                  <a:lnTo>
                    <a:pt x="5584198" y="1856967"/>
                  </a:lnTo>
                  <a:lnTo>
                    <a:pt x="5511676" y="1839077"/>
                  </a:lnTo>
                  <a:lnTo>
                    <a:pt x="5439154" y="1821381"/>
                  </a:lnTo>
                  <a:lnTo>
                    <a:pt x="5366632" y="1803892"/>
                  </a:lnTo>
                  <a:lnTo>
                    <a:pt x="5294110" y="1786623"/>
                  </a:lnTo>
                  <a:lnTo>
                    <a:pt x="5221588" y="1769589"/>
                  </a:lnTo>
                  <a:lnTo>
                    <a:pt x="5149066" y="1752805"/>
                  </a:lnTo>
                  <a:lnTo>
                    <a:pt x="5076544" y="1736286"/>
                  </a:lnTo>
                  <a:lnTo>
                    <a:pt x="5004022" y="1720050"/>
                  </a:lnTo>
                  <a:lnTo>
                    <a:pt x="4931500" y="1704116"/>
                  </a:lnTo>
                  <a:lnTo>
                    <a:pt x="4858978" y="1688500"/>
                  </a:lnTo>
                  <a:lnTo>
                    <a:pt x="4786456" y="1673222"/>
                  </a:lnTo>
                  <a:lnTo>
                    <a:pt x="4713934" y="1658303"/>
                  </a:lnTo>
                  <a:lnTo>
                    <a:pt x="4641412" y="1643762"/>
                  </a:lnTo>
                  <a:lnTo>
                    <a:pt x="4568890" y="1629619"/>
                  </a:lnTo>
                  <a:lnTo>
                    <a:pt x="4496368" y="1615896"/>
                  </a:lnTo>
                  <a:lnTo>
                    <a:pt x="4423845" y="1602613"/>
                  </a:lnTo>
                  <a:lnTo>
                    <a:pt x="4351323" y="1589788"/>
                  </a:lnTo>
                  <a:lnTo>
                    <a:pt x="4278801" y="1577443"/>
                  </a:lnTo>
                  <a:lnTo>
                    <a:pt x="4206279" y="1565594"/>
                  </a:lnTo>
                  <a:lnTo>
                    <a:pt x="4133757" y="1554258"/>
                  </a:lnTo>
                  <a:lnTo>
                    <a:pt x="4061235" y="1543450"/>
                  </a:lnTo>
                  <a:lnTo>
                    <a:pt x="3988713" y="1533182"/>
                  </a:lnTo>
                  <a:lnTo>
                    <a:pt x="3916191" y="1523465"/>
                  </a:lnTo>
                  <a:lnTo>
                    <a:pt x="3843669" y="1514306"/>
                  </a:lnTo>
                  <a:lnTo>
                    <a:pt x="3771147" y="1505711"/>
                  </a:lnTo>
                  <a:lnTo>
                    <a:pt x="3698625" y="1497680"/>
                  </a:lnTo>
                  <a:lnTo>
                    <a:pt x="3626103" y="1490212"/>
                  </a:lnTo>
                  <a:lnTo>
                    <a:pt x="3553581" y="1483304"/>
                  </a:lnTo>
                  <a:lnTo>
                    <a:pt x="3481059" y="1476948"/>
                  </a:lnTo>
                  <a:lnTo>
                    <a:pt x="3408537" y="1471134"/>
                  </a:lnTo>
                  <a:lnTo>
                    <a:pt x="3336014" y="1465850"/>
                  </a:lnTo>
                  <a:lnTo>
                    <a:pt x="3263492" y="1461081"/>
                  </a:lnTo>
                  <a:lnTo>
                    <a:pt x="3190970" y="1456811"/>
                  </a:lnTo>
                  <a:lnTo>
                    <a:pt x="3118448" y="1453022"/>
                  </a:lnTo>
                  <a:lnTo>
                    <a:pt x="3045926" y="1449695"/>
                  </a:lnTo>
                  <a:lnTo>
                    <a:pt x="2973404" y="1446811"/>
                  </a:lnTo>
                  <a:lnTo>
                    <a:pt x="2900882" y="1444350"/>
                  </a:lnTo>
                  <a:lnTo>
                    <a:pt x="2828360" y="1442290"/>
                  </a:lnTo>
                  <a:lnTo>
                    <a:pt x="2755838" y="1440611"/>
                  </a:lnTo>
                  <a:lnTo>
                    <a:pt x="2683316" y="1439293"/>
                  </a:lnTo>
                  <a:lnTo>
                    <a:pt x="2610794" y="1438317"/>
                  </a:lnTo>
                  <a:lnTo>
                    <a:pt x="2538272" y="1437662"/>
                  </a:lnTo>
                  <a:lnTo>
                    <a:pt x="2465750" y="1437310"/>
                  </a:lnTo>
                  <a:lnTo>
                    <a:pt x="2393228" y="1437244"/>
                  </a:lnTo>
                  <a:lnTo>
                    <a:pt x="2320706" y="1437447"/>
                  </a:lnTo>
                  <a:lnTo>
                    <a:pt x="2248184" y="1437901"/>
                  </a:lnTo>
                  <a:lnTo>
                    <a:pt x="2175661" y="1438593"/>
                  </a:lnTo>
                  <a:lnTo>
                    <a:pt x="2103139" y="1439506"/>
                  </a:lnTo>
                  <a:lnTo>
                    <a:pt x="2030617" y="1440628"/>
                  </a:lnTo>
                  <a:lnTo>
                    <a:pt x="1958095" y="1441946"/>
                  </a:lnTo>
                  <a:lnTo>
                    <a:pt x="1885573" y="1443448"/>
                  </a:lnTo>
                  <a:lnTo>
                    <a:pt x="1813051" y="1445122"/>
                  </a:lnTo>
                  <a:lnTo>
                    <a:pt x="1740529" y="1446958"/>
                  </a:lnTo>
                  <a:lnTo>
                    <a:pt x="1668007" y="1448946"/>
                  </a:lnTo>
                  <a:lnTo>
                    <a:pt x="1595485" y="1451077"/>
                  </a:lnTo>
                  <a:lnTo>
                    <a:pt x="1522963" y="1453342"/>
                  </a:lnTo>
                  <a:lnTo>
                    <a:pt x="1450441" y="1455734"/>
                  </a:lnTo>
                  <a:lnTo>
                    <a:pt x="1377919" y="1458244"/>
                  </a:lnTo>
                  <a:lnTo>
                    <a:pt x="1305397" y="1460866"/>
                  </a:lnTo>
                  <a:lnTo>
                    <a:pt x="1232875" y="1463593"/>
                  </a:lnTo>
                  <a:lnTo>
                    <a:pt x="1160353" y="1466419"/>
                  </a:lnTo>
                  <a:lnTo>
                    <a:pt x="1087830" y="1469339"/>
                  </a:lnTo>
                  <a:lnTo>
                    <a:pt x="1015308" y="1472347"/>
                  </a:lnTo>
                  <a:lnTo>
                    <a:pt x="942786" y="1475439"/>
                  </a:lnTo>
                  <a:lnTo>
                    <a:pt x="870264" y="1478610"/>
                  </a:lnTo>
                  <a:lnTo>
                    <a:pt x="797742" y="1481855"/>
                  </a:lnTo>
                  <a:lnTo>
                    <a:pt x="725220" y="1485170"/>
                  </a:lnTo>
                  <a:lnTo>
                    <a:pt x="652698" y="1488552"/>
                  </a:lnTo>
                  <a:lnTo>
                    <a:pt x="580176" y="1491997"/>
                  </a:lnTo>
                  <a:lnTo>
                    <a:pt x="507654" y="1495503"/>
                  </a:lnTo>
                  <a:lnTo>
                    <a:pt x="435132" y="1499065"/>
                  </a:lnTo>
                  <a:lnTo>
                    <a:pt x="362610" y="1502681"/>
                  </a:lnTo>
                  <a:lnTo>
                    <a:pt x="290088" y="1506349"/>
                  </a:lnTo>
                  <a:lnTo>
                    <a:pt x="217566" y="1510065"/>
                  </a:lnTo>
                  <a:lnTo>
                    <a:pt x="145044" y="1513827"/>
                  </a:lnTo>
                  <a:lnTo>
                    <a:pt x="72522" y="1517634"/>
                  </a:lnTo>
                  <a:lnTo>
                    <a:pt x="0" y="1521483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1" name="pl31"/>
            <p:cNvSpPr/>
            <p:nvPr/>
          </p:nvSpPr>
          <p:spPr>
            <a:xfrm>
              <a:off x="1228338" y="2070498"/>
              <a:ext cx="5729243" cy="943335"/>
            </a:xfrm>
            <a:custGeom>
              <a:avLst/>
              <a:gdLst/>
              <a:ahLst/>
              <a:cxnLst/>
              <a:rect l="0" t="0" r="0" b="0"/>
              <a:pathLst>
                <a:path w="5729243" h="943335">
                  <a:moveTo>
                    <a:pt x="0" y="0"/>
                  </a:moveTo>
                  <a:lnTo>
                    <a:pt x="72522" y="20393"/>
                  </a:lnTo>
                  <a:lnTo>
                    <a:pt x="145044" y="40744"/>
                  </a:lnTo>
                  <a:lnTo>
                    <a:pt x="217566" y="61051"/>
                  </a:lnTo>
                  <a:lnTo>
                    <a:pt x="290088" y="81312"/>
                  </a:lnTo>
                  <a:lnTo>
                    <a:pt x="362610" y="101523"/>
                  </a:lnTo>
                  <a:lnTo>
                    <a:pt x="435132" y="121684"/>
                  </a:lnTo>
                  <a:lnTo>
                    <a:pt x="507654" y="141791"/>
                  </a:lnTo>
                  <a:lnTo>
                    <a:pt x="580176" y="161841"/>
                  </a:lnTo>
                  <a:lnTo>
                    <a:pt x="652698" y="181830"/>
                  </a:lnTo>
                  <a:lnTo>
                    <a:pt x="725220" y="201757"/>
                  </a:lnTo>
                  <a:lnTo>
                    <a:pt x="797742" y="221617"/>
                  </a:lnTo>
                  <a:lnTo>
                    <a:pt x="870264" y="241406"/>
                  </a:lnTo>
                  <a:lnTo>
                    <a:pt x="942786" y="261121"/>
                  </a:lnTo>
                  <a:lnTo>
                    <a:pt x="1015308" y="280757"/>
                  </a:lnTo>
                  <a:lnTo>
                    <a:pt x="1087830" y="300310"/>
                  </a:lnTo>
                  <a:lnTo>
                    <a:pt x="1160353" y="319775"/>
                  </a:lnTo>
                  <a:lnTo>
                    <a:pt x="1232875" y="339146"/>
                  </a:lnTo>
                  <a:lnTo>
                    <a:pt x="1305397" y="358417"/>
                  </a:lnTo>
                  <a:lnTo>
                    <a:pt x="1377919" y="377584"/>
                  </a:lnTo>
                  <a:lnTo>
                    <a:pt x="1450441" y="396638"/>
                  </a:lnTo>
                  <a:lnTo>
                    <a:pt x="1522963" y="415574"/>
                  </a:lnTo>
                  <a:lnTo>
                    <a:pt x="1595485" y="434384"/>
                  </a:lnTo>
                  <a:lnTo>
                    <a:pt x="1668007" y="453059"/>
                  </a:lnTo>
                  <a:lnTo>
                    <a:pt x="1740529" y="471592"/>
                  </a:lnTo>
                  <a:lnTo>
                    <a:pt x="1813051" y="489972"/>
                  </a:lnTo>
                  <a:lnTo>
                    <a:pt x="1885573" y="508191"/>
                  </a:lnTo>
                  <a:lnTo>
                    <a:pt x="1958095" y="526237"/>
                  </a:lnTo>
                  <a:lnTo>
                    <a:pt x="2030617" y="544099"/>
                  </a:lnTo>
                  <a:lnTo>
                    <a:pt x="2103139" y="561766"/>
                  </a:lnTo>
                  <a:lnTo>
                    <a:pt x="2175661" y="579224"/>
                  </a:lnTo>
                  <a:lnTo>
                    <a:pt x="2248184" y="596460"/>
                  </a:lnTo>
                  <a:lnTo>
                    <a:pt x="2320706" y="613459"/>
                  </a:lnTo>
                  <a:lnTo>
                    <a:pt x="2393228" y="630205"/>
                  </a:lnTo>
                  <a:lnTo>
                    <a:pt x="2465750" y="646684"/>
                  </a:lnTo>
                  <a:lnTo>
                    <a:pt x="2538272" y="662877"/>
                  </a:lnTo>
                  <a:lnTo>
                    <a:pt x="2610794" y="678767"/>
                  </a:lnTo>
                  <a:lnTo>
                    <a:pt x="2683316" y="694335"/>
                  </a:lnTo>
                  <a:lnTo>
                    <a:pt x="2755838" y="709561"/>
                  </a:lnTo>
                  <a:lnTo>
                    <a:pt x="2828360" y="724427"/>
                  </a:lnTo>
                  <a:lnTo>
                    <a:pt x="2900882" y="738911"/>
                  </a:lnTo>
                  <a:lnTo>
                    <a:pt x="2973404" y="752994"/>
                  </a:lnTo>
                  <a:lnTo>
                    <a:pt x="3045926" y="766655"/>
                  </a:lnTo>
                  <a:lnTo>
                    <a:pt x="3118448" y="779873"/>
                  </a:lnTo>
                  <a:lnTo>
                    <a:pt x="3190970" y="792628"/>
                  </a:lnTo>
                  <a:lnTo>
                    <a:pt x="3263492" y="804903"/>
                  </a:lnTo>
                  <a:lnTo>
                    <a:pt x="3336014" y="816678"/>
                  </a:lnTo>
                  <a:lnTo>
                    <a:pt x="3408537" y="827939"/>
                  </a:lnTo>
                  <a:lnTo>
                    <a:pt x="3481059" y="838669"/>
                  </a:lnTo>
                  <a:lnTo>
                    <a:pt x="3553581" y="848857"/>
                  </a:lnTo>
                  <a:lnTo>
                    <a:pt x="3626103" y="858493"/>
                  </a:lnTo>
                  <a:lnTo>
                    <a:pt x="3698625" y="867570"/>
                  </a:lnTo>
                  <a:lnTo>
                    <a:pt x="3771147" y="876084"/>
                  </a:lnTo>
                  <a:lnTo>
                    <a:pt x="3843669" y="884033"/>
                  </a:lnTo>
                  <a:lnTo>
                    <a:pt x="3916191" y="891419"/>
                  </a:lnTo>
                  <a:lnTo>
                    <a:pt x="3988713" y="898246"/>
                  </a:lnTo>
                  <a:lnTo>
                    <a:pt x="4061235" y="904523"/>
                  </a:lnTo>
                  <a:lnTo>
                    <a:pt x="4133757" y="910259"/>
                  </a:lnTo>
                  <a:lnTo>
                    <a:pt x="4206279" y="915468"/>
                  </a:lnTo>
                  <a:lnTo>
                    <a:pt x="4278801" y="920163"/>
                  </a:lnTo>
                  <a:lnTo>
                    <a:pt x="4351323" y="924362"/>
                  </a:lnTo>
                  <a:lnTo>
                    <a:pt x="4423845" y="928083"/>
                  </a:lnTo>
                  <a:lnTo>
                    <a:pt x="4496368" y="931343"/>
                  </a:lnTo>
                  <a:lnTo>
                    <a:pt x="4568890" y="934165"/>
                  </a:lnTo>
                  <a:lnTo>
                    <a:pt x="4641412" y="936567"/>
                  </a:lnTo>
                  <a:lnTo>
                    <a:pt x="4713934" y="938570"/>
                  </a:lnTo>
                  <a:lnTo>
                    <a:pt x="4786456" y="940195"/>
                  </a:lnTo>
                  <a:lnTo>
                    <a:pt x="4858978" y="941462"/>
                  </a:lnTo>
                  <a:lnTo>
                    <a:pt x="4931500" y="942391"/>
                  </a:lnTo>
                  <a:lnTo>
                    <a:pt x="5004022" y="943000"/>
                  </a:lnTo>
                  <a:lnTo>
                    <a:pt x="5076544" y="943309"/>
                  </a:lnTo>
                  <a:lnTo>
                    <a:pt x="5149066" y="943335"/>
                  </a:lnTo>
                  <a:lnTo>
                    <a:pt x="5221588" y="943095"/>
                  </a:lnTo>
                  <a:lnTo>
                    <a:pt x="5294110" y="942605"/>
                  </a:lnTo>
                  <a:lnTo>
                    <a:pt x="5366632" y="941881"/>
                  </a:lnTo>
                  <a:lnTo>
                    <a:pt x="5439154" y="940936"/>
                  </a:lnTo>
                  <a:lnTo>
                    <a:pt x="5511676" y="939785"/>
                  </a:lnTo>
                  <a:lnTo>
                    <a:pt x="5584198" y="938439"/>
                  </a:lnTo>
                  <a:lnTo>
                    <a:pt x="5656721" y="936912"/>
                  </a:lnTo>
                  <a:lnTo>
                    <a:pt x="5729243" y="935214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8338" y="3507743"/>
              <a:ext cx="5729243" cy="456037"/>
            </a:xfrm>
            <a:custGeom>
              <a:avLst/>
              <a:gdLst/>
              <a:ahLst/>
              <a:cxnLst/>
              <a:rect l="0" t="0" r="0" b="0"/>
              <a:pathLst>
                <a:path w="5729243" h="456037">
                  <a:moveTo>
                    <a:pt x="5729243" y="456037"/>
                  </a:moveTo>
                  <a:lnTo>
                    <a:pt x="5656721" y="437794"/>
                  </a:lnTo>
                  <a:lnTo>
                    <a:pt x="5584198" y="419722"/>
                  </a:lnTo>
                  <a:lnTo>
                    <a:pt x="5511676" y="401832"/>
                  </a:lnTo>
                  <a:lnTo>
                    <a:pt x="5439154" y="384137"/>
                  </a:lnTo>
                  <a:lnTo>
                    <a:pt x="5366632" y="366647"/>
                  </a:lnTo>
                  <a:lnTo>
                    <a:pt x="5294110" y="349378"/>
                  </a:lnTo>
                  <a:lnTo>
                    <a:pt x="5221588" y="332344"/>
                  </a:lnTo>
                  <a:lnTo>
                    <a:pt x="5149066" y="315560"/>
                  </a:lnTo>
                  <a:lnTo>
                    <a:pt x="5076544" y="299041"/>
                  </a:lnTo>
                  <a:lnTo>
                    <a:pt x="5004022" y="282806"/>
                  </a:lnTo>
                  <a:lnTo>
                    <a:pt x="4931500" y="266871"/>
                  </a:lnTo>
                  <a:lnTo>
                    <a:pt x="4858978" y="251255"/>
                  </a:lnTo>
                  <a:lnTo>
                    <a:pt x="4786456" y="235977"/>
                  </a:lnTo>
                  <a:lnTo>
                    <a:pt x="4713934" y="221058"/>
                  </a:lnTo>
                  <a:lnTo>
                    <a:pt x="4641412" y="206517"/>
                  </a:lnTo>
                  <a:lnTo>
                    <a:pt x="4568890" y="192374"/>
                  </a:lnTo>
                  <a:lnTo>
                    <a:pt x="4496368" y="178651"/>
                  </a:lnTo>
                  <a:lnTo>
                    <a:pt x="4423845" y="165368"/>
                  </a:lnTo>
                  <a:lnTo>
                    <a:pt x="4351323" y="152543"/>
                  </a:lnTo>
                  <a:lnTo>
                    <a:pt x="4278801" y="140198"/>
                  </a:lnTo>
                  <a:lnTo>
                    <a:pt x="4206279" y="128349"/>
                  </a:lnTo>
                  <a:lnTo>
                    <a:pt x="4133757" y="117013"/>
                  </a:lnTo>
                  <a:lnTo>
                    <a:pt x="4061235" y="106205"/>
                  </a:lnTo>
                  <a:lnTo>
                    <a:pt x="3988713" y="95937"/>
                  </a:lnTo>
                  <a:lnTo>
                    <a:pt x="3916191" y="86220"/>
                  </a:lnTo>
                  <a:lnTo>
                    <a:pt x="3843669" y="77062"/>
                  </a:lnTo>
                  <a:lnTo>
                    <a:pt x="3771147" y="68466"/>
                  </a:lnTo>
                  <a:lnTo>
                    <a:pt x="3698625" y="60435"/>
                  </a:lnTo>
                  <a:lnTo>
                    <a:pt x="3626103" y="52968"/>
                  </a:lnTo>
                  <a:lnTo>
                    <a:pt x="3553581" y="46059"/>
                  </a:lnTo>
                  <a:lnTo>
                    <a:pt x="3481059" y="39703"/>
                  </a:lnTo>
                  <a:lnTo>
                    <a:pt x="3408537" y="33889"/>
                  </a:lnTo>
                  <a:lnTo>
                    <a:pt x="3336014" y="28605"/>
                  </a:lnTo>
                  <a:lnTo>
                    <a:pt x="3263492" y="23836"/>
                  </a:lnTo>
                  <a:lnTo>
                    <a:pt x="3190970" y="19566"/>
                  </a:lnTo>
                  <a:lnTo>
                    <a:pt x="3118448" y="15777"/>
                  </a:lnTo>
                  <a:lnTo>
                    <a:pt x="3045926" y="12450"/>
                  </a:lnTo>
                  <a:lnTo>
                    <a:pt x="2973404" y="9567"/>
                  </a:lnTo>
                  <a:lnTo>
                    <a:pt x="2900882" y="7105"/>
                  </a:lnTo>
                  <a:lnTo>
                    <a:pt x="2828360" y="5045"/>
                  </a:lnTo>
                  <a:lnTo>
                    <a:pt x="2755838" y="3366"/>
                  </a:lnTo>
                  <a:lnTo>
                    <a:pt x="2683316" y="2048"/>
                  </a:lnTo>
                  <a:lnTo>
                    <a:pt x="2610794" y="1072"/>
                  </a:lnTo>
                  <a:lnTo>
                    <a:pt x="2538272" y="417"/>
                  </a:lnTo>
                  <a:lnTo>
                    <a:pt x="2465750" y="66"/>
                  </a:lnTo>
                  <a:lnTo>
                    <a:pt x="2393228" y="0"/>
                  </a:lnTo>
                  <a:lnTo>
                    <a:pt x="2320706" y="202"/>
                  </a:lnTo>
                  <a:lnTo>
                    <a:pt x="2248184" y="656"/>
                  </a:lnTo>
                  <a:lnTo>
                    <a:pt x="2175661" y="1348"/>
                  </a:lnTo>
                  <a:lnTo>
                    <a:pt x="2103139" y="2261"/>
                  </a:lnTo>
                  <a:lnTo>
                    <a:pt x="2030617" y="3383"/>
                  </a:lnTo>
                  <a:lnTo>
                    <a:pt x="1958095" y="4701"/>
                  </a:lnTo>
                  <a:lnTo>
                    <a:pt x="1885573" y="6203"/>
                  </a:lnTo>
                  <a:lnTo>
                    <a:pt x="1813051" y="7877"/>
                  </a:lnTo>
                  <a:lnTo>
                    <a:pt x="1740529" y="9713"/>
                  </a:lnTo>
                  <a:lnTo>
                    <a:pt x="1668007" y="11701"/>
                  </a:lnTo>
                  <a:lnTo>
                    <a:pt x="1595485" y="13832"/>
                  </a:lnTo>
                  <a:lnTo>
                    <a:pt x="1522963" y="16097"/>
                  </a:lnTo>
                  <a:lnTo>
                    <a:pt x="1450441" y="18489"/>
                  </a:lnTo>
                  <a:lnTo>
                    <a:pt x="1377919" y="20999"/>
                  </a:lnTo>
                  <a:lnTo>
                    <a:pt x="1305397" y="23621"/>
                  </a:lnTo>
                  <a:lnTo>
                    <a:pt x="1232875" y="26348"/>
                  </a:lnTo>
                  <a:lnTo>
                    <a:pt x="1160353" y="29174"/>
                  </a:lnTo>
                  <a:lnTo>
                    <a:pt x="1087830" y="32094"/>
                  </a:lnTo>
                  <a:lnTo>
                    <a:pt x="1015308" y="35103"/>
                  </a:lnTo>
                  <a:lnTo>
                    <a:pt x="942786" y="38194"/>
                  </a:lnTo>
                  <a:lnTo>
                    <a:pt x="870264" y="41365"/>
                  </a:lnTo>
                  <a:lnTo>
                    <a:pt x="797742" y="44610"/>
                  </a:lnTo>
                  <a:lnTo>
                    <a:pt x="725220" y="47925"/>
                  </a:lnTo>
                  <a:lnTo>
                    <a:pt x="652698" y="51307"/>
                  </a:lnTo>
                  <a:lnTo>
                    <a:pt x="580176" y="54753"/>
                  </a:lnTo>
                  <a:lnTo>
                    <a:pt x="507654" y="58258"/>
                  </a:lnTo>
                  <a:lnTo>
                    <a:pt x="435132" y="61820"/>
                  </a:lnTo>
                  <a:lnTo>
                    <a:pt x="362610" y="65436"/>
                  </a:lnTo>
                  <a:lnTo>
                    <a:pt x="290088" y="69104"/>
                  </a:lnTo>
                  <a:lnTo>
                    <a:pt x="217566" y="72820"/>
                  </a:lnTo>
                  <a:lnTo>
                    <a:pt x="145044" y="76582"/>
                  </a:lnTo>
                  <a:lnTo>
                    <a:pt x="72522" y="80389"/>
                  </a:lnTo>
                  <a:lnTo>
                    <a:pt x="0" y="8423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8338" y="2831240"/>
              <a:ext cx="5729243" cy="653506"/>
            </a:xfrm>
            <a:custGeom>
              <a:avLst/>
              <a:gdLst/>
              <a:ahLst/>
              <a:cxnLst/>
              <a:rect l="0" t="0" r="0" b="0"/>
              <a:pathLst>
                <a:path w="5729243" h="653506">
                  <a:moveTo>
                    <a:pt x="0" y="0"/>
                  </a:moveTo>
                  <a:lnTo>
                    <a:pt x="72522" y="8272"/>
                  </a:lnTo>
                  <a:lnTo>
                    <a:pt x="145044" y="16544"/>
                  </a:lnTo>
                  <a:lnTo>
                    <a:pt x="217566" y="24816"/>
                  </a:lnTo>
                  <a:lnTo>
                    <a:pt x="290088" y="33088"/>
                  </a:lnTo>
                  <a:lnTo>
                    <a:pt x="362610" y="41361"/>
                  </a:lnTo>
                  <a:lnTo>
                    <a:pt x="435132" y="49633"/>
                  </a:lnTo>
                  <a:lnTo>
                    <a:pt x="507654" y="57905"/>
                  </a:lnTo>
                  <a:lnTo>
                    <a:pt x="580176" y="66177"/>
                  </a:lnTo>
                  <a:lnTo>
                    <a:pt x="652698" y="74450"/>
                  </a:lnTo>
                  <a:lnTo>
                    <a:pt x="725220" y="82722"/>
                  </a:lnTo>
                  <a:lnTo>
                    <a:pt x="797742" y="90994"/>
                  </a:lnTo>
                  <a:lnTo>
                    <a:pt x="870264" y="99266"/>
                  </a:lnTo>
                  <a:lnTo>
                    <a:pt x="942786" y="107539"/>
                  </a:lnTo>
                  <a:lnTo>
                    <a:pt x="1015308" y="115811"/>
                  </a:lnTo>
                  <a:lnTo>
                    <a:pt x="1087830" y="124083"/>
                  </a:lnTo>
                  <a:lnTo>
                    <a:pt x="1160353" y="132355"/>
                  </a:lnTo>
                  <a:lnTo>
                    <a:pt x="1232875" y="140628"/>
                  </a:lnTo>
                  <a:lnTo>
                    <a:pt x="1305397" y="148900"/>
                  </a:lnTo>
                  <a:lnTo>
                    <a:pt x="1377919" y="157172"/>
                  </a:lnTo>
                  <a:lnTo>
                    <a:pt x="1450441" y="165444"/>
                  </a:lnTo>
                  <a:lnTo>
                    <a:pt x="1522963" y="173716"/>
                  </a:lnTo>
                  <a:lnTo>
                    <a:pt x="1595485" y="181989"/>
                  </a:lnTo>
                  <a:lnTo>
                    <a:pt x="1668007" y="190261"/>
                  </a:lnTo>
                  <a:lnTo>
                    <a:pt x="1740529" y="198533"/>
                  </a:lnTo>
                  <a:lnTo>
                    <a:pt x="1813051" y="206805"/>
                  </a:lnTo>
                  <a:lnTo>
                    <a:pt x="1885573" y="215078"/>
                  </a:lnTo>
                  <a:lnTo>
                    <a:pt x="1958095" y="223350"/>
                  </a:lnTo>
                  <a:lnTo>
                    <a:pt x="2030617" y="231622"/>
                  </a:lnTo>
                  <a:lnTo>
                    <a:pt x="2103139" y="239894"/>
                  </a:lnTo>
                  <a:lnTo>
                    <a:pt x="2175661" y="248167"/>
                  </a:lnTo>
                  <a:lnTo>
                    <a:pt x="2248184" y="256439"/>
                  </a:lnTo>
                  <a:lnTo>
                    <a:pt x="2320706" y="264711"/>
                  </a:lnTo>
                  <a:lnTo>
                    <a:pt x="2393228" y="272983"/>
                  </a:lnTo>
                  <a:lnTo>
                    <a:pt x="2465750" y="281256"/>
                  </a:lnTo>
                  <a:lnTo>
                    <a:pt x="2538272" y="289528"/>
                  </a:lnTo>
                  <a:lnTo>
                    <a:pt x="2610794" y="297800"/>
                  </a:lnTo>
                  <a:lnTo>
                    <a:pt x="2683316" y="306072"/>
                  </a:lnTo>
                  <a:lnTo>
                    <a:pt x="2755838" y="314344"/>
                  </a:lnTo>
                  <a:lnTo>
                    <a:pt x="2828360" y="322617"/>
                  </a:lnTo>
                  <a:lnTo>
                    <a:pt x="2900882" y="330889"/>
                  </a:lnTo>
                  <a:lnTo>
                    <a:pt x="2973404" y="339161"/>
                  </a:lnTo>
                  <a:lnTo>
                    <a:pt x="3045926" y="347433"/>
                  </a:lnTo>
                  <a:lnTo>
                    <a:pt x="3118448" y="355706"/>
                  </a:lnTo>
                  <a:lnTo>
                    <a:pt x="3190970" y="363978"/>
                  </a:lnTo>
                  <a:lnTo>
                    <a:pt x="3263492" y="372250"/>
                  </a:lnTo>
                  <a:lnTo>
                    <a:pt x="3336014" y="380522"/>
                  </a:lnTo>
                  <a:lnTo>
                    <a:pt x="3408537" y="388795"/>
                  </a:lnTo>
                  <a:lnTo>
                    <a:pt x="3481059" y="397067"/>
                  </a:lnTo>
                  <a:lnTo>
                    <a:pt x="3553581" y="405339"/>
                  </a:lnTo>
                  <a:lnTo>
                    <a:pt x="3626103" y="413611"/>
                  </a:lnTo>
                  <a:lnTo>
                    <a:pt x="3698625" y="421884"/>
                  </a:lnTo>
                  <a:lnTo>
                    <a:pt x="3771147" y="430156"/>
                  </a:lnTo>
                  <a:lnTo>
                    <a:pt x="3843669" y="438428"/>
                  </a:lnTo>
                  <a:lnTo>
                    <a:pt x="3916191" y="446700"/>
                  </a:lnTo>
                  <a:lnTo>
                    <a:pt x="3988713" y="454972"/>
                  </a:lnTo>
                  <a:lnTo>
                    <a:pt x="4061235" y="463245"/>
                  </a:lnTo>
                  <a:lnTo>
                    <a:pt x="4133757" y="471517"/>
                  </a:lnTo>
                  <a:lnTo>
                    <a:pt x="4206279" y="479789"/>
                  </a:lnTo>
                  <a:lnTo>
                    <a:pt x="4278801" y="488061"/>
                  </a:lnTo>
                  <a:lnTo>
                    <a:pt x="4351323" y="496334"/>
                  </a:lnTo>
                  <a:lnTo>
                    <a:pt x="4423845" y="504606"/>
                  </a:lnTo>
                  <a:lnTo>
                    <a:pt x="4496368" y="512878"/>
                  </a:lnTo>
                  <a:lnTo>
                    <a:pt x="4568890" y="521150"/>
                  </a:lnTo>
                  <a:lnTo>
                    <a:pt x="4641412" y="529423"/>
                  </a:lnTo>
                  <a:lnTo>
                    <a:pt x="4713934" y="537695"/>
                  </a:lnTo>
                  <a:lnTo>
                    <a:pt x="4786456" y="545967"/>
                  </a:lnTo>
                  <a:lnTo>
                    <a:pt x="4858978" y="554239"/>
                  </a:lnTo>
                  <a:lnTo>
                    <a:pt x="4931500" y="562512"/>
                  </a:lnTo>
                  <a:lnTo>
                    <a:pt x="5004022" y="570784"/>
                  </a:lnTo>
                  <a:lnTo>
                    <a:pt x="5076544" y="579056"/>
                  </a:lnTo>
                  <a:lnTo>
                    <a:pt x="5149066" y="587328"/>
                  </a:lnTo>
                  <a:lnTo>
                    <a:pt x="5221588" y="595600"/>
                  </a:lnTo>
                  <a:lnTo>
                    <a:pt x="5294110" y="603873"/>
                  </a:lnTo>
                  <a:lnTo>
                    <a:pt x="5366632" y="612145"/>
                  </a:lnTo>
                  <a:lnTo>
                    <a:pt x="5439154" y="620417"/>
                  </a:lnTo>
                  <a:lnTo>
                    <a:pt x="5511676" y="628689"/>
                  </a:lnTo>
                  <a:lnTo>
                    <a:pt x="5584198" y="636962"/>
                  </a:lnTo>
                  <a:lnTo>
                    <a:pt x="5656721" y="645234"/>
                  </a:lnTo>
                  <a:lnTo>
                    <a:pt x="5729243" y="653506"/>
                  </a:lnTo>
                </a:path>
              </a:pathLst>
            </a:custGeom>
            <a:ln w="27101" cap="flat">
              <a:solidFill>
                <a:srgbClr val="00FA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t34"/>
            <p:cNvSpPr/>
            <p:nvPr/>
          </p:nvSpPr>
          <p:spPr>
            <a:xfrm>
              <a:off x="5031932" y="38947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t35"/>
            <p:cNvSpPr/>
            <p:nvPr/>
          </p:nvSpPr>
          <p:spPr>
            <a:xfrm>
              <a:off x="5031932" y="3771158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t36"/>
            <p:cNvSpPr/>
            <p:nvPr/>
          </p:nvSpPr>
          <p:spPr>
            <a:xfrm>
              <a:off x="5031932" y="376400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t37"/>
            <p:cNvSpPr/>
            <p:nvPr/>
          </p:nvSpPr>
          <p:spPr>
            <a:xfrm>
              <a:off x="1367348" y="371497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t38"/>
            <p:cNvSpPr/>
            <p:nvPr/>
          </p:nvSpPr>
          <p:spPr>
            <a:xfrm>
              <a:off x="1367348" y="398092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t39"/>
            <p:cNvSpPr/>
            <p:nvPr/>
          </p:nvSpPr>
          <p:spPr>
            <a:xfrm>
              <a:off x="1367348" y="346774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t40"/>
            <p:cNvSpPr/>
            <p:nvPr/>
          </p:nvSpPr>
          <p:spPr>
            <a:xfrm>
              <a:off x="5995880" y="468782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t41"/>
            <p:cNvSpPr/>
            <p:nvPr/>
          </p:nvSpPr>
          <p:spPr>
            <a:xfrm>
              <a:off x="5995880" y="4422937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pt42"/>
            <p:cNvSpPr/>
            <p:nvPr/>
          </p:nvSpPr>
          <p:spPr>
            <a:xfrm>
              <a:off x="5995880" y="449036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pt43"/>
            <p:cNvSpPr/>
            <p:nvPr/>
          </p:nvSpPr>
          <p:spPr>
            <a:xfrm>
              <a:off x="5734083" y="45353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pt44"/>
            <p:cNvSpPr/>
            <p:nvPr/>
          </p:nvSpPr>
          <p:spPr>
            <a:xfrm>
              <a:off x="5734083" y="412795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pt45"/>
            <p:cNvSpPr/>
            <p:nvPr/>
          </p:nvSpPr>
          <p:spPr>
            <a:xfrm>
              <a:off x="5734083" y="4445412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pt46"/>
            <p:cNvSpPr/>
            <p:nvPr/>
          </p:nvSpPr>
          <p:spPr>
            <a:xfrm>
              <a:off x="6195450" y="411390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pt47"/>
            <p:cNvSpPr/>
            <p:nvPr/>
          </p:nvSpPr>
          <p:spPr>
            <a:xfrm>
              <a:off x="6195450" y="4230293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pt48"/>
            <p:cNvSpPr/>
            <p:nvPr/>
          </p:nvSpPr>
          <p:spPr>
            <a:xfrm>
              <a:off x="6195450" y="4194674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t49"/>
            <p:cNvSpPr/>
            <p:nvPr/>
          </p:nvSpPr>
          <p:spPr>
            <a:xfrm>
              <a:off x="3454878" y="411702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t50"/>
            <p:cNvSpPr/>
            <p:nvPr/>
          </p:nvSpPr>
          <p:spPr>
            <a:xfrm>
              <a:off x="3454878" y="4149021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t51"/>
            <p:cNvSpPr/>
            <p:nvPr/>
          </p:nvSpPr>
          <p:spPr>
            <a:xfrm>
              <a:off x="3454878" y="45855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t52"/>
            <p:cNvSpPr/>
            <p:nvPr/>
          </p:nvSpPr>
          <p:spPr>
            <a:xfrm>
              <a:off x="5176936" y="468514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t53"/>
            <p:cNvSpPr/>
            <p:nvPr/>
          </p:nvSpPr>
          <p:spPr>
            <a:xfrm>
              <a:off x="5176936" y="5378129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t54"/>
            <p:cNvSpPr/>
            <p:nvPr/>
          </p:nvSpPr>
          <p:spPr>
            <a:xfrm>
              <a:off x="6603877" y="4563406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t55"/>
            <p:cNvSpPr/>
            <p:nvPr/>
          </p:nvSpPr>
          <p:spPr>
            <a:xfrm>
              <a:off x="6603877" y="419818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g56"/>
            <p:cNvSpPr/>
            <p:nvPr/>
          </p:nvSpPr>
          <p:spPr>
            <a:xfrm>
              <a:off x="1426050" y="3505508"/>
              <a:ext cx="5236529" cy="1254036"/>
            </a:xfrm>
            <a:custGeom>
              <a:avLst/>
              <a:gdLst/>
              <a:ahLst/>
              <a:cxnLst/>
              <a:rect l="0" t="0" r="0" b="0"/>
              <a:pathLst>
                <a:path w="5236529" h="1254036">
                  <a:moveTo>
                    <a:pt x="0" y="0"/>
                  </a:moveTo>
                  <a:lnTo>
                    <a:pt x="66285" y="13883"/>
                  </a:lnTo>
                  <a:lnTo>
                    <a:pt x="132570" y="27744"/>
                  </a:lnTo>
                  <a:lnTo>
                    <a:pt x="198855" y="41582"/>
                  </a:lnTo>
                  <a:lnTo>
                    <a:pt x="265140" y="55396"/>
                  </a:lnTo>
                  <a:lnTo>
                    <a:pt x="331425" y="69184"/>
                  </a:lnTo>
                  <a:lnTo>
                    <a:pt x="397711" y="82944"/>
                  </a:lnTo>
                  <a:lnTo>
                    <a:pt x="463996" y="96677"/>
                  </a:lnTo>
                  <a:lnTo>
                    <a:pt x="530281" y="110380"/>
                  </a:lnTo>
                  <a:lnTo>
                    <a:pt x="596566" y="124051"/>
                  </a:lnTo>
                  <a:lnTo>
                    <a:pt x="662851" y="137689"/>
                  </a:lnTo>
                  <a:lnTo>
                    <a:pt x="729137" y="151293"/>
                  </a:lnTo>
                  <a:lnTo>
                    <a:pt x="795422" y="164860"/>
                  </a:lnTo>
                  <a:lnTo>
                    <a:pt x="861707" y="178388"/>
                  </a:lnTo>
                  <a:lnTo>
                    <a:pt x="927992" y="191876"/>
                  </a:lnTo>
                  <a:lnTo>
                    <a:pt x="994277" y="205320"/>
                  </a:lnTo>
                  <a:lnTo>
                    <a:pt x="1060563" y="218719"/>
                  </a:lnTo>
                  <a:lnTo>
                    <a:pt x="1126848" y="232070"/>
                  </a:lnTo>
                  <a:lnTo>
                    <a:pt x="1193133" y="245370"/>
                  </a:lnTo>
                  <a:lnTo>
                    <a:pt x="1259418" y="258616"/>
                  </a:lnTo>
                  <a:lnTo>
                    <a:pt x="1325703" y="271805"/>
                  </a:lnTo>
                  <a:lnTo>
                    <a:pt x="1391988" y="284934"/>
                  </a:lnTo>
                  <a:lnTo>
                    <a:pt x="1458274" y="297999"/>
                  </a:lnTo>
                  <a:lnTo>
                    <a:pt x="1524559" y="310995"/>
                  </a:lnTo>
                  <a:lnTo>
                    <a:pt x="1590844" y="323920"/>
                  </a:lnTo>
                  <a:lnTo>
                    <a:pt x="1657129" y="336768"/>
                  </a:lnTo>
                  <a:lnTo>
                    <a:pt x="1723414" y="349536"/>
                  </a:lnTo>
                  <a:lnTo>
                    <a:pt x="1789700" y="362217"/>
                  </a:lnTo>
                  <a:lnTo>
                    <a:pt x="1855985" y="374807"/>
                  </a:lnTo>
                  <a:lnTo>
                    <a:pt x="1922270" y="387299"/>
                  </a:lnTo>
                  <a:lnTo>
                    <a:pt x="1988555" y="399689"/>
                  </a:lnTo>
                  <a:lnTo>
                    <a:pt x="2054840" y="411969"/>
                  </a:lnTo>
                  <a:lnTo>
                    <a:pt x="2121126" y="424133"/>
                  </a:lnTo>
                  <a:lnTo>
                    <a:pt x="2187411" y="436174"/>
                  </a:lnTo>
                  <a:lnTo>
                    <a:pt x="2253696" y="448085"/>
                  </a:lnTo>
                  <a:lnTo>
                    <a:pt x="2319981" y="459856"/>
                  </a:lnTo>
                  <a:lnTo>
                    <a:pt x="2386266" y="471482"/>
                  </a:lnTo>
                  <a:lnTo>
                    <a:pt x="2452551" y="482952"/>
                  </a:lnTo>
                  <a:lnTo>
                    <a:pt x="2518837" y="494259"/>
                  </a:lnTo>
                  <a:lnTo>
                    <a:pt x="2585122" y="505393"/>
                  </a:lnTo>
                  <a:lnTo>
                    <a:pt x="2651407" y="516345"/>
                  </a:lnTo>
                  <a:lnTo>
                    <a:pt x="2717692" y="527106"/>
                  </a:lnTo>
                  <a:lnTo>
                    <a:pt x="2783977" y="537667"/>
                  </a:lnTo>
                  <a:lnTo>
                    <a:pt x="2850263" y="548018"/>
                  </a:lnTo>
                  <a:lnTo>
                    <a:pt x="2916548" y="558152"/>
                  </a:lnTo>
                  <a:lnTo>
                    <a:pt x="2982833" y="568058"/>
                  </a:lnTo>
                  <a:lnTo>
                    <a:pt x="3049118" y="577729"/>
                  </a:lnTo>
                  <a:lnTo>
                    <a:pt x="3115403" y="587158"/>
                  </a:lnTo>
                  <a:lnTo>
                    <a:pt x="3181689" y="596337"/>
                  </a:lnTo>
                  <a:lnTo>
                    <a:pt x="3247974" y="605260"/>
                  </a:lnTo>
                  <a:lnTo>
                    <a:pt x="3314259" y="613923"/>
                  </a:lnTo>
                  <a:lnTo>
                    <a:pt x="3380544" y="622321"/>
                  </a:lnTo>
                  <a:lnTo>
                    <a:pt x="3446829" y="630452"/>
                  </a:lnTo>
                  <a:lnTo>
                    <a:pt x="3513114" y="638314"/>
                  </a:lnTo>
                  <a:lnTo>
                    <a:pt x="3579400" y="645907"/>
                  </a:lnTo>
                  <a:lnTo>
                    <a:pt x="3645685" y="653232"/>
                  </a:lnTo>
                  <a:lnTo>
                    <a:pt x="3711970" y="660291"/>
                  </a:lnTo>
                  <a:lnTo>
                    <a:pt x="3778255" y="667088"/>
                  </a:lnTo>
                  <a:lnTo>
                    <a:pt x="3844540" y="673628"/>
                  </a:lnTo>
                  <a:lnTo>
                    <a:pt x="3910826" y="679916"/>
                  </a:lnTo>
                  <a:lnTo>
                    <a:pt x="3977111" y="685958"/>
                  </a:lnTo>
                  <a:lnTo>
                    <a:pt x="4043396" y="691763"/>
                  </a:lnTo>
                  <a:lnTo>
                    <a:pt x="4109681" y="697338"/>
                  </a:lnTo>
                  <a:lnTo>
                    <a:pt x="4175966" y="702691"/>
                  </a:lnTo>
                  <a:lnTo>
                    <a:pt x="4242252" y="707832"/>
                  </a:lnTo>
                  <a:lnTo>
                    <a:pt x="4308537" y="712769"/>
                  </a:lnTo>
                  <a:lnTo>
                    <a:pt x="4374822" y="717512"/>
                  </a:lnTo>
                  <a:lnTo>
                    <a:pt x="4441107" y="722070"/>
                  </a:lnTo>
                  <a:lnTo>
                    <a:pt x="4507392" y="726452"/>
                  </a:lnTo>
                  <a:lnTo>
                    <a:pt x="4573677" y="730668"/>
                  </a:lnTo>
                  <a:lnTo>
                    <a:pt x="4639963" y="734725"/>
                  </a:lnTo>
                  <a:lnTo>
                    <a:pt x="4706248" y="738632"/>
                  </a:lnTo>
                  <a:lnTo>
                    <a:pt x="4772533" y="742399"/>
                  </a:lnTo>
                  <a:lnTo>
                    <a:pt x="4838818" y="746032"/>
                  </a:lnTo>
                  <a:lnTo>
                    <a:pt x="4905103" y="749539"/>
                  </a:lnTo>
                  <a:lnTo>
                    <a:pt x="4971389" y="752928"/>
                  </a:lnTo>
                  <a:lnTo>
                    <a:pt x="5037674" y="756204"/>
                  </a:lnTo>
                  <a:lnTo>
                    <a:pt x="5103959" y="759376"/>
                  </a:lnTo>
                  <a:lnTo>
                    <a:pt x="5170244" y="762448"/>
                  </a:lnTo>
                  <a:lnTo>
                    <a:pt x="5236529" y="765427"/>
                  </a:lnTo>
                  <a:lnTo>
                    <a:pt x="5236529" y="1254036"/>
                  </a:lnTo>
                  <a:lnTo>
                    <a:pt x="5170244" y="1241386"/>
                  </a:lnTo>
                  <a:lnTo>
                    <a:pt x="5103959" y="1228831"/>
                  </a:lnTo>
                  <a:lnTo>
                    <a:pt x="5037674" y="1216374"/>
                  </a:lnTo>
                  <a:lnTo>
                    <a:pt x="4971389" y="1204022"/>
                  </a:lnTo>
                  <a:lnTo>
                    <a:pt x="4905103" y="1191783"/>
                  </a:lnTo>
                  <a:lnTo>
                    <a:pt x="4838818" y="1179661"/>
                  </a:lnTo>
                  <a:lnTo>
                    <a:pt x="4772533" y="1167666"/>
                  </a:lnTo>
                  <a:lnTo>
                    <a:pt x="4706248" y="1155804"/>
                  </a:lnTo>
                  <a:lnTo>
                    <a:pt x="4639963" y="1144083"/>
                  </a:lnTo>
                  <a:lnTo>
                    <a:pt x="4573677" y="1132512"/>
                  </a:lnTo>
                  <a:lnTo>
                    <a:pt x="4507392" y="1121099"/>
                  </a:lnTo>
                  <a:lnTo>
                    <a:pt x="4441107" y="1109853"/>
                  </a:lnTo>
                  <a:lnTo>
                    <a:pt x="4374822" y="1098783"/>
                  </a:lnTo>
                  <a:lnTo>
                    <a:pt x="4308537" y="1087897"/>
                  </a:lnTo>
                  <a:lnTo>
                    <a:pt x="4242252" y="1077206"/>
                  </a:lnTo>
                  <a:lnTo>
                    <a:pt x="4175966" y="1066719"/>
                  </a:lnTo>
                  <a:lnTo>
                    <a:pt x="4109681" y="1056444"/>
                  </a:lnTo>
                  <a:lnTo>
                    <a:pt x="4043396" y="1046390"/>
                  </a:lnTo>
                  <a:lnTo>
                    <a:pt x="3977111" y="1036567"/>
                  </a:lnTo>
                  <a:lnTo>
                    <a:pt x="3910826" y="1026981"/>
                  </a:lnTo>
                  <a:lnTo>
                    <a:pt x="3844540" y="1017640"/>
                  </a:lnTo>
                  <a:lnTo>
                    <a:pt x="3778255" y="1008552"/>
                  </a:lnTo>
                  <a:lnTo>
                    <a:pt x="3711970" y="999721"/>
                  </a:lnTo>
                  <a:lnTo>
                    <a:pt x="3645685" y="991152"/>
                  </a:lnTo>
                  <a:lnTo>
                    <a:pt x="3579400" y="982848"/>
                  </a:lnTo>
                  <a:lnTo>
                    <a:pt x="3513114" y="974813"/>
                  </a:lnTo>
                  <a:lnTo>
                    <a:pt x="3446829" y="967047"/>
                  </a:lnTo>
                  <a:lnTo>
                    <a:pt x="3380544" y="959549"/>
                  </a:lnTo>
                  <a:lnTo>
                    <a:pt x="3314259" y="952319"/>
                  </a:lnTo>
                  <a:lnTo>
                    <a:pt x="3247974" y="945353"/>
                  </a:lnTo>
                  <a:lnTo>
                    <a:pt x="3181689" y="938648"/>
                  </a:lnTo>
                  <a:lnTo>
                    <a:pt x="3115403" y="932199"/>
                  </a:lnTo>
                  <a:lnTo>
                    <a:pt x="3049118" y="925999"/>
                  </a:lnTo>
                  <a:lnTo>
                    <a:pt x="2982833" y="920042"/>
                  </a:lnTo>
                  <a:lnTo>
                    <a:pt x="2916548" y="914320"/>
                  </a:lnTo>
                  <a:lnTo>
                    <a:pt x="2850263" y="908825"/>
                  </a:lnTo>
                  <a:lnTo>
                    <a:pt x="2783977" y="903548"/>
                  </a:lnTo>
                  <a:lnTo>
                    <a:pt x="2717692" y="898481"/>
                  </a:lnTo>
                  <a:lnTo>
                    <a:pt x="2651407" y="893614"/>
                  </a:lnTo>
                  <a:lnTo>
                    <a:pt x="2585122" y="888937"/>
                  </a:lnTo>
                  <a:lnTo>
                    <a:pt x="2518837" y="884443"/>
                  </a:lnTo>
                  <a:lnTo>
                    <a:pt x="2452551" y="880121"/>
                  </a:lnTo>
                  <a:lnTo>
                    <a:pt x="2386266" y="875963"/>
                  </a:lnTo>
                  <a:lnTo>
                    <a:pt x="2319981" y="871960"/>
                  </a:lnTo>
                  <a:lnTo>
                    <a:pt x="2253696" y="868104"/>
                  </a:lnTo>
                  <a:lnTo>
                    <a:pt x="2187411" y="864386"/>
                  </a:lnTo>
                  <a:lnTo>
                    <a:pt x="2121126" y="860798"/>
                  </a:lnTo>
                  <a:lnTo>
                    <a:pt x="2054840" y="857334"/>
                  </a:lnTo>
                  <a:lnTo>
                    <a:pt x="1988555" y="853986"/>
                  </a:lnTo>
                  <a:lnTo>
                    <a:pt x="1922270" y="850747"/>
                  </a:lnTo>
                  <a:lnTo>
                    <a:pt x="1855985" y="847612"/>
                  </a:lnTo>
                  <a:lnTo>
                    <a:pt x="1789700" y="844573"/>
                  </a:lnTo>
                  <a:lnTo>
                    <a:pt x="1723414" y="841626"/>
                  </a:lnTo>
                  <a:lnTo>
                    <a:pt x="1657129" y="838765"/>
                  </a:lnTo>
                  <a:lnTo>
                    <a:pt x="1590844" y="835985"/>
                  </a:lnTo>
                  <a:lnTo>
                    <a:pt x="1524559" y="833281"/>
                  </a:lnTo>
                  <a:lnTo>
                    <a:pt x="1458274" y="830650"/>
                  </a:lnTo>
                  <a:lnTo>
                    <a:pt x="1391988" y="828086"/>
                  </a:lnTo>
                  <a:lnTo>
                    <a:pt x="1325703" y="825586"/>
                  </a:lnTo>
                  <a:lnTo>
                    <a:pt x="1259418" y="823147"/>
                  </a:lnTo>
                  <a:lnTo>
                    <a:pt x="1193133" y="820765"/>
                  </a:lnTo>
                  <a:lnTo>
                    <a:pt x="1126848" y="818437"/>
                  </a:lnTo>
                  <a:lnTo>
                    <a:pt x="1060563" y="816159"/>
                  </a:lnTo>
                  <a:lnTo>
                    <a:pt x="994277" y="813930"/>
                  </a:lnTo>
                  <a:lnTo>
                    <a:pt x="927992" y="811746"/>
                  </a:lnTo>
                  <a:lnTo>
                    <a:pt x="861707" y="809605"/>
                  </a:lnTo>
                  <a:lnTo>
                    <a:pt x="795422" y="807505"/>
                  </a:lnTo>
                  <a:lnTo>
                    <a:pt x="729137" y="805444"/>
                  </a:lnTo>
                  <a:lnTo>
                    <a:pt x="662851" y="803419"/>
                  </a:lnTo>
                  <a:lnTo>
                    <a:pt x="596566" y="801429"/>
                  </a:lnTo>
                  <a:lnTo>
                    <a:pt x="530281" y="799472"/>
                  </a:lnTo>
                  <a:lnTo>
                    <a:pt x="463996" y="797546"/>
                  </a:lnTo>
                  <a:lnTo>
                    <a:pt x="397711" y="795651"/>
                  </a:lnTo>
                  <a:lnTo>
                    <a:pt x="331425" y="793783"/>
                  </a:lnTo>
                  <a:lnTo>
                    <a:pt x="265140" y="791943"/>
                  </a:lnTo>
                  <a:lnTo>
                    <a:pt x="198855" y="790128"/>
                  </a:lnTo>
                  <a:lnTo>
                    <a:pt x="132570" y="788337"/>
                  </a:lnTo>
                  <a:lnTo>
                    <a:pt x="66285" y="786570"/>
                  </a:lnTo>
                  <a:lnTo>
                    <a:pt x="0" y="7848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1426050" y="3505508"/>
              <a:ext cx="5236529" cy="765427"/>
            </a:xfrm>
            <a:custGeom>
              <a:avLst/>
              <a:gdLst/>
              <a:ahLst/>
              <a:cxnLst/>
              <a:rect l="0" t="0" r="0" b="0"/>
              <a:pathLst>
                <a:path w="5236529" h="765427">
                  <a:moveTo>
                    <a:pt x="0" y="0"/>
                  </a:moveTo>
                  <a:lnTo>
                    <a:pt x="66285" y="13883"/>
                  </a:lnTo>
                  <a:lnTo>
                    <a:pt x="132570" y="27744"/>
                  </a:lnTo>
                  <a:lnTo>
                    <a:pt x="198855" y="41582"/>
                  </a:lnTo>
                  <a:lnTo>
                    <a:pt x="265140" y="55396"/>
                  </a:lnTo>
                  <a:lnTo>
                    <a:pt x="331425" y="69184"/>
                  </a:lnTo>
                  <a:lnTo>
                    <a:pt x="397711" y="82944"/>
                  </a:lnTo>
                  <a:lnTo>
                    <a:pt x="463996" y="96677"/>
                  </a:lnTo>
                  <a:lnTo>
                    <a:pt x="530281" y="110380"/>
                  </a:lnTo>
                  <a:lnTo>
                    <a:pt x="596566" y="124051"/>
                  </a:lnTo>
                  <a:lnTo>
                    <a:pt x="662851" y="137689"/>
                  </a:lnTo>
                  <a:lnTo>
                    <a:pt x="729137" y="151293"/>
                  </a:lnTo>
                  <a:lnTo>
                    <a:pt x="795422" y="164860"/>
                  </a:lnTo>
                  <a:lnTo>
                    <a:pt x="861707" y="178388"/>
                  </a:lnTo>
                  <a:lnTo>
                    <a:pt x="927992" y="191876"/>
                  </a:lnTo>
                  <a:lnTo>
                    <a:pt x="994277" y="205320"/>
                  </a:lnTo>
                  <a:lnTo>
                    <a:pt x="1060563" y="218719"/>
                  </a:lnTo>
                  <a:lnTo>
                    <a:pt x="1126848" y="232070"/>
                  </a:lnTo>
                  <a:lnTo>
                    <a:pt x="1193133" y="245370"/>
                  </a:lnTo>
                  <a:lnTo>
                    <a:pt x="1259418" y="258616"/>
                  </a:lnTo>
                  <a:lnTo>
                    <a:pt x="1325703" y="271805"/>
                  </a:lnTo>
                  <a:lnTo>
                    <a:pt x="1391988" y="284934"/>
                  </a:lnTo>
                  <a:lnTo>
                    <a:pt x="1458274" y="297999"/>
                  </a:lnTo>
                  <a:lnTo>
                    <a:pt x="1524559" y="310995"/>
                  </a:lnTo>
                  <a:lnTo>
                    <a:pt x="1590844" y="323920"/>
                  </a:lnTo>
                  <a:lnTo>
                    <a:pt x="1657129" y="336768"/>
                  </a:lnTo>
                  <a:lnTo>
                    <a:pt x="1723414" y="349536"/>
                  </a:lnTo>
                  <a:lnTo>
                    <a:pt x="1789700" y="362217"/>
                  </a:lnTo>
                  <a:lnTo>
                    <a:pt x="1855985" y="374807"/>
                  </a:lnTo>
                  <a:lnTo>
                    <a:pt x="1922270" y="387299"/>
                  </a:lnTo>
                  <a:lnTo>
                    <a:pt x="1988555" y="399689"/>
                  </a:lnTo>
                  <a:lnTo>
                    <a:pt x="2054840" y="411969"/>
                  </a:lnTo>
                  <a:lnTo>
                    <a:pt x="2121126" y="424133"/>
                  </a:lnTo>
                  <a:lnTo>
                    <a:pt x="2187411" y="436174"/>
                  </a:lnTo>
                  <a:lnTo>
                    <a:pt x="2253696" y="448085"/>
                  </a:lnTo>
                  <a:lnTo>
                    <a:pt x="2319981" y="459856"/>
                  </a:lnTo>
                  <a:lnTo>
                    <a:pt x="2386266" y="471482"/>
                  </a:lnTo>
                  <a:lnTo>
                    <a:pt x="2452551" y="482952"/>
                  </a:lnTo>
                  <a:lnTo>
                    <a:pt x="2518837" y="494259"/>
                  </a:lnTo>
                  <a:lnTo>
                    <a:pt x="2585122" y="505393"/>
                  </a:lnTo>
                  <a:lnTo>
                    <a:pt x="2651407" y="516345"/>
                  </a:lnTo>
                  <a:lnTo>
                    <a:pt x="2717692" y="527106"/>
                  </a:lnTo>
                  <a:lnTo>
                    <a:pt x="2783977" y="537667"/>
                  </a:lnTo>
                  <a:lnTo>
                    <a:pt x="2850263" y="548018"/>
                  </a:lnTo>
                  <a:lnTo>
                    <a:pt x="2916548" y="558152"/>
                  </a:lnTo>
                  <a:lnTo>
                    <a:pt x="2982833" y="568058"/>
                  </a:lnTo>
                  <a:lnTo>
                    <a:pt x="3049118" y="577729"/>
                  </a:lnTo>
                  <a:lnTo>
                    <a:pt x="3115403" y="587158"/>
                  </a:lnTo>
                  <a:lnTo>
                    <a:pt x="3181689" y="596337"/>
                  </a:lnTo>
                  <a:lnTo>
                    <a:pt x="3247974" y="605260"/>
                  </a:lnTo>
                  <a:lnTo>
                    <a:pt x="3314259" y="613923"/>
                  </a:lnTo>
                  <a:lnTo>
                    <a:pt x="3380544" y="622321"/>
                  </a:lnTo>
                  <a:lnTo>
                    <a:pt x="3446829" y="630452"/>
                  </a:lnTo>
                  <a:lnTo>
                    <a:pt x="3513114" y="638314"/>
                  </a:lnTo>
                  <a:lnTo>
                    <a:pt x="3579400" y="645907"/>
                  </a:lnTo>
                  <a:lnTo>
                    <a:pt x="3645685" y="653232"/>
                  </a:lnTo>
                  <a:lnTo>
                    <a:pt x="3711970" y="660291"/>
                  </a:lnTo>
                  <a:lnTo>
                    <a:pt x="3778255" y="667088"/>
                  </a:lnTo>
                  <a:lnTo>
                    <a:pt x="3844540" y="673628"/>
                  </a:lnTo>
                  <a:lnTo>
                    <a:pt x="3910826" y="679916"/>
                  </a:lnTo>
                  <a:lnTo>
                    <a:pt x="3977111" y="685958"/>
                  </a:lnTo>
                  <a:lnTo>
                    <a:pt x="4043396" y="691763"/>
                  </a:lnTo>
                  <a:lnTo>
                    <a:pt x="4109681" y="697338"/>
                  </a:lnTo>
                  <a:lnTo>
                    <a:pt x="4175966" y="702691"/>
                  </a:lnTo>
                  <a:lnTo>
                    <a:pt x="4242252" y="707832"/>
                  </a:lnTo>
                  <a:lnTo>
                    <a:pt x="4308537" y="712769"/>
                  </a:lnTo>
                  <a:lnTo>
                    <a:pt x="4374822" y="717512"/>
                  </a:lnTo>
                  <a:lnTo>
                    <a:pt x="4441107" y="722070"/>
                  </a:lnTo>
                  <a:lnTo>
                    <a:pt x="4507392" y="726452"/>
                  </a:lnTo>
                  <a:lnTo>
                    <a:pt x="4573677" y="730668"/>
                  </a:lnTo>
                  <a:lnTo>
                    <a:pt x="4639963" y="734725"/>
                  </a:lnTo>
                  <a:lnTo>
                    <a:pt x="4706248" y="738632"/>
                  </a:lnTo>
                  <a:lnTo>
                    <a:pt x="4772533" y="742399"/>
                  </a:lnTo>
                  <a:lnTo>
                    <a:pt x="4838818" y="746032"/>
                  </a:lnTo>
                  <a:lnTo>
                    <a:pt x="4905103" y="749539"/>
                  </a:lnTo>
                  <a:lnTo>
                    <a:pt x="4971389" y="752928"/>
                  </a:lnTo>
                  <a:lnTo>
                    <a:pt x="5037674" y="756204"/>
                  </a:lnTo>
                  <a:lnTo>
                    <a:pt x="5103959" y="759376"/>
                  </a:lnTo>
                  <a:lnTo>
                    <a:pt x="5170244" y="762448"/>
                  </a:lnTo>
                  <a:lnTo>
                    <a:pt x="5236529" y="765427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1426050" y="4290334"/>
              <a:ext cx="5236529" cy="469210"/>
            </a:xfrm>
            <a:custGeom>
              <a:avLst/>
              <a:gdLst/>
              <a:ahLst/>
              <a:cxnLst/>
              <a:rect l="0" t="0" r="0" b="0"/>
              <a:pathLst>
                <a:path w="5236529" h="469210">
                  <a:moveTo>
                    <a:pt x="5236529" y="469210"/>
                  </a:moveTo>
                  <a:lnTo>
                    <a:pt x="5170244" y="456560"/>
                  </a:lnTo>
                  <a:lnTo>
                    <a:pt x="5103959" y="444005"/>
                  </a:lnTo>
                  <a:lnTo>
                    <a:pt x="5037674" y="431548"/>
                  </a:lnTo>
                  <a:lnTo>
                    <a:pt x="4971389" y="419196"/>
                  </a:lnTo>
                  <a:lnTo>
                    <a:pt x="4905103" y="406956"/>
                  </a:lnTo>
                  <a:lnTo>
                    <a:pt x="4838818" y="394835"/>
                  </a:lnTo>
                  <a:lnTo>
                    <a:pt x="4772533" y="382840"/>
                  </a:lnTo>
                  <a:lnTo>
                    <a:pt x="4706248" y="370978"/>
                  </a:lnTo>
                  <a:lnTo>
                    <a:pt x="4639963" y="359257"/>
                  </a:lnTo>
                  <a:lnTo>
                    <a:pt x="4573677" y="347686"/>
                  </a:lnTo>
                  <a:lnTo>
                    <a:pt x="4507392" y="336273"/>
                  </a:lnTo>
                  <a:lnTo>
                    <a:pt x="4441107" y="325027"/>
                  </a:lnTo>
                  <a:lnTo>
                    <a:pt x="4374822" y="313957"/>
                  </a:lnTo>
                  <a:lnTo>
                    <a:pt x="4308537" y="303071"/>
                  </a:lnTo>
                  <a:lnTo>
                    <a:pt x="4242252" y="292380"/>
                  </a:lnTo>
                  <a:lnTo>
                    <a:pt x="4175966" y="281893"/>
                  </a:lnTo>
                  <a:lnTo>
                    <a:pt x="4109681" y="271618"/>
                  </a:lnTo>
                  <a:lnTo>
                    <a:pt x="4043396" y="261564"/>
                  </a:lnTo>
                  <a:lnTo>
                    <a:pt x="3977111" y="251741"/>
                  </a:lnTo>
                  <a:lnTo>
                    <a:pt x="3910826" y="242155"/>
                  </a:lnTo>
                  <a:lnTo>
                    <a:pt x="3844540" y="232814"/>
                  </a:lnTo>
                  <a:lnTo>
                    <a:pt x="3778255" y="223726"/>
                  </a:lnTo>
                  <a:lnTo>
                    <a:pt x="3711970" y="214894"/>
                  </a:lnTo>
                  <a:lnTo>
                    <a:pt x="3645685" y="206325"/>
                  </a:lnTo>
                  <a:lnTo>
                    <a:pt x="3579400" y="198022"/>
                  </a:lnTo>
                  <a:lnTo>
                    <a:pt x="3513114" y="189987"/>
                  </a:lnTo>
                  <a:lnTo>
                    <a:pt x="3446829" y="182220"/>
                  </a:lnTo>
                  <a:lnTo>
                    <a:pt x="3380544" y="174723"/>
                  </a:lnTo>
                  <a:lnTo>
                    <a:pt x="3314259" y="167493"/>
                  </a:lnTo>
                  <a:lnTo>
                    <a:pt x="3247974" y="160527"/>
                  </a:lnTo>
                  <a:lnTo>
                    <a:pt x="3181689" y="153822"/>
                  </a:lnTo>
                  <a:lnTo>
                    <a:pt x="3115403" y="147373"/>
                  </a:lnTo>
                  <a:lnTo>
                    <a:pt x="3049118" y="141173"/>
                  </a:lnTo>
                  <a:lnTo>
                    <a:pt x="2982833" y="135216"/>
                  </a:lnTo>
                  <a:lnTo>
                    <a:pt x="2916548" y="129494"/>
                  </a:lnTo>
                  <a:lnTo>
                    <a:pt x="2850263" y="123999"/>
                  </a:lnTo>
                  <a:lnTo>
                    <a:pt x="2783977" y="118722"/>
                  </a:lnTo>
                  <a:lnTo>
                    <a:pt x="2717692" y="113655"/>
                  </a:lnTo>
                  <a:lnTo>
                    <a:pt x="2651407" y="108788"/>
                  </a:lnTo>
                  <a:lnTo>
                    <a:pt x="2585122" y="104111"/>
                  </a:lnTo>
                  <a:lnTo>
                    <a:pt x="2518837" y="99617"/>
                  </a:lnTo>
                  <a:lnTo>
                    <a:pt x="2452551" y="95295"/>
                  </a:lnTo>
                  <a:lnTo>
                    <a:pt x="2386266" y="91137"/>
                  </a:lnTo>
                  <a:lnTo>
                    <a:pt x="2319981" y="87134"/>
                  </a:lnTo>
                  <a:lnTo>
                    <a:pt x="2253696" y="83278"/>
                  </a:lnTo>
                  <a:lnTo>
                    <a:pt x="2187411" y="79560"/>
                  </a:lnTo>
                  <a:lnTo>
                    <a:pt x="2121126" y="75972"/>
                  </a:lnTo>
                  <a:lnTo>
                    <a:pt x="2054840" y="72508"/>
                  </a:lnTo>
                  <a:lnTo>
                    <a:pt x="1988555" y="69160"/>
                  </a:lnTo>
                  <a:lnTo>
                    <a:pt x="1922270" y="65921"/>
                  </a:lnTo>
                  <a:lnTo>
                    <a:pt x="1855985" y="62786"/>
                  </a:lnTo>
                  <a:lnTo>
                    <a:pt x="1789700" y="59747"/>
                  </a:lnTo>
                  <a:lnTo>
                    <a:pt x="1723414" y="56800"/>
                  </a:lnTo>
                  <a:lnTo>
                    <a:pt x="1657129" y="53939"/>
                  </a:lnTo>
                  <a:lnTo>
                    <a:pt x="1590844" y="51159"/>
                  </a:lnTo>
                  <a:lnTo>
                    <a:pt x="1524559" y="48455"/>
                  </a:lnTo>
                  <a:lnTo>
                    <a:pt x="1458274" y="45824"/>
                  </a:lnTo>
                  <a:lnTo>
                    <a:pt x="1391988" y="43260"/>
                  </a:lnTo>
                  <a:lnTo>
                    <a:pt x="1325703" y="40760"/>
                  </a:lnTo>
                  <a:lnTo>
                    <a:pt x="1259418" y="38321"/>
                  </a:lnTo>
                  <a:lnTo>
                    <a:pt x="1193133" y="35939"/>
                  </a:lnTo>
                  <a:lnTo>
                    <a:pt x="1126848" y="33611"/>
                  </a:lnTo>
                  <a:lnTo>
                    <a:pt x="1060563" y="31333"/>
                  </a:lnTo>
                  <a:lnTo>
                    <a:pt x="994277" y="29104"/>
                  </a:lnTo>
                  <a:lnTo>
                    <a:pt x="927992" y="26920"/>
                  </a:lnTo>
                  <a:lnTo>
                    <a:pt x="861707" y="24779"/>
                  </a:lnTo>
                  <a:lnTo>
                    <a:pt x="795422" y="22679"/>
                  </a:lnTo>
                  <a:lnTo>
                    <a:pt x="729137" y="20618"/>
                  </a:lnTo>
                  <a:lnTo>
                    <a:pt x="662851" y="18593"/>
                  </a:lnTo>
                  <a:lnTo>
                    <a:pt x="596566" y="16603"/>
                  </a:lnTo>
                  <a:lnTo>
                    <a:pt x="530281" y="14646"/>
                  </a:lnTo>
                  <a:lnTo>
                    <a:pt x="463996" y="12720"/>
                  </a:lnTo>
                  <a:lnTo>
                    <a:pt x="397711" y="10825"/>
                  </a:lnTo>
                  <a:lnTo>
                    <a:pt x="331425" y="8957"/>
                  </a:lnTo>
                  <a:lnTo>
                    <a:pt x="265140" y="7117"/>
                  </a:lnTo>
                  <a:lnTo>
                    <a:pt x="198855" y="5302"/>
                  </a:lnTo>
                  <a:lnTo>
                    <a:pt x="132570" y="3511"/>
                  </a:lnTo>
                  <a:lnTo>
                    <a:pt x="66285" y="1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1426050" y="3897921"/>
              <a:ext cx="5236529" cy="617319"/>
            </a:xfrm>
            <a:custGeom>
              <a:avLst/>
              <a:gdLst/>
              <a:ahLst/>
              <a:cxnLst/>
              <a:rect l="0" t="0" r="0" b="0"/>
              <a:pathLst>
                <a:path w="5236529" h="617319">
                  <a:moveTo>
                    <a:pt x="0" y="0"/>
                  </a:moveTo>
                  <a:lnTo>
                    <a:pt x="66285" y="7814"/>
                  </a:lnTo>
                  <a:lnTo>
                    <a:pt x="132570" y="15628"/>
                  </a:lnTo>
                  <a:lnTo>
                    <a:pt x="198855" y="23442"/>
                  </a:lnTo>
                  <a:lnTo>
                    <a:pt x="265140" y="31256"/>
                  </a:lnTo>
                  <a:lnTo>
                    <a:pt x="331425" y="39070"/>
                  </a:lnTo>
                  <a:lnTo>
                    <a:pt x="397711" y="46884"/>
                  </a:lnTo>
                  <a:lnTo>
                    <a:pt x="463996" y="54699"/>
                  </a:lnTo>
                  <a:lnTo>
                    <a:pt x="530281" y="62513"/>
                  </a:lnTo>
                  <a:lnTo>
                    <a:pt x="596566" y="70327"/>
                  </a:lnTo>
                  <a:lnTo>
                    <a:pt x="662851" y="78141"/>
                  </a:lnTo>
                  <a:lnTo>
                    <a:pt x="729137" y="85955"/>
                  </a:lnTo>
                  <a:lnTo>
                    <a:pt x="795422" y="93769"/>
                  </a:lnTo>
                  <a:lnTo>
                    <a:pt x="861707" y="101584"/>
                  </a:lnTo>
                  <a:lnTo>
                    <a:pt x="927992" y="109398"/>
                  </a:lnTo>
                  <a:lnTo>
                    <a:pt x="994277" y="117212"/>
                  </a:lnTo>
                  <a:lnTo>
                    <a:pt x="1060563" y="125026"/>
                  </a:lnTo>
                  <a:lnTo>
                    <a:pt x="1126848" y="132840"/>
                  </a:lnTo>
                  <a:lnTo>
                    <a:pt x="1193133" y="140654"/>
                  </a:lnTo>
                  <a:lnTo>
                    <a:pt x="1259418" y="148469"/>
                  </a:lnTo>
                  <a:lnTo>
                    <a:pt x="1325703" y="156283"/>
                  </a:lnTo>
                  <a:lnTo>
                    <a:pt x="1391988" y="164097"/>
                  </a:lnTo>
                  <a:lnTo>
                    <a:pt x="1458274" y="171911"/>
                  </a:lnTo>
                  <a:lnTo>
                    <a:pt x="1524559" y="179725"/>
                  </a:lnTo>
                  <a:lnTo>
                    <a:pt x="1590844" y="187539"/>
                  </a:lnTo>
                  <a:lnTo>
                    <a:pt x="1657129" y="195354"/>
                  </a:lnTo>
                  <a:lnTo>
                    <a:pt x="1723414" y="203168"/>
                  </a:lnTo>
                  <a:lnTo>
                    <a:pt x="1789700" y="210982"/>
                  </a:lnTo>
                  <a:lnTo>
                    <a:pt x="1855985" y="218796"/>
                  </a:lnTo>
                  <a:lnTo>
                    <a:pt x="1922270" y="226610"/>
                  </a:lnTo>
                  <a:lnTo>
                    <a:pt x="1988555" y="234424"/>
                  </a:lnTo>
                  <a:lnTo>
                    <a:pt x="2054840" y="242239"/>
                  </a:lnTo>
                  <a:lnTo>
                    <a:pt x="2121126" y="250053"/>
                  </a:lnTo>
                  <a:lnTo>
                    <a:pt x="2187411" y="257867"/>
                  </a:lnTo>
                  <a:lnTo>
                    <a:pt x="2253696" y="265681"/>
                  </a:lnTo>
                  <a:lnTo>
                    <a:pt x="2319981" y="273495"/>
                  </a:lnTo>
                  <a:lnTo>
                    <a:pt x="2386266" y="281309"/>
                  </a:lnTo>
                  <a:lnTo>
                    <a:pt x="2452551" y="289124"/>
                  </a:lnTo>
                  <a:lnTo>
                    <a:pt x="2518837" y="296938"/>
                  </a:lnTo>
                  <a:lnTo>
                    <a:pt x="2585122" y="304752"/>
                  </a:lnTo>
                  <a:lnTo>
                    <a:pt x="2651407" y="312566"/>
                  </a:lnTo>
                  <a:lnTo>
                    <a:pt x="2717692" y="320380"/>
                  </a:lnTo>
                  <a:lnTo>
                    <a:pt x="2783977" y="328194"/>
                  </a:lnTo>
                  <a:lnTo>
                    <a:pt x="2850263" y="336009"/>
                  </a:lnTo>
                  <a:lnTo>
                    <a:pt x="2916548" y="343823"/>
                  </a:lnTo>
                  <a:lnTo>
                    <a:pt x="2982833" y="351637"/>
                  </a:lnTo>
                  <a:lnTo>
                    <a:pt x="3049118" y="359451"/>
                  </a:lnTo>
                  <a:lnTo>
                    <a:pt x="3115403" y="367265"/>
                  </a:lnTo>
                  <a:lnTo>
                    <a:pt x="3181689" y="375079"/>
                  </a:lnTo>
                  <a:lnTo>
                    <a:pt x="3247974" y="382894"/>
                  </a:lnTo>
                  <a:lnTo>
                    <a:pt x="3314259" y="390708"/>
                  </a:lnTo>
                  <a:lnTo>
                    <a:pt x="3380544" y="398522"/>
                  </a:lnTo>
                  <a:lnTo>
                    <a:pt x="3446829" y="406336"/>
                  </a:lnTo>
                  <a:lnTo>
                    <a:pt x="3513114" y="414150"/>
                  </a:lnTo>
                  <a:lnTo>
                    <a:pt x="3579400" y="421964"/>
                  </a:lnTo>
                  <a:lnTo>
                    <a:pt x="3645685" y="429779"/>
                  </a:lnTo>
                  <a:lnTo>
                    <a:pt x="3711970" y="437593"/>
                  </a:lnTo>
                  <a:lnTo>
                    <a:pt x="3778255" y="445407"/>
                  </a:lnTo>
                  <a:lnTo>
                    <a:pt x="3844540" y="453221"/>
                  </a:lnTo>
                  <a:lnTo>
                    <a:pt x="3910826" y="461035"/>
                  </a:lnTo>
                  <a:lnTo>
                    <a:pt x="3977111" y="468849"/>
                  </a:lnTo>
                  <a:lnTo>
                    <a:pt x="4043396" y="476664"/>
                  </a:lnTo>
                  <a:lnTo>
                    <a:pt x="4109681" y="484478"/>
                  </a:lnTo>
                  <a:lnTo>
                    <a:pt x="4175966" y="492292"/>
                  </a:lnTo>
                  <a:lnTo>
                    <a:pt x="4242252" y="500106"/>
                  </a:lnTo>
                  <a:lnTo>
                    <a:pt x="4308537" y="507920"/>
                  </a:lnTo>
                  <a:lnTo>
                    <a:pt x="4374822" y="515734"/>
                  </a:lnTo>
                  <a:lnTo>
                    <a:pt x="4441107" y="523549"/>
                  </a:lnTo>
                  <a:lnTo>
                    <a:pt x="4507392" y="531363"/>
                  </a:lnTo>
                  <a:lnTo>
                    <a:pt x="4573677" y="539177"/>
                  </a:lnTo>
                  <a:lnTo>
                    <a:pt x="4639963" y="546991"/>
                  </a:lnTo>
                  <a:lnTo>
                    <a:pt x="4706248" y="554805"/>
                  </a:lnTo>
                  <a:lnTo>
                    <a:pt x="4772533" y="562619"/>
                  </a:lnTo>
                  <a:lnTo>
                    <a:pt x="4838818" y="570434"/>
                  </a:lnTo>
                  <a:lnTo>
                    <a:pt x="4905103" y="578248"/>
                  </a:lnTo>
                  <a:lnTo>
                    <a:pt x="4971389" y="586062"/>
                  </a:lnTo>
                  <a:lnTo>
                    <a:pt x="5037674" y="593876"/>
                  </a:lnTo>
                  <a:lnTo>
                    <a:pt x="5103959" y="601690"/>
                  </a:lnTo>
                  <a:lnTo>
                    <a:pt x="5170244" y="609504"/>
                  </a:lnTo>
                  <a:lnTo>
                    <a:pt x="5236529" y="617319"/>
                  </a:lnTo>
                </a:path>
              </a:pathLst>
            </a:custGeom>
            <a:ln w="27101" cap="flat">
              <a:solidFill>
                <a:srgbClr val="1E90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pl60"/>
            <p:cNvSpPr/>
            <p:nvPr/>
          </p:nvSpPr>
          <p:spPr>
            <a:xfrm>
              <a:off x="941876" y="1896563"/>
              <a:ext cx="0" cy="3826579"/>
            </a:xfrm>
            <a:custGeom>
              <a:avLst/>
              <a:gdLst/>
              <a:ahLst/>
              <a:cxnLst/>
              <a:rect l="0" t="0" r="0" b="0"/>
              <a:pathLst>
                <a:path h="3826579">
                  <a:moveTo>
                    <a:pt x="0" y="382657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tx61"/>
            <p:cNvSpPr/>
            <p:nvPr/>
          </p:nvSpPr>
          <p:spPr>
            <a:xfrm>
              <a:off x="754887" y="5340593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4887" y="4216837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4887" y="3093082"/>
              <a:ext cx="12435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692708" y="1969326"/>
              <a:ext cx="186537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907081" y="538064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pl66"/>
            <p:cNvSpPr/>
            <p:nvPr/>
          </p:nvSpPr>
          <p:spPr>
            <a:xfrm>
              <a:off x="907081" y="42568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pl67"/>
            <p:cNvSpPr/>
            <p:nvPr/>
          </p:nvSpPr>
          <p:spPr>
            <a:xfrm>
              <a:off x="907081" y="313313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pl68"/>
            <p:cNvSpPr/>
            <p:nvPr/>
          </p:nvSpPr>
          <p:spPr>
            <a:xfrm>
              <a:off x="907081" y="200937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pl69"/>
            <p:cNvSpPr/>
            <p:nvPr/>
          </p:nvSpPr>
          <p:spPr>
            <a:xfrm>
              <a:off x="941876" y="5723142"/>
              <a:ext cx="6302167" cy="0"/>
            </a:xfrm>
            <a:custGeom>
              <a:avLst/>
              <a:gdLst/>
              <a:ahLst/>
              <a:cxnLst/>
              <a:rect l="0" t="0" r="0" b="0"/>
              <a:pathLst>
                <a:path w="6302167">
                  <a:moveTo>
                    <a:pt x="0" y="0"/>
                  </a:moveTo>
                  <a:lnTo>
                    <a:pt x="6302167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pl70"/>
            <p:cNvSpPr/>
            <p:nvPr/>
          </p:nvSpPr>
          <p:spPr>
            <a:xfrm>
              <a:off x="115055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pl71"/>
            <p:cNvSpPr/>
            <p:nvPr/>
          </p:nvSpPr>
          <p:spPr>
            <a:xfrm>
              <a:off x="2311518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pl72"/>
            <p:cNvSpPr/>
            <p:nvPr/>
          </p:nvSpPr>
          <p:spPr>
            <a:xfrm>
              <a:off x="3472482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pl73"/>
            <p:cNvSpPr/>
            <p:nvPr/>
          </p:nvSpPr>
          <p:spPr>
            <a:xfrm>
              <a:off x="463344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pl74"/>
            <p:cNvSpPr/>
            <p:nvPr/>
          </p:nvSpPr>
          <p:spPr>
            <a:xfrm>
              <a:off x="5794411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pl75"/>
            <p:cNvSpPr/>
            <p:nvPr/>
          </p:nvSpPr>
          <p:spPr>
            <a:xfrm>
              <a:off x="6955375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tx76"/>
            <p:cNvSpPr/>
            <p:nvPr/>
          </p:nvSpPr>
          <p:spPr>
            <a:xfrm>
              <a:off x="1119464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2280428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441392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4602357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763321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924286" y="578577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355267" y="5925448"/>
              <a:ext cx="1475384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</a:t>
              </a:r>
            </a:p>
          </p:txBody>
        </p:sp>
        <p:sp>
          <p:nvSpPr>
            <p:cNvPr id="83" name="tx83"/>
            <p:cNvSpPr/>
            <p:nvPr/>
          </p:nvSpPr>
          <p:spPr>
            <a:xfrm rot="-5400000">
              <a:off x="180871" y="3759743"/>
              <a:ext cx="792053" cy="10021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Length (mm)</a:t>
              </a:r>
            </a:p>
          </p:txBody>
        </p:sp>
        <p:sp>
          <p:nvSpPr>
            <p:cNvPr id="84" name="rc84"/>
            <p:cNvSpPr/>
            <p:nvPr/>
          </p:nvSpPr>
          <p:spPr>
            <a:xfrm>
              <a:off x="7383221" y="3420451"/>
              <a:ext cx="1233989" cy="77880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7452810" y="3690754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7" name="pt87"/>
            <p:cNvSpPr/>
            <p:nvPr/>
          </p:nvSpPr>
          <p:spPr>
            <a:xfrm>
              <a:off x="7503836" y="3741779"/>
              <a:ext cx="117405" cy="117405"/>
            </a:xfrm>
            <a:prstGeom prst="ellipse">
              <a:avLst/>
            </a:prstGeom>
            <a:solidFill>
              <a:srgbClr val="00FA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7452810" y="39102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89" name="pt89"/>
            <p:cNvSpPr/>
            <p:nvPr/>
          </p:nvSpPr>
          <p:spPr>
            <a:xfrm>
              <a:off x="7503836" y="3961235"/>
              <a:ext cx="117405" cy="117405"/>
            </a:xfrm>
            <a:prstGeom prst="ellipse">
              <a:avLst/>
            </a:prstGeom>
            <a:solidFill>
              <a:srgbClr val="1E90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tx90"/>
            <p:cNvSpPr/>
            <p:nvPr/>
          </p:nvSpPr>
          <p:spPr>
            <a:xfrm>
              <a:off x="7741855" y="3760431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741855" y="3979887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941876" y="1669789"/>
              <a:ext cx="3798783" cy="120152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vs Size at Final Time Point</a:t>
              </a:r>
            </a:p>
          </p:txBody>
        </p:sp>
      </p:grpSp>
      <p:sp>
        <p:nvSpPr>
          <p:cNvPr id="93" name="tx83">
            <a:extLst>
              <a:ext uri="{FF2B5EF4-FFF2-40B4-BE49-F238E27FC236}">
                <a16:creationId xmlns:a16="http://schemas.microsoft.com/office/drawing/2014/main" id="{AA3F4809-5F3E-28FD-BBF6-210B0F0BB0BD}"/>
              </a:ext>
            </a:extLst>
          </p:cNvPr>
          <p:cNvSpPr/>
          <p:nvPr/>
        </p:nvSpPr>
        <p:spPr>
          <a:xfrm>
            <a:off x="7668344" y="3501008"/>
            <a:ext cx="1094811" cy="100218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400" dirty="0">
                <a:solidFill>
                  <a:srgbClr val="000000">
                    <a:alpha val="100000"/>
                  </a:srgbClr>
                </a:solidFill>
                <a:latin typeface="Helvetica"/>
                <a:cs typeface="Helvetica"/>
              </a:rPr>
              <a:t>Experimental Site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30596-258F-0651-400D-78049B9D9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96536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407</Words>
  <Application>Microsoft Macintosh PowerPoint</Application>
  <PresentationFormat>On-screen Show (4:3)</PresentationFormat>
  <Paragraphs>197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5</cp:revision>
  <dcterms:created xsi:type="dcterms:W3CDTF">2017-02-13T16:18:36Z</dcterms:created>
  <dcterms:modified xsi:type="dcterms:W3CDTF">2025-11-29T22:53:53Z</dcterms:modified>
  <cp:category/>
</cp:coreProperties>
</file>