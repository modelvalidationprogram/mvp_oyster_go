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</p:sldIdLst>
  <p:sldSz cx="15544800" cy="20116800"/>
  <p:notesSz cx="6858000" cy="9144000"/>
  <p:custDataLst>
    <p:tags r:id="rId7"/>
  </p:custDataLst>
  <p:defaultTextStyle>
    <a:defPPr>
      <a:defRPr lang="en-US"/>
    </a:defPPr>
    <a:lvl1pPr marL="0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1pPr>
    <a:lvl2pPr marL="557190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2pPr>
    <a:lvl3pPr marL="1114379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3pPr>
    <a:lvl4pPr marL="1671569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4pPr>
    <a:lvl5pPr marL="2228759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5pPr>
    <a:lvl6pPr marL="2785948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6pPr>
    <a:lvl7pPr marL="3343138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7pPr>
    <a:lvl8pPr marL="3900327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8pPr>
    <a:lvl9pPr marL="4457517" algn="l" defTabSz="1114379" rtl="0" eaLnBrk="1" latinLnBrk="0" hangingPunct="1">
      <a:defRPr sz="219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36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>
      <p:cViewPr>
        <p:scale>
          <a:sx n="79" d="100"/>
          <a:sy n="79" d="100"/>
        </p:scale>
        <p:origin x="1128" y="-2568"/>
      </p:cViewPr>
      <p:guideLst>
        <p:guide orient="horz" pos="6336"/>
        <p:guide pos="4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6249253"/>
            <a:ext cx="13213080" cy="43120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1720" y="11399520"/>
            <a:ext cx="10881360" cy="51409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2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5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83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115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39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67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95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23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32" y="12926911"/>
            <a:ext cx="13213080" cy="3995420"/>
          </a:xfrm>
        </p:spPr>
        <p:txBody>
          <a:bodyPr anchor="t"/>
          <a:lstStyle>
            <a:lvl1pPr algn="l">
              <a:defRPr sz="2869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932" y="8526362"/>
            <a:ext cx="13213080" cy="4400549"/>
          </a:xfrm>
        </p:spPr>
        <p:txBody>
          <a:bodyPr anchor="b"/>
          <a:lstStyle>
            <a:lvl1pPr marL="0" indent="0">
              <a:buNone/>
              <a:defRPr sz="1434">
                <a:solidFill>
                  <a:schemeClr val="tx1">
                    <a:tint val="75000"/>
                  </a:schemeClr>
                </a:solidFill>
              </a:defRPr>
            </a:lvl1pPr>
            <a:lvl2pPr marL="32789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2pPr>
            <a:lvl3pPr marL="655796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3pPr>
            <a:lvl4pPr marL="983694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4pPr>
            <a:lvl5pPr marL="1311593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5pPr>
            <a:lvl6pPr marL="1639491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6pPr>
            <a:lvl7pPr marL="1967389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7pPr>
            <a:lvl8pPr marL="2295287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8pPr>
            <a:lvl9pPr marL="2623185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4693924"/>
            <a:ext cx="6865620" cy="13276159"/>
          </a:xfrm>
        </p:spPr>
        <p:txBody>
          <a:bodyPr/>
          <a:lstStyle>
            <a:lvl1pPr>
              <a:defRPr sz="2008"/>
            </a:lvl1pPr>
            <a:lvl2pPr>
              <a:defRPr sz="1721"/>
            </a:lvl2pPr>
            <a:lvl3pPr>
              <a:defRPr sz="1434"/>
            </a:lvl3pPr>
            <a:lvl4pPr>
              <a:defRPr sz="1291"/>
            </a:lvl4pPr>
            <a:lvl5pPr>
              <a:defRPr sz="1291"/>
            </a:lvl5pPr>
            <a:lvl6pPr>
              <a:defRPr sz="1291"/>
            </a:lvl6pPr>
            <a:lvl7pPr>
              <a:defRPr sz="1291"/>
            </a:lvl7pPr>
            <a:lvl8pPr>
              <a:defRPr sz="1291"/>
            </a:lvl8pPr>
            <a:lvl9pPr>
              <a:defRPr sz="12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1940" y="4693924"/>
            <a:ext cx="6865620" cy="13276159"/>
          </a:xfrm>
        </p:spPr>
        <p:txBody>
          <a:bodyPr/>
          <a:lstStyle>
            <a:lvl1pPr>
              <a:defRPr sz="2008"/>
            </a:lvl1pPr>
            <a:lvl2pPr>
              <a:defRPr sz="1721"/>
            </a:lvl2pPr>
            <a:lvl3pPr>
              <a:defRPr sz="1434"/>
            </a:lvl3pPr>
            <a:lvl4pPr>
              <a:defRPr sz="1291"/>
            </a:lvl4pPr>
            <a:lvl5pPr>
              <a:defRPr sz="1291"/>
            </a:lvl5pPr>
            <a:lvl6pPr>
              <a:defRPr sz="1291"/>
            </a:lvl6pPr>
            <a:lvl7pPr>
              <a:defRPr sz="1291"/>
            </a:lvl7pPr>
            <a:lvl8pPr>
              <a:defRPr sz="1291"/>
            </a:lvl8pPr>
            <a:lvl9pPr>
              <a:defRPr sz="12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1" y="4502998"/>
            <a:ext cx="6868319" cy="1876636"/>
          </a:xfrm>
        </p:spPr>
        <p:txBody>
          <a:bodyPr anchor="b"/>
          <a:lstStyle>
            <a:lvl1pPr marL="0" indent="0">
              <a:buNone/>
              <a:defRPr sz="1721" b="1"/>
            </a:lvl1pPr>
            <a:lvl2pPr marL="327898" indent="0">
              <a:buNone/>
              <a:defRPr sz="1434" b="1"/>
            </a:lvl2pPr>
            <a:lvl3pPr marL="655796" indent="0">
              <a:buNone/>
              <a:defRPr sz="1291" b="1"/>
            </a:lvl3pPr>
            <a:lvl4pPr marL="983694" indent="0">
              <a:buNone/>
              <a:defRPr sz="1148" b="1"/>
            </a:lvl4pPr>
            <a:lvl5pPr marL="1311593" indent="0">
              <a:buNone/>
              <a:defRPr sz="1148" b="1"/>
            </a:lvl5pPr>
            <a:lvl6pPr marL="1639491" indent="0">
              <a:buNone/>
              <a:defRPr sz="1148" b="1"/>
            </a:lvl6pPr>
            <a:lvl7pPr marL="1967389" indent="0">
              <a:buNone/>
              <a:defRPr sz="1148" b="1"/>
            </a:lvl7pPr>
            <a:lvl8pPr marL="2295287" indent="0">
              <a:buNone/>
              <a:defRPr sz="1148" b="1"/>
            </a:lvl8pPr>
            <a:lvl9pPr marL="2623185" indent="0">
              <a:buNone/>
              <a:defRPr sz="11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1" y="6379634"/>
            <a:ext cx="6868319" cy="11590444"/>
          </a:xfrm>
        </p:spPr>
        <p:txBody>
          <a:bodyPr/>
          <a:lstStyle>
            <a:lvl1pPr>
              <a:defRPr sz="1721"/>
            </a:lvl1pPr>
            <a:lvl2pPr>
              <a:defRPr sz="1434"/>
            </a:lvl2pPr>
            <a:lvl3pPr>
              <a:defRPr sz="1291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96548" y="4502998"/>
            <a:ext cx="6871016" cy="1876636"/>
          </a:xfrm>
        </p:spPr>
        <p:txBody>
          <a:bodyPr anchor="b"/>
          <a:lstStyle>
            <a:lvl1pPr marL="0" indent="0">
              <a:buNone/>
              <a:defRPr sz="1721" b="1"/>
            </a:lvl1pPr>
            <a:lvl2pPr marL="327898" indent="0">
              <a:buNone/>
              <a:defRPr sz="1434" b="1"/>
            </a:lvl2pPr>
            <a:lvl3pPr marL="655796" indent="0">
              <a:buNone/>
              <a:defRPr sz="1291" b="1"/>
            </a:lvl3pPr>
            <a:lvl4pPr marL="983694" indent="0">
              <a:buNone/>
              <a:defRPr sz="1148" b="1"/>
            </a:lvl4pPr>
            <a:lvl5pPr marL="1311593" indent="0">
              <a:buNone/>
              <a:defRPr sz="1148" b="1"/>
            </a:lvl5pPr>
            <a:lvl6pPr marL="1639491" indent="0">
              <a:buNone/>
              <a:defRPr sz="1148" b="1"/>
            </a:lvl6pPr>
            <a:lvl7pPr marL="1967389" indent="0">
              <a:buNone/>
              <a:defRPr sz="1148" b="1"/>
            </a:lvl7pPr>
            <a:lvl8pPr marL="2295287" indent="0">
              <a:buNone/>
              <a:defRPr sz="1148" b="1"/>
            </a:lvl8pPr>
            <a:lvl9pPr marL="2623185" indent="0">
              <a:buNone/>
              <a:defRPr sz="11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96548" y="6379634"/>
            <a:ext cx="6871016" cy="11590444"/>
          </a:xfrm>
        </p:spPr>
        <p:txBody>
          <a:bodyPr/>
          <a:lstStyle>
            <a:lvl1pPr>
              <a:defRPr sz="1721"/>
            </a:lvl1pPr>
            <a:lvl2pPr>
              <a:defRPr sz="1434"/>
            </a:lvl2pPr>
            <a:lvl3pPr>
              <a:defRPr sz="1291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805604"/>
            <a:ext cx="13990320" cy="335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4693924"/>
            <a:ext cx="13990320" cy="13276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18645300"/>
            <a:ext cx="362712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11140" y="18645300"/>
            <a:ext cx="492252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0440" y="18645300"/>
            <a:ext cx="362712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655796" rtl="0" eaLnBrk="1" latinLnBrk="0" hangingPunct="1">
        <a:spcBef>
          <a:spcPct val="0"/>
        </a:spcBef>
        <a:buNone/>
        <a:defRPr sz="31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924" indent="-245924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95" kern="1200">
          <a:solidFill>
            <a:schemeClr val="tx1"/>
          </a:solidFill>
          <a:latin typeface="+mn-lt"/>
          <a:ea typeface="+mn-ea"/>
          <a:cs typeface="+mn-cs"/>
        </a:defRPr>
      </a:lvl1pPr>
      <a:lvl2pPr marL="532834" indent="-204936" algn="l" defTabSz="655796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8" kern="1200">
          <a:solidFill>
            <a:schemeClr val="tx1"/>
          </a:solidFill>
          <a:latin typeface="+mn-lt"/>
          <a:ea typeface="+mn-ea"/>
          <a:cs typeface="+mn-cs"/>
        </a:defRPr>
      </a:lvl2pPr>
      <a:lvl3pPr marL="819745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721" kern="1200">
          <a:solidFill>
            <a:schemeClr val="tx1"/>
          </a:solidFill>
          <a:latin typeface="+mn-lt"/>
          <a:ea typeface="+mn-ea"/>
          <a:cs typeface="+mn-cs"/>
        </a:defRPr>
      </a:lvl3pPr>
      <a:lvl4pPr marL="1147643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–"/>
        <a:defRPr sz="1434" kern="1200">
          <a:solidFill>
            <a:schemeClr val="tx1"/>
          </a:solidFill>
          <a:latin typeface="+mn-lt"/>
          <a:ea typeface="+mn-ea"/>
          <a:cs typeface="+mn-cs"/>
        </a:defRPr>
      </a:lvl4pPr>
      <a:lvl5pPr marL="1475542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»"/>
        <a:defRPr sz="1434" kern="1200">
          <a:solidFill>
            <a:schemeClr val="tx1"/>
          </a:solidFill>
          <a:latin typeface="+mn-lt"/>
          <a:ea typeface="+mn-ea"/>
          <a:cs typeface="+mn-cs"/>
        </a:defRPr>
      </a:lvl5pPr>
      <a:lvl6pPr marL="1803440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434" kern="1200">
          <a:solidFill>
            <a:schemeClr val="tx1"/>
          </a:solidFill>
          <a:latin typeface="+mn-lt"/>
          <a:ea typeface="+mn-ea"/>
          <a:cs typeface="+mn-cs"/>
        </a:defRPr>
      </a:lvl6pPr>
      <a:lvl7pPr marL="2131338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434" kern="1200">
          <a:solidFill>
            <a:schemeClr val="tx1"/>
          </a:solidFill>
          <a:latin typeface="+mn-lt"/>
          <a:ea typeface="+mn-ea"/>
          <a:cs typeface="+mn-cs"/>
        </a:defRPr>
      </a:lvl7pPr>
      <a:lvl8pPr marL="2459236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434" kern="1200">
          <a:solidFill>
            <a:schemeClr val="tx1"/>
          </a:solidFill>
          <a:latin typeface="+mn-lt"/>
          <a:ea typeface="+mn-ea"/>
          <a:cs typeface="+mn-cs"/>
        </a:defRPr>
      </a:lvl8pPr>
      <a:lvl9pPr marL="2787134" indent="-163949" algn="l" defTabSz="6557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4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1pPr>
      <a:lvl2pPr marL="327898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2pPr>
      <a:lvl3pPr marL="655796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3pPr>
      <a:lvl4pPr marL="983694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4pPr>
      <a:lvl5pPr marL="1311593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5pPr>
      <a:lvl6pPr marL="1639491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6pPr>
      <a:lvl7pPr marL="1967389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7pPr>
      <a:lvl8pPr marL="2295287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algn="l" defTabSz="655796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6"/>
          <p:cNvSpPr/>
          <p:nvPr/>
        </p:nvSpPr>
        <p:spPr>
          <a:xfrm>
            <a:off x="5403893" y="9139690"/>
            <a:ext cx="4254826" cy="814000"/>
          </a:xfrm>
          <a:custGeom>
            <a:avLst/>
            <a:gdLst/>
            <a:ahLst/>
            <a:cxnLst/>
            <a:rect l="0" t="0" r="0" b="0"/>
            <a:pathLst>
              <a:path w="5932655" h="1134989">
                <a:moveTo>
                  <a:pt x="0" y="0"/>
                </a:moveTo>
                <a:lnTo>
                  <a:pt x="1483163" y="298255"/>
                </a:lnTo>
                <a:lnTo>
                  <a:pt x="2966327" y="347611"/>
                </a:lnTo>
                <a:lnTo>
                  <a:pt x="4449491" y="844131"/>
                </a:lnTo>
                <a:lnTo>
                  <a:pt x="5932655" y="1134989"/>
                </a:lnTo>
              </a:path>
            </a:pathLst>
          </a:custGeom>
          <a:ln w="13550" cap="flat">
            <a:solidFill>
              <a:srgbClr val="365C8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7" name="pl7"/>
          <p:cNvSpPr/>
          <p:nvPr/>
        </p:nvSpPr>
        <p:spPr>
          <a:xfrm>
            <a:off x="5403893" y="9139690"/>
            <a:ext cx="4254826" cy="328082"/>
          </a:xfrm>
          <a:custGeom>
            <a:avLst/>
            <a:gdLst/>
            <a:ahLst/>
            <a:cxnLst/>
            <a:rect l="0" t="0" r="0" b="0"/>
            <a:pathLst>
              <a:path w="5932655" h="457457">
                <a:moveTo>
                  <a:pt x="0" y="0"/>
                </a:moveTo>
                <a:lnTo>
                  <a:pt x="1483163" y="251857"/>
                </a:lnTo>
                <a:lnTo>
                  <a:pt x="2966327" y="142449"/>
                </a:lnTo>
                <a:lnTo>
                  <a:pt x="4449491" y="265237"/>
                </a:lnTo>
                <a:lnTo>
                  <a:pt x="5932655" y="457457"/>
                </a:lnTo>
              </a:path>
            </a:pathLst>
          </a:custGeom>
          <a:ln w="13550" cap="flat">
            <a:solidFill>
              <a:srgbClr val="277F8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" name="pl8"/>
          <p:cNvSpPr/>
          <p:nvPr/>
        </p:nvSpPr>
        <p:spPr>
          <a:xfrm>
            <a:off x="5403893" y="9139690"/>
            <a:ext cx="4254826" cy="878240"/>
          </a:xfrm>
          <a:custGeom>
            <a:avLst/>
            <a:gdLst/>
            <a:ahLst/>
            <a:cxnLst/>
            <a:rect l="0" t="0" r="0" b="0"/>
            <a:pathLst>
              <a:path w="5932655" h="1224562">
                <a:moveTo>
                  <a:pt x="0" y="0"/>
                </a:moveTo>
                <a:lnTo>
                  <a:pt x="1483163" y="533911"/>
                </a:lnTo>
                <a:lnTo>
                  <a:pt x="2966327" y="760619"/>
                </a:lnTo>
                <a:lnTo>
                  <a:pt x="4449491" y="977821"/>
                </a:lnTo>
                <a:lnTo>
                  <a:pt x="5932655" y="1224562"/>
                </a:lnTo>
              </a:path>
            </a:pathLst>
          </a:custGeom>
          <a:ln w="13550" cap="flat">
            <a:solidFill>
              <a:srgbClr val="1FA18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" name="pl9"/>
          <p:cNvSpPr/>
          <p:nvPr/>
        </p:nvSpPr>
        <p:spPr>
          <a:xfrm>
            <a:off x="5403893" y="9139690"/>
            <a:ext cx="4254826" cy="1194979"/>
          </a:xfrm>
          <a:custGeom>
            <a:avLst/>
            <a:gdLst/>
            <a:ahLst/>
            <a:cxnLst/>
            <a:rect l="0" t="0" r="0" b="0"/>
            <a:pathLst>
              <a:path w="5932655" h="1666202">
                <a:moveTo>
                  <a:pt x="0" y="0"/>
                </a:moveTo>
                <a:lnTo>
                  <a:pt x="1483163" y="1026238"/>
                </a:lnTo>
                <a:lnTo>
                  <a:pt x="2966327" y="1272001"/>
                </a:lnTo>
                <a:lnTo>
                  <a:pt x="4449491" y="1557126"/>
                </a:lnTo>
                <a:lnTo>
                  <a:pt x="5932655" y="1666202"/>
                </a:lnTo>
              </a:path>
            </a:pathLst>
          </a:custGeom>
          <a:ln w="13550" cap="flat">
            <a:solidFill>
              <a:srgbClr val="4AC1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0" name="pl10"/>
          <p:cNvSpPr/>
          <p:nvPr/>
        </p:nvSpPr>
        <p:spPr>
          <a:xfrm>
            <a:off x="5403893" y="9139690"/>
            <a:ext cx="4254826" cy="713706"/>
          </a:xfrm>
          <a:custGeom>
            <a:avLst/>
            <a:gdLst/>
            <a:ahLst/>
            <a:cxnLst/>
            <a:rect l="0" t="0" r="0" b="0"/>
            <a:pathLst>
              <a:path w="5932655" h="995146">
                <a:moveTo>
                  <a:pt x="0" y="0"/>
                </a:moveTo>
                <a:lnTo>
                  <a:pt x="1483163" y="239129"/>
                </a:lnTo>
                <a:lnTo>
                  <a:pt x="2966327" y="445606"/>
                </a:lnTo>
                <a:lnTo>
                  <a:pt x="4449491" y="798089"/>
                </a:lnTo>
                <a:lnTo>
                  <a:pt x="5932655" y="995146"/>
                </a:lnTo>
              </a:path>
            </a:pathLst>
          </a:custGeom>
          <a:ln w="13550" cap="flat">
            <a:solidFill>
              <a:srgbClr val="4401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1" name="pl11"/>
          <p:cNvSpPr/>
          <p:nvPr/>
        </p:nvSpPr>
        <p:spPr>
          <a:xfrm>
            <a:off x="5403893" y="9139690"/>
            <a:ext cx="4254826" cy="837404"/>
          </a:xfrm>
          <a:custGeom>
            <a:avLst/>
            <a:gdLst/>
            <a:ahLst/>
            <a:cxnLst/>
            <a:rect l="0" t="0" r="0" b="0"/>
            <a:pathLst>
              <a:path w="5932655" h="1167622">
                <a:moveTo>
                  <a:pt x="0" y="0"/>
                </a:moveTo>
                <a:lnTo>
                  <a:pt x="1483163" y="737269"/>
                </a:lnTo>
                <a:lnTo>
                  <a:pt x="2966327" y="890524"/>
                </a:lnTo>
                <a:lnTo>
                  <a:pt x="4449491" y="1167622"/>
                </a:lnTo>
                <a:lnTo>
                  <a:pt x="5932655" y="1163034"/>
                </a:lnTo>
              </a:path>
            </a:pathLst>
          </a:custGeom>
          <a:ln w="13550" cap="flat">
            <a:solidFill>
              <a:srgbClr val="46337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2" name="pl12"/>
          <p:cNvSpPr/>
          <p:nvPr/>
        </p:nvSpPr>
        <p:spPr>
          <a:xfrm>
            <a:off x="5403893" y="9139690"/>
            <a:ext cx="4254826" cy="2287786"/>
          </a:xfrm>
          <a:custGeom>
            <a:avLst/>
            <a:gdLst/>
            <a:ahLst/>
            <a:cxnLst/>
            <a:rect l="0" t="0" r="0" b="0"/>
            <a:pathLst>
              <a:path w="5932655" h="3189941">
                <a:moveTo>
                  <a:pt x="0" y="0"/>
                </a:moveTo>
                <a:lnTo>
                  <a:pt x="1483163" y="1442751"/>
                </a:lnTo>
                <a:lnTo>
                  <a:pt x="2966327" y="1749325"/>
                </a:lnTo>
                <a:lnTo>
                  <a:pt x="4449491" y="2944762"/>
                </a:lnTo>
                <a:lnTo>
                  <a:pt x="5932655" y="3189941"/>
                </a:lnTo>
              </a:path>
            </a:pathLst>
          </a:custGeom>
          <a:ln w="13550" cap="flat">
            <a:solidFill>
              <a:srgbClr val="9FDA3A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3" name="pl13"/>
          <p:cNvSpPr/>
          <p:nvPr/>
        </p:nvSpPr>
        <p:spPr>
          <a:xfrm>
            <a:off x="5403893" y="9139690"/>
            <a:ext cx="4254826" cy="2102701"/>
          </a:xfrm>
          <a:custGeom>
            <a:avLst/>
            <a:gdLst/>
            <a:ahLst/>
            <a:cxnLst/>
            <a:rect l="0" t="0" r="0" b="0"/>
            <a:pathLst>
              <a:path w="5932655" h="2931871">
                <a:moveTo>
                  <a:pt x="0" y="0"/>
                </a:moveTo>
                <a:lnTo>
                  <a:pt x="1483163" y="1423772"/>
                </a:lnTo>
                <a:lnTo>
                  <a:pt x="2966327" y="1691817"/>
                </a:lnTo>
                <a:lnTo>
                  <a:pt x="4449491" y="2822458"/>
                </a:lnTo>
                <a:lnTo>
                  <a:pt x="5932655" y="2931871"/>
                </a:lnTo>
              </a:path>
            </a:pathLst>
          </a:custGeom>
          <a:ln w="13550" cap="flat">
            <a:solidFill>
              <a:srgbClr val="FDE72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4" name="pg14"/>
          <p:cNvSpPr/>
          <p:nvPr/>
        </p:nvSpPr>
        <p:spPr>
          <a:xfrm>
            <a:off x="6414834" y="9615685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5" name="pg15"/>
          <p:cNvSpPr/>
          <p:nvPr/>
        </p:nvSpPr>
        <p:spPr>
          <a:xfrm>
            <a:off x="5351128" y="9086925"/>
            <a:ext cx="105531" cy="91440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6" name="pg16"/>
          <p:cNvSpPr/>
          <p:nvPr/>
        </p:nvSpPr>
        <p:spPr>
          <a:xfrm>
            <a:off x="7478541" y="9725597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7" name="pg17"/>
          <p:cNvSpPr/>
          <p:nvPr/>
        </p:nvSpPr>
        <p:spPr>
          <a:xfrm>
            <a:off x="8542248" y="9924328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8" name="pg18"/>
          <p:cNvSpPr/>
          <p:nvPr/>
        </p:nvSpPr>
        <p:spPr>
          <a:xfrm>
            <a:off x="9605954" y="9921038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9" name="pt19"/>
          <p:cNvSpPr/>
          <p:nvPr/>
        </p:nvSpPr>
        <p:spPr>
          <a:xfrm>
            <a:off x="9616619" y="9975830"/>
            <a:ext cx="84201" cy="84201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0" name="pt20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1" name="pt21"/>
          <p:cNvSpPr/>
          <p:nvPr/>
        </p:nvSpPr>
        <p:spPr>
          <a:xfrm>
            <a:off x="8552912" y="9798870"/>
            <a:ext cx="84201" cy="84201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2" name="pt22"/>
          <p:cNvSpPr/>
          <p:nvPr/>
        </p:nvSpPr>
        <p:spPr>
          <a:xfrm>
            <a:off x="7489206" y="9643096"/>
            <a:ext cx="84201" cy="84201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3" name="pt23"/>
          <p:cNvSpPr/>
          <p:nvPr/>
        </p:nvSpPr>
        <p:spPr>
          <a:xfrm>
            <a:off x="6425499" y="9480503"/>
            <a:ext cx="84201" cy="84201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4" name="pt24"/>
          <p:cNvSpPr/>
          <p:nvPr/>
        </p:nvSpPr>
        <p:spPr>
          <a:xfrm>
            <a:off x="6425499" y="9278218"/>
            <a:ext cx="84201" cy="84201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5" name="pt25"/>
          <p:cNvSpPr/>
          <p:nvPr/>
        </p:nvSpPr>
        <p:spPr>
          <a:xfrm>
            <a:off x="7489206" y="9199752"/>
            <a:ext cx="84201" cy="84201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6" name="pt26"/>
          <p:cNvSpPr/>
          <p:nvPr/>
        </p:nvSpPr>
        <p:spPr>
          <a:xfrm>
            <a:off x="8552912" y="9287815"/>
            <a:ext cx="84201" cy="84201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7" name="pt27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8" name="pt28"/>
          <p:cNvSpPr/>
          <p:nvPr/>
        </p:nvSpPr>
        <p:spPr>
          <a:xfrm>
            <a:off x="9616619" y="9425672"/>
            <a:ext cx="84201" cy="84201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29" name="pg29"/>
          <p:cNvSpPr/>
          <p:nvPr/>
        </p:nvSpPr>
        <p:spPr>
          <a:xfrm>
            <a:off x="7478541" y="9406508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0" name="pg30"/>
          <p:cNvSpPr/>
          <p:nvPr/>
        </p:nvSpPr>
        <p:spPr>
          <a:xfrm>
            <a:off x="9605954" y="9800631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1" name="pg31"/>
          <p:cNvSpPr/>
          <p:nvPr/>
        </p:nvSpPr>
        <p:spPr>
          <a:xfrm>
            <a:off x="8542248" y="9659305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2" name="pg32"/>
          <p:cNvSpPr/>
          <p:nvPr/>
        </p:nvSpPr>
        <p:spPr>
          <a:xfrm>
            <a:off x="5351128" y="9086925"/>
            <a:ext cx="105531" cy="91440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3" name="pg33"/>
          <p:cNvSpPr/>
          <p:nvPr/>
        </p:nvSpPr>
        <p:spPr>
          <a:xfrm>
            <a:off x="6414834" y="9258425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4" name="pt34"/>
          <p:cNvSpPr/>
          <p:nvPr/>
        </p:nvSpPr>
        <p:spPr>
          <a:xfrm>
            <a:off x="8552912" y="11121821"/>
            <a:ext cx="84201" cy="84201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5" name="pt35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6" name="pt36"/>
          <p:cNvSpPr/>
          <p:nvPr/>
        </p:nvSpPr>
        <p:spPr>
          <a:xfrm>
            <a:off x="6425499" y="10118701"/>
            <a:ext cx="84201" cy="84201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7" name="pt37"/>
          <p:cNvSpPr/>
          <p:nvPr/>
        </p:nvSpPr>
        <p:spPr>
          <a:xfrm>
            <a:off x="7489206" y="10310939"/>
            <a:ext cx="84201" cy="84201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8" name="pt38"/>
          <p:cNvSpPr/>
          <p:nvPr/>
        </p:nvSpPr>
        <p:spPr>
          <a:xfrm>
            <a:off x="9616619" y="11200290"/>
            <a:ext cx="84201" cy="84201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39" name="pt39"/>
          <p:cNvSpPr/>
          <p:nvPr/>
        </p:nvSpPr>
        <p:spPr>
          <a:xfrm>
            <a:off x="9616619" y="11385375"/>
            <a:ext cx="84201" cy="84201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0" name="pt40"/>
          <p:cNvSpPr/>
          <p:nvPr/>
        </p:nvSpPr>
        <p:spPr>
          <a:xfrm>
            <a:off x="6425499" y="10132312"/>
            <a:ext cx="84201" cy="84201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1" name="pt41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2" name="pt42"/>
          <p:cNvSpPr/>
          <p:nvPr/>
        </p:nvSpPr>
        <p:spPr>
          <a:xfrm>
            <a:off x="7489206" y="10352183"/>
            <a:ext cx="84201" cy="84201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3" name="pt43"/>
          <p:cNvSpPr/>
          <p:nvPr/>
        </p:nvSpPr>
        <p:spPr>
          <a:xfrm>
            <a:off x="8552912" y="11209535"/>
            <a:ext cx="84201" cy="84201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4" name="pt44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5" name="pt45"/>
          <p:cNvSpPr/>
          <p:nvPr/>
        </p:nvSpPr>
        <p:spPr>
          <a:xfrm>
            <a:off x="7489206" y="9346891"/>
            <a:ext cx="84201" cy="84201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6" name="pt46"/>
          <p:cNvSpPr/>
          <p:nvPr/>
        </p:nvSpPr>
        <p:spPr>
          <a:xfrm>
            <a:off x="9616619" y="9911590"/>
            <a:ext cx="84201" cy="84201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7" name="pt47"/>
          <p:cNvSpPr/>
          <p:nvPr/>
        </p:nvSpPr>
        <p:spPr>
          <a:xfrm>
            <a:off x="6425499" y="9311494"/>
            <a:ext cx="84201" cy="84201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8" name="pt48"/>
          <p:cNvSpPr/>
          <p:nvPr/>
        </p:nvSpPr>
        <p:spPr>
          <a:xfrm>
            <a:off x="8552912" y="9702989"/>
            <a:ext cx="84201" cy="84201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49" name="pt49"/>
          <p:cNvSpPr/>
          <p:nvPr/>
        </p:nvSpPr>
        <p:spPr>
          <a:xfrm>
            <a:off x="9616619" y="10292569"/>
            <a:ext cx="84201" cy="84201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0" name="pt50"/>
          <p:cNvSpPr/>
          <p:nvPr/>
        </p:nvSpPr>
        <p:spPr>
          <a:xfrm>
            <a:off x="8552912" y="10214340"/>
            <a:ext cx="84201" cy="84201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1" name="pt51"/>
          <p:cNvSpPr/>
          <p:nvPr/>
        </p:nvSpPr>
        <p:spPr>
          <a:xfrm>
            <a:off x="7489206" y="10009852"/>
            <a:ext cx="84201" cy="84201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2" name="pt52"/>
          <p:cNvSpPr/>
          <p:nvPr/>
        </p:nvSpPr>
        <p:spPr>
          <a:xfrm>
            <a:off x="5361792" y="9097588"/>
            <a:ext cx="84201" cy="91440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3" name="pt53"/>
          <p:cNvSpPr/>
          <p:nvPr/>
        </p:nvSpPr>
        <p:spPr>
          <a:xfrm>
            <a:off x="6425499" y="9833595"/>
            <a:ext cx="84201" cy="84201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4" name="pl54"/>
          <p:cNvSpPr/>
          <p:nvPr/>
        </p:nvSpPr>
        <p:spPr>
          <a:xfrm>
            <a:off x="5191152" y="9017593"/>
            <a:ext cx="0" cy="2686139"/>
          </a:xfrm>
          <a:custGeom>
            <a:avLst/>
            <a:gdLst/>
            <a:ahLst/>
            <a:cxnLst/>
            <a:rect l="0" t="0" r="0" b="0"/>
            <a:pathLst>
              <a:path h="3745380">
                <a:moveTo>
                  <a:pt x="0" y="3745380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55" name="tx55"/>
          <p:cNvSpPr/>
          <p:nvPr/>
        </p:nvSpPr>
        <p:spPr>
          <a:xfrm>
            <a:off x="4990220" y="11552911"/>
            <a:ext cx="15601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0.00</a:t>
            </a:r>
          </a:p>
        </p:txBody>
      </p:sp>
      <p:sp>
        <p:nvSpPr>
          <p:cNvPr id="56" name="tx56"/>
          <p:cNvSpPr/>
          <p:nvPr/>
        </p:nvSpPr>
        <p:spPr>
          <a:xfrm>
            <a:off x="4990220" y="10942425"/>
            <a:ext cx="15601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0.25</a:t>
            </a:r>
          </a:p>
        </p:txBody>
      </p:sp>
      <p:sp>
        <p:nvSpPr>
          <p:cNvPr id="57" name="tx57"/>
          <p:cNvSpPr/>
          <p:nvPr/>
        </p:nvSpPr>
        <p:spPr>
          <a:xfrm>
            <a:off x="4990220" y="10331938"/>
            <a:ext cx="15601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0.50</a:t>
            </a:r>
          </a:p>
        </p:txBody>
      </p:sp>
      <p:sp>
        <p:nvSpPr>
          <p:cNvPr id="58" name="tx58"/>
          <p:cNvSpPr/>
          <p:nvPr/>
        </p:nvSpPr>
        <p:spPr>
          <a:xfrm>
            <a:off x="4990220" y="9721452"/>
            <a:ext cx="15601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0.75</a:t>
            </a:r>
          </a:p>
        </p:txBody>
      </p:sp>
      <p:sp>
        <p:nvSpPr>
          <p:cNvPr id="59" name="tx59"/>
          <p:cNvSpPr/>
          <p:nvPr/>
        </p:nvSpPr>
        <p:spPr>
          <a:xfrm>
            <a:off x="4990220" y="9110966"/>
            <a:ext cx="15601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1.00</a:t>
            </a:r>
          </a:p>
        </p:txBody>
      </p:sp>
      <p:sp>
        <p:nvSpPr>
          <p:cNvPr id="60" name="pl60"/>
          <p:cNvSpPr/>
          <p:nvPr/>
        </p:nvSpPr>
        <p:spPr>
          <a:xfrm>
            <a:off x="5166197" y="11581635"/>
            <a:ext cx="2495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1" name="pl61"/>
          <p:cNvSpPr/>
          <p:nvPr/>
        </p:nvSpPr>
        <p:spPr>
          <a:xfrm>
            <a:off x="5166197" y="10971149"/>
            <a:ext cx="2495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2" name="pl62"/>
          <p:cNvSpPr/>
          <p:nvPr/>
        </p:nvSpPr>
        <p:spPr>
          <a:xfrm>
            <a:off x="5166197" y="10360662"/>
            <a:ext cx="2495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3" name="pl63"/>
          <p:cNvSpPr/>
          <p:nvPr/>
        </p:nvSpPr>
        <p:spPr>
          <a:xfrm>
            <a:off x="5166197" y="9750176"/>
            <a:ext cx="2495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4" name="pl64"/>
          <p:cNvSpPr/>
          <p:nvPr/>
        </p:nvSpPr>
        <p:spPr>
          <a:xfrm>
            <a:off x="5166197" y="9139690"/>
            <a:ext cx="2495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5" name="pl65"/>
          <p:cNvSpPr/>
          <p:nvPr/>
        </p:nvSpPr>
        <p:spPr>
          <a:xfrm>
            <a:off x="5191152" y="11703732"/>
            <a:ext cx="4680309" cy="0"/>
          </a:xfrm>
          <a:custGeom>
            <a:avLst/>
            <a:gdLst/>
            <a:ahLst/>
            <a:cxnLst/>
            <a:rect l="0" t="0" r="0" b="0"/>
            <a:pathLst>
              <a:path w="6525921">
                <a:moveTo>
                  <a:pt x="0" y="0"/>
                </a:moveTo>
                <a:lnTo>
                  <a:pt x="6525921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6" name="pl66"/>
          <p:cNvSpPr/>
          <p:nvPr/>
        </p:nvSpPr>
        <p:spPr>
          <a:xfrm>
            <a:off x="6467600" y="11703732"/>
            <a:ext cx="0" cy="2495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7" name="pl67"/>
          <p:cNvSpPr/>
          <p:nvPr/>
        </p:nvSpPr>
        <p:spPr>
          <a:xfrm>
            <a:off x="7531306" y="11703732"/>
            <a:ext cx="0" cy="2495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8" name="pl68"/>
          <p:cNvSpPr/>
          <p:nvPr/>
        </p:nvSpPr>
        <p:spPr>
          <a:xfrm>
            <a:off x="8595013" y="11703732"/>
            <a:ext cx="0" cy="2495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69" name="pl69"/>
          <p:cNvSpPr/>
          <p:nvPr/>
        </p:nvSpPr>
        <p:spPr>
          <a:xfrm>
            <a:off x="9658719" y="11703732"/>
            <a:ext cx="0" cy="2495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70" name="tx70"/>
          <p:cNvSpPr/>
          <p:nvPr/>
        </p:nvSpPr>
        <p:spPr>
          <a:xfrm>
            <a:off x="6339720" y="11748650"/>
            <a:ext cx="255761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Fall '23</a:t>
            </a:r>
          </a:p>
        </p:txBody>
      </p:sp>
      <p:sp>
        <p:nvSpPr>
          <p:cNvPr id="71" name="tx71"/>
          <p:cNvSpPr/>
          <p:nvPr/>
        </p:nvSpPr>
        <p:spPr>
          <a:xfrm>
            <a:off x="7352110" y="11748650"/>
            <a:ext cx="358392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Spring '24</a:t>
            </a:r>
          </a:p>
        </p:txBody>
      </p:sp>
      <p:sp>
        <p:nvSpPr>
          <p:cNvPr id="72" name="tx72"/>
          <p:cNvSpPr/>
          <p:nvPr/>
        </p:nvSpPr>
        <p:spPr>
          <a:xfrm>
            <a:off x="8467132" y="11748650"/>
            <a:ext cx="255761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Fall '24</a:t>
            </a:r>
          </a:p>
        </p:txBody>
      </p:sp>
      <p:sp>
        <p:nvSpPr>
          <p:cNvPr id="73" name="tx73"/>
          <p:cNvSpPr/>
          <p:nvPr/>
        </p:nvSpPr>
        <p:spPr>
          <a:xfrm>
            <a:off x="9479523" y="11748650"/>
            <a:ext cx="358392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Spring '25</a:t>
            </a:r>
          </a:p>
        </p:txBody>
      </p:sp>
      <p:sp>
        <p:nvSpPr>
          <p:cNvPr id="74" name="tx74"/>
          <p:cNvSpPr/>
          <p:nvPr/>
        </p:nvSpPr>
        <p:spPr>
          <a:xfrm>
            <a:off x="7155371" y="11848823"/>
            <a:ext cx="751870" cy="7187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789"/>
              </a:lnSpc>
            </a:pPr>
            <a:r>
              <a:rPr sz="789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Monitoring Event</a:t>
            </a:r>
          </a:p>
        </p:txBody>
      </p:sp>
      <p:sp>
        <p:nvSpPr>
          <p:cNvPr id="75" name="tx75"/>
          <p:cNvSpPr/>
          <p:nvPr/>
        </p:nvSpPr>
        <p:spPr>
          <a:xfrm rot="16200000">
            <a:off x="4728983" y="10324725"/>
            <a:ext cx="356359" cy="7187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789"/>
              </a:lnSpc>
            </a:pPr>
            <a:r>
              <a:rPr sz="789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Survival</a:t>
            </a:r>
          </a:p>
        </p:txBody>
      </p:sp>
      <p:sp>
        <p:nvSpPr>
          <p:cNvPr id="76" name="rc76"/>
          <p:cNvSpPr/>
          <p:nvPr/>
        </p:nvSpPr>
        <p:spPr>
          <a:xfrm>
            <a:off x="9971277" y="9017593"/>
            <a:ext cx="702297" cy="152853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77" name="tx77"/>
          <p:cNvSpPr/>
          <p:nvPr/>
        </p:nvSpPr>
        <p:spPr>
          <a:xfrm>
            <a:off x="10021186" y="9081600"/>
            <a:ext cx="602480" cy="914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04"/>
              </a:lnSpc>
            </a:pPr>
            <a:r>
              <a:rPr sz="1004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Population</a:t>
            </a:r>
          </a:p>
        </p:txBody>
      </p:sp>
      <p:sp>
        <p:nvSpPr>
          <p:cNvPr id="78" name="rc78"/>
          <p:cNvSpPr/>
          <p:nvPr/>
        </p:nvSpPr>
        <p:spPr>
          <a:xfrm>
            <a:off x="10021186" y="9237092"/>
            <a:ext cx="157390" cy="15739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79" name="pl79"/>
          <p:cNvSpPr/>
          <p:nvPr/>
        </p:nvSpPr>
        <p:spPr>
          <a:xfrm>
            <a:off x="10036925" y="9315788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365C8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0" name="pt80"/>
          <p:cNvSpPr/>
          <p:nvPr/>
        </p:nvSpPr>
        <p:spPr>
          <a:xfrm>
            <a:off x="10057781" y="9273687"/>
            <a:ext cx="84201" cy="84201"/>
          </a:xfrm>
          <a:prstGeom prst="ellipse">
            <a:avLst/>
          </a:prstGeom>
          <a:solidFill>
            <a:srgbClr val="365C8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1" name="rc81"/>
          <p:cNvSpPr/>
          <p:nvPr/>
        </p:nvSpPr>
        <p:spPr>
          <a:xfrm>
            <a:off x="10021186" y="9394483"/>
            <a:ext cx="157390" cy="15739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82" name="pl82"/>
          <p:cNvSpPr/>
          <p:nvPr/>
        </p:nvSpPr>
        <p:spPr>
          <a:xfrm>
            <a:off x="10036925" y="9473179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277F8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3" name="pt83"/>
          <p:cNvSpPr/>
          <p:nvPr/>
        </p:nvSpPr>
        <p:spPr>
          <a:xfrm>
            <a:off x="10057781" y="9431078"/>
            <a:ext cx="84201" cy="84201"/>
          </a:xfrm>
          <a:prstGeom prst="ellipse">
            <a:avLst/>
          </a:prstGeom>
          <a:solidFill>
            <a:srgbClr val="277F8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4" name="rc84"/>
          <p:cNvSpPr/>
          <p:nvPr/>
        </p:nvSpPr>
        <p:spPr>
          <a:xfrm>
            <a:off x="10021186" y="9551874"/>
            <a:ext cx="157390" cy="157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85" name="pl85"/>
          <p:cNvSpPr/>
          <p:nvPr/>
        </p:nvSpPr>
        <p:spPr>
          <a:xfrm>
            <a:off x="10036925" y="9630570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1FA18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6" name="pt86"/>
          <p:cNvSpPr/>
          <p:nvPr/>
        </p:nvSpPr>
        <p:spPr>
          <a:xfrm>
            <a:off x="10057781" y="9588469"/>
            <a:ext cx="84201" cy="84201"/>
          </a:xfrm>
          <a:prstGeom prst="ellipse">
            <a:avLst/>
          </a:prstGeom>
          <a:solidFill>
            <a:srgbClr val="1FA187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7" name="rc87"/>
          <p:cNvSpPr/>
          <p:nvPr/>
        </p:nvSpPr>
        <p:spPr>
          <a:xfrm>
            <a:off x="10021186" y="9709265"/>
            <a:ext cx="157390" cy="157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88" name="pl88"/>
          <p:cNvSpPr/>
          <p:nvPr/>
        </p:nvSpPr>
        <p:spPr>
          <a:xfrm>
            <a:off x="10036925" y="9787961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4AC1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89" name="pt89"/>
          <p:cNvSpPr/>
          <p:nvPr/>
        </p:nvSpPr>
        <p:spPr>
          <a:xfrm>
            <a:off x="10057781" y="9745860"/>
            <a:ext cx="84201" cy="84201"/>
          </a:xfrm>
          <a:prstGeom prst="ellipse">
            <a:avLst/>
          </a:prstGeom>
          <a:solidFill>
            <a:srgbClr val="4AC16D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0" name="rc90"/>
          <p:cNvSpPr/>
          <p:nvPr/>
        </p:nvSpPr>
        <p:spPr>
          <a:xfrm>
            <a:off x="10021186" y="9866657"/>
            <a:ext cx="157390" cy="15739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91" name="pl91"/>
          <p:cNvSpPr/>
          <p:nvPr/>
        </p:nvSpPr>
        <p:spPr>
          <a:xfrm>
            <a:off x="10036925" y="9945352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4401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2" name="pg92"/>
          <p:cNvSpPr/>
          <p:nvPr/>
        </p:nvSpPr>
        <p:spPr>
          <a:xfrm>
            <a:off x="10047116" y="9892586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3" name="rc93"/>
          <p:cNvSpPr/>
          <p:nvPr/>
        </p:nvSpPr>
        <p:spPr>
          <a:xfrm>
            <a:off x="10021186" y="10024048"/>
            <a:ext cx="157390" cy="157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94" name="pl94"/>
          <p:cNvSpPr/>
          <p:nvPr/>
        </p:nvSpPr>
        <p:spPr>
          <a:xfrm>
            <a:off x="10036925" y="10102743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46337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5" name="pg95"/>
          <p:cNvSpPr/>
          <p:nvPr/>
        </p:nvSpPr>
        <p:spPr>
          <a:xfrm>
            <a:off x="10047116" y="10049978"/>
            <a:ext cx="105531" cy="105531"/>
          </a:xfrm>
          <a:custGeom>
            <a:avLst/>
            <a:gdLst/>
            <a:ahLst/>
            <a:cxnLst/>
            <a:rect l="0" t="0" r="0" b="0"/>
            <a:pathLst>
              <a:path w="147145" h="147145">
                <a:moveTo>
                  <a:pt x="73572" y="147145"/>
                </a:moveTo>
                <a:lnTo>
                  <a:pt x="147145" y="73572"/>
                </a:lnTo>
                <a:lnTo>
                  <a:pt x="73572" y="0"/>
                </a:lnTo>
                <a:lnTo>
                  <a:pt x="0" y="73572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6" name="rc96"/>
          <p:cNvSpPr/>
          <p:nvPr/>
        </p:nvSpPr>
        <p:spPr>
          <a:xfrm>
            <a:off x="10021186" y="10181439"/>
            <a:ext cx="157390" cy="157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97" name="pl97"/>
          <p:cNvSpPr/>
          <p:nvPr/>
        </p:nvSpPr>
        <p:spPr>
          <a:xfrm>
            <a:off x="10036925" y="10260134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9FDA3A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8" name="pt98"/>
          <p:cNvSpPr/>
          <p:nvPr/>
        </p:nvSpPr>
        <p:spPr>
          <a:xfrm>
            <a:off x="10057781" y="10218033"/>
            <a:ext cx="84201" cy="84201"/>
          </a:xfrm>
          <a:prstGeom prst="ellipse">
            <a:avLst/>
          </a:prstGeom>
          <a:solidFill>
            <a:srgbClr val="9FDA3A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99" name="rc99"/>
          <p:cNvSpPr/>
          <p:nvPr/>
        </p:nvSpPr>
        <p:spPr>
          <a:xfrm>
            <a:off x="10021186" y="10338830"/>
            <a:ext cx="157390" cy="15739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91"/>
          </a:p>
        </p:txBody>
      </p:sp>
      <p:sp>
        <p:nvSpPr>
          <p:cNvPr id="100" name="pl100"/>
          <p:cNvSpPr/>
          <p:nvPr/>
        </p:nvSpPr>
        <p:spPr>
          <a:xfrm>
            <a:off x="10036925" y="10417525"/>
            <a:ext cx="125912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FDE72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01" name="pt101"/>
          <p:cNvSpPr/>
          <p:nvPr/>
        </p:nvSpPr>
        <p:spPr>
          <a:xfrm>
            <a:off x="10057781" y="10375424"/>
            <a:ext cx="84201" cy="84201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91"/>
          </a:p>
        </p:txBody>
      </p:sp>
      <p:sp>
        <p:nvSpPr>
          <p:cNvPr id="102" name="tx102"/>
          <p:cNvSpPr/>
          <p:nvPr/>
        </p:nvSpPr>
        <p:spPr>
          <a:xfrm>
            <a:off x="10228485" y="9287064"/>
            <a:ext cx="249268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103" name="tx103"/>
          <p:cNvSpPr/>
          <p:nvPr/>
        </p:nvSpPr>
        <p:spPr>
          <a:xfrm>
            <a:off x="10228485" y="9444455"/>
            <a:ext cx="244940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104" name="tx104"/>
          <p:cNvSpPr/>
          <p:nvPr/>
        </p:nvSpPr>
        <p:spPr>
          <a:xfrm>
            <a:off x="10228485" y="9601846"/>
            <a:ext cx="240415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105" name="tx105"/>
          <p:cNvSpPr/>
          <p:nvPr/>
        </p:nvSpPr>
        <p:spPr>
          <a:xfrm>
            <a:off x="10228485" y="9759237"/>
            <a:ext cx="253793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106" name="tx106"/>
          <p:cNvSpPr/>
          <p:nvPr/>
        </p:nvSpPr>
        <p:spPr>
          <a:xfrm>
            <a:off x="10228485" y="9916628"/>
            <a:ext cx="329668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107" name="tx107"/>
          <p:cNvSpPr/>
          <p:nvPr/>
        </p:nvSpPr>
        <p:spPr>
          <a:xfrm>
            <a:off x="10228485" y="10074019"/>
            <a:ext cx="342915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108" name="tx108"/>
          <p:cNvSpPr/>
          <p:nvPr/>
        </p:nvSpPr>
        <p:spPr>
          <a:xfrm>
            <a:off x="10228485" y="10231410"/>
            <a:ext cx="262580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109" name="tx109"/>
          <p:cNvSpPr/>
          <p:nvPr/>
        </p:nvSpPr>
        <p:spPr>
          <a:xfrm>
            <a:off x="10228485" y="10388801"/>
            <a:ext cx="267106" cy="574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631"/>
              </a:lnSpc>
            </a:pPr>
            <a:r>
              <a:rPr sz="63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110" name="tx110"/>
          <p:cNvSpPr/>
          <p:nvPr/>
        </p:nvSpPr>
        <p:spPr>
          <a:xfrm>
            <a:off x="5756176" y="8762256"/>
            <a:ext cx="3219434" cy="1307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34"/>
              </a:lnSpc>
            </a:pPr>
            <a:r>
              <a:rPr sz="204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(A) Lewisetta: Oyster Survival thru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821317" y="8746810"/>
            <a:ext cx="5902166" cy="3245964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" name="rc5"/>
            <p:cNvSpPr/>
            <p:nvPr/>
          </p:nvSpPr>
          <p:spPr>
            <a:xfrm>
              <a:off x="972874" y="1977762"/>
              <a:ext cx="6525921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6" name="pl6"/>
            <p:cNvSpPr/>
            <p:nvPr/>
          </p:nvSpPr>
          <p:spPr>
            <a:xfrm>
              <a:off x="1269507" y="2148006"/>
              <a:ext cx="5932655" cy="2055557"/>
            </a:xfrm>
            <a:custGeom>
              <a:avLst/>
              <a:gdLst/>
              <a:ahLst/>
              <a:cxnLst/>
              <a:rect l="0" t="0" r="0" b="0"/>
              <a:pathLst>
                <a:path w="5932655" h="2055557">
                  <a:moveTo>
                    <a:pt x="0" y="0"/>
                  </a:moveTo>
                  <a:lnTo>
                    <a:pt x="1483163" y="222637"/>
                  </a:lnTo>
                  <a:lnTo>
                    <a:pt x="2966327" y="863989"/>
                  </a:lnTo>
                  <a:lnTo>
                    <a:pt x="4449491" y="1899960"/>
                  </a:lnTo>
                  <a:lnTo>
                    <a:pt x="5932655" y="2055557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" name="pl7"/>
            <p:cNvSpPr/>
            <p:nvPr/>
          </p:nvSpPr>
          <p:spPr>
            <a:xfrm>
              <a:off x="1269507" y="2148006"/>
              <a:ext cx="5932655" cy="2669315"/>
            </a:xfrm>
            <a:custGeom>
              <a:avLst/>
              <a:gdLst/>
              <a:ahLst/>
              <a:cxnLst/>
              <a:rect l="0" t="0" r="0" b="0"/>
              <a:pathLst>
                <a:path w="5932655" h="2669315">
                  <a:moveTo>
                    <a:pt x="0" y="0"/>
                  </a:moveTo>
                  <a:lnTo>
                    <a:pt x="1483163" y="359449"/>
                  </a:lnTo>
                  <a:lnTo>
                    <a:pt x="2966327" y="1062478"/>
                  </a:lnTo>
                  <a:lnTo>
                    <a:pt x="4449491" y="2351139"/>
                  </a:lnTo>
                  <a:lnTo>
                    <a:pt x="5932655" y="2669315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" name="pl8"/>
            <p:cNvSpPr/>
            <p:nvPr/>
          </p:nvSpPr>
          <p:spPr>
            <a:xfrm>
              <a:off x="1269507" y="2148006"/>
              <a:ext cx="5932655" cy="1894041"/>
            </a:xfrm>
            <a:custGeom>
              <a:avLst/>
              <a:gdLst/>
              <a:ahLst/>
              <a:cxnLst/>
              <a:rect l="0" t="0" r="0" b="0"/>
              <a:pathLst>
                <a:path w="5932655" h="1894041">
                  <a:moveTo>
                    <a:pt x="0" y="0"/>
                  </a:moveTo>
                  <a:lnTo>
                    <a:pt x="1483163" y="107421"/>
                  </a:lnTo>
                  <a:lnTo>
                    <a:pt x="2966327" y="634880"/>
                  </a:lnTo>
                  <a:lnTo>
                    <a:pt x="4449491" y="1516879"/>
                  </a:lnTo>
                  <a:lnTo>
                    <a:pt x="5932655" y="1894041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" name="pl9"/>
            <p:cNvSpPr/>
            <p:nvPr/>
          </p:nvSpPr>
          <p:spPr>
            <a:xfrm>
              <a:off x="1269507" y="2148006"/>
              <a:ext cx="5932655" cy="1933869"/>
            </a:xfrm>
            <a:custGeom>
              <a:avLst/>
              <a:gdLst/>
              <a:ahLst/>
              <a:cxnLst/>
              <a:rect l="0" t="0" r="0" b="0"/>
              <a:pathLst>
                <a:path w="5932655" h="1933869">
                  <a:moveTo>
                    <a:pt x="0" y="0"/>
                  </a:moveTo>
                  <a:lnTo>
                    <a:pt x="1483163" y="582076"/>
                  </a:lnTo>
                  <a:lnTo>
                    <a:pt x="2966327" y="1135001"/>
                  </a:lnTo>
                  <a:lnTo>
                    <a:pt x="4449491" y="1781109"/>
                  </a:lnTo>
                  <a:lnTo>
                    <a:pt x="5932655" y="1933869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" name="pl10"/>
            <p:cNvSpPr/>
            <p:nvPr/>
          </p:nvSpPr>
          <p:spPr>
            <a:xfrm>
              <a:off x="1269507" y="2148006"/>
              <a:ext cx="5932655" cy="2534855"/>
            </a:xfrm>
            <a:custGeom>
              <a:avLst/>
              <a:gdLst/>
              <a:ahLst/>
              <a:cxnLst/>
              <a:rect l="0" t="0" r="0" b="0"/>
              <a:pathLst>
                <a:path w="5932655" h="2534855">
                  <a:moveTo>
                    <a:pt x="0" y="0"/>
                  </a:moveTo>
                  <a:lnTo>
                    <a:pt x="1483163" y="389823"/>
                  </a:lnTo>
                  <a:lnTo>
                    <a:pt x="2966327" y="1012254"/>
                  </a:lnTo>
                  <a:lnTo>
                    <a:pt x="4449491" y="2316317"/>
                  </a:lnTo>
                  <a:lnTo>
                    <a:pt x="5932655" y="2534855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" name="pl11"/>
            <p:cNvSpPr/>
            <p:nvPr/>
          </p:nvSpPr>
          <p:spPr>
            <a:xfrm>
              <a:off x="1269507" y="2148006"/>
              <a:ext cx="5932655" cy="2078584"/>
            </a:xfrm>
            <a:custGeom>
              <a:avLst/>
              <a:gdLst/>
              <a:ahLst/>
              <a:cxnLst/>
              <a:rect l="0" t="0" r="0" b="0"/>
              <a:pathLst>
                <a:path w="5932655" h="2078584">
                  <a:moveTo>
                    <a:pt x="0" y="0"/>
                  </a:moveTo>
                  <a:lnTo>
                    <a:pt x="1483163" y="484978"/>
                  </a:lnTo>
                  <a:lnTo>
                    <a:pt x="2966327" y="1160456"/>
                  </a:lnTo>
                  <a:lnTo>
                    <a:pt x="4449491" y="1728751"/>
                  </a:lnTo>
                  <a:lnTo>
                    <a:pt x="5932655" y="207858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" name="pl12"/>
            <p:cNvSpPr/>
            <p:nvPr/>
          </p:nvSpPr>
          <p:spPr>
            <a:xfrm>
              <a:off x="1269507" y="2148006"/>
              <a:ext cx="5932655" cy="3327053"/>
            </a:xfrm>
            <a:custGeom>
              <a:avLst/>
              <a:gdLst/>
              <a:ahLst/>
              <a:cxnLst/>
              <a:rect l="0" t="0" r="0" b="0"/>
              <a:pathLst>
                <a:path w="5932655" h="3327053">
                  <a:moveTo>
                    <a:pt x="0" y="0"/>
                  </a:moveTo>
                  <a:lnTo>
                    <a:pt x="1483163" y="1220788"/>
                  </a:lnTo>
                  <a:lnTo>
                    <a:pt x="2966327" y="1907172"/>
                  </a:lnTo>
                  <a:lnTo>
                    <a:pt x="4449491" y="3270032"/>
                  </a:lnTo>
                  <a:lnTo>
                    <a:pt x="5932655" y="3327053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" name="pl13"/>
            <p:cNvSpPr/>
            <p:nvPr/>
          </p:nvSpPr>
          <p:spPr>
            <a:xfrm>
              <a:off x="1269507" y="2148006"/>
              <a:ext cx="5932655" cy="3325460"/>
            </a:xfrm>
            <a:custGeom>
              <a:avLst/>
              <a:gdLst/>
              <a:ahLst/>
              <a:cxnLst/>
              <a:rect l="0" t="0" r="0" b="0"/>
              <a:pathLst>
                <a:path w="5932655" h="3325460">
                  <a:moveTo>
                    <a:pt x="0" y="0"/>
                  </a:moveTo>
                  <a:lnTo>
                    <a:pt x="1483163" y="834611"/>
                  </a:lnTo>
                  <a:lnTo>
                    <a:pt x="2966327" y="1552924"/>
                  </a:lnTo>
                  <a:lnTo>
                    <a:pt x="4449491" y="3287611"/>
                  </a:lnTo>
                  <a:lnTo>
                    <a:pt x="5932655" y="332546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" name="pg14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" name="pg15"/>
            <p:cNvSpPr/>
            <p:nvPr/>
          </p:nvSpPr>
          <p:spPr>
            <a:xfrm>
              <a:off x="4162262" y="323489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" name="pg16"/>
            <p:cNvSpPr/>
            <p:nvPr/>
          </p:nvSpPr>
          <p:spPr>
            <a:xfrm>
              <a:off x="2679098" y="2559412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" name="pg17"/>
            <p:cNvSpPr/>
            <p:nvPr/>
          </p:nvSpPr>
          <p:spPr>
            <a:xfrm>
              <a:off x="5645426" y="380318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8" name="pg18"/>
            <p:cNvSpPr/>
            <p:nvPr/>
          </p:nvSpPr>
          <p:spPr>
            <a:xfrm>
              <a:off x="7128590" y="415301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" name="pt19"/>
            <p:cNvSpPr/>
            <p:nvPr/>
          </p:nvSpPr>
          <p:spPr>
            <a:xfrm>
              <a:off x="5660296" y="360618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" name="pt2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" name="pt21"/>
            <p:cNvSpPr/>
            <p:nvPr/>
          </p:nvSpPr>
          <p:spPr>
            <a:xfrm>
              <a:off x="7143460" y="398334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2" name="pt22"/>
            <p:cNvSpPr/>
            <p:nvPr/>
          </p:nvSpPr>
          <p:spPr>
            <a:xfrm>
              <a:off x="2693968" y="219672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3" name="pt23"/>
            <p:cNvSpPr/>
            <p:nvPr/>
          </p:nvSpPr>
          <p:spPr>
            <a:xfrm>
              <a:off x="4177132" y="272418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4" name="pt24"/>
            <p:cNvSpPr/>
            <p:nvPr/>
          </p:nvSpPr>
          <p:spPr>
            <a:xfrm>
              <a:off x="2693968" y="244875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5" name="pt25"/>
            <p:cNvSpPr/>
            <p:nvPr/>
          </p:nvSpPr>
          <p:spPr>
            <a:xfrm>
              <a:off x="4177132" y="315178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6" name="pt2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7" name="pt27"/>
            <p:cNvSpPr/>
            <p:nvPr/>
          </p:nvSpPr>
          <p:spPr>
            <a:xfrm>
              <a:off x="7143460" y="4758620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8" name="pt28"/>
            <p:cNvSpPr/>
            <p:nvPr/>
          </p:nvSpPr>
          <p:spPr>
            <a:xfrm>
              <a:off x="5660296" y="444044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9" name="pg29"/>
            <p:cNvSpPr/>
            <p:nvPr/>
          </p:nvSpPr>
          <p:spPr>
            <a:xfrm>
              <a:off x="2679098" y="246425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0" name="pg30"/>
            <p:cNvSpPr/>
            <p:nvPr/>
          </p:nvSpPr>
          <p:spPr>
            <a:xfrm>
              <a:off x="5645426" y="4390751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1" name="pg31"/>
            <p:cNvSpPr/>
            <p:nvPr/>
          </p:nvSpPr>
          <p:spPr>
            <a:xfrm>
              <a:off x="7128590" y="4609289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2" name="pg32"/>
            <p:cNvSpPr/>
            <p:nvPr/>
          </p:nvSpPr>
          <p:spPr>
            <a:xfrm>
              <a:off x="4162262" y="308668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" name="pg33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" name="pt34"/>
            <p:cNvSpPr/>
            <p:nvPr/>
          </p:nvSpPr>
          <p:spPr>
            <a:xfrm>
              <a:off x="5660296" y="5376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" name="pt35"/>
            <p:cNvSpPr/>
            <p:nvPr/>
          </p:nvSpPr>
          <p:spPr>
            <a:xfrm>
              <a:off x="4177132" y="3642228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" name="pt36"/>
            <p:cNvSpPr/>
            <p:nvPr/>
          </p:nvSpPr>
          <p:spPr>
            <a:xfrm>
              <a:off x="2693968" y="2923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" name="pt37"/>
            <p:cNvSpPr/>
            <p:nvPr/>
          </p:nvSpPr>
          <p:spPr>
            <a:xfrm>
              <a:off x="7143460" y="541476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" name="pt38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" name="pt39"/>
            <p:cNvSpPr/>
            <p:nvPr/>
          </p:nvSpPr>
          <p:spPr>
            <a:xfrm>
              <a:off x="2693968" y="3310093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" name="pt4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1" name="pt41"/>
            <p:cNvSpPr/>
            <p:nvPr/>
          </p:nvSpPr>
          <p:spPr>
            <a:xfrm>
              <a:off x="7143460" y="541635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2" name="pt42"/>
            <p:cNvSpPr/>
            <p:nvPr/>
          </p:nvSpPr>
          <p:spPr>
            <a:xfrm>
              <a:off x="4177132" y="399647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3" name="pt43"/>
            <p:cNvSpPr/>
            <p:nvPr/>
          </p:nvSpPr>
          <p:spPr>
            <a:xfrm>
              <a:off x="5660296" y="535933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4" name="pt44"/>
            <p:cNvSpPr/>
            <p:nvPr/>
          </p:nvSpPr>
          <p:spPr>
            <a:xfrm>
              <a:off x="2693968" y="231194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5" name="pt45"/>
            <p:cNvSpPr/>
            <p:nvPr/>
          </p:nvSpPr>
          <p:spPr>
            <a:xfrm>
              <a:off x="5660296" y="398926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6" name="pt4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7" name="pt47"/>
            <p:cNvSpPr/>
            <p:nvPr/>
          </p:nvSpPr>
          <p:spPr>
            <a:xfrm>
              <a:off x="4177132" y="295329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8" name="pt48"/>
            <p:cNvSpPr/>
            <p:nvPr/>
          </p:nvSpPr>
          <p:spPr>
            <a:xfrm>
              <a:off x="7143460" y="414486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9" name="pt49"/>
            <p:cNvSpPr/>
            <p:nvPr/>
          </p:nvSpPr>
          <p:spPr>
            <a:xfrm>
              <a:off x="5660296" y="3870413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0" name="pt50"/>
            <p:cNvSpPr/>
            <p:nvPr/>
          </p:nvSpPr>
          <p:spPr>
            <a:xfrm>
              <a:off x="7143460" y="402317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1" name="pt51"/>
            <p:cNvSpPr/>
            <p:nvPr/>
          </p:nvSpPr>
          <p:spPr>
            <a:xfrm>
              <a:off x="2693968" y="267138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2" name="pt52"/>
            <p:cNvSpPr/>
            <p:nvPr/>
          </p:nvSpPr>
          <p:spPr>
            <a:xfrm>
              <a:off x="4177132" y="322430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3" name="pt53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4" name="pl54"/>
            <p:cNvSpPr/>
            <p:nvPr/>
          </p:nvSpPr>
          <p:spPr>
            <a:xfrm>
              <a:off x="972874" y="1977762"/>
              <a:ext cx="0" cy="374538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5" name="tx55"/>
            <p:cNvSpPr/>
            <p:nvPr/>
          </p:nvSpPr>
          <p:spPr>
            <a:xfrm>
              <a:off x="692708" y="551284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92708" y="466162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92708" y="3810401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295917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38079" y="5552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1" name="pl61"/>
            <p:cNvSpPr/>
            <p:nvPr/>
          </p:nvSpPr>
          <p:spPr>
            <a:xfrm>
              <a:off x="938079" y="47016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2" name="pl62"/>
            <p:cNvSpPr/>
            <p:nvPr/>
          </p:nvSpPr>
          <p:spPr>
            <a:xfrm>
              <a:off x="938079" y="3850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3" name="pl63"/>
            <p:cNvSpPr/>
            <p:nvPr/>
          </p:nvSpPr>
          <p:spPr>
            <a:xfrm>
              <a:off x="938079" y="29992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4" name="pl64"/>
            <p:cNvSpPr/>
            <p:nvPr/>
          </p:nvSpPr>
          <p:spPr>
            <a:xfrm>
              <a:off x="938079" y="21480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5" name="pl65"/>
            <p:cNvSpPr/>
            <p:nvPr/>
          </p:nvSpPr>
          <p:spPr>
            <a:xfrm>
              <a:off x="972874" y="5723142"/>
              <a:ext cx="6525921" cy="0"/>
            </a:xfrm>
            <a:custGeom>
              <a:avLst/>
              <a:gdLst/>
              <a:ahLst/>
              <a:cxnLst/>
              <a:rect l="0" t="0" r="0" b="0"/>
              <a:pathLst>
                <a:path w="6525921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6" name="pl66"/>
            <p:cNvSpPr/>
            <p:nvPr/>
          </p:nvSpPr>
          <p:spPr>
            <a:xfrm>
              <a:off x="275267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7" name="pl67"/>
            <p:cNvSpPr/>
            <p:nvPr/>
          </p:nvSpPr>
          <p:spPr>
            <a:xfrm>
              <a:off x="423583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8" name="pl68"/>
            <p:cNvSpPr/>
            <p:nvPr/>
          </p:nvSpPr>
          <p:spPr>
            <a:xfrm>
              <a:off x="571899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9" name="pl69"/>
            <p:cNvSpPr/>
            <p:nvPr/>
          </p:nvSpPr>
          <p:spPr>
            <a:xfrm>
              <a:off x="720216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0" name="tx70"/>
            <p:cNvSpPr/>
            <p:nvPr/>
          </p:nvSpPr>
          <p:spPr>
            <a:xfrm>
              <a:off x="2574363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985975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40690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952302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11655" y="5925448"/>
              <a:ext cx="10483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5" name="tx75"/>
            <p:cNvSpPr/>
            <p:nvPr/>
          </p:nvSpPr>
          <p:spPr>
            <a:xfrm rot="-5400000">
              <a:off x="328455" y="38003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77" name="tx77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004"/>
                </a:lnSpc>
              </a:pPr>
              <a:r>
                <a:rPr sz="100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79" name="pl79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0" name="pt80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1" name="rc81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2" name="pl82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3" name="pt83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4" name="rc84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5" name="pl85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6" name="pt86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7" name="rc87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8" name="pl88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9" name="pt89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0" name="rc90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1" name="pl91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2" name="pg92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3" name="rc93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4" name="pl94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5" name="pg95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6" name="rc96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7" name="pl97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8" name="pt98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9" name="rc99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00" name="pl100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1" name="pt101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2" name="tx102"/>
            <p:cNvSpPr/>
            <p:nvPr/>
          </p:nvSpPr>
          <p:spPr>
            <a:xfrm>
              <a:off x="7996607" y="2353495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996607" y="2572951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996607" y="2792407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301186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3231319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450775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670231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889687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72874" y="1669789"/>
              <a:ext cx="4601443" cy="182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434"/>
                </a:lnSpc>
              </a:pPr>
              <a:r>
                <a:rPr sz="143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York River: Oyster Survival thru Time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821317" y="8746810"/>
            <a:ext cx="5902166" cy="3245964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977762"/>
              <a:ext cx="6556919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6" name="pl6"/>
            <p:cNvSpPr/>
            <p:nvPr/>
          </p:nvSpPr>
          <p:spPr>
            <a:xfrm>
              <a:off x="1239918" y="2805880"/>
              <a:ext cx="5960835" cy="2747017"/>
            </a:xfrm>
            <a:custGeom>
              <a:avLst/>
              <a:gdLst/>
              <a:ahLst/>
              <a:cxnLst/>
              <a:rect l="0" t="0" r="0" b="0"/>
              <a:pathLst>
                <a:path w="5960835" h="2747017">
                  <a:moveTo>
                    <a:pt x="0" y="2747017"/>
                  </a:moveTo>
                  <a:lnTo>
                    <a:pt x="1490208" y="1485011"/>
                  </a:lnTo>
                  <a:lnTo>
                    <a:pt x="2980417" y="1235131"/>
                  </a:lnTo>
                  <a:lnTo>
                    <a:pt x="4470626" y="516657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" name="pl7"/>
            <p:cNvSpPr/>
            <p:nvPr/>
          </p:nvSpPr>
          <p:spPr>
            <a:xfrm>
              <a:off x="1239918" y="2566669"/>
              <a:ext cx="5960835" cy="2986228"/>
            </a:xfrm>
            <a:custGeom>
              <a:avLst/>
              <a:gdLst/>
              <a:ahLst/>
              <a:cxnLst/>
              <a:rect l="0" t="0" r="0" b="0"/>
              <a:pathLst>
                <a:path w="5960835" h="2986228">
                  <a:moveTo>
                    <a:pt x="0" y="2986228"/>
                  </a:moveTo>
                  <a:lnTo>
                    <a:pt x="1490208" y="1727249"/>
                  </a:lnTo>
                  <a:lnTo>
                    <a:pt x="2980417" y="1568017"/>
                  </a:lnTo>
                  <a:lnTo>
                    <a:pt x="4470626" y="407739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" name="pl8"/>
            <p:cNvSpPr/>
            <p:nvPr/>
          </p:nvSpPr>
          <p:spPr>
            <a:xfrm>
              <a:off x="1239918" y="2954704"/>
              <a:ext cx="5960835" cy="2598194"/>
            </a:xfrm>
            <a:custGeom>
              <a:avLst/>
              <a:gdLst/>
              <a:ahLst/>
              <a:cxnLst/>
              <a:rect l="0" t="0" r="0" b="0"/>
              <a:pathLst>
                <a:path w="5960835" h="2598194">
                  <a:moveTo>
                    <a:pt x="0" y="2598194"/>
                  </a:moveTo>
                  <a:lnTo>
                    <a:pt x="1490208" y="1377891"/>
                  </a:lnTo>
                  <a:lnTo>
                    <a:pt x="2980417" y="1241213"/>
                  </a:lnTo>
                  <a:lnTo>
                    <a:pt x="4470626" y="635602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" name="pl9"/>
            <p:cNvSpPr/>
            <p:nvPr/>
          </p:nvSpPr>
          <p:spPr>
            <a:xfrm>
              <a:off x="1239918" y="2783719"/>
              <a:ext cx="5960835" cy="2769178"/>
            </a:xfrm>
            <a:custGeom>
              <a:avLst/>
              <a:gdLst/>
              <a:ahLst/>
              <a:cxnLst/>
              <a:rect l="0" t="0" r="0" b="0"/>
              <a:pathLst>
                <a:path w="5960835" h="2769178">
                  <a:moveTo>
                    <a:pt x="0" y="2769178"/>
                  </a:moveTo>
                  <a:lnTo>
                    <a:pt x="1490208" y="1743136"/>
                  </a:lnTo>
                  <a:lnTo>
                    <a:pt x="2980417" y="1417409"/>
                  </a:lnTo>
                  <a:lnTo>
                    <a:pt x="4470626" y="714781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" name="pl10"/>
            <p:cNvSpPr/>
            <p:nvPr/>
          </p:nvSpPr>
          <p:spPr>
            <a:xfrm>
              <a:off x="1239918" y="2492409"/>
              <a:ext cx="5960835" cy="3060488"/>
            </a:xfrm>
            <a:custGeom>
              <a:avLst/>
              <a:gdLst/>
              <a:ahLst/>
              <a:cxnLst/>
              <a:rect l="0" t="0" r="0" b="0"/>
              <a:pathLst>
                <a:path w="5960835" h="3060488">
                  <a:moveTo>
                    <a:pt x="0" y="3060488"/>
                  </a:moveTo>
                  <a:lnTo>
                    <a:pt x="1490208" y="1659659"/>
                  </a:lnTo>
                  <a:lnTo>
                    <a:pt x="2980417" y="1568973"/>
                  </a:lnTo>
                  <a:lnTo>
                    <a:pt x="4470626" y="477226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" name="pl11"/>
            <p:cNvSpPr/>
            <p:nvPr/>
          </p:nvSpPr>
          <p:spPr>
            <a:xfrm>
              <a:off x="1239918" y="2623070"/>
              <a:ext cx="5960835" cy="2929827"/>
            </a:xfrm>
            <a:custGeom>
              <a:avLst/>
              <a:gdLst/>
              <a:ahLst/>
              <a:cxnLst/>
              <a:rect l="0" t="0" r="0" b="0"/>
              <a:pathLst>
                <a:path w="5960835" h="2929827">
                  <a:moveTo>
                    <a:pt x="0" y="2929827"/>
                  </a:moveTo>
                  <a:lnTo>
                    <a:pt x="1490208" y="1817037"/>
                  </a:lnTo>
                  <a:lnTo>
                    <a:pt x="2980417" y="1506310"/>
                  </a:lnTo>
                  <a:lnTo>
                    <a:pt x="4470626" y="606144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" name="pl12"/>
            <p:cNvSpPr/>
            <p:nvPr/>
          </p:nvSpPr>
          <p:spPr>
            <a:xfrm>
              <a:off x="1239918" y="3835860"/>
              <a:ext cx="5960835" cy="1717038"/>
            </a:xfrm>
            <a:custGeom>
              <a:avLst/>
              <a:gdLst/>
              <a:ahLst/>
              <a:cxnLst/>
              <a:rect l="0" t="0" r="0" b="0"/>
              <a:pathLst>
                <a:path w="5960835" h="1717038">
                  <a:moveTo>
                    <a:pt x="0" y="1717038"/>
                  </a:moveTo>
                  <a:lnTo>
                    <a:pt x="1490208" y="856344"/>
                  </a:lnTo>
                  <a:lnTo>
                    <a:pt x="2980417" y="621000"/>
                  </a:lnTo>
                  <a:lnTo>
                    <a:pt x="4470626" y="47182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" name="pl13"/>
            <p:cNvSpPr/>
            <p:nvPr/>
          </p:nvSpPr>
          <p:spPr>
            <a:xfrm>
              <a:off x="1239918" y="3163168"/>
              <a:ext cx="5960835" cy="2389729"/>
            </a:xfrm>
            <a:custGeom>
              <a:avLst/>
              <a:gdLst/>
              <a:ahLst/>
              <a:cxnLst/>
              <a:rect l="0" t="0" r="0" b="0"/>
              <a:pathLst>
                <a:path w="5960835" h="2389729">
                  <a:moveTo>
                    <a:pt x="0" y="2389729"/>
                  </a:moveTo>
                  <a:lnTo>
                    <a:pt x="1490208" y="1357416"/>
                  </a:lnTo>
                  <a:lnTo>
                    <a:pt x="2980417" y="1232066"/>
                  </a:lnTo>
                  <a:lnTo>
                    <a:pt x="4470626" y="80373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" name="pg14"/>
            <p:cNvSpPr/>
            <p:nvPr/>
          </p:nvSpPr>
          <p:spPr>
            <a:xfrm>
              <a:off x="5636972" y="3155641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" name="pg15"/>
            <p:cNvSpPr/>
            <p:nvPr/>
          </p:nvSpPr>
          <p:spPr>
            <a:xfrm>
              <a:off x="4146763" y="405580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" name="pg16"/>
            <p:cNvSpPr/>
            <p:nvPr/>
          </p:nvSpPr>
          <p:spPr>
            <a:xfrm>
              <a:off x="7127181" y="254949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" name="pg17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8" name="pg18"/>
            <p:cNvSpPr/>
            <p:nvPr/>
          </p:nvSpPr>
          <p:spPr>
            <a:xfrm>
              <a:off x="2656554" y="43665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" name="pt19"/>
            <p:cNvSpPr/>
            <p:nvPr/>
          </p:nvSpPr>
          <p:spPr>
            <a:xfrm>
              <a:off x="7142051" y="2896001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" name="pt20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" name="pt21"/>
            <p:cNvSpPr/>
            <p:nvPr/>
          </p:nvSpPr>
          <p:spPr>
            <a:xfrm>
              <a:off x="4161633" y="413721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2" name="pt22"/>
            <p:cNvSpPr/>
            <p:nvPr/>
          </p:nvSpPr>
          <p:spPr>
            <a:xfrm>
              <a:off x="2671424" y="4273892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3" name="pt23"/>
            <p:cNvSpPr/>
            <p:nvPr/>
          </p:nvSpPr>
          <p:spPr>
            <a:xfrm>
              <a:off x="5651842" y="35316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4" name="pt24"/>
            <p:cNvSpPr/>
            <p:nvPr/>
          </p:nvSpPr>
          <p:spPr>
            <a:xfrm>
              <a:off x="4161633" y="407598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5" name="pt2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6" name="pt26"/>
            <p:cNvSpPr/>
            <p:nvPr/>
          </p:nvSpPr>
          <p:spPr>
            <a:xfrm>
              <a:off x="5651842" y="291570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7" name="pt27"/>
            <p:cNvSpPr/>
            <p:nvPr/>
          </p:nvSpPr>
          <p:spPr>
            <a:xfrm>
              <a:off x="2671424" y="423521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8" name="pt28"/>
            <p:cNvSpPr/>
            <p:nvPr/>
          </p:nvSpPr>
          <p:spPr>
            <a:xfrm>
              <a:off x="7142051" y="250796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9" name="pg29"/>
            <p:cNvSpPr/>
            <p:nvPr/>
          </p:nvSpPr>
          <p:spPr>
            <a:xfrm>
              <a:off x="2656554" y="4078496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0" name="pg30"/>
            <p:cNvSpPr/>
            <p:nvPr/>
          </p:nvSpPr>
          <p:spPr>
            <a:xfrm>
              <a:off x="7127181" y="2418836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1" name="pg31"/>
            <p:cNvSpPr/>
            <p:nvPr/>
          </p:nvSpPr>
          <p:spPr>
            <a:xfrm>
              <a:off x="4146763" y="3987809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2" name="pg32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" name="pg33"/>
            <p:cNvSpPr/>
            <p:nvPr/>
          </p:nvSpPr>
          <p:spPr>
            <a:xfrm>
              <a:off x="5636972" y="2896062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" name="pt34"/>
            <p:cNvSpPr/>
            <p:nvPr/>
          </p:nvSpPr>
          <p:spPr>
            <a:xfrm>
              <a:off x="5651842" y="3908197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" name="pt35"/>
            <p:cNvSpPr/>
            <p:nvPr/>
          </p:nvSpPr>
          <p:spPr>
            <a:xfrm>
              <a:off x="4161633" y="433653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" name="pt36"/>
            <p:cNvSpPr/>
            <p:nvPr/>
          </p:nvSpPr>
          <p:spPr>
            <a:xfrm>
              <a:off x="2671424" y="446188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" name="pt37"/>
            <p:cNvSpPr/>
            <p:nvPr/>
          </p:nvSpPr>
          <p:spPr>
            <a:xfrm>
              <a:off x="7142051" y="3104466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" name="pt38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" name="pt39"/>
            <p:cNvSpPr/>
            <p:nvPr/>
          </p:nvSpPr>
          <p:spPr>
            <a:xfrm>
              <a:off x="7142051" y="3777157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" name="pt40"/>
            <p:cNvSpPr/>
            <p:nvPr/>
          </p:nvSpPr>
          <p:spPr>
            <a:xfrm>
              <a:off x="5651842" y="424897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1" name="pt41"/>
            <p:cNvSpPr/>
            <p:nvPr/>
          </p:nvSpPr>
          <p:spPr>
            <a:xfrm>
              <a:off x="4161633" y="439815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2" name="pt42"/>
            <p:cNvSpPr/>
            <p:nvPr/>
          </p:nvSpPr>
          <p:spPr>
            <a:xfrm>
              <a:off x="2671424" y="4633502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3" name="pt43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4" name="pt44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5" name="pt45"/>
            <p:cNvSpPr/>
            <p:nvPr/>
          </p:nvSpPr>
          <p:spPr>
            <a:xfrm>
              <a:off x="4161633" y="398230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6" name="pt46"/>
            <p:cNvSpPr/>
            <p:nvPr/>
          </p:nvSpPr>
          <p:spPr>
            <a:xfrm>
              <a:off x="7142051" y="2747177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7" name="pt47"/>
            <p:cNvSpPr/>
            <p:nvPr/>
          </p:nvSpPr>
          <p:spPr>
            <a:xfrm>
              <a:off x="2671424" y="423218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8" name="pt48"/>
            <p:cNvSpPr/>
            <p:nvPr/>
          </p:nvSpPr>
          <p:spPr>
            <a:xfrm>
              <a:off x="5651842" y="326383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9" name="pt49"/>
            <p:cNvSpPr/>
            <p:nvPr/>
          </p:nvSpPr>
          <p:spPr>
            <a:xfrm>
              <a:off x="7142051" y="2725017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0" name="pt50"/>
            <p:cNvSpPr/>
            <p:nvPr/>
          </p:nvSpPr>
          <p:spPr>
            <a:xfrm>
              <a:off x="5651842" y="3439798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1" name="pt51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2" name="pt52"/>
            <p:cNvSpPr/>
            <p:nvPr/>
          </p:nvSpPr>
          <p:spPr>
            <a:xfrm>
              <a:off x="2671424" y="446815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3" name="pt53"/>
            <p:cNvSpPr/>
            <p:nvPr/>
          </p:nvSpPr>
          <p:spPr>
            <a:xfrm>
              <a:off x="4161633" y="4142426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4" name="pl54"/>
            <p:cNvSpPr/>
            <p:nvPr/>
          </p:nvSpPr>
          <p:spPr>
            <a:xfrm>
              <a:off x="941876" y="1977762"/>
              <a:ext cx="0" cy="374538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5" name="tx55"/>
            <p:cNvSpPr/>
            <p:nvPr/>
          </p:nvSpPr>
          <p:spPr>
            <a:xfrm>
              <a:off x="817066" y="5512847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466162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3810401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4887" y="2959178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07081" y="5552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1" name="pl61"/>
            <p:cNvSpPr/>
            <p:nvPr/>
          </p:nvSpPr>
          <p:spPr>
            <a:xfrm>
              <a:off x="907081" y="47016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2" name="pl62"/>
            <p:cNvSpPr/>
            <p:nvPr/>
          </p:nvSpPr>
          <p:spPr>
            <a:xfrm>
              <a:off x="907081" y="3850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3" name="pl63"/>
            <p:cNvSpPr/>
            <p:nvPr/>
          </p:nvSpPr>
          <p:spPr>
            <a:xfrm>
              <a:off x="907081" y="29992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4" name="pl64"/>
            <p:cNvSpPr/>
            <p:nvPr/>
          </p:nvSpPr>
          <p:spPr>
            <a:xfrm>
              <a:off x="907081" y="21480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5" name="pl65"/>
            <p:cNvSpPr/>
            <p:nvPr/>
          </p:nvSpPr>
          <p:spPr>
            <a:xfrm>
              <a:off x="941876" y="5723142"/>
              <a:ext cx="6556919" cy="0"/>
            </a:xfrm>
            <a:custGeom>
              <a:avLst/>
              <a:gdLst/>
              <a:ahLst/>
              <a:cxnLst/>
              <a:rect l="0" t="0" r="0" b="0"/>
              <a:pathLst>
                <a:path w="6556919">
                  <a:moveTo>
                    <a:pt x="0" y="0"/>
                  </a:moveTo>
                  <a:lnTo>
                    <a:pt x="655691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6" name="pl66"/>
            <p:cNvSpPr/>
            <p:nvPr/>
          </p:nvSpPr>
          <p:spPr>
            <a:xfrm>
              <a:off x="123991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7" name="pl67"/>
            <p:cNvSpPr/>
            <p:nvPr/>
          </p:nvSpPr>
          <p:spPr>
            <a:xfrm>
              <a:off x="273012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8" name="pl68"/>
            <p:cNvSpPr/>
            <p:nvPr/>
          </p:nvSpPr>
          <p:spPr>
            <a:xfrm>
              <a:off x="422033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9" name="pl69"/>
            <p:cNvSpPr/>
            <p:nvPr/>
          </p:nvSpPr>
          <p:spPr>
            <a:xfrm>
              <a:off x="571054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0" name="pl70"/>
            <p:cNvSpPr/>
            <p:nvPr/>
          </p:nvSpPr>
          <p:spPr>
            <a:xfrm>
              <a:off x="720075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1" name="tx71"/>
            <p:cNvSpPr/>
            <p:nvPr/>
          </p:nvSpPr>
          <p:spPr>
            <a:xfrm>
              <a:off x="990058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551818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970476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532236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950893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696156" y="5925448"/>
              <a:ext cx="10483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6175" y="3800343"/>
              <a:ext cx="114144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Shell 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79" name="tx79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004"/>
                </a:lnSpc>
              </a:pPr>
              <a:r>
                <a:rPr sz="100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1" name="pl81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2" name="pt82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3" name="rc83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4" name="pl84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5" name="pt85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6" name="rc86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7" name="pl87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8" name="pt88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9" name="rc89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0" name="pl90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1" name="pt91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2" name="rc92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3" name="pl93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4" name="pg94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5" name="rc95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6" name="pl96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7" name="pg97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8" name="rc98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9" name="pl99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0" name="pt100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1" name="rc101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02" name="pl102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3" name="pt103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4" name="tx104"/>
            <p:cNvSpPr/>
            <p:nvPr/>
          </p:nvSpPr>
          <p:spPr>
            <a:xfrm>
              <a:off x="7996607" y="2353495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2572951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2792407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011863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231319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450775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996607" y="3670231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96607" y="3889687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41876" y="1669789"/>
              <a:ext cx="5011917" cy="182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434"/>
                </a:lnSpc>
              </a:pPr>
              <a:r>
                <a:rPr sz="143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Lewisetta: Oyster Shell Length thru Time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821317" y="8746810"/>
            <a:ext cx="5902166" cy="3245964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977762"/>
              <a:ext cx="6556919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6" name="pl6"/>
            <p:cNvSpPr/>
            <p:nvPr/>
          </p:nvSpPr>
          <p:spPr>
            <a:xfrm>
              <a:off x="1239918" y="3695584"/>
              <a:ext cx="5960835" cy="1857313"/>
            </a:xfrm>
            <a:custGeom>
              <a:avLst/>
              <a:gdLst/>
              <a:ahLst/>
              <a:cxnLst/>
              <a:rect l="0" t="0" r="0" b="0"/>
              <a:pathLst>
                <a:path w="5960835" h="1857313">
                  <a:moveTo>
                    <a:pt x="0" y="1857313"/>
                  </a:moveTo>
                  <a:lnTo>
                    <a:pt x="1490208" y="822912"/>
                  </a:lnTo>
                  <a:lnTo>
                    <a:pt x="2980417" y="596359"/>
                  </a:lnTo>
                  <a:lnTo>
                    <a:pt x="4470626" y="592038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" name="pl7"/>
            <p:cNvSpPr/>
            <p:nvPr/>
          </p:nvSpPr>
          <p:spPr>
            <a:xfrm>
              <a:off x="1239918" y="3644611"/>
              <a:ext cx="5960835" cy="1908286"/>
            </a:xfrm>
            <a:custGeom>
              <a:avLst/>
              <a:gdLst/>
              <a:ahLst/>
              <a:cxnLst/>
              <a:rect l="0" t="0" r="0" b="0"/>
              <a:pathLst>
                <a:path w="5960835" h="1908286">
                  <a:moveTo>
                    <a:pt x="0" y="1908286"/>
                  </a:moveTo>
                  <a:lnTo>
                    <a:pt x="1490208" y="960895"/>
                  </a:lnTo>
                  <a:lnTo>
                    <a:pt x="2980417" y="778997"/>
                  </a:lnTo>
                  <a:lnTo>
                    <a:pt x="4470626" y="597193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" name="pl8"/>
            <p:cNvSpPr/>
            <p:nvPr/>
          </p:nvSpPr>
          <p:spPr>
            <a:xfrm>
              <a:off x="1239918" y="3494300"/>
              <a:ext cx="5960835" cy="2058597"/>
            </a:xfrm>
            <a:custGeom>
              <a:avLst/>
              <a:gdLst/>
              <a:ahLst/>
              <a:cxnLst/>
              <a:rect l="0" t="0" r="0" b="0"/>
              <a:pathLst>
                <a:path w="5960835" h="2058597">
                  <a:moveTo>
                    <a:pt x="0" y="2058597"/>
                  </a:moveTo>
                  <a:lnTo>
                    <a:pt x="1490208" y="816201"/>
                  </a:lnTo>
                  <a:lnTo>
                    <a:pt x="2980417" y="640624"/>
                  </a:lnTo>
                  <a:lnTo>
                    <a:pt x="4470626" y="24150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" name="pl9"/>
            <p:cNvSpPr/>
            <p:nvPr/>
          </p:nvSpPr>
          <p:spPr>
            <a:xfrm>
              <a:off x="1239918" y="3568424"/>
              <a:ext cx="5960835" cy="1984473"/>
            </a:xfrm>
            <a:custGeom>
              <a:avLst/>
              <a:gdLst/>
              <a:ahLst/>
              <a:cxnLst/>
              <a:rect l="0" t="0" r="0" b="0"/>
              <a:pathLst>
                <a:path w="5960835" h="1984473">
                  <a:moveTo>
                    <a:pt x="0" y="1984473"/>
                  </a:moveTo>
                  <a:lnTo>
                    <a:pt x="1490208" y="942476"/>
                  </a:lnTo>
                  <a:lnTo>
                    <a:pt x="2980417" y="741688"/>
                  </a:lnTo>
                  <a:lnTo>
                    <a:pt x="4470626" y="31685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" name="pl10"/>
            <p:cNvSpPr/>
            <p:nvPr/>
          </p:nvSpPr>
          <p:spPr>
            <a:xfrm>
              <a:off x="1239918" y="3273817"/>
              <a:ext cx="5960835" cy="2279080"/>
            </a:xfrm>
            <a:custGeom>
              <a:avLst/>
              <a:gdLst/>
              <a:ahLst/>
              <a:cxnLst/>
              <a:rect l="0" t="0" r="0" b="0"/>
              <a:pathLst>
                <a:path w="5960835" h="2279080">
                  <a:moveTo>
                    <a:pt x="0" y="2279080"/>
                  </a:moveTo>
                  <a:lnTo>
                    <a:pt x="1490208" y="1054136"/>
                  </a:lnTo>
                  <a:lnTo>
                    <a:pt x="2980417" y="984935"/>
                  </a:lnTo>
                  <a:lnTo>
                    <a:pt x="4470626" y="6749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" name="pl11"/>
            <p:cNvSpPr/>
            <p:nvPr/>
          </p:nvSpPr>
          <p:spPr>
            <a:xfrm>
              <a:off x="1239918" y="3197174"/>
              <a:ext cx="5960835" cy="2355723"/>
            </a:xfrm>
            <a:custGeom>
              <a:avLst/>
              <a:gdLst/>
              <a:ahLst/>
              <a:cxnLst/>
              <a:rect l="0" t="0" r="0" b="0"/>
              <a:pathLst>
                <a:path w="5960835" h="2355723">
                  <a:moveTo>
                    <a:pt x="0" y="2355723"/>
                  </a:moveTo>
                  <a:lnTo>
                    <a:pt x="1490208" y="1268911"/>
                  </a:lnTo>
                  <a:lnTo>
                    <a:pt x="2980417" y="1098425"/>
                  </a:lnTo>
                  <a:lnTo>
                    <a:pt x="4470626" y="476771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" name="pl12"/>
            <p:cNvSpPr/>
            <p:nvPr/>
          </p:nvSpPr>
          <p:spPr>
            <a:xfrm>
              <a:off x="1239918" y="4015022"/>
              <a:ext cx="5960835" cy="1537875"/>
            </a:xfrm>
            <a:custGeom>
              <a:avLst/>
              <a:gdLst/>
              <a:ahLst/>
              <a:cxnLst/>
              <a:rect l="0" t="0" r="0" b="0"/>
              <a:pathLst>
                <a:path w="5960835" h="1537875">
                  <a:moveTo>
                    <a:pt x="0" y="1537875"/>
                  </a:moveTo>
                  <a:lnTo>
                    <a:pt x="1490208" y="650172"/>
                  </a:lnTo>
                  <a:lnTo>
                    <a:pt x="2980417" y="562491"/>
                  </a:lnTo>
                  <a:lnTo>
                    <a:pt x="4470626" y="252124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" name="pl13"/>
            <p:cNvSpPr/>
            <p:nvPr/>
          </p:nvSpPr>
          <p:spPr>
            <a:xfrm>
              <a:off x="1239918" y="3657508"/>
              <a:ext cx="5960835" cy="1895389"/>
            </a:xfrm>
            <a:custGeom>
              <a:avLst/>
              <a:gdLst/>
              <a:ahLst/>
              <a:cxnLst/>
              <a:rect l="0" t="0" r="0" b="0"/>
              <a:pathLst>
                <a:path w="5960835" h="1895389">
                  <a:moveTo>
                    <a:pt x="0" y="1895389"/>
                  </a:moveTo>
                  <a:lnTo>
                    <a:pt x="1490208" y="793086"/>
                  </a:lnTo>
                  <a:lnTo>
                    <a:pt x="2980417" y="716058"/>
                  </a:lnTo>
                  <a:lnTo>
                    <a:pt x="4470626" y="6185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" name="pg14"/>
            <p:cNvSpPr/>
            <p:nvPr/>
          </p:nvSpPr>
          <p:spPr>
            <a:xfrm>
              <a:off x="4146763" y="422202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" name="pg15"/>
            <p:cNvSpPr/>
            <p:nvPr/>
          </p:nvSpPr>
          <p:spPr>
            <a:xfrm>
              <a:off x="2656554" y="439251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" name="pg16"/>
            <p:cNvSpPr/>
            <p:nvPr/>
          </p:nvSpPr>
          <p:spPr>
            <a:xfrm>
              <a:off x="5636972" y="360037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" name="pg17"/>
            <p:cNvSpPr/>
            <p:nvPr/>
          </p:nvSpPr>
          <p:spPr>
            <a:xfrm>
              <a:off x="7127181" y="3123602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8" name="pg18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" name="pt19"/>
            <p:cNvSpPr/>
            <p:nvPr/>
          </p:nvSpPr>
          <p:spPr>
            <a:xfrm>
              <a:off x="7142051" y="3435598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" name="pt20"/>
            <p:cNvSpPr/>
            <p:nvPr/>
          </p:nvSpPr>
          <p:spPr>
            <a:xfrm>
              <a:off x="4161633" y="407622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" name="pt21"/>
            <p:cNvSpPr/>
            <p:nvPr/>
          </p:nvSpPr>
          <p:spPr>
            <a:xfrm>
              <a:off x="5651842" y="36771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2" name="pt22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3" name="pt23"/>
            <p:cNvSpPr/>
            <p:nvPr/>
          </p:nvSpPr>
          <p:spPr>
            <a:xfrm>
              <a:off x="2671424" y="4251800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4" name="pt24"/>
            <p:cNvSpPr/>
            <p:nvPr/>
          </p:nvSpPr>
          <p:spPr>
            <a:xfrm>
              <a:off x="2671424" y="45468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5" name="pt2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6" name="pt26"/>
            <p:cNvSpPr/>
            <p:nvPr/>
          </p:nvSpPr>
          <p:spPr>
            <a:xfrm>
              <a:off x="5651842" y="418310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7" name="pt27"/>
            <p:cNvSpPr/>
            <p:nvPr/>
          </p:nvSpPr>
          <p:spPr>
            <a:xfrm>
              <a:off x="4161633" y="4364906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8" name="pt28"/>
            <p:cNvSpPr/>
            <p:nvPr/>
          </p:nvSpPr>
          <p:spPr>
            <a:xfrm>
              <a:off x="7142051" y="3585908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9" name="pg29"/>
            <p:cNvSpPr/>
            <p:nvPr/>
          </p:nvSpPr>
          <p:spPr>
            <a:xfrm>
              <a:off x="7127181" y="320024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0" name="pg30"/>
            <p:cNvSpPr/>
            <p:nvPr/>
          </p:nvSpPr>
          <p:spPr>
            <a:xfrm>
              <a:off x="1166345" y="547932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1" name="pg31"/>
            <p:cNvSpPr/>
            <p:nvPr/>
          </p:nvSpPr>
          <p:spPr>
            <a:xfrm>
              <a:off x="2656554" y="4254381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2" name="pg32"/>
            <p:cNvSpPr/>
            <p:nvPr/>
          </p:nvSpPr>
          <p:spPr>
            <a:xfrm>
              <a:off x="5636972" y="387520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" name="pg33"/>
            <p:cNvSpPr/>
            <p:nvPr/>
          </p:nvSpPr>
          <p:spPr>
            <a:xfrm>
              <a:off x="4146763" y="418518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" name="pt34"/>
            <p:cNvSpPr/>
            <p:nvPr/>
          </p:nvSpPr>
          <p:spPr>
            <a:xfrm>
              <a:off x="4161633" y="431486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" name="pt35"/>
            <p:cNvSpPr/>
            <p:nvPr/>
          </p:nvSpPr>
          <p:spPr>
            <a:xfrm>
              <a:off x="5651842" y="4217361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" name="pt36"/>
            <p:cNvSpPr/>
            <p:nvPr/>
          </p:nvSpPr>
          <p:spPr>
            <a:xfrm>
              <a:off x="2671424" y="439189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" name="pt37"/>
            <p:cNvSpPr/>
            <p:nvPr/>
          </p:nvSpPr>
          <p:spPr>
            <a:xfrm>
              <a:off x="7142051" y="3598806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" name="pt38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" name="pt39"/>
            <p:cNvSpPr/>
            <p:nvPr/>
          </p:nvSpPr>
          <p:spPr>
            <a:xfrm>
              <a:off x="7142051" y="395631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" name="pt40"/>
            <p:cNvSpPr/>
            <p:nvPr/>
          </p:nvSpPr>
          <p:spPr>
            <a:xfrm>
              <a:off x="5651842" y="4208443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1" name="pt41"/>
            <p:cNvSpPr/>
            <p:nvPr/>
          </p:nvSpPr>
          <p:spPr>
            <a:xfrm>
              <a:off x="4161633" y="4518811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2" name="pt42"/>
            <p:cNvSpPr/>
            <p:nvPr/>
          </p:nvSpPr>
          <p:spPr>
            <a:xfrm>
              <a:off x="2671424" y="4606491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3" name="pt43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4" name="pt44"/>
            <p:cNvSpPr/>
            <p:nvPr/>
          </p:nvSpPr>
          <p:spPr>
            <a:xfrm>
              <a:off x="7142051" y="3636882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5" name="pt45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6" name="pt46"/>
            <p:cNvSpPr/>
            <p:nvPr/>
          </p:nvSpPr>
          <p:spPr>
            <a:xfrm>
              <a:off x="4161633" y="423324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7" name="pt47"/>
            <p:cNvSpPr/>
            <p:nvPr/>
          </p:nvSpPr>
          <p:spPr>
            <a:xfrm>
              <a:off x="2671424" y="445979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8" name="pt48"/>
            <p:cNvSpPr/>
            <p:nvPr/>
          </p:nvSpPr>
          <p:spPr>
            <a:xfrm>
              <a:off x="5651842" y="422892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9" name="pt49"/>
            <p:cNvSpPr/>
            <p:nvPr/>
          </p:nvSpPr>
          <p:spPr>
            <a:xfrm>
              <a:off x="5651842" y="3826572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0" name="pt50"/>
            <p:cNvSpPr/>
            <p:nvPr/>
          </p:nvSpPr>
          <p:spPr>
            <a:xfrm>
              <a:off x="1181215" y="549419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1" name="pt51"/>
            <p:cNvSpPr/>
            <p:nvPr/>
          </p:nvSpPr>
          <p:spPr>
            <a:xfrm>
              <a:off x="2671424" y="4452198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2" name="pt52"/>
            <p:cNvSpPr/>
            <p:nvPr/>
          </p:nvSpPr>
          <p:spPr>
            <a:xfrm>
              <a:off x="4161633" y="425141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3" name="pt53"/>
            <p:cNvSpPr/>
            <p:nvPr/>
          </p:nvSpPr>
          <p:spPr>
            <a:xfrm>
              <a:off x="7142051" y="3509722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4" name="pl54"/>
            <p:cNvSpPr/>
            <p:nvPr/>
          </p:nvSpPr>
          <p:spPr>
            <a:xfrm>
              <a:off x="941876" y="1977762"/>
              <a:ext cx="0" cy="374538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55" name="tx55"/>
            <p:cNvSpPr/>
            <p:nvPr/>
          </p:nvSpPr>
          <p:spPr>
            <a:xfrm>
              <a:off x="817066" y="5512847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466162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3810401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4887" y="2959178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07081" y="5552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1" name="pl61"/>
            <p:cNvSpPr/>
            <p:nvPr/>
          </p:nvSpPr>
          <p:spPr>
            <a:xfrm>
              <a:off x="907081" y="47016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2" name="pl62"/>
            <p:cNvSpPr/>
            <p:nvPr/>
          </p:nvSpPr>
          <p:spPr>
            <a:xfrm>
              <a:off x="907081" y="3850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3" name="pl63"/>
            <p:cNvSpPr/>
            <p:nvPr/>
          </p:nvSpPr>
          <p:spPr>
            <a:xfrm>
              <a:off x="907081" y="29992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4" name="pl64"/>
            <p:cNvSpPr/>
            <p:nvPr/>
          </p:nvSpPr>
          <p:spPr>
            <a:xfrm>
              <a:off x="907081" y="21480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5" name="pl65"/>
            <p:cNvSpPr/>
            <p:nvPr/>
          </p:nvSpPr>
          <p:spPr>
            <a:xfrm>
              <a:off x="941876" y="5723142"/>
              <a:ext cx="6556919" cy="0"/>
            </a:xfrm>
            <a:custGeom>
              <a:avLst/>
              <a:gdLst/>
              <a:ahLst/>
              <a:cxnLst/>
              <a:rect l="0" t="0" r="0" b="0"/>
              <a:pathLst>
                <a:path w="6556919">
                  <a:moveTo>
                    <a:pt x="0" y="0"/>
                  </a:moveTo>
                  <a:lnTo>
                    <a:pt x="655691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6" name="pl66"/>
            <p:cNvSpPr/>
            <p:nvPr/>
          </p:nvSpPr>
          <p:spPr>
            <a:xfrm>
              <a:off x="123991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7" name="pl67"/>
            <p:cNvSpPr/>
            <p:nvPr/>
          </p:nvSpPr>
          <p:spPr>
            <a:xfrm>
              <a:off x="273012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8" name="pl68"/>
            <p:cNvSpPr/>
            <p:nvPr/>
          </p:nvSpPr>
          <p:spPr>
            <a:xfrm>
              <a:off x="422033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9" name="pl69"/>
            <p:cNvSpPr/>
            <p:nvPr/>
          </p:nvSpPr>
          <p:spPr>
            <a:xfrm>
              <a:off x="571054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0" name="pl70"/>
            <p:cNvSpPr/>
            <p:nvPr/>
          </p:nvSpPr>
          <p:spPr>
            <a:xfrm>
              <a:off x="720075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1" name="tx71"/>
            <p:cNvSpPr/>
            <p:nvPr/>
          </p:nvSpPr>
          <p:spPr>
            <a:xfrm>
              <a:off x="990058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551818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970476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532236" y="5785772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950893" y="5785772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696156" y="5925448"/>
              <a:ext cx="10483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6175" y="3800343"/>
              <a:ext cx="114144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Shell 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79" name="tx79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004"/>
                </a:lnSpc>
              </a:pPr>
              <a:r>
                <a:rPr sz="100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1" name="pl81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2" name="pt82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3" name="rc83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4" name="pl84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5" name="pt85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6" name="rc86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87" name="pl87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8" name="pt88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89" name="rc89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0" name="pl90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1" name="pt91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2" name="rc92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3" name="pl93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4" name="pg94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5" name="rc95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6" name="pl96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7" name="pg97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98" name="rc98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99" name="pl99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0" name="pt100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1" name="rc101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02" name="pl102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3" name="pt103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04" name="tx104"/>
            <p:cNvSpPr/>
            <p:nvPr/>
          </p:nvSpPr>
          <p:spPr>
            <a:xfrm>
              <a:off x="7996607" y="2353495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2572951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2792407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011863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231319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450775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996607" y="3670231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96607" y="3889687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41876" y="1669789"/>
              <a:ext cx="5124389" cy="182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434"/>
                </a:lnSpc>
              </a:pPr>
              <a:r>
                <a:rPr sz="143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York River: Oyster Shell Length thru Time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B56F026-6103-049F-19E0-77BA279FF6D2}"/>
              </a:ext>
            </a:extLst>
          </p:cNvPr>
          <p:cNvGrpSpPr/>
          <p:nvPr/>
        </p:nvGrpSpPr>
        <p:grpSpPr>
          <a:xfrm>
            <a:off x="1864989" y="6003450"/>
            <a:ext cx="11811732" cy="7147896"/>
            <a:chOff x="1864989" y="6003450"/>
            <a:chExt cx="11811732" cy="7147896"/>
          </a:xfrm>
        </p:grpSpPr>
        <p:sp>
          <p:nvSpPr>
            <p:cNvPr id="5" name="rc3">
              <a:extLst>
                <a:ext uri="{FF2B5EF4-FFF2-40B4-BE49-F238E27FC236}">
                  <a16:creationId xmlns:a16="http://schemas.microsoft.com/office/drawing/2014/main" id="{55E44AAA-AF38-B75C-710A-E6F43EC14E21}"/>
                </a:ext>
              </a:extLst>
            </p:cNvPr>
            <p:cNvSpPr/>
            <p:nvPr/>
          </p:nvSpPr>
          <p:spPr>
            <a:xfrm>
              <a:off x="1870234" y="6003450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6" name="rc4">
              <a:extLst>
                <a:ext uri="{FF2B5EF4-FFF2-40B4-BE49-F238E27FC236}">
                  <a16:creationId xmlns:a16="http://schemas.microsoft.com/office/drawing/2014/main" id="{DD96219F-CE94-EC33-4AA6-0520E2E4BB2F}"/>
                </a:ext>
              </a:extLst>
            </p:cNvPr>
            <p:cNvSpPr/>
            <p:nvPr/>
          </p:nvSpPr>
          <p:spPr>
            <a:xfrm>
              <a:off x="1871311" y="6003450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78" name="rc76">
              <a:extLst>
                <a:ext uri="{FF2B5EF4-FFF2-40B4-BE49-F238E27FC236}">
                  <a16:creationId xmlns:a16="http://schemas.microsoft.com/office/drawing/2014/main" id="{D8CC5272-3A0A-F1A0-8242-03A758A89509}"/>
                </a:ext>
              </a:extLst>
            </p:cNvPr>
            <p:cNvSpPr/>
            <p:nvPr/>
          </p:nvSpPr>
          <p:spPr>
            <a:xfrm>
              <a:off x="7020195" y="6274232"/>
              <a:ext cx="702297" cy="1528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C4149F02-3C94-E625-6350-CC02662AA087}"/>
                </a:ext>
              </a:extLst>
            </p:cNvPr>
            <p:cNvGrpSpPr/>
            <p:nvPr/>
          </p:nvGrpSpPr>
          <p:grpSpPr>
            <a:xfrm>
              <a:off x="2187280" y="6240779"/>
              <a:ext cx="5000237" cy="3123980"/>
              <a:chOff x="1807192" y="3545749"/>
              <a:chExt cx="4706105" cy="2940216"/>
            </a:xfrm>
          </p:grpSpPr>
          <p:sp>
            <p:nvSpPr>
              <p:cNvPr id="7" name="rc5">
                <a:extLst>
                  <a:ext uri="{FF2B5EF4-FFF2-40B4-BE49-F238E27FC236}">
                    <a16:creationId xmlns:a16="http://schemas.microsoft.com/office/drawing/2014/main" id="{3205E790-AA2D-C7A2-35DF-B800D2C53E94}"/>
                  </a:ext>
                </a:extLst>
              </p:cNvPr>
              <p:cNvSpPr/>
              <p:nvPr/>
            </p:nvSpPr>
            <p:spPr>
              <a:xfrm>
                <a:off x="2108300" y="3753630"/>
                <a:ext cx="4404997" cy="252813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8" name="pl6">
                <a:extLst>
                  <a:ext uri="{FF2B5EF4-FFF2-40B4-BE49-F238E27FC236}">
                    <a16:creationId xmlns:a16="http://schemas.microsoft.com/office/drawing/2014/main" id="{5BB47329-F7E6-8221-797A-3E6365E063D8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766118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1134989">
                    <a:moveTo>
                      <a:pt x="0" y="0"/>
                    </a:moveTo>
                    <a:lnTo>
                      <a:pt x="1483163" y="298255"/>
                    </a:lnTo>
                    <a:lnTo>
                      <a:pt x="2966327" y="347611"/>
                    </a:lnTo>
                    <a:lnTo>
                      <a:pt x="4449491" y="844131"/>
                    </a:lnTo>
                    <a:lnTo>
                      <a:pt x="5932655" y="1134989"/>
                    </a:lnTo>
                  </a:path>
                </a:pathLst>
              </a:custGeom>
              <a:ln w="13550" cap="flat">
                <a:solidFill>
                  <a:srgbClr val="365C8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9" name="pl7">
                <a:extLst>
                  <a:ext uri="{FF2B5EF4-FFF2-40B4-BE49-F238E27FC236}">
                    <a16:creationId xmlns:a16="http://schemas.microsoft.com/office/drawing/2014/main" id="{EF1EB7AB-B7C5-2865-A1B7-8D7696FDE352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308783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457457">
                    <a:moveTo>
                      <a:pt x="0" y="0"/>
                    </a:moveTo>
                    <a:lnTo>
                      <a:pt x="1483163" y="251857"/>
                    </a:lnTo>
                    <a:lnTo>
                      <a:pt x="2966327" y="142449"/>
                    </a:lnTo>
                    <a:lnTo>
                      <a:pt x="4449491" y="265237"/>
                    </a:lnTo>
                    <a:lnTo>
                      <a:pt x="5932655" y="457457"/>
                    </a:lnTo>
                  </a:path>
                </a:pathLst>
              </a:custGeom>
              <a:ln w="13550" cap="flat">
                <a:solidFill>
                  <a:srgbClr val="277F8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0" name="pl8">
                <a:extLst>
                  <a:ext uri="{FF2B5EF4-FFF2-40B4-BE49-F238E27FC236}">
                    <a16:creationId xmlns:a16="http://schemas.microsoft.com/office/drawing/2014/main" id="{6472351E-43CF-EA31-E074-3A1CAE051BC4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826579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1224562">
                    <a:moveTo>
                      <a:pt x="0" y="0"/>
                    </a:moveTo>
                    <a:lnTo>
                      <a:pt x="1483163" y="533911"/>
                    </a:lnTo>
                    <a:lnTo>
                      <a:pt x="2966327" y="760619"/>
                    </a:lnTo>
                    <a:lnTo>
                      <a:pt x="4449491" y="977821"/>
                    </a:lnTo>
                    <a:lnTo>
                      <a:pt x="5932655" y="1224562"/>
                    </a:lnTo>
                  </a:path>
                </a:pathLst>
              </a:custGeom>
              <a:ln w="13550" cap="flat">
                <a:solidFill>
                  <a:srgbClr val="1FA187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1" name="pl9">
                <a:extLst>
                  <a:ext uri="{FF2B5EF4-FFF2-40B4-BE49-F238E27FC236}">
                    <a16:creationId xmlns:a16="http://schemas.microsoft.com/office/drawing/2014/main" id="{2F83A1D3-0E39-B11A-2EDF-A54A21373ED1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1124686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1666202">
                    <a:moveTo>
                      <a:pt x="0" y="0"/>
                    </a:moveTo>
                    <a:lnTo>
                      <a:pt x="1483163" y="1026238"/>
                    </a:lnTo>
                    <a:lnTo>
                      <a:pt x="2966327" y="1272001"/>
                    </a:lnTo>
                    <a:lnTo>
                      <a:pt x="4449491" y="1557126"/>
                    </a:lnTo>
                    <a:lnTo>
                      <a:pt x="5932655" y="1666202"/>
                    </a:lnTo>
                  </a:path>
                </a:pathLst>
              </a:custGeom>
              <a:ln w="13550" cap="flat">
                <a:solidFill>
                  <a:srgbClr val="4AC1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2" name="pl10">
                <a:extLst>
                  <a:ext uri="{FF2B5EF4-FFF2-40B4-BE49-F238E27FC236}">
                    <a16:creationId xmlns:a16="http://schemas.microsoft.com/office/drawing/2014/main" id="{6B2805B4-39D4-0D5C-FAFC-BF9499AB848C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671724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995146">
                    <a:moveTo>
                      <a:pt x="0" y="0"/>
                    </a:moveTo>
                    <a:lnTo>
                      <a:pt x="1483163" y="239129"/>
                    </a:lnTo>
                    <a:lnTo>
                      <a:pt x="2966327" y="445606"/>
                    </a:lnTo>
                    <a:lnTo>
                      <a:pt x="4449491" y="798089"/>
                    </a:lnTo>
                    <a:lnTo>
                      <a:pt x="5932655" y="995146"/>
                    </a:lnTo>
                  </a:path>
                </a:pathLst>
              </a:custGeom>
              <a:ln w="13550" cap="flat">
                <a:solidFill>
                  <a:srgbClr val="44015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3" name="pl11">
                <a:extLst>
                  <a:ext uri="{FF2B5EF4-FFF2-40B4-BE49-F238E27FC236}">
                    <a16:creationId xmlns:a16="http://schemas.microsoft.com/office/drawing/2014/main" id="{82439547-640C-4819-FF2F-1E8DCA1BF0B1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788145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1167622">
                    <a:moveTo>
                      <a:pt x="0" y="0"/>
                    </a:moveTo>
                    <a:lnTo>
                      <a:pt x="1483163" y="737269"/>
                    </a:lnTo>
                    <a:lnTo>
                      <a:pt x="2966327" y="890524"/>
                    </a:lnTo>
                    <a:lnTo>
                      <a:pt x="4449491" y="1167622"/>
                    </a:lnTo>
                    <a:lnTo>
                      <a:pt x="5932655" y="1163034"/>
                    </a:lnTo>
                  </a:path>
                </a:pathLst>
              </a:custGeom>
              <a:ln w="13550" cap="flat">
                <a:solidFill>
                  <a:srgbClr val="46337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4" name="pl12">
                <a:extLst>
                  <a:ext uri="{FF2B5EF4-FFF2-40B4-BE49-F238E27FC236}">
                    <a16:creationId xmlns:a16="http://schemas.microsoft.com/office/drawing/2014/main" id="{B516F52D-ED8E-DAF7-1BC9-76836C673C08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2153210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3189941">
                    <a:moveTo>
                      <a:pt x="0" y="0"/>
                    </a:moveTo>
                    <a:lnTo>
                      <a:pt x="1483163" y="1442751"/>
                    </a:lnTo>
                    <a:lnTo>
                      <a:pt x="2966327" y="1749325"/>
                    </a:lnTo>
                    <a:lnTo>
                      <a:pt x="4449491" y="2944762"/>
                    </a:lnTo>
                    <a:lnTo>
                      <a:pt x="5932655" y="3189941"/>
                    </a:lnTo>
                  </a:path>
                </a:pathLst>
              </a:custGeom>
              <a:ln w="13550" cap="flat">
                <a:solidFill>
                  <a:srgbClr val="9FDA3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5" name="pl13">
                <a:extLst>
                  <a:ext uri="{FF2B5EF4-FFF2-40B4-BE49-F238E27FC236}">
                    <a16:creationId xmlns:a16="http://schemas.microsoft.com/office/drawing/2014/main" id="{74B6690E-B50F-3142-7FFA-B3C5364BFB4A}"/>
                  </a:ext>
                </a:extLst>
              </p:cNvPr>
              <p:cNvSpPr/>
              <p:nvPr/>
            </p:nvSpPr>
            <p:spPr>
              <a:xfrm>
                <a:off x="2308527" y="3868545"/>
                <a:ext cx="4004542" cy="1979013"/>
              </a:xfrm>
              <a:custGeom>
                <a:avLst/>
                <a:gdLst/>
                <a:ahLst/>
                <a:cxnLst/>
                <a:rect l="0" t="0" r="0" b="0"/>
                <a:pathLst>
                  <a:path w="5932655" h="2931871">
                    <a:moveTo>
                      <a:pt x="0" y="0"/>
                    </a:moveTo>
                    <a:lnTo>
                      <a:pt x="1483163" y="1423772"/>
                    </a:lnTo>
                    <a:lnTo>
                      <a:pt x="2966327" y="1691817"/>
                    </a:lnTo>
                    <a:lnTo>
                      <a:pt x="4449491" y="2822458"/>
                    </a:lnTo>
                    <a:lnTo>
                      <a:pt x="5932655" y="2931871"/>
                    </a:lnTo>
                  </a:path>
                </a:pathLst>
              </a:custGeom>
              <a:ln w="13550" cap="flat">
                <a:solidFill>
                  <a:srgbClr val="FDE725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6" name="pg14">
                <a:extLst>
                  <a:ext uri="{FF2B5EF4-FFF2-40B4-BE49-F238E27FC236}">
                    <a16:creationId xmlns:a16="http://schemas.microsoft.com/office/drawing/2014/main" id="{141062E5-CEAF-C0DB-4D27-3CC3C40DA799}"/>
                  </a:ext>
                </a:extLst>
              </p:cNvPr>
              <p:cNvSpPr/>
              <p:nvPr/>
            </p:nvSpPr>
            <p:spPr>
              <a:xfrm>
                <a:off x="3260001" y="4316541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7" name="pg15">
                <a:extLst>
                  <a:ext uri="{FF2B5EF4-FFF2-40B4-BE49-F238E27FC236}">
                    <a16:creationId xmlns:a16="http://schemas.microsoft.com/office/drawing/2014/main" id="{0F1C56A6-314C-89AC-4F9A-59A9102D4AD3}"/>
                  </a:ext>
                </a:extLst>
              </p:cNvPr>
              <p:cNvSpPr/>
              <p:nvPr/>
            </p:nvSpPr>
            <p:spPr>
              <a:xfrm>
                <a:off x="2258865" y="3818884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8" name="pg16">
                <a:extLst>
                  <a:ext uri="{FF2B5EF4-FFF2-40B4-BE49-F238E27FC236}">
                    <a16:creationId xmlns:a16="http://schemas.microsoft.com/office/drawing/2014/main" id="{733DD374-AA01-3306-2ABE-BCFBF8855EAC}"/>
                  </a:ext>
                </a:extLst>
              </p:cNvPr>
              <p:cNvSpPr/>
              <p:nvPr/>
            </p:nvSpPr>
            <p:spPr>
              <a:xfrm>
                <a:off x="4261137" y="4419988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19" name="pg17">
                <a:extLst>
                  <a:ext uri="{FF2B5EF4-FFF2-40B4-BE49-F238E27FC236}">
                    <a16:creationId xmlns:a16="http://schemas.microsoft.com/office/drawing/2014/main" id="{FD74E997-89CE-B923-DAEF-6C1D4F9EA3E5}"/>
                  </a:ext>
                </a:extLst>
              </p:cNvPr>
              <p:cNvSpPr/>
              <p:nvPr/>
            </p:nvSpPr>
            <p:spPr>
              <a:xfrm>
                <a:off x="5262273" y="4607029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0" name="pg18">
                <a:extLst>
                  <a:ext uri="{FF2B5EF4-FFF2-40B4-BE49-F238E27FC236}">
                    <a16:creationId xmlns:a16="http://schemas.microsoft.com/office/drawing/2014/main" id="{B0ACEF2F-5F16-6A3B-DAA0-FC10221545B9}"/>
                  </a:ext>
                </a:extLst>
              </p:cNvPr>
              <p:cNvSpPr/>
              <p:nvPr/>
            </p:nvSpPr>
            <p:spPr>
              <a:xfrm>
                <a:off x="6263408" y="4603932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1" name="pt19">
                <a:extLst>
                  <a:ext uri="{FF2B5EF4-FFF2-40B4-BE49-F238E27FC236}">
                    <a16:creationId xmlns:a16="http://schemas.microsoft.com/office/drawing/2014/main" id="{8AFAD092-3B07-7C9B-DB63-FB3FF6748C23}"/>
                  </a:ext>
                </a:extLst>
              </p:cNvPr>
              <p:cNvSpPr/>
              <p:nvPr/>
            </p:nvSpPr>
            <p:spPr>
              <a:xfrm>
                <a:off x="6273446" y="4655501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2" name="pt20">
                <a:extLst>
                  <a:ext uri="{FF2B5EF4-FFF2-40B4-BE49-F238E27FC236}">
                    <a16:creationId xmlns:a16="http://schemas.microsoft.com/office/drawing/2014/main" id="{86B7C3C5-04A2-4942-B2FB-F8530B97B5AA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" name="pt21">
                <a:extLst>
                  <a:ext uri="{FF2B5EF4-FFF2-40B4-BE49-F238E27FC236}">
                    <a16:creationId xmlns:a16="http://schemas.microsoft.com/office/drawing/2014/main" id="{A96DA2B9-FBE6-5978-A7B0-7680870573CE}"/>
                  </a:ext>
                </a:extLst>
              </p:cNvPr>
              <p:cNvSpPr/>
              <p:nvPr/>
            </p:nvSpPr>
            <p:spPr>
              <a:xfrm>
                <a:off x="5272310" y="4488950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" name="pt22">
                <a:extLst>
                  <a:ext uri="{FF2B5EF4-FFF2-40B4-BE49-F238E27FC236}">
                    <a16:creationId xmlns:a16="http://schemas.microsoft.com/office/drawing/2014/main" id="{8CA3570F-7C4C-5D8D-AB33-712A36B81102}"/>
                  </a:ext>
                </a:extLst>
              </p:cNvPr>
              <p:cNvSpPr/>
              <p:nvPr/>
            </p:nvSpPr>
            <p:spPr>
              <a:xfrm>
                <a:off x="4271174" y="4342339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" name="pt23">
                <a:extLst>
                  <a:ext uri="{FF2B5EF4-FFF2-40B4-BE49-F238E27FC236}">
                    <a16:creationId xmlns:a16="http://schemas.microsoft.com/office/drawing/2014/main" id="{105F17E0-5181-8986-36C1-67386E34C2A4}"/>
                  </a:ext>
                </a:extLst>
              </p:cNvPr>
              <p:cNvSpPr/>
              <p:nvPr/>
            </p:nvSpPr>
            <p:spPr>
              <a:xfrm>
                <a:off x="3270038" y="4189311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" name="pt24">
                <a:extLst>
                  <a:ext uri="{FF2B5EF4-FFF2-40B4-BE49-F238E27FC236}">
                    <a16:creationId xmlns:a16="http://schemas.microsoft.com/office/drawing/2014/main" id="{8D4BA4F7-8CE3-35F9-8B40-A1A901CC9AF5}"/>
                  </a:ext>
                </a:extLst>
              </p:cNvPr>
              <p:cNvSpPr/>
              <p:nvPr/>
            </p:nvSpPr>
            <p:spPr>
              <a:xfrm>
                <a:off x="3270038" y="3998925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" name="pt25">
                <a:extLst>
                  <a:ext uri="{FF2B5EF4-FFF2-40B4-BE49-F238E27FC236}">
                    <a16:creationId xmlns:a16="http://schemas.microsoft.com/office/drawing/2014/main" id="{9788028E-B231-9AD1-8F27-B650C812177F}"/>
                  </a:ext>
                </a:extLst>
              </p:cNvPr>
              <p:cNvSpPr/>
              <p:nvPr/>
            </p:nvSpPr>
            <p:spPr>
              <a:xfrm>
                <a:off x="4271174" y="3925074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" name="pt26">
                <a:extLst>
                  <a:ext uri="{FF2B5EF4-FFF2-40B4-BE49-F238E27FC236}">
                    <a16:creationId xmlns:a16="http://schemas.microsoft.com/office/drawing/2014/main" id="{93DE605C-3AD5-95B3-3D5E-203978C6C72F}"/>
                  </a:ext>
                </a:extLst>
              </p:cNvPr>
              <p:cNvSpPr/>
              <p:nvPr/>
            </p:nvSpPr>
            <p:spPr>
              <a:xfrm>
                <a:off x="5272310" y="4007957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9" name="pt27">
                <a:extLst>
                  <a:ext uri="{FF2B5EF4-FFF2-40B4-BE49-F238E27FC236}">
                    <a16:creationId xmlns:a16="http://schemas.microsoft.com/office/drawing/2014/main" id="{A39762AB-A4B3-13AE-DC5B-737A1F7F2C20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0" name="pt28">
                <a:extLst>
                  <a:ext uri="{FF2B5EF4-FFF2-40B4-BE49-F238E27FC236}">
                    <a16:creationId xmlns:a16="http://schemas.microsoft.com/office/drawing/2014/main" id="{BE0E33CE-EA07-75CB-A965-4F4E04898FE7}"/>
                  </a:ext>
                </a:extLst>
              </p:cNvPr>
              <p:cNvSpPr/>
              <p:nvPr/>
            </p:nvSpPr>
            <p:spPr>
              <a:xfrm>
                <a:off x="6273446" y="4137705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1" name="pg29">
                <a:extLst>
                  <a:ext uri="{FF2B5EF4-FFF2-40B4-BE49-F238E27FC236}">
                    <a16:creationId xmlns:a16="http://schemas.microsoft.com/office/drawing/2014/main" id="{3BF65410-90E2-FCFF-38A2-C9D9E36D6705}"/>
                  </a:ext>
                </a:extLst>
              </p:cNvPr>
              <p:cNvSpPr/>
              <p:nvPr/>
            </p:nvSpPr>
            <p:spPr>
              <a:xfrm>
                <a:off x="4261137" y="4119668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2" name="pg30">
                <a:extLst>
                  <a:ext uri="{FF2B5EF4-FFF2-40B4-BE49-F238E27FC236}">
                    <a16:creationId xmlns:a16="http://schemas.microsoft.com/office/drawing/2014/main" id="{C70932BD-7A8A-5E4F-BAC7-D09B0A950CD5}"/>
                  </a:ext>
                </a:extLst>
              </p:cNvPr>
              <p:cNvSpPr/>
              <p:nvPr/>
            </p:nvSpPr>
            <p:spPr>
              <a:xfrm>
                <a:off x="6263408" y="4490607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3" name="pg31">
                <a:extLst>
                  <a:ext uri="{FF2B5EF4-FFF2-40B4-BE49-F238E27FC236}">
                    <a16:creationId xmlns:a16="http://schemas.microsoft.com/office/drawing/2014/main" id="{38A2F4E3-7C13-2D61-A613-A5E4304D61A8}"/>
                  </a:ext>
                </a:extLst>
              </p:cNvPr>
              <p:cNvSpPr/>
              <p:nvPr/>
            </p:nvSpPr>
            <p:spPr>
              <a:xfrm>
                <a:off x="5262273" y="4357595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4" name="pg32">
                <a:extLst>
                  <a:ext uri="{FF2B5EF4-FFF2-40B4-BE49-F238E27FC236}">
                    <a16:creationId xmlns:a16="http://schemas.microsoft.com/office/drawing/2014/main" id="{2C683B4B-1B14-2AA2-5B18-8FC1DED198D6}"/>
                  </a:ext>
                </a:extLst>
              </p:cNvPr>
              <p:cNvSpPr/>
              <p:nvPr/>
            </p:nvSpPr>
            <p:spPr>
              <a:xfrm>
                <a:off x="2258865" y="3818884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5" name="pg33">
                <a:extLst>
                  <a:ext uri="{FF2B5EF4-FFF2-40B4-BE49-F238E27FC236}">
                    <a16:creationId xmlns:a16="http://schemas.microsoft.com/office/drawing/2014/main" id="{90DED7AA-9330-2DE2-80F9-A227F0976A7C}"/>
                  </a:ext>
                </a:extLst>
              </p:cNvPr>
              <p:cNvSpPr/>
              <p:nvPr/>
            </p:nvSpPr>
            <p:spPr>
              <a:xfrm>
                <a:off x="3260001" y="3980296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6" name="pt34">
                <a:extLst>
                  <a:ext uri="{FF2B5EF4-FFF2-40B4-BE49-F238E27FC236}">
                    <a16:creationId xmlns:a16="http://schemas.microsoft.com/office/drawing/2014/main" id="{65F34BC7-DA1A-7029-0D49-AA277B223CC3}"/>
                  </a:ext>
                </a:extLst>
              </p:cNvPr>
              <p:cNvSpPr/>
              <p:nvPr/>
            </p:nvSpPr>
            <p:spPr>
              <a:xfrm>
                <a:off x="5272310" y="5734080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7" name="pt35">
                <a:extLst>
                  <a:ext uri="{FF2B5EF4-FFF2-40B4-BE49-F238E27FC236}">
                    <a16:creationId xmlns:a16="http://schemas.microsoft.com/office/drawing/2014/main" id="{BA8F04B7-A00A-1A00-621A-A1F1D5ECE412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8" name="pt36">
                <a:extLst>
                  <a:ext uri="{FF2B5EF4-FFF2-40B4-BE49-F238E27FC236}">
                    <a16:creationId xmlns:a16="http://schemas.microsoft.com/office/drawing/2014/main" id="{16AA5219-AEE4-5B93-888E-96341744E4E6}"/>
                  </a:ext>
                </a:extLst>
              </p:cNvPr>
              <p:cNvSpPr/>
              <p:nvPr/>
            </p:nvSpPr>
            <p:spPr>
              <a:xfrm>
                <a:off x="3270038" y="4789968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39" name="pt37">
                <a:extLst>
                  <a:ext uri="{FF2B5EF4-FFF2-40B4-BE49-F238E27FC236}">
                    <a16:creationId xmlns:a16="http://schemas.microsoft.com/office/drawing/2014/main" id="{DFCACE09-8747-F98D-09D6-3ABAB15A5F04}"/>
                  </a:ext>
                </a:extLst>
              </p:cNvPr>
              <p:cNvSpPr/>
              <p:nvPr/>
            </p:nvSpPr>
            <p:spPr>
              <a:xfrm>
                <a:off x="4271174" y="4970898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0" name="pt38">
                <a:extLst>
                  <a:ext uri="{FF2B5EF4-FFF2-40B4-BE49-F238E27FC236}">
                    <a16:creationId xmlns:a16="http://schemas.microsoft.com/office/drawing/2014/main" id="{269B9502-CAC5-EFB2-2020-1424DF7C8799}"/>
                  </a:ext>
                </a:extLst>
              </p:cNvPr>
              <p:cNvSpPr/>
              <p:nvPr/>
            </p:nvSpPr>
            <p:spPr>
              <a:xfrm>
                <a:off x="6273446" y="5807934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1" name="pt39">
                <a:extLst>
                  <a:ext uri="{FF2B5EF4-FFF2-40B4-BE49-F238E27FC236}">
                    <a16:creationId xmlns:a16="http://schemas.microsoft.com/office/drawing/2014/main" id="{8E40FC0E-0108-29D3-E42B-301647CA7C0A}"/>
                  </a:ext>
                </a:extLst>
              </p:cNvPr>
              <p:cNvSpPr/>
              <p:nvPr/>
            </p:nvSpPr>
            <p:spPr>
              <a:xfrm>
                <a:off x="6273446" y="5982131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2" name="pt40">
                <a:extLst>
                  <a:ext uri="{FF2B5EF4-FFF2-40B4-BE49-F238E27FC236}">
                    <a16:creationId xmlns:a16="http://schemas.microsoft.com/office/drawing/2014/main" id="{D0926386-3FE4-9D0C-7C0D-C62358199D7E}"/>
                  </a:ext>
                </a:extLst>
              </p:cNvPr>
              <p:cNvSpPr/>
              <p:nvPr/>
            </p:nvSpPr>
            <p:spPr>
              <a:xfrm>
                <a:off x="3270038" y="4802778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3" name="pt41">
                <a:extLst>
                  <a:ext uri="{FF2B5EF4-FFF2-40B4-BE49-F238E27FC236}">
                    <a16:creationId xmlns:a16="http://schemas.microsoft.com/office/drawing/2014/main" id="{A95A5CB7-3C80-7FB8-3783-5D45B4CB3FFA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4" name="pt42">
                <a:extLst>
                  <a:ext uri="{FF2B5EF4-FFF2-40B4-BE49-F238E27FC236}">
                    <a16:creationId xmlns:a16="http://schemas.microsoft.com/office/drawing/2014/main" id="{4A2D0D43-51A7-D223-11FE-18D4B11BC097}"/>
                  </a:ext>
                </a:extLst>
              </p:cNvPr>
              <p:cNvSpPr/>
              <p:nvPr/>
            </p:nvSpPr>
            <p:spPr>
              <a:xfrm>
                <a:off x="4271174" y="5009716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5" name="pt43">
                <a:extLst>
                  <a:ext uri="{FF2B5EF4-FFF2-40B4-BE49-F238E27FC236}">
                    <a16:creationId xmlns:a16="http://schemas.microsoft.com/office/drawing/2014/main" id="{78070FCC-E3E8-B8AD-0BC2-093CD5DCAB39}"/>
                  </a:ext>
                </a:extLst>
              </p:cNvPr>
              <p:cNvSpPr/>
              <p:nvPr/>
            </p:nvSpPr>
            <p:spPr>
              <a:xfrm>
                <a:off x="5272310" y="5816636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6" name="pt44">
                <a:extLst>
                  <a:ext uri="{FF2B5EF4-FFF2-40B4-BE49-F238E27FC236}">
                    <a16:creationId xmlns:a16="http://schemas.microsoft.com/office/drawing/2014/main" id="{368228DA-EE92-83C4-12A6-9781F5F662FF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7" name="pt45">
                <a:extLst>
                  <a:ext uri="{FF2B5EF4-FFF2-40B4-BE49-F238E27FC236}">
                    <a16:creationId xmlns:a16="http://schemas.microsoft.com/office/drawing/2014/main" id="{C3A57FB7-0FB3-4C35-A1D8-B72A2E289CE7}"/>
                  </a:ext>
                </a:extLst>
              </p:cNvPr>
              <p:cNvSpPr/>
              <p:nvPr/>
            </p:nvSpPr>
            <p:spPr>
              <a:xfrm>
                <a:off x="4271174" y="4063559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8" name="pt46">
                <a:extLst>
                  <a:ext uri="{FF2B5EF4-FFF2-40B4-BE49-F238E27FC236}">
                    <a16:creationId xmlns:a16="http://schemas.microsoft.com/office/drawing/2014/main" id="{CEC5F99D-CF5F-48AC-9F40-BCBA752EFEB6}"/>
                  </a:ext>
                </a:extLst>
              </p:cNvPr>
              <p:cNvSpPr/>
              <p:nvPr/>
            </p:nvSpPr>
            <p:spPr>
              <a:xfrm>
                <a:off x="6273446" y="4595039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49" name="pt47">
                <a:extLst>
                  <a:ext uri="{FF2B5EF4-FFF2-40B4-BE49-F238E27FC236}">
                    <a16:creationId xmlns:a16="http://schemas.microsoft.com/office/drawing/2014/main" id="{6A0B1814-319F-68D1-69C3-9593FEEEB1B2}"/>
                  </a:ext>
                </a:extLst>
              </p:cNvPr>
              <p:cNvSpPr/>
              <p:nvPr/>
            </p:nvSpPr>
            <p:spPr>
              <a:xfrm>
                <a:off x="3270038" y="4030243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0" name="pt48">
                <a:extLst>
                  <a:ext uri="{FF2B5EF4-FFF2-40B4-BE49-F238E27FC236}">
                    <a16:creationId xmlns:a16="http://schemas.microsoft.com/office/drawing/2014/main" id="{2339E39A-C1B5-DA30-523E-32556808A99A}"/>
                  </a:ext>
                </a:extLst>
              </p:cNvPr>
              <p:cNvSpPr/>
              <p:nvPr/>
            </p:nvSpPr>
            <p:spPr>
              <a:xfrm>
                <a:off x="5272310" y="4398710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1" name="pt49">
                <a:extLst>
                  <a:ext uri="{FF2B5EF4-FFF2-40B4-BE49-F238E27FC236}">
                    <a16:creationId xmlns:a16="http://schemas.microsoft.com/office/drawing/2014/main" id="{7AA675CA-AA30-079B-1FCF-8424CDBCDF4D}"/>
                  </a:ext>
                </a:extLst>
              </p:cNvPr>
              <p:cNvSpPr/>
              <p:nvPr/>
            </p:nvSpPr>
            <p:spPr>
              <a:xfrm>
                <a:off x="6273446" y="4953608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2" name="pt50">
                <a:extLst>
                  <a:ext uri="{FF2B5EF4-FFF2-40B4-BE49-F238E27FC236}">
                    <a16:creationId xmlns:a16="http://schemas.microsoft.com/office/drawing/2014/main" id="{631683FB-8351-86D2-06C0-DFE3A0850793}"/>
                  </a:ext>
                </a:extLst>
              </p:cNvPr>
              <p:cNvSpPr/>
              <p:nvPr/>
            </p:nvSpPr>
            <p:spPr>
              <a:xfrm>
                <a:off x="5272310" y="4879981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3" name="pt51">
                <a:extLst>
                  <a:ext uri="{FF2B5EF4-FFF2-40B4-BE49-F238E27FC236}">
                    <a16:creationId xmlns:a16="http://schemas.microsoft.com/office/drawing/2014/main" id="{91C0AA23-2A2D-6587-BB06-3342C966BF44}"/>
                  </a:ext>
                </a:extLst>
              </p:cNvPr>
              <p:cNvSpPr/>
              <p:nvPr/>
            </p:nvSpPr>
            <p:spPr>
              <a:xfrm>
                <a:off x="4271174" y="4687522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4" name="pt52">
                <a:extLst>
                  <a:ext uri="{FF2B5EF4-FFF2-40B4-BE49-F238E27FC236}">
                    <a16:creationId xmlns:a16="http://schemas.microsoft.com/office/drawing/2014/main" id="{B3456EED-90F3-56D6-AF1B-B000FED672EB}"/>
                  </a:ext>
                </a:extLst>
              </p:cNvPr>
              <p:cNvSpPr/>
              <p:nvPr/>
            </p:nvSpPr>
            <p:spPr>
              <a:xfrm>
                <a:off x="2268903" y="3828921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5" name="pt53">
                <a:extLst>
                  <a:ext uri="{FF2B5EF4-FFF2-40B4-BE49-F238E27FC236}">
                    <a16:creationId xmlns:a16="http://schemas.microsoft.com/office/drawing/2014/main" id="{7F61A55E-76D5-B3E6-6692-6D85FFEC36DA}"/>
                  </a:ext>
                </a:extLst>
              </p:cNvPr>
              <p:cNvSpPr/>
              <p:nvPr/>
            </p:nvSpPr>
            <p:spPr>
              <a:xfrm>
                <a:off x="3270038" y="4521633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6" name="pl54">
                <a:extLst>
                  <a:ext uri="{FF2B5EF4-FFF2-40B4-BE49-F238E27FC236}">
                    <a16:creationId xmlns:a16="http://schemas.microsoft.com/office/drawing/2014/main" id="{701FF6E5-F10D-8CE8-BE88-D8B9C37CBCB7}"/>
                  </a:ext>
                </a:extLst>
              </p:cNvPr>
              <p:cNvSpPr/>
              <p:nvPr/>
            </p:nvSpPr>
            <p:spPr>
              <a:xfrm>
                <a:off x="2108300" y="3753630"/>
                <a:ext cx="0" cy="2528131"/>
              </a:xfrm>
              <a:custGeom>
                <a:avLst/>
                <a:gdLst/>
                <a:ahLst/>
                <a:cxnLst/>
                <a:rect l="0" t="0" r="0" b="0"/>
                <a:pathLst>
                  <a:path h="3745380">
                    <a:moveTo>
                      <a:pt x="0" y="3745380"/>
                    </a:moveTo>
                    <a:lnTo>
                      <a:pt x="0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57" name="tx55">
                <a:extLst>
                  <a:ext uri="{FF2B5EF4-FFF2-40B4-BE49-F238E27FC236}">
                    <a16:creationId xmlns:a16="http://schemas.microsoft.com/office/drawing/2014/main" id="{E67F1C99-FBA4-BA4B-40D3-15057B485D54}"/>
                  </a:ext>
                </a:extLst>
              </p:cNvPr>
              <p:cNvSpPr/>
              <p:nvPr/>
            </p:nvSpPr>
            <p:spPr>
              <a:xfrm>
                <a:off x="1919188" y="6139813"/>
                <a:ext cx="14683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0.00</a:t>
                </a:r>
              </a:p>
            </p:txBody>
          </p:sp>
          <p:sp>
            <p:nvSpPr>
              <p:cNvPr id="58" name="tx56">
                <a:extLst>
                  <a:ext uri="{FF2B5EF4-FFF2-40B4-BE49-F238E27FC236}">
                    <a16:creationId xmlns:a16="http://schemas.microsoft.com/office/drawing/2014/main" id="{50D7A48B-E188-4B7B-1C7A-6C818FAEE9C8}"/>
                  </a:ext>
                </a:extLst>
              </p:cNvPr>
              <p:cNvSpPr/>
              <p:nvPr/>
            </p:nvSpPr>
            <p:spPr>
              <a:xfrm>
                <a:off x="1919188" y="5565237"/>
                <a:ext cx="14683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0.25</a:t>
                </a:r>
              </a:p>
            </p:txBody>
          </p:sp>
          <p:sp>
            <p:nvSpPr>
              <p:cNvPr id="59" name="tx57">
                <a:extLst>
                  <a:ext uri="{FF2B5EF4-FFF2-40B4-BE49-F238E27FC236}">
                    <a16:creationId xmlns:a16="http://schemas.microsoft.com/office/drawing/2014/main" id="{69FD66C7-1592-7EB7-7BD2-11B47E0440E9}"/>
                  </a:ext>
                </a:extLst>
              </p:cNvPr>
              <p:cNvSpPr/>
              <p:nvPr/>
            </p:nvSpPr>
            <p:spPr>
              <a:xfrm>
                <a:off x="1919188" y="4990662"/>
                <a:ext cx="14683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0.50</a:t>
                </a:r>
              </a:p>
            </p:txBody>
          </p:sp>
          <p:sp>
            <p:nvSpPr>
              <p:cNvPr id="60" name="tx58">
                <a:extLst>
                  <a:ext uri="{FF2B5EF4-FFF2-40B4-BE49-F238E27FC236}">
                    <a16:creationId xmlns:a16="http://schemas.microsoft.com/office/drawing/2014/main" id="{7F0E2FE2-F42C-19B9-7F26-81CA45D6CA39}"/>
                  </a:ext>
                </a:extLst>
              </p:cNvPr>
              <p:cNvSpPr/>
              <p:nvPr/>
            </p:nvSpPr>
            <p:spPr>
              <a:xfrm>
                <a:off x="1919188" y="4416086"/>
                <a:ext cx="14683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0.75</a:t>
                </a:r>
              </a:p>
            </p:txBody>
          </p:sp>
          <p:sp>
            <p:nvSpPr>
              <p:cNvPr id="61" name="tx59">
                <a:extLst>
                  <a:ext uri="{FF2B5EF4-FFF2-40B4-BE49-F238E27FC236}">
                    <a16:creationId xmlns:a16="http://schemas.microsoft.com/office/drawing/2014/main" id="{ED2CF22F-3A6F-F2F3-2454-9017A9B365B0}"/>
                  </a:ext>
                </a:extLst>
              </p:cNvPr>
              <p:cNvSpPr/>
              <p:nvPr/>
            </p:nvSpPr>
            <p:spPr>
              <a:xfrm>
                <a:off x="1919188" y="3841511"/>
                <a:ext cx="14683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1.00</a:t>
                </a:r>
              </a:p>
            </p:txBody>
          </p:sp>
          <p:sp>
            <p:nvSpPr>
              <p:cNvPr id="62" name="pl60">
                <a:extLst>
                  <a:ext uri="{FF2B5EF4-FFF2-40B4-BE49-F238E27FC236}">
                    <a16:creationId xmlns:a16="http://schemas.microsoft.com/office/drawing/2014/main" id="{7EB49D95-0A80-A670-97EA-6EB5011B03F2}"/>
                  </a:ext>
                </a:extLst>
              </p:cNvPr>
              <p:cNvSpPr/>
              <p:nvPr/>
            </p:nvSpPr>
            <p:spPr>
              <a:xfrm>
                <a:off x="2084813" y="6166847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3" name="pl61">
                <a:extLst>
                  <a:ext uri="{FF2B5EF4-FFF2-40B4-BE49-F238E27FC236}">
                    <a16:creationId xmlns:a16="http://schemas.microsoft.com/office/drawing/2014/main" id="{80A9AD0A-4225-B944-F405-E393163441F9}"/>
                  </a:ext>
                </a:extLst>
              </p:cNvPr>
              <p:cNvSpPr/>
              <p:nvPr/>
            </p:nvSpPr>
            <p:spPr>
              <a:xfrm>
                <a:off x="2084813" y="5592272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4" name="pl62">
                <a:extLst>
                  <a:ext uri="{FF2B5EF4-FFF2-40B4-BE49-F238E27FC236}">
                    <a16:creationId xmlns:a16="http://schemas.microsoft.com/office/drawing/2014/main" id="{6B9B8DDF-BE5C-E7A0-51D7-58DAF359BF38}"/>
                  </a:ext>
                </a:extLst>
              </p:cNvPr>
              <p:cNvSpPr/>
              <p:nvPr/>
            </p:nvSpPr>
            <p:spPr>
              <a:xfrm>
                <a:off x="2084813" y="5017696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5" name="pl63">
                <a:extLst>
                  <a:ext uri="{FF2B5EF4-FFF2-40B4-BE49-F238E27FC236}">
                    <a16:creationId xmlns:a16="http://schemas.microsoft.com/office/drawing/2014/main" id="{7486BECF-6276-B158-FD52-456B15F259F6}"/>
                  </a:ext>
                </a:extLst>
              </p:cNvPr>
              <p:cNvSpPr/>
              <p:nvPr/>
            </p:nvSpPr>
            <p:spPr>
              <a:xfrm>
                <a:off x="2084813" y="4443121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6" name="pl64">
                <a:extLst>
                  <a:ext uri="{FF2B5EF4-FFF2-40B4-BE49-F238E27FC236}">
                    <a16:creationId xmlns:a16="http://schemas.microsoft.com/office/drawing/2014/main" id="{E7232C1C-DD14-EDC6-ED66-C8E0A0355ED8}"/>
                  </a:ext>
                </a:extLst>
              </p:cNvPr>
              <p:cNvSpPr/>
              <p:nvPr/>
            </p:nvSpPr>
            <p:spPr>
              <a:xfrm>
                <a:off x="2084813" y="3868545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7" name="pl65">
                <a:extLst>
                  <a:ext uri="{FF2B5EF4-FFF2-40B4-BE49-F238E27FC236}">
                    <a16:creationId xmlns:a16="http://schemas.microsoft.com/office/drawing/2014/main" id="{AA36149F-C56B-45B6-0A63-6D17C3F07302}"/>
                  </a:ext>
                </a:extLst>
              </p:cNvPr>
              <p:cNvSpPr/>
              <p:nvPr/>
            </p:nvSpPr>
            <p:spPr>
              <a:xfrm>
                <a:off x="2108300" y="6281762"/>
                <a:ext cx="4404997" cy="0"/>
              </a:xfrm>
              <a:custGeom>
                <a:avLst/>
                <a:gdLst/>
                <a:ahLst/>
                <a:cxnLst/>
                <a:rect l="0" t="0" r="0" b="0"/>
                <a:pathLst>
                  <a:path w="6525921">
                    <a:moveTo>
                      <a:pt x="0" y="0"/>
                    </a:moveTo>
                    <a:lnTo>
                      <a:pt x="6525921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8" name="pl66">
                <a:extLst>
                  <a:ext uri="{FF2B5EF4-FFF2-40B4-BE49-F238E27FC236}">
                    <a16:creationId xmlns:a16="http://schemas.microsoft.com/office/drawing/2014/main" id="{7C249A98-42AF-A032-1071-53AABD1E9F5E}"/>
                  </a:ext>
                </a:extLst>
              </p:cNvPr>
              <p:cNvSpPr/>
              <p:nvPr/>
            </p:nvSpPr>
            <p:spPr>
              <a:xfrm>
                <a:off x="3309663" y="6281762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69" name="pl67">
                <a:extLst>
                  <a:ext uri="{FF2B5EF4-FFF2-40B4-BE49-F238E27FC236}">
                    <a16:creationId xmlns:a16="http://schemas.microsoft.com/office/drawing/2014/main" id="{141B5AF8-98E8-7C6C-45DD-0AA4E35A64D2}"/>
                  </a:ext>
                </a:extLst>
              </p:cNvPr>
              <p:cNvSpPr/>
              <p:nvPr/>
            </p:nvSpPr>
            <p:spPr>
              <a:xfrm>
                <a:off x="4310798" y="6281762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70" name="pl68">
                <a:extLst>
                  <a:ext uri="{FF2B5EF4-FFF2-40B4-BE49-F238E27FC236}">
                    <a16:creationId xmlns:a16="http://schemas.microsoft.com/office/drawing/2014/main" id="{795B1AA0-79FD-8FAB-9E76-BDCDB9FE26F5}"/>
                  </a:ext>
                </a:extLst>
              </p:cNvPr>
              <p:cNvSpPr/>
              <p:nvPr/>
            </p:nvSpPr>
            <p:spPr>
              <a:xfrm>
                <a:off x="5311934" y="6281762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71" name="pl69">
                <a:extLst>
                  <a:ext uri="{FF2B5EF4-FFF2-40B4-BE49-F238E27FC236}">
                    <a16:creationId xmlns:a16="http://schemas.microsoft.com/office/drawing/2014/main" id="{3B69DA9B-08D2-FCD6-BB81-D23BE5E09197}"/>
                  </a:ext>
                </a:extLst>
              </p:cNvPr>
              <p:cNvSpPr/>
              <p:nvPr/>
            </p:nvSpPr>
            <p:spPr>
              <a:xfrm>
                <a:off x="6313069" y="6281762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72" name="tx70">
                <a:extLst>
                  <a:ext uri="{FF2B5EF4-FFF2-40B4-BE49-F238E27FC236}">
                    <a16:creationId xmlns:a16="http://schemas.microsoft.com/office/drawing/2014/main" id="{5D9DA49B-3539-D190-3C24-8C2557660603}"/>
                  </a:ext>
                </a:extLst>
              </p:cNvPr>
              <p:cNvSpPr/>
              <p:nvPr/>
            </p:nvSpPr>
            <p:spPr>
              <a:xfrm>
                <a:off x="3189305" y="6324037"/>
                <a:ext cx="24071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Fall '23</a:t>
                </a:r>
              </a:p>
            </p:txBody>
          </p:sp>
          <p:sp>
            <p:nvSpPr>
              <p:cNvPr id="73" name="tx71">
                <a:extLst>
                  <a:ext uri="{FF2B5EF4-FFF2-40B4-BE49-F238E27FC236}">
                    <a16:creationId xmlns:a16="http://schemas.microsoft.com/office/drawing/2014/main" id="{96029899-B2B9-8CA4-6EBB-E238DF5D8A21}"/>
                  </a:ext>
                </a:extLst>
              </p:cNvPr>
              <p:cNvSpPr/>
              <p:nvPr/>
            </p:nvSpPr>
            <p:spPr>
              <a:xfrm>
                <a:off x="4142143" y="6324037"/>
                <a:ext cx="337310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Spring '24</a:t>
                </a:r>
              </a:p>
            </p:txBody>
          </p:sp>
          <p:sp>
            <p:nvSpPr>
              <p:cNvPr id="74" name="tx72">
                <a:extLst>
                  <a:ext uri="{FF2B5EF4-FFF2-40B4-BE49-F238E27FC236}">
                    <a16:creationId xmlns:a16="http://schemas.microsoft.com/office/drawing/2014/main" id="{2B42E231-9A85-30E1-6B3F-A6FB34B75A31}"/>
                  </a:ext>
                </a:extLst>
              </p:cNvPr>
              <p:cNvSpPr/>
              <p:nvPr/>
            </p:nvSpPr>
            <p:spPr>
              <a:xfrm>
                <a:off x="5191576" y="6324037"/>
                <a:ext cx="24071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Fall '24</a:t>
                </a:r>
              </a:p>
            </p:txBody>
          </p:sp>
          <p:sp>
            <p:nvSpPr>
              <p:cNvPr id="75" name="tx73">
                <a:extLst>
                  <a:ext uri="{FF2B5EF4-FFF2-40B4-BE49-F238E27FC236}">
                    <a16:creationId xmlns:a16="http://schemas.microsoft.com/office/drawing/2014/main" id="{09595C24-18E4-BA9C-20BA-091A82EAF32C}"/>
                  </a:ext>
                </a:extLst>
              </p:cNvPr>
              <p:cNvSpPr/>
              <p:nvPr/>
            </p:nvSpPr>
            <p:spPr>
              <a:xfrm>
                <a:off x="6144414" y="6324037"/>
                <a:ext cx="337310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Spring '25</a:t>
                </a:r>
              </a:p>
            </p:txBody>
          </p:sp>
          <p:sp>
            <p:nvSpPr>
              <p:cNvPr id="76" name="tx74">
                <a:extLst>
                  <a:ext uri="{FF2B5EF4-FFF2-40B4-BE49-F238E27FC236}">
                    <a16:creationId xmlns:a16="http://schemas.microsoft.com/office/drawing/2014/main" id="{21898324-57E5-7EA1-D5FE-7094CD100299}"/>
                  </a:ext>
                </a:extLst>
              </p:cNvPr>
              <p:cNvSpPr/>
              <p:nvPr/>
            </p:nvSpPr>
            <p:spPr>
              <a:xfrm>
                <a:off x="3956977" y="6418318"/>
                <a:ext cx="707642" cy="6764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789"/>
                  </a:lnSpc>
                </a:pPr>
                <a:r>
                  <a:rPr sz="789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Monitoring Event</a:t>
                </a:r>
              </a:p>
            </p:txBody>
          </p:sp>
          <p:sp>
            <p:nvSpPr>
              <p:cNvPr id="77" name="tx75">
                <a:extLst>
                  <a:ext uri="{FF2B5EF4-FFF2-40B4-BE49-F238E27FC236}">
                    <a16:creationId xmlns:a16="http://schemas.microsoft.com/office/drawing/2014/main" id="{BE501CA7-4C45-3005-9B24-1F0BFEA34F20}"/>
                  </a:ext>
                </a:extLst>
              </p:cNvPr>
              <p:cNvSpPr/>
              <p:nvPr/>
            </p:nvSpPr>
            <p:spPr>
              <a:xfrm rot="16200000">
                <a:off x="1673317" y="4983873"/>
                <a:ext cx="335397" cy="6764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789"/>
                  </a:lnSpc>
                </a:pPr>
                <a:r>
                  <a:rPr sz="789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Survival</a:t>
                </a:r>
              </a:p>
            </p:txBody>
          </p:sp>
          <p:sp>
            <p:nvSpPr>
              <p:cNvPr id="112" name="tx110">
                <a:extLst>
                  <a:ext uri="{FF2B5EF4-FFF2-40B4-BE49-F238E27FC236}">
                    <a16:creationId xmlns:a16="http://schemas.microsoft.com/office/drawing/2014/main" id="{8F70B2FA-939A-01F9-25F0-BDDFB3D825A6}"/>
                  </a:ext>
                </a:extLst>
              </p:cNvPr>
              <p:cNvSpPr/>
              <p:nvPr/>
            </p:nvSpPr>
            <p:spPr>
              <a:xfrm>
                <a:off x="2108300" y="3545749"/>
                <a:ext cx="3030056" cy="12301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434"/>
                  </a:lnSpc>
                </a:pPr>
                <a:r>
                  <a:rPr sz="1434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(A) Lewisetta: Oyster Survival thru Time</a:t>
                </a:r>
              </a:p>
            </p:txBody>
          </p:sp>
        </p:grpSp>
        <p:sp>
          <p:nvSpPr>
            <p:cNvPr id="114" name="rc3">
              <a:extLst>
                <a:ext uri="{FF2B5EF4-FFF2-40B4-BE49-F238E27FC236}">
                  <a16:creationId xmlns:a16="http://schemas.microsoft.com/office/drawing/2014/main" id="{71029D5A-9F9A-0EBA-2E6B-E3756FF9E294}"/>
                </a:ext>
              </a:extLst>
            </p:cNvPr>
            <p:cNvSpPr/>
            <p:nvPr/>
          </p:nvSpPr>
          <p:spPr>
            <a:xfrm>
              <a:off x="7774555" y="6186595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5" name="rc4">
              <a:extLst>
                <a:ext uri="{FF2B5EF4-FFF2-40B4-BE49-F238E27FC236}">
                  <a16:creationId xmlns:a16="http://schemas.microsoft.com/office/drawing/2014/main" id="{2CAE7C38-74DF-F740-475C-52611F050A0B}"/>
                </a:ext>
              </a:extLst>
            </p:cNvPr>
            <p:cNvSpPr/>
            <p:nvPr/>
          </p:nvSpPr>
          <p:spPr>
            <a:xfrm>
              <a:off x="7774555" y="6186595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6" name="rc5">
              <a:extLst>
                <a:ext uri="{FF2B5EF4-FFF2-40B4-BE49-F238E27FC236}">
                  <a16:creationId xmlns:a16="http://schemas.microsoft.com/office/drawing/2014/main" id="{94E7B1E8-4A08-0E0B-B5CA-287487939D4C}"/>
                </a:ext>
              </a:extLst>
            </p:cNvPr>
            <p:cNvSpPr/>
            <p:nvPr/>
          </p:nvSpPr>
          <p:spPr>
            <a:xfrm>
              <a:off x="8144390" y="6457378"/>
              <a:ext cx="4680309" cy="26861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17" name="pl6">
              <a:extLst>
                <a:ext uri="{FF2B5EF4-FFF2-40B4-BE49-F238E27FC236}">
                  <a16:creationId xmlns:a16="http://schemas.microsoft.com/office/drawing/2014/main" id="{566CDF81-FB46-4A43-FB94-4181231B1809}"/>
                </a:ext>
              </a:extLst>
            </p:cNvPr>
            <p:cNvSpPr/>
            <p:nvPr/>
          </p:nvSpPr>
          <p:spPr>
            <a:xfrm>
              <a:off x="8357131" y="6579475"/>
              <a:ext cx="4254826" cy="1474220"/>
            </a:xfrm>
            <a:custGeom>
              <a:avLst/>
              <a:gdLst/>
              <a:ahLst/>
              <a:cxnLst/>
              <a:rect l="0" t="0" r="0" b="0"/>
              <a:pathLst>
                <a:path w="5932655" h="2055557">
                  <a:moveTo>
                    <a:pt x="0" y="0"/>
                  </a:moveTo>
                  <a:lnTo>
                    <a:pt x="1483163" y="222637"/>
                  </a:lnTo>
                  <a:lnTo>
                    <a:pt x="2966327" y="863989"/>
                  </a:lnTo>
                  <a:lnTo>
                    <a:pt x="4449491" y="1899960"/>
                  </a:lnTo>
                  <a:lnTo>
                    <a:pt x="5932655" y="2055557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8" name="pl7">
              <a:extLst>
                <a:ext uri="{FF2B5EF4-FFF2-40B4-BE49-F238E27FC236}">
                  <a16:creationId xmlns:a16="http://schemas.microsoft.com/office/drawing/2014/main" id="{2F382422-81EC-4700-D37B-8D7C5002BEEB}"/>
                </a:ext>
              </a:extLst>
            </p:cNvPr>
            <p:cNvSpPr/>
            <p:nvPr/>
          </p:nvSpPr>
          <p:spPr>
            <a:xfrm>
              <a:off x="8357131" y="6579475"/>
              <a:ext cx="4254826" cy="1914399"/>
            </a:xfrm>
            <a:custGeom>
              <a:avLst/>
              <a:gdLst/>
              <a:ahLst/>
              <a:cxnLst/>
              <a:rect l="0" t="0" r="0" b="0"/>
              <a:pathLst>
                <a:path w="5932655" h="2669315">
                  <a:moveTo>
                    <a:pt x="0" y="0"/>
                  </a:moveTo>
                  <a:lnTo>
                    <a:pt x="1483163" y="359449"/>
                  </a:lnTo>
                  <a:lnTo>
                    <a:pt x="2966327" y="1062478"/>
                  </a:lnTo>
                  <a:lnTo>
                    <a:pt x="4449491" y="2351139"/>
                  </a:lnTo>
                  <a:lnTo>
                    <a:pt x="5932655" y="2669315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19" name="pl8">
              <a:extLst>
                <a:ext uri="{FF2B5EF4-FFF2-40B4-BE49-F238E27FC236}">
                  <a16:creationId xmlns:a16="http://schemas.microsoft.com/office/drawing/2014/main" id="{313E5A32-096D-BC5F-F82D-006FC925E65B}"/>
                </a:ext>
              </a:extLst>
            </p:cNvPr>
            <p:cNvSpPr/>
            <p:nvPr/>
          </p:nvSpPr>
          <p:spPr>
            <a:xfrm>
              <a:off x="8357131" y="6579475"/>
              <a:ext cx="4254826" cy="1358382"/>
            </a:xfrm>
            <a:custGeom>
              <a:avLst/>
              <a:gdLst/>
              <a:ahLst/>
              <a:cxnLst/>
              <a:rect l="0" t="0" r="0" b="0"/>
              <a:pathLst>
                <a:path w="5932655" h="1894041">
                  <a:moveTo>
                    <a:pt x="0" y="0"/>
                  </a:moveTo>
                  <a:lnTo>
                    <a:pt x="1483163" y="107421"/>
                  </a:lnTo>
                  <a:lnTo>
                    <a:pt x="2966327" y="634880"/>
                  </a:lnTo>
                  <a:lnTo>
                    <a:pt x="4449491" y="1516879"/>
                  </a:lnTo>
                  <a:lnTo>
                    <a:pt x="5932655" y="1894041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0" name="pl9">
              <a:extLst>
                <a:ext uri="{FF2B5EF4-FFF2-40B4-BE49-F238E27FC236}">
                  <a16:creationId xmlns:a16="http://schemas.microsoft.com/office/drawing/2014/main" id="{E036A36D-B1AC-6563-41C8-99B174168888}"/>
                </a:ext>
              </a:extLst>
            </p:cNvPr>
            <p:cNvSpPr/>
            <p:nvPr/>
          </p:nvSpPr>
          <p:spPr>
            <a:xfrm>
              <a:off x="8357131" y="6579475"/>
              <a:ext cx="4254826" cy="1386947"/>
            </a:xfrm>
            <a:custGeom>
              <a:avLst/>
              <a:gdLst/>
              <a:ahLst/>
              <a:cxnLst/>
              <a:rect l="0" t="0" r="0" b="0"/>
              <a:pathLst>
                <a:path w="5932655" h="1933869">
                  <a:moveTo>
                    <a:pt x="0" y="0"/>
                  </a:moveTo>
                  <a:lnTo>
                    <a:pt x="1483163" y="582076"/>
                  </a:lnTo>
                  <a:lnTo>
                    <a:pt x="2966327" y="1135001"/>
                  </a:lnTo>
                  <a:lnTo>
                    <a:pt x="4449491" y="1781109"/>
                  </a:lnTo>
                  <a:lnTo>
                    <a:pt x="5932655" y="1933869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1" name="pl10">
              <a:extLst>
                <a:ext uri="{FF2B5EF4-FFF2-40B4-BE49-F238E27FC236}">
                  <a16:creationId xmlns:a16="http://schemas.microsoft.com/office/drawing/2014/main" id="{CBB4FD68-D567-AB26-DA91-857C062FBE2E}"/>
                </a:ext>
              </a:extLst>
            </p:cNvPr>
            <p:cNvSpPr/>
            <p:nvPr/>
          </p:nvSpPr>
          <p:spPr>
            <a:xfrm>
              <a:off x="8357131" y="6579475"/>
              <a:ext cx="4254826" cy="1817966"/>
            </a:xfrm>
            <a:custGeom>
              <a:avLst/>
              <a:gdLst/>
              <a:ahLst/>
              <a:cxnLst/>
              <a:rect l="0" t="0" r="0" b="0"/>
              <a:pathLst>
                <a:path w="5932655" h="2534855">
                  <a:moveTo>
                    <a:pt x="0" y="0"/>
                  </a:moveTo>
                  <a:lnTo>
                    <a:pt x="1483163" y="389823"/>
                  </a:lnTo>
                  <a:lnTo>
                    <a:pt x="2966327" y="1012254"/>
                  </a:lnTo>
                  <a:lnTo>
                    <a:pt x="4449491" y="2316317"/>
                  </a:lnTo>
                  <a:lnTo>
                    <a:pt x="5932655" y="2534855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2" name="pl11">
              <a:extLst>
                <a:ext uri="{FF2B5EF4-FFF2-40B4-BE49-F238E27FC236}">
                  <a16:creationId xmlns:a16="http://schemas.microsoft.com/office/drawing/2014/main" id="{320C0810-DF13-BA94-9EDC-8739757E0B27}"/>
                </a:ext>
              </a:extLst>
            </p:cNvPr>
            <p:cNvSpPr/>
            <p:nvPr/>
          </p:nvSpPr>
          <p:spPr>
            <a:xfrm>
              <a:off x="8357131" y="6579475"/>
              <a:ext cx="4254826" cy="1490734"/>
            </a:xfrm>
            <a:custGeom>
              <a:avLst/>
              <a:gdLst/>
              <a:ahLst/>
              <a:cxnLst/>
              <a:rect l="0" t="0" r="0" b="0"/>
              <a:pathLst>
                <a:path w="5932655" h="2078584">
                  <a:moveTo>
                    <a:pt x="0" y="0"/>
                  </a:moveTo>
                  <a:lnTo>
                    <a:pt x="1483163" y="484978"/>
                  </a:lnTo>
                  <a:lnTo>
                    <a:pt x="2966327" y="1160456"/>
                  </a:lnTo>
                  <a:lnTo>
                    <a:pt x="4449491" y="1728751"/>
                  </a:lnTo>
                  <a:lnTo>
                    <a:pt x="5932655" y="207858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3" name="pl12">
              <a:extLst>
                <a:ext uri="{FF2B5EF4-FFF2-40B4-BE49-F238E27FC236}">
                  <a16:creationId xmlns:a16="http://schemas.microsoft.com/office/drawing/2014/main" id="{345D1FB0-0D7C-424B-8F0D-82A9955E4BFA}"/>
                </a:ext>
              </a:extLst>
            </p:cNvPr>
            <p:cNvSpPr/>
            <p:nvPr/>
          </p:nvSpPr>
          <p:spPr>
            <a:xfrm>
              <a:off x="8357131" y="6579475"/>
              <a:ext cx="4254826" cy="2386121"/>
            </a:xfrm>
            <a:custGeom>
              <a:avLst/>
              <a:gdLst/>
              <a:ahLst/>
              <a:cxnLst/>
              <a:rect l="0" t="0" r="0" b="0"/>
              <a:pathLst>
                <a:path w="5932655" h="3327053">
                  <a:moveTo>
                    <a:pt x="0" y="0"/>
                  </a:moveTo>
                  <a:lnTo>
                    <a:pt x="1483163" y="1220788"/>
                  </a:lnTo>
                  <a:lnTo>
                    <a:pt x="2966327" y="1907172"/>
                  </a:lnTo>
                  <a:lnTo>
                    <a:pt x="4449491" y="3270032"/>
                  </a:lnTo>
                  <a:lnTo>
                    <a:pt x="5932655" y="3327053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4" name="pl13">
              <a:extLst>
                <a:ext uri="{FF2B5EF4-FFF2-40B4-BE49-F238E27FC236}">
                  <a16:creationId xmlns:a16="http://schemas.microsoft.com/office/drawing/2014/main" id="{84D5E663-ED32-471E-C67A-D342A1BBC0ED}"/>
                </a:ext>
              </a:extLst>
            </p:cNvPr>
            <p:cNvSpPr/>
            <p:nvPr/>
          </p:nvSpPr>
          <p:spPr>
            <a:xfrm>
              <a:off x="8357131" y="6579475"/>
              <a:ext cx="4254826" cy="2384978"/>
            </a:xfrm>
            <a:custGeom>
              <a:avLst/>
              <a:gdLst/>
              <a:ahLst/>
              <a:cxnLst/>
              <a:rect l="0" t="0" r="0" b="0"/>
              <a:pathLst>
                <a:path w="5932655" h="3325460">
                  <a:moveTo>
                    <a:pt x="0" y="0"/>
                  </a:moveTo>
                  <a:lnTo>
                    <a:pt x="1483163" y="834611"/>
                  </a:lnTo>
                  <a:lnTo>
                    <a:pt x="2966327" y="1552924"/>
                  </a:lnTo>
                  <a:lnTo>
                    <a:pt x="4449491" y="3287611"/>
                  </a:lnTo>
                  <a:lnTo>
                    <a:pt x="5932655" y="332546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5" name="pg14">
              <a:extLst>
                <a:ext uri="{FF2B5EF4-FFF2-40B4-BE49-F238E27FC236}">
                  <a16:creationId xmlns:a16="http://schemas.microsoft.com/office/drawing/2014/main" id="{C935B31E-A211-1071-B938-E53363DC114A}"/>
                </a:ext>
              </a:extLst>
            </p:cNvPr>
            <p:cNvSpPr/>
            <p:nvPr/>
          </p:nvSpPr>
          <p:spPr>
            <a:xfrm>
              <a:off x="8304366" y="6526710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6" name="pg15">
              <a:extLst>
                <a:ext uri="{FF2B5EF4-FFF2-40B4-BE49-F238E27FC236}">
                  <a16:creationId xmlns:a16="http://schemas.microsoft.com/office/drawing/2014/main" id="{8B591B16-E8F6-EB44-0435-EE176FC851FF}"/>
                </a:ext>
              </a:extLst>
            </p:cNvPr>
            <p:cNvSpPr/>
            <p:nvPr/>
          </p:nvSpPr>
          <p:spPr>
            <a:xfrm>
              <a:off x="10431779" y="7358974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7" name="pg16">
              <a:extLst>
                <a:ext uri="{FF2B5EF4-FFF2-40B4-BE49-F238E27FC236}">
                  <a16:creationId xmlns:a16="http://schemas.microsoft.com/office/drawing/2014/main" id="{0B65F9AD-18E2-8E6D-0763-AD95D0DFE8C5}"/>
                </a:ext>
              </a:extLst>
            </p:cNvPr>
            <p:cNvSpPr/>
            <p:nvPr/>
          </p:nvSpPr>
          <p:spPr>
            <a:xfrm>
              <a:off x="9368072" y="6874530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8" name="pg17">
              <a:extLst>
                <a:ext uri="{FF2B5EF4-FFF2-40B4-BE49-F238E27FC236}">
                  <a16:creationId xmlns:a16="http://schemas.microsoft.com/office/drawing/2014/main" id="{018448FA-0CAC-B511-E73B-98B121C4716D}"/>
                </a:ext>
              </a:extLst>
            </p:cNvPr>
            <p:cNvSpPr/>
            <p:nvPr/>
          </p:nvSpPr>
          <p:spPr>
            <a:xfrm>
              <a:off x="11495486" y="7766548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29" name="pg18">
              <a:extLst>
                <a:ext uri="{FF2B5EF4-FFF2-40B4-BE49-F238E27FC236}">
                  <a16:creationId xmlns:a16="http://schemas.microsoft.com/office/drawing/2014/main" id="{6B84CF6D-6779-8DD1-ABC5-C5515A0A3532}"/>
                </a:ext>
              </a:extLst>
            </p:cNvPr>
            <p:cNvSpPr/>
            <p:nvPr/>
          </p:nvSpPr>
          <p:spPr>
            <a:xfrm>
              <a:off x="12559192" y="8017444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0" name="pt19">
              <a:extLst>
                <a:ext uri="{FF2B5EF4-FFF2-40B4-BE49-F238E27FC236}">
                  <a16:creationId xmlns:a16="http://schemas.microsoft.com/office/drawing/2014/main" id="{D83F2EB2-82C3-92C4-0EB2-B2271A070A29}"/>
                </a:ext>
              </a:extLst>
            </p:cNvPr>
            <p:cNvSpPr/>
            <p:nvPr/>
          </p:nvSpPr>
          <p:spPr>
            <a:xfrm>
              <a:off x="11506150" y="7625261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1" name="pt20">
              <a:extLst>
                <a:ext uri="{FF2B5EF4-FFF2-40B4-BE49-F238E27FC236}">
                  <a16:creationId xmlns:a16="http://schemas.microsoft.com/office/drawing/2014/main" id="{672F9D08-308A-538F-8DB7-297242AD52FD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2" name="pt21">
              <a:extLst>
                <a:ext uri="{FF2B5EF4-FFF2-40B4-BE49-F238E27FC236}">
                  <a16:creationId xmlns:a16="http://schemas.microsoft.com/office/drawing/2014/main" id="{B31EAF5A-C2BF-4BD5-F0B9-409EBB882F22}"/>
                </a:ext>
              </a:extLst>
            </p:cNvPr>
            <p:cNvSpPr/>
            <p:nvPr/>
          </p:nvSpPr>
          <p:spPr>
            <a:xfrm>
              <a:off x="12569857" y="7895757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3" name="pt22">
              <a:extLst>
                <a:ext uri="{FF2B5EF4-FFF2-40B4-BE49-F238E27FC236}">
                  <a16:creationId xmlns:a16="http://schemas.microsoft.com/office/drawing/2014/main" id="{BA8D6F8A-7AD8-63E3-56AC-0B133A1F9E3F}"/>
                </a:ext>
              </a:extLst>
            </p:cNvPr>
            <p:cNvSpPr/>
            <p:nvPr/>
          </p:nvSpPr>
          <p:spPr>
            <a:xfrm>
              <a:off x="9378737" y="6614415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4" name="pt23">
              <a:extLst>
                <a:ext uri="{FF2B5EF4-FFF2-40B4-BE49-F238E27FC236}">
                  <a16:creationId xmlns:a16="http://schemas.microsoft.com/office/drawing/2014/main" id="{DFE16A64-5B36-6412-9E1B-4D0490076602}"/>
                </a:ext>
              </a:extLst>
            </p:cNvPr>
            <p:cNvSpPr/>
            <p:nvPr/>
          </p:nvSpPr>
          <p:spPr>
            <a:xfrm>
              <a:off x="10442444" y="6992702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5" name="pt24">
              <a:extLst>
                <a:ext uri="{FF2B5EF4-FFF2-40B4-BE49-F238E27FC236}">
                  <a16:creationId xmlns:a16="http://schemas.microsoft.com/office/drawing/2014/main" id="{1B32EF65-7703-1E06-5D67-2B56754C6CC7}"/>
                </a:ext>
              </a:extLst>
            </p:cNvPr>
            <p:cNvSpPr/>
            <p:nvPr/>
          </p:nvSpPr>
          <p:spPr>
            <a:xfrm>
              <a:off x="9378737" y="6795167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6" name="pt25">
              <a:extLst>
                <a:ext uri="{FF2B5EF4-FFF2-40B4-BE49-F238E27FC236}">
                  <a16:creationId xmlns:a16="http://schemas.microsoft.com/office/drawing/2014/main" id="{AE0EE05E-BB55-3189-4E40-45D6DB0D479B}"/>
                </a:ext>
              </a:extLst>
            </p:cNvPr>
            <p:cNvSpPr/>
            <p:nvPr/>
          </p:nvSpPr>
          <p:spPr>
            <a:xfrm>
              <a:off x="10442444" y="7299370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7" name="pt26">
              <a:extLst>
                <a:ext uri="{FF2B5EF4-FFF2-40B4-BE49-F238E27FC236}">
                  <a16:creationId xmlns:a16="http://schemas.microsoft.com/office/drawing/2014/main" id="{2147EFA9-DFB9-D353-E22F-8B2C8FE3FF0A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8" name="pt27">
              <a:extLst>
                <a:ext uri="{FF2B5EF4-FFF2-40B4-BE49-F238E27FC236}">
                  <a16:creationId xmlns:a16="http://schemas.microsoft.com/office/drawing/2014/main" id="{2EEB216E-8ABB-A724-2AFB-19C02816EEFB}"/>
                </a:ext>
              </a:extLst>
            </p:cNvPr>
            <p:cNvSpPr/>
            <p:nvPr/>
          </p:nvSpPr>
          <p:spPr>
            <a:xfrm>
              <a:off x="12569857" y="8451774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39" name="pt28">
              <a:extLst>
                <a:ext uri="{FF2B5EF4-FFF2-40B4-BE49-F238E27FC236}">
                  <a16:creationId xmlns:a16="http://schemas.microsoft.com/office/drawing/2014/main" id="{C1702E9D-90BD-E430-3DF6-12982B4899B7}"/>
                </a:ext>
              </a:extLst>
            </p:cNvPr>
            <p:cNvSpPr/>
            <p:nvPr/>
          </p:nvSpPr>
          <p:spPr>
            <a:xfrm>
              <a:off x="11506150" y="8223582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0" name="pg29">
              <a:extLst>
                <a:ext uri="{FF2B5EF4-FFF2-40B4-BE49-F238E27FC236}">
                  <a16:creationId xmlns:a16="http://schemas.microsoft.com/office/drawing/2014/main" id="{504CF3CF-1599-CC72-5686-4DD741DE9AFE}"/>
                </a:ext>
              </a:extLst>
            </p:cNvPr>
            <p:cNvSpPr/>
            <p:nvPr/>
          </p:nvSpPr>
          <p:spPr>
            <a:xfrm>
              <a:off x="9368072" y="6806286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1" name="pg30">
              <a:extLst>
                <a:ext uri="{FF2B5EF4-FFF2-40B4-BE49-F238E27FC236}">
                  <a16:creationId xmlns:a16="http://schemas.microsoft.com/office/drawing/2014/main" id="{EBDCD74A-E722-2FA0-8277-C77FD70975CC}"/>
                </a:ext>
              </a:extLst>
            </p:cNvPr>
            <p:cNvSpPr/>
            <p:nvPr/>
          </p:nvSpPr>
          <p:spPr>
            <a:xfrm>
              <a:off x="11495486" y="8187943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2" name="pg31">
              <a:extLst>
                <a:ext uri="{FF2B5EF4-FFF2-40B4-BE49-F238E27FC236}">
                  <a16:creationId xmlns:a16="http://schemas.microsoft.com/office/drawing/2014/main" id="{36CA0F38-2A26-A4CC-0A82-69DC1AE824C0}"/>
                </a:ext>
              </a:extLst>
            </p:cNvPr>
            <p:cNvSpPr/>
            <p:nvPr/>
          </p:nvSpPr>
          <p:spPr>
            <a:xfrm>
              <a:off x="12559192" y="8344676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3" name="pg32">
              <a:extLst>
                <a:ext uri="{FF2B5EF4-FFF2-40B4-BE49-F238E27FC236}">
                  <a16:creationId xmlns:a16="http://schemas.microsoft.com/office/drawing/2014/main" id="{32B263FB-6379-A260-5A59-D98B545D02D8}"/>
                </a:ext>
              </a:extLst>
            </p:cNvPr>
            <p:cNvSpPr/>
            <p:nvPr/>
          </p:nvSpPr>
          <p:spPr>
            <a:xfrm>
              <a:off x="10431779" y="7252686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4" name="pg33">
              <a:extLst>
                <a:ext uri="{FF2B5EF4-FFF2-40B4-BE49-F238E27FC236}">
                  <a16:creationId xmlns:a16="http://schemas.microsoft.com/office/drawing/2014/main" id="{408393DD-2961-61A6-6DD2-6BA1EA5383FC}"/>
                </a:ext>
              </a:extLst>
            </p:cNvPr>
            <p:cNvSpPr/>
            <p:nvPr/>
          </p:nvSpPr>
          <p:spPr>
            <a:xfrm>
              <a:off x="8304366" y="6526710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5" name="pt34">
              <a:extLst>
                <a:ext uri="{FF2B5EF4-FFF2-40B4-BE49-F238E27FC236}">
                  <a16:creationId xmlns:a16="http://schemas.microsoft.com/office/drawing/2014/main" id="{536849AC-D358-C469-3E15-E37F409BEA57}"/>
                </a:ext>
              </a:extLst>
            </p:cNvPr>
            <p:cNvSpPr/>
            <p:nvPr/>
          </p:nvSpPr>
          <p:spPr>
            <a:xfrm>
              <a:off x="11506150" y="8895208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6" name="pt35">
              <a:extLst>
                <a:ext uri="{FF2B5EF4-FFF2-40B4-BE49-F238E27FC236}">
                  <a16:creationId xmlns:a16="http://schemas.microsoft.com/office/drawing/2014/main" id="{E85A81BA-2565-8F2D-BC5B-588B87592C27}"/>
                </a:ext>
              </a:extLst>
            </p:cNvPr>
            <p:cNvSpPr/>
            <p:nvPr/>
          </p:nvSpPr>
          <p:spPr>
            <a:xfrm>
              <a:off x="10442444" y="7651112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7" name="pt36">
              <a:extLst>
                <a:ext uri="{FF2B5EF4-FFF2-40B4-BE49-F238E27FC236}">
                  <a16:creationId xmlns:a16="http://schemas.microsoft.com/office/drawing/2014/main" id="{8F158A25-97B2-9111-4021-46BDB419DE3E}"/>
                </a:ext>
              </a:extLst>
            </p:cNvPr>
            <p:cNvSpPr/>
            <p:nvPr/>
          </p:nvSpPr>
          <p:spPr>
            <a:xfrm>
              <a:off x="9378737" y="7135947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8" name="pt37">
              <a:extLst>
                <a:ext uri="{FF2B5EF4-FFF2-40B4-BE49-F238E27FC236}">
                  <a16:creationId xmlns:a16="http://schemas.microsoft.com/office/drawing/2014/main" id="{5BB4BC7B-8390-8519-3014-FB2C0B1ECE5B}"/>
                </a:ext>
              </a:extLst>
            </p:cNvPr>
            <p:cNvSpPr/>
            <p:nvPr/>
          </p:nvSpPr>
          <p:spPr>
            <a:xfrm>
              <a:off x="12569857" y="8922353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49" name="pt38">
              <a:extLst>
                <a:ext uri="{FF2B5EF4-FFF2-40B4-BE49-F238E27FC236}">
                  <a16:creationId xmlns:a16="http://schemas.microsoft.com/office/drawing/2014/main" id="{B3FDB689-DC3E-E8E3-0A73-4676027BC5F2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0" name="pt39">
              <a:extLst>
                <a:ext uri="{FF2B5EF4-FFF2-40B4-BE49-F238E27FC236}">
                  <a16:creationId xmlns:a16="http://schemas.microsoft.com/office/drawing/2014/main" id="{0B8C7274-AC15-F30E-A94B-66F1D7DBC9C5}"/>
                </a:ext>
              </a:extLst>
            </p:cNvPr>
            <p:cNvSpPr/>
            <p:nvPr/>
          </p:nvSpPr>
          <p:spPr>
            <a:xfrm>
              <a:off x="9378737" y="7412909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1" name="pt40">
              <a:extLst>
                <a:ext uri="{FF2B5EF4-FFF2-40B4-BE49-F238E27FC236}">
                  <a16:creationId xmlns:a16="http://schemas.microsoft.com/office/drawing/2014/main" id="{5560C32B-68FD-745B-983D-9EB92E62B0AC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2" name="pt41">
              <a:extLst>
                <a:ext uri="{FF2B5EF4-FFF2-40B4-BE49-F238E27FC236}">
                  <a16:creationId xmlns:a16="http://schemas.microsoft.com/office/drawing/2014/main" id="{9A56F2B4-D3E2-75F2-F762-A587379EBCB4}"/>
                </a:ext>
              </a:extLst>
            </p:cNvPr>
            <p:cNvSpPr/>
            <p:nvPr/>
          </p:nvSpPr>
          <p:spPr>
            <a:xfrm>
              <a:off x="12569857" y="8923496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3" name="pt42">
              <a:extLst>
                <a:ext uri="{FF2B5EF4-FFF2-40B4-BE49-F238E27FC236}">
                  <a16:creationId xmlns:a16="http://schemas.microsoft.com/office/drawing/2014/main" id="{658DB60B-7B56-A1EF-5509-BBD6033B89B0}"/>
                </a:ext>
              </a:extLst>
            </p:cNvPr>
            <p:cNvSpPr/>
            <p:nvPr/>
          </p:nvSpPr>
          <p:spPr>
            <a:xfrm>
              <a:off x="10442444" y="7905174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4" name="pt43">
              <a:extLst>
                <a:ext uri="{FF2B5EF4-FFF2-40B4-BE49-F238E27FC236}">
                  <a16:creationId xmlns:a16="http://schemas.microsoft.com/office/drawing/2014/main" id="{6080A946-B8BE-599C-7DC8-D4EE266B1AE4}"/>
                </a:ext>
              </a:extLst>
            </p:cNvPr>
            <p:cNvSpPr/>
            <p:nvPr/>
          </p:nvSpPr>
          <p:spPr>
            <a:xfrm>
              <a:off x="11506150" y="8882600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5" name="pt44">
              <a:extLst>
                <a:ext uri="{FF2B5EF4-FFF2-40B4-BE49-F238E27FC236}">
                  <a16:creationId xmlns:a16="http://schemas.microsoft.com/office/drawing/2014/main" id="{C0468C04-8505-8510-DDB6-EB19118F4C39}"/>
                </a:ext>
              </a:extLst>
            </p:cNvPr>
            <p:cNvSpPr/>
            <p:nvPr/>
          </p:nvSpPr>
          <p:spPr>
            <a:xfrm>
              <a:off x="9378737" y="6697047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6" name="pt45">
              <a:extLst>
                <a:ext uri="{FF2B5EF4-FFF2-40B4-BE49-F238E27FC236}">
                  <a16:creationId xmlns:a16="http://schemas.microsoft.com/office/drawing/2014/main" id="{0D7AB073-27EE-04C6-614A-CDEED88B4B68}"/>
                </a:ext>
              </a:extLst>
            </p:cNvPr>
            <p:cNvSpPr/>
            <p:nvPr/>
          </p:nvSpPr>
          <p:spPr>
            <a:xfrm>
              <a:off x="11506150" y="7900002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7" name="pt46">
              <a:extLst>
                <a:ext uri="{FF2B5EF4-FFF2-40B4-BE49-F238E27FC236}">
                  <a16:creationId xmlns:a16="http://schemas.microsoft.com/office/drawing/2014/main" id="{5EF3B075-03A6-EBCF-2535-29DB8ED4E5A1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8" name="pt47">
              <a:extLst>
                <a:ext uri="{FF2B5EF4-FFF2-40B4-BE49-F238E27FC236}">
                  <a16:creationId xmlns:a16="http://schemas.microsoft.com/office/drawing/2014/main" id="{6A254F6B-61F5-5E5E-D40A-88EAD7F1B3AC}"/>
                </a:ext>
              </a:extLst>
            </p:cNvPr>
            <p:cNvSpPr/>
            <p:nvPr/>
          </p:nvSpPr>
          <p:spPr>
            <a:xfrm>
              <a:off x="10442444" y="7157016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59" name="pt48">
              <a:extLst>
                <a:ext uri="{FF2B5EF4-FFF2-40B4-BE49-F238E27FC236}">
                  <a16:creationId xmlns:a16="http://schemas.microsoft.com/office/drawing/2014/main" id="{6573B50A-70A3-DE2C-61E8-29FD8BE50D64}"/>
                </a:ext>
              </a:extLst>
            </p:cNvPr>
            <p:cNvSpPr/>
            <p:nvPr/>
          </p:nvSpPr>
          <p:spPr>
            <a:xfrm>
              <a:off x="12569857" y="8011594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0" name="pt49">
              <a:extLst>
                <a:ext uri="{FF2B5EF4-FFF2-40B4-BE49-F238E27FC236}">
                  <a16:creationId xmlns:a16="http://schemas.microsoft.com/office/drawing/2014/main" id="{947DB2D4-6C3F-CCEF-7135-C2722CD4BAC5}"/>
                </a:ext>
              </a:extLst>
            </p:cNvPr>
            <p:cNvSpPr/>
            <p:nvPr/>
          </p:nvSpPr>
          <p:spPr>
            <a:xfrm>
              <a:off x="11506150" y="7814763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1" name="pt50">
              <a:extLst>
                <a:ext uri="{FF2B5EF4-FFF2-40B4-BE49-F238E27FC236}">
                  <a16:creationId xmlns:a16="http://schemas.microsoft.com/office/drawing/2014/main" id="{88647AAA-0FB5-7DCF-5674-D23CAAA235D4}"/>
                </a:ext>
              </a:extLst>
            </p:cNvPr>
            <p:cNvSpPr/>
            <p:nvPr/>
          </p:nvSpPr>
          <p:spPr>
            <a:xfrm>
              <a:off x="12569857" y="7924322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2" name="pt51">
              <a:extLst>
                <a:ext uri="{FF2B5EF4-FFF2-40B4-BE49-F238E27FC236}">
                  <a16:creationId xmlns:a16="http://schemas.microsoft.com/office/drawing/2014/main" id="{66935037-3E77-16BD-80D2-E196577C0F86}"/>
                </a:ext>
              </a:extLst>
            </p:cNvPr>
            <p:cNvSpPr/>
            <p:nvPr/>
          </p:nvSpPr>
          <p:spPr>
            <a:xfrm>
              <a:off x="9378737" y="6954832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3" name="pt52">
              <a:extLst>
                <a:ext uri="{FF2B5EF4-FFF2-40B4-BE49-F238E27FC236}">
                  <a16:creationId xmlns:a16="http://schemas.microsoft.com/office/drawing/2014/main" id="{720F779A-679E-B05E-333E-240621898333}"/>
                </a:ext>
              </a:extLst>
            </p:cNvPr>
            <p:cNvSpPr/>
            <p:nvPr/>
          </p:nvSpPr>
          <p:spPr>
            <a:xfrm>
              <a:off x="10442444" y="7351383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4" name="pt53">
              <a:extLst>
                <a:ext uri="{FF2B5EF4-FFF2-40B4-BE49-F238E27FC236}">
                  <a16:creationId xmlns:a16="http://schemas.microsoft.com/office/drawing/2014/main" id="{F7486A96-0B43-F8E2-99B0-675A2D403539}"/>
                </a:ext>
              </a:extLst>
            </p:cNvPr>
            <p:cNvSpPr/>
            <p:nvPr/>
          </p:nvSpPr>
          <p:spPr>
            <a:xfrm>
              <a:off x="8315030" y="6537374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5" name="pl54">
              <a:extLst>
                <a:ext uri="{FF2B5EF4-FFF2-40B4-BE49-F238E27FC236}">
                  <a16:creationId xmlns:a16="http://schemas.microsoft.com/office/drawing/2014/main" id="{D95C94D6-405E-12FA-44ED-F8AEC4960E28}"/>
                </a:ext>
              </a:extLst>
            </p:cNvPr>
            <p:cNvSpPr/>
            <p:nvPr/>
          </p:nvSpPr>
          <p:spPr>
            <a:xfrm>
              <a:off x="8144390" y="6457378"/>
              <a:ext cx="0" cy="268614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66" name="tx55">
              <a:extLst>
                <a:ext uri="{FF2B5EF4-FFF2-40B4-BE49-F238E27FC236}">
                  <a16:creationId xmlns:a16="http://schemas.microsoft.com/office/drawing/2014/main" id="{1EF86DEB-F699-507F-BF3A-2F1C27929D2E}"/>
                </a:ext>
              </a:extLst>
            </p:cNvPr>
            <p:cNvSpPr/>
            <p:nvPr/>
          </p:nvSpPr>
          <p:spPr>
            <a:xfrm>
              <a:off x="7943458" y="8992696"/>
              <a:ext cx="15601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67" name="tx56">
              <a:extLst>
                <a:ext uri="{FF2B5EF4-FFF2-40B4-BE49-F238E27FC236}">
                  <a16:creationId xmlns:a16="http://schemas.microsoft.com/office/drawing/2014/main" id="{E4E07DBC-9CD9-4D76-7D68-6DA171F6FA3C}"/>
                </a:ext>
              </a:extLst>
            </p:cNvPr>
            <p:cNvSpPr/>
            <p:nvPr/>
          </p:nvSpPr>
          <p:spPr>
            <a:xfrm>
              <a:off x="7943458" y="8382210"/>
              <a:ext cx="15601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68" name="tx57">
              <a:extLst>
                <a:ext uri="{FF2B5EF4-FFF2-40B4-BE49-F238E27FC236}">
                  <a16:creationId xmlns:a16="http://schemas.microsoft.com/office/drawing/2014/main" id="{7B19CD74-BC33-04B5-985F-B5467CEAE4CF}"/>
                </a:ext>
              </a:extLst>
            </p:cNvPr>
            <p:cNvSpPr/>
            <p:nvPr/>
          </p:nvSpPr>
          <p:spPr>
            <a:xfrm>
              <a:off x="7943458" y="7771723"/>
              <a:ext cx="15601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69" name="tx58">
              <a:extLst>
                <a:ext uri="{FF2B5EF4-FFF2-40B4-BE49-F238E27FC236}">
                  <a16:creationId xmlns:a16="http://schemas.microsoft.com/office/drawing/2014/main" id="{4AA0136E-AFC3-B7C5-9327-D1CF4571A095}"/>
                </a:ext>
              </a:extLst>
            </p:cNvPr>
            <p:cNvSpPr/>
            <p:nvPr/>
          </p:nvSpPr>
          <p:spPr>
            <a:xfrm>
              <a:off x="7943458" y="7161237"/>
              <a:ext cx="15601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70" name="tx59">
              <a:extLst>
                <a:ext uri="{FF2B5EF4-FFF2-40B4-BE49-F238E27FC236}">
                  <a16:creationId xmlns:a16="http://schemas.microsoft.com/office/drawing/2014/main" id="{3D2394C8-59B2-4251-37C0-B0978169504B}"/>
                </a:ext>
              </a:extLst>
            </p:cNvPr>
            <p:cNvSpPr/>
            <p:nvPr/>
          </p:nvSpPr>
          <p:spPr>
            <a:xfrm>
              <a:off x="7943458" y="6550751"/>
              <a:ext cx="15601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71" name="pl60">
              <a:extLst>
                <a:ext uri="{FF2B5EF4-FFF2-40B4-BE49-F238E27FC236}">
                  <a16:creationId xmlns:a16="http://schemas.microsoft.com/office/drawing/2014/main" id="{CDDE3EF7-3D26-A775-1791-6BC1D8E693DF}"/>
                </a:ext>
              </a:extLst>
            </p:cNvPr>
            <p:cNvSpPr/>
            <p:nvPr/>
          </p:nvSpPr>
          <p:spPr>
            <a:xfrm>
              <a:off x="8119435" y="9021421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2" name="pl61">
              <a:extLst>
                <a:ext uri="{FF2B5EF4-FFF2-40B4-BE49-F238E27FC236}">
                  <a16:creationId xmlns:a16="http://schemas.microsoft.com/office/drawing/2014/main" id="{EB2A14CA-BAB5-151D-DB3C-FD47DB0ABE02}"/>
                </a:ext>
              </a:extLst>
            </p:cNvPr>
            <p:cNvSpPr/>
            <p:nvPr/>
          </p:nvSpPr>
          <p:spPr>
            <a:xfrm>
              <a:off x="8119435" y="8410934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3" name="pl62">
              <a:extLst>
                <a:ext uri="{FF2B5EF4-FFF2-40B4-BE49-F238E27FC236}">
                  <a16:creationId xmlns:a16="http://schemas.microsoft.com/office/drawing/2014/main" id="{695715DD-4AF8-ED39-3077-891C2CE78149}"/>
                </a:ext>
              </a:extLst>
            </p:cNvPr>
            <p:cNvSpPr/>
            <p:nvPr/>
          </p:nvSpPr>
          <p:spPr>
            <a:xfrm>
              <a:off x="8119435" y="7800448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4" name="pl63">
              <a:extLst>
                <a:ext uri="{FF2B5EF4-FFF2-40B4-BE49-F238E27FC236}">
                  <a16:creationId xmlns:a16="http://schemas.microsoft.com/office/drawing/2014/main" id="{0FB303D6-956C-AC4C-F341-D0F887325A87}"/>
                </a:ext>
              </a:extLst>
            </p:cNvPr>
            <p:cNvSpPr/>
            <p:nvPr/>
          </p:nvSpPr>
          <p:spPr>
            <a:xfrm>
              <a:off x="8119435" y="7189961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5" name="pl64">
              <a:extLst>
                <a:ext uri="{FF2B5EF4-FFF2-40B4-BE49-F238E27FC236}">
                  <a16:creationId xmlns:a16="http://schemas.microsoft.com/office/drawing/2014/main" id="{BA06444F-B5AA-BB4D-7408-C59E4DD13B51}"/>
                </a:ext>
              </a:extLst>
            </p:cNvPr>
            <p:cNvSpPr/>
            <p:nvPr/>
          </p:nvSpPr>
          <p:spPr>
            <a:xfrm>
              <a:off x="8119435" y="6579475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6" name="pl65">
              <a:extLst>
                <a:ext uri="{FF2B5EF4-FFF2-40B4-BE49-F238E27FC236}">
                  <a16:creationId xmlns:a16="http://schemas.microsoft.com/office/drawing/2014/main" id="{53CE224B-3E4E-64AA-A21A-E97016B4D590}"/>
                </a:ext>
              </a:extLst>
            </p:cNvPr>
            <p:cNvSpPr/>
            <p:nvPr/>
          </p:nvSpPr>
          <p:spPr>
            <a:xfrm>
              <a:off x="8144390" y="9143517"/>
              <a:ext cx="4680309" cy="0"/>
            </a:xfrm>
            <a:custGeom>
              <a:avLst/>
              <a:gdLst/>
              <a:ahLst/>
              <a:cxnLst/>
              <a:rect l="0" t="0" r="0" b="0"/>
              <a:pathLst>
                <a:path w="6525921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7" name="pl66">
              <a:extLst>
                <a:ext uri="{FF2B5EF4-FFF2-40B4-BE49-F238E27FC236}">
                  <a16:creationId xmlns:a16="http://schemas.microsoft.com/office/drawing/2014/main" id="{74EE0F43-F18B-19BB-9A68-14D148E6A9E6}"/>
                </a:ext>
              </a:extLst>
            </p:cNvPr>
            <p:cNvSpPr/>
            <p:nvPr/>
          </p:nvSpPr>
          <p:spPr>
            <a:xfrm>
              <a:off x="9420838" y="9143517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8" name="pl67">
              <a:extLst>
                <a:ext uri="{FF2B5EF4-FFF2-40B4-BE49-F238E27FC236}">
                  <a16:creationId xmlns:a16="http://schemas.microsoft.com/office/drawing/2014/main" id="{22D54483-B808-B942-9FB4-71C47FBC0C2F}"/>
                </a:ext>
              </a:extLst>
            </p:cNvPr>
            <p:cNvSpPr/>
            <p:nvPr/>
          </p:nvSpPr>
          <p:spPr>
            <a:xfrm>
              <a:off x="10484544" y="9143517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79" name="pl68">
              <a:extLst>
                <a:ext uri="{FF2B5EF4-FFF2-40B4-BE49-F238E27FC236}">
                  <a16:creationId xmlns:a16="http://schemas.microsoft.com/office/drawing/2014/main" id="{5ABF25A5-DC04-5F3E-B1CC-02361AC6B5DF}"/>
                </a:ext>
              </a:extLst>
            </p:cNvPr>
            <p:cNvSpPr/>
            <p:nvPr/>
          </p:nvSpPr>
          <p:spPr>
            <a:xfrm>
              <a:off x="11548251" y="9143517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80" name="pl69">
              <a:extLst>
                <a:ext uri="{FF2B5EF4-FFF2-40B4-BE49-F238E27FC236}">
                  <a16:creationId xmlns:a16="http://schemas.microsoft.com/office/drawing/2014/main" id="{6DE36EC5-FD79-629A-756A-D202900BBF7F}"/>
                </a:ext>
              </a:extLst>
            </p:cNvPr>
            <p:cNvSpPr/>
            <p:nvPr/>
          </p:nvSpPr>
          <p:spPr>
            <a:xfrm>
              <a:off x="12611957" y="9143517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81" name="tx70">
              <a:extLst>
                <a:ext uri="{FF2B5EF4-FFF2-40B4-BE49-F238E27FC236}">
                  <a16:creationId xmlns:a16="http://schemas.microsoft.com/office/drawing/2014/main" id="{755ED4CF-44CF-BD08-A9CE-A0D0D57E12D2}"/>
                </a:ext>
              </a:extLst>
            </p:cNvPr>
            <p:cNvSpPr/>
            <p:nvPr/>
          </p:nvSpPr>
          <p:spPr>
            <a:xfrm>
              <a:off x="9292958" y="9188435"/>
              <a:ext cx="255761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182" name="tx71">
              <a:extLst>
                <a:ext uri="{FF2B5EF4-FFF2-40B4-BE49-F238E27FC236}">
                  <a16:creationId xmlns:a16="http://schemas.microsoft.com/office/drawing/2014/main" id="{99891FEC-5379-2FA8-2A50-DF3FD4BB66F6}"/>
                </a:ext>
              </a:extLst>
            </p:cNvPr>
            <p:cNvSpPr/>
            <p:nvPr/>
          </p:nvSpPr>
          <p:spPr>
            <a:xfrm>
              <a:off x="10305348" y="9188435"/>
              <a:ext cx="35839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183" name="tx72">
              <a:extLst>
                <a:ext uri="{FF2B5EF4-FFF2-40B4-BE49-F238E27FC236}">
                  <a16:creationId xmlns:a16="http://schemas.microsoft.com/office/drawing/2014/main" id="{30ABE256-B26A-EA5A-F1F9-B7F999C2DFD2}"/>
                </a:ext>
              </a:extLst>
            </p:cNvPr>
            <p:cNvSpPr/>
            <p:nvPr/>
          </p:nvSpPr>
          <p:spPr>
            <a:xfrm>
              <a:off x="11420370" y="9188435"/>
              <a:ext cx="255761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184" name="tx73">
              <a:extLst>
                <a:ext uri="{FF2B5EF4-FFF2-40B4-BE49-F238E27FC236}">
                  <a16:creationId xmlns:a16="http://schemas.microsoft.com/office/drawing/2014/main" id="{E30F220A-4EB2-B8FB-05B8-0CCEFCA058FD}"/>
                </a:ext>
              </a:extLst>
            </p:cNvPr>
            <p:cNvSpPr/>
            <p:nvPr/>
          </p:nvSpPr>
          <p:spPr>
            <a:xfrm>
              <a:off x="12432761" y="9188435"/>
              <a:ext cx="35839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185" name="tx74">
              <a:extLst>
                <a:ext uri="{FF2B5EF4-FFF2-40B4-BE49-F238E27FC236}">
                  <a16:creationId xmlns:a16="http://schemas.microsoft.com/office/drawing/2014/main" id="{092AF84E-C67F-69A2-62F8-C053D41343DD}"/>
                </a:ext>
              </a:extLst>
            </p:cNvPr>
            <p:cNvSpPr/>
            <p:nvPr/>
          </p:nvSpPr>
          <p:spPr>
            <a:xfrm>
              <a:off x="10108609" y="9288609"/>
              <a:ext cx="751870" cy="718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186" name="tx75">
              <a:extLst>
                <a:ext uri="{FF2B5EF4-FFF2-40B4-BE49-F238E27FC236}">
                  <a16:creationId xmlns:a16="http://schemas.microsoft.com/office/drawing/2014/main" id="{4489725B-CD17-593C-35A7-11249DB9446B}"/>
                </a:ext>
              </a:extLst>
            </p:cNvPr>
            <p:cNvSpPr/>
            <p:nvPr/>
          </p:nvSpPr>
          <p:spPr>
            <a:xfrm rot="16200000">
              <a:off x="7682221" y="7764510"/>
              <a:ext cx="356359" cy="718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87" name="rc76">
              <a:extLst>
                <a:ext uri="{FF2B5EF4-FFF2-40B4-BE49-F238E27FC236}">
                  <a16:creationId xmlns:a16="http://schemas.microsoft.com/office/drawing/2014/main" id="{58CEF1A5-4EA4-DF22-8578-42E86769971E}"/>
                </a:ext>
              </a:extLst>
            </p:cNvPr>
            <p:cNvSpPr/>
            <p:nvPr/>
          </p:nvSpPr>
          <p:spPr>
            <a:xfrm>
              <a:off x="12924515" y="6457378"/>
              <a:ext cx="702297" cy="1528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88" name="tx77">
              <a:extLst>
                <a:ext uri="{FF2B5EF4-FFF2-40B4-BE49-F238E27FC236}">
                  <a16:creationId xmlns:a16="http://schemas.microsoft.com/office/drawing/2014/main" id="{69701E49-9378-8E6D-3DC2-3CB1F1A4DB81}"/>
                </a:ext>
              </a:extLst>
            </p:cNvPr>
            <p:cNvSpPr/>
            <p:nvPr/>
          </p:nvSpPr>
          <p:spPr>
            <a:xfrm>
              <a:off x="12974424" y="6521385"/>
              <a:ext cx="602480" cy="914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004"/>
                </a:lnSpc>
              </a:pPr>
              <a:r>
                <a:rPr sz="1004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189" name="rc78">
              <a:extLst>
                <a:ext uri="{FF2B5EF4-FFF2-40B4-BE49-F238E27FC236}">
                  <a16:creationId xmlns:a16="http://schemas.microsoft.com/office/drawing/2014/main" id="{A0157A22-2310-FF19-7ADB-43DA7375EAF5}"/>
                </a:ext>
              </a:extLst>
            </p:cNvPr>
            <p:cNvSpPr/>
            <p:nvPr/>
          </p:nvSpPr>
          <p:spPr>
            <a:xfrm>
              <a:off x="12974424" y="6676877"/>
              <a:ext cx="157390" cy="1573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90" name="pl79">
              <a:extLst>
                <a:ext uri="{FF2B5EF4-FFF2-40B4-BE49-F238E27FC236}">
                  <a16:creationId xmlns:a16="http://schemas.microsoft.com/office/drawing/2014/main" id="{77BA4B58-D7F0-7DB1-81B2-5016C6761273}"/>
                </a:ext>
              </a:extLst>
            </p:cNvPr>
            <p:cNvSpPr/>
            <p:nvPr/>
          </p:nvSpPr>
          <p:spPr>
            <a:xfrm>
              <a:off x="12990163" y="6755573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1" name="pt80">
              <a:extLst>
                <a:ext uri="{FF2B5EF4-FFF2-40B4-BE49-F238E27FC236}">
                  <a16:creationId xmlns:a16="http://schemas.microsoft.com/office/drawing/2014/main" id="{50E09AC4-D0C7-8248-39A3-5AEEFA5F5D7C}"/>
                </a:ext>
              </a:extLst>
            </p:cNvPr>
            <p:cNvSpPr/>
            <p:nvPr/>
          </p:nvSpPr>
          <p:spPr>
            <a:xfrm>
              <a:off x="13011019" y="6713472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2" name="rc81">
              <a:extLst>
                <a:ext uri="{FF2B5EF4-FFF2-40B4-BE49-F238E27FC236}">
                  <a16:creationId xmlns:a16="http://schemas.microsoft.com/office/drawing/2014/main" id="{90360325-CCB3-378D-F593-A5D3900E5289}"/>
                </a:ext>
              </a:extLst>
            </p:cNvPr>
            <p:cNvSpPr/>
            <p:nvPr/>
          </p:nvSpPr>
          <p:spPr>
            <a:xfrm>
              <a:off x="12974424" y="6834268"/>
              <a:ext cx="157390" cy="1573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93" name="pl82">
              <a:extLst>
                <a:ext uri="{FF2B5EF4-FFF2-40B4-BE49-F238E27FC236}">
                  <a16:creationId xmlns:a16="http://schemas.microsoft.com/office/drawing/2014/main" id="{296A879E-73CC-B6EE-2CC6-49164C944FA5}"/>
                </a:ext>
              </a:extLst>
            </p:cNvPr>
            <p:cNvSpPr/>
            <p:nvPr/>
          </p:nvSpPr>
          <p:spPr>
            <a:xfrm>
              <a:off x="12990163" y="6912964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4" name="pt83">
              <a:extLst>
                <a:ext uri="{FF2B5EF4-FFF2-40B4-BE49-F238E27FC236}">
                  <a16:creationId xmlns:a16="http://schemas.microsoft.com/office/drawing/2014/main" id="{9666C774-30AD-D78E-6D35-C0D57AFA4340}"/>
                </a:ext>
              </a:extLst>
            </p:cNvPr>
            <p:cNvSpPr/>
            <p:nvPr/>
          </p:nvSpPr>
          <p:spPr>
            <a:xfrm>
              <a:off x="13011019" y="6870863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5" name="rc84">
              <a:extLst>
                <a:ext uri="{FF2B5EF4-FFF2-40B4-BE49-F238E27FC236}">
                  <a16:creationId xmlns:a16="http://schemas.microsoft.com/office/drawing/2014/main" id="{A1912AE4-D4DC-ED54-2AA3-97A5A8231B05}"/>
                </a:ext>
              </a:extLst>
            </p:cNvPr>
            <p:cNvSpPr/>
            <p:nvPr/>
          </p:nvSpPr>
          <p:spPr>
            <a:xfrm>
              <a:off x="12974424" y="6991659"/>
              <a:ext cx="157390" cy="157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96" name="pl85">
              <a:extLst>
                <a:ext uri="{FF2B5EF4-FFF2-40B4-BE49-F238E27FC236}">
                  <a16:creationId xmlns:a16="http://schemas.microsoft.com/office/drawing/2014/main" id="{E8A00B28-51BF-A0A6-D587-FE9B2C8912AD}"/>
                </a:ext>
              </a:extLst>
            </p:cNvPr>
            <p:cNvSpPr/>
            <p:nvPr/>
          </p:nvSpPr>
          <p:spPr>
            <a:xfrm>
              <a:off x="12990163" y="7070355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7" name="pt86">
              <a:extLst>
                <a:ext uri="{FF2B5EF4-FFF2-40B4-BE49-F238E27FC236}">
                  <a16:creationId xmlns:a16="http://schemas.microsoft.com/office/drawing/2014/main" id="{6D278889-DB6C-5562-4291-5F92FAC3AC08}"/>
                </a:ext>
              </a:extLst>
            </p:cNvPr>
            <p:cNvSpPr/>
            <p:nvPr/>
          </p:nvSpPr>
          <p:spPr>
            <a:xfrm>
              <a:off x="13011019" y="7028254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198" name="rc87">
              <a:extLst>
                <a:ext uri="{FF2B5EF4-FFF2-40B4-BE49-F238E27FC236}">
                  <a16:creationId xmlns:a16="http://schemas.microsoft.com/office/drawing/2014/main" id="{61280959-F6B4-488E-8C1D-36D2C7380ABD}"/>
                </a:ext>
              </a:extLst>
            </p:cNvPr>
            <p:cNvSpPr/>
            <p:nvPr/>
          </p:nvSpPr>
          <p:spPr>
            <a:xfrm>
              <a:off x="12974424" y="7149051"/>
              <a:ext cx="157390" cy="157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199" name="pl88">
              <a:extLst>
                <a:ext uri="{FF2B5EF4-FFF2-40B4-BE49-F238E27FC236}">
                  <a16:creationId xmlns:a16="http://schemas.microsoft.com/office/drawing/2014/main" id="{77DB8CC5-5674-AE27-A7B7-6209B90249CE}"/>
                </a:ext>
              </a:extLst>
            </p:cNvPr>
            <p:cNvSpPr/>
            <p:nvPr/>
          </p:nvSpPr>
          <p:spPr>
            <a:xfrm>
              <a:off x="12990163" y="7227746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0" name="pt89">
              <a:extLst>
                <a:ext uri="{FF2B5EF4-FFF2-40B4-BE49-F238E27FC236}">
                  <a16:creationId xmlns:a16="http://schemas.microsoft.com/office/drawing/2014/main" id="{D89A45F0-B71A-D878-65BC-D9A1F52B4557}"/>
                </a:ext>
              </a:extLst>
            </p:cNvPr>
            <p:cNvSpPr/>
            <p:nvPr/>
          </p:nvSpPr>
          <p:spPr>
            <a:xfrm>
              <a:off x="13011019" y="7185645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1" name="rc90">
              <a:extLst>
                <a:ext uri="{FF2B5EF4-FFF2-40B4-BE49-F238E27FC236}">
                  <a16:creationId xmlns:a16="http://schemas.microsoft.com/office/drawing/2014/main" id="{9E56A9ED-5AE0-BBF4-F566-7DAD5B11D3CF}"/>
                </a:ext>
              </a:extLst>
            </p:cNvPr>
            <p:cNvSpPr/>
            <p:nvPr/>
          </p:nvSpPr>
          <p:spPr>
            <a:xfrm>
              <a:off x="12974424" y="7306442"/>
              <a:ext cx="157390" cy="1573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202" name="pl91">
              <a:extLst>
                <a:ext uri="{FF2B5EF4-FFF2-40B4-BE49-F238E27FC236}">
                  <a16:creationId xmlns:a16="http://schemas.microsoft.com/office/drawing/2014/main" id="{0CC26FF8-488C-0061-E26E-C5F27221AE35}"/>
                </a:ext>
              </a:extLst>
            </p:cNvPr>
            <p:cNvSpPr/>
            <p:nvPr/>
          </p:nvSpPr>
          <p:spPr>
            <a:xfrm>
              <a:off x="12990163" y="7385137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3" name="pg92">
              <a:extLst>
                <a:ext uri="{FF2B5EF4-FFF2-40B4-BE49-F238E27FC236}">
                  <a16:creationId xmlns:a16="http://schemas.microsoft.com/office/drawing/2014/main" id="{24DA6CB6-7B93-4319-01BF-D9F428DE1AF4}"/>
                </a:ext>
              </a:extLst>
            </p:cNvPr>
            <p:cNvSpPr/>
            <p:nvPr/>
          </p:nvSpPr>
          <p:spPr>
            <a:xfrm>
              <a:off x="13000354" y="7332372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4" name="rc93">
              <a:extLst>
                <a:ext uri="{FF2B5EF4-FFF2-40B4-BE49-F238E27FC236}">
                  <a16:creationId xmlns:a16="http://schemas.microsoft.com/office/drawing/2014/main" id="{3789C0F2-D6CF-834F-4B99-1C7D39E728CC}"/>
                </a:ext>
              </a:extLst>
            </p:cNvPr>
            <p:cNvSpPr/>
            <p:nvPr/>
          </p:nvSpPr>
          <p:spPr>
            <a:xfrm>
              <a:off x="12974424" y="7463833"/>
              <a:ext cx="157390" cy="157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205" name="pl94">
              <a:extLst>
                <a:ext uri="{FF2B5EF4-FFF2-40B4-BE49-F238E27FC236}">
                  <a16:creationId xmlns:a16="http://schemas.microsoft.com/office/drawing/2014/main" id="{0D32BE55-48E2-007D-0214-D5907D4CACAA}"/>
                </a:ext>
              </a:extLst>
            </p:cNvPr>
            <p:cNvSpPr/>
            <p:nvPr/>
          </p:nvSpPr>
          <p:spPr>
            <a:xfrm>
              <a:off x="12990163" y="7542528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6" name="pg95">
              <a:extLst>
                <a:ext uri="{FF2B5EF4-FFF2-40B4-BE49-F238E27FC236}">
                  <a16:creationId xmlns:a16="http://schemas.microsoft.com/office/drawing/2014/main" id="{F79FB878-29E0-1D55-EF80-5595F40E13B4}"/>
                </a:ext>
              </a:extLst>
            </p:cNvPr>
            <p:cNvSpPr/>
            <p:nvPr/>
          </p:nvSpPr>
          <p:spPr>
            <a:xfrm>
              <a:off x="13000354" y="7489763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7" name="rc96">
              <a:extLst>
                <a:ext uri="{FF2B5EF4-FFF2-40B4-BE49-F238E27FC236}">
                  <a16:creationId xmlns:a16="http://schemas.microsoft.com/office/drawing/2014/main" id="{788AE6A0-7A7E-8DAB-BE82-784C77593439}"/>
                </a:ext>
              </a:extLst>
            </p:cNvPr>
            <p:cNvSpPr/>
            <p:nvPr/>
          </p:nvSpPr>
          <p:spPr>
            <a:xfrm>
              <a:off x="12974424" y="7621224"/>
              <a:ext cx="157390" cy="157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208" name="pl97">
              <a:extLst>
                <a:ext uri="{FF2B5EF4-FFF2-40B4-BE49-F238E27FC236}">
                  <a16:creationId xmlns:a16="http://schemas.microsoft.com/office/drawing/2014/main" id="{E3FC2EE5-BB9A-5E3D-D87A-7DC2165D0E1D}"/>
                </a:ext>
              </a:extLst>
            </p:cNvPr>
            <p:cNvSpPr/>
            <p:nvPr/>
          </p:nvSpPr>
          <p:spPr>
            <a:xfrm>
              <a:off x="12990163" y="7699919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09" name="pt98">
              <a:extLst>
                <a:ext uri="{FF2B5EF4-FFF2-40B4-BE49-F238E27FC236}">
                  <a16:creationId xmlns:a16="http://schemas.microsoft.com/office/drawing/2014/main" id="{542BB0FA-1948-ED74-B662-E1026D47FBFD}"/>
                </a:ext>
              </a:extLst>
            </p:cNvPr>
            <p:cNvSpPr/>
            <p:nvPr/>
          </p:nvSpPr>
          <p:spPr>
            <a:xfrm>
              <a:off x="13011019" y="7657818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0" name="rc99">
              <a:extLst>
                <a:ext uri="{FF2B5EF4-FFF2-40B4-BE49-F238E27FC236}">
                  <a16:creationId xmlns:a16="http://schemas.microsoft.com/office/drawing/2014/main" id="{013D3577-49AB-B862-ED14-EA6B03D3BECB}"/>
                </a:ext>
              </a:extLst>
            </p:cNvPr>
            <p:cNvSpPr/>
            <p:nvPr/>
          </p:nvSpPr>
          <p:spPr>
            <a:xfrm>
              <a:off x="12974424" y="7778615"/>
              <a:ext cx="157390" cy="1573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211" name="pl100">
              <a:extLst>
                <a:ext uri="{FF2B5EF4-FFF2-40B4-BE49-F238E27FC236}">
                  <a16:creationId xmlns:a16="http://schemas.microsoft.com/office/drawing/2014/main" id="{457B28A3-190A-BB7F-2A42-CE02C1EAD386}"/>
                </a:ext>
              </a:extLst>
            </p:cNvPr>
            <p:cNvSpPr/>
            <p:nvPr/>
          </p:nvSpPr>
          <p:spPr>
            <a:xfrm>
              <a:off x="12990163" y="7857310"/>
              <a:ext cx="125912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2" name="pt101">
              <a:extLst>
                <a:ext uri="{FF2B5EF4-FFF2-40B4-BE49-F238E27FC236}">
                  <a16:creationId xmlns:a16="http://schemas.microsoft.com/office/drawing/2014/main" id="{18430FF4-9569-15F1-0B9D-BC15E911BA1F}"/>
                </a:ext>
              </a:extLst>
            </p:cNvPr>
            <p:cNvSpPr/>
            <p:nvPr/>
          </p:nvSpPr>
          <p:spPr>
            <a:xfrm>
              <a:off x="13011019" y="7815209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13" name="tx102">
              <a:extLst>
                <a:ext uri="{FF2B5EF4-FFF2-40B4-BE49-F238E27FC236}">
                  <a16:creationId xmlns:a16="http://schemas.microsoft.com/office/drawing/2014/main" id="{15B84620-C551-CCD9-4BFF-671A2EEC97C4}"/>
                </a:ext>
              </a:extLst>
            </p:cNvPr>
            <p:cNvSpPr/>
            <p:nvPr/>
          </p:nvSpPr>
          <p:spPr>
            <a:xfrm>
              <a:off x="13181723" y="6746032"/>
              <a:ext cx="249268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214" name="tx103">
              <a:extLst>
                <a:ext uri="{FF2B5EF4-FFF2-40B4-BE49-F238E27FC236}">
                  <a16:creationId xmlns:a16="http://schemas.microsoft.com/office/drawing/2014/main" id="{DA786869-4EF7-51FC-ECFB-3B5DBD9B1178}"/>
                </a:ext>
              </a:extLst>
            </p:cNvPr>
            <p:cNvSpPr/>
            <p:nvPr/>
          </p:nvSpPr>
          <p:spPr>
            <a:xfrm>
              <a:off x="13181723" y="6903423"/>
              <a:ext cx="244940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215" name="tx104">
              <a:extLst>
                <a:ext uri="{FF2B5EF4-FFF2-40B4-BE49-F238E27FC236}">
                  <a16:creationId xmlns:a16="http://schemas.microsoft.com/office/drawing/2014/main" id="{A36064EF-B9BF-A716-A9F3-73793B36487A}"/>
                </a:ext>
              </a:extLst>
            </p:cNvPr>
            <p:cNvSpPr/>
            <p:nvPr/>
          </p:nvSpPr>
          <p:spPr>
            <a:xfrm>
              <a:off x="13181723" y="7060814"/>
              <a:ext cx="240415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216" name="tx105">
              <a:extLst>
                <a:ext uri="{FF2B5EF4-FFF2-40B4-BE49-F238E27FC236}">
                  <a16:creationId xmlns:a16="http://schemas.microsoft.com/office/drawing/2014/main" id="{33B7F707-0DF4-69FE-C70C-4AE591934ED3}"/>
                </a:ext>
              </a:extLst>
            </p:cNvPr>
            <p:cNvSpPr/>
            <p:nvPr/>
          </p:nvSpPr>
          <p:spPr>
            <a:xfrm>
              <a:off x="13181723" y="7218205"/>
              <a:ext cx="253793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217" name="tx106">
              <a:extLst>
                <a:ext uri="{FF2B5EF4-FFF2-40B4-BE49-F238E27FC236}">
                  <a16:creationId xmlns:a16="http://schemas.microsoft.com/office/drawing/2014/main" id="{6EA33734-2397-B772-7C6F-7B03D211523C}"/>
                </a:ext>
              </a:extLst>
            </p:cNvPr>
            <p:cNvSpPr/>
            <p:nvPr/>
          </p:nvSpPr>
          <p:spPr>
            <a:xfrm>
              <a:off x="13181723" y="7375596"/>
              <a:ext cx="329668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218" name="tx107">
              <a:extLst>
                <a:ext uri="{FF2B5EF4-FFF2-40B4-BE49-F238E27FC236}">
                  <a16:creationId xmlns:a16="http://schemas.microsoft.com/office/drawing/2014/main" id="{FEB617D6-F0D4-A3D6-85B6-C8E47D49DB6B}"/>
                </a:ext>
              </a:extLst>
            </p:cNvPr>
            <p:cNvSpPr/>
            <p:nvPr/>
          </p:nvSpPr>
          <p:spPr>
            <a:xfrm>
              <a:off x="13181723" y="7532987"/>
              <a:ext cx="342915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219" name="tx108">
              <a:extLst>
                <a:ext uri="{FF2B5EF4-FFF2-40B4-BE49-F238E27FC236}">
                  <a16:creationId xmlns:a16="http://schemas.microsoft.com/office/drawing/2014/main" id="{465BA73E-B8BC-4A70-B655-34787BDCD0D2}"/>
                </a:ext>
              </a:extLst>
            </p:cNvPr>
            <p:cNvSpPr/>
            <p:nvPr/>
          </p:nvSpPr>
          <p:spPr>
            <a:xfrm>
              <a:off x="13181723" y="7690378"/>
              <a:ext cx="262580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220" name="tx109">
              <a:extLst>
                <a:ext uri="{FF2B5EF4-FFF2-40B4-BE49-F238E27FC236}">
                  <a16:creationId xmlns:a16="http://schemas.microsoft.com/office/drawing/2014/main" id="{1C9E9A31-62DD-5961-A064-02B64085CE57}"/>
                </a:ext>
              </a:extLst>
            </p:cNvPr>
            <p:cNvSpPr/>
            <p:nvPr/>
          </p:nvSpPr>
          <p:spPr>
            <a:xfrm>
              <a:off x="13181723" y="7847769"/>
              <a:ext cx="267106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8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221" name="tx110">
              <a:extLst>
                <a:ext uri="{FF2B5EF4-FFF2-40B4-BE49-F238E27FC236}">
                  <a16:creationId xmlns:a16="http://schemas.microsoft.com/office/drawing/2014/main" id="{7F9DD4D4-E77B-4570-AF96-2D1B85E7BAB2}"/>
                </a:ext>
              </a:extLst>
            </p:cNvPr>
            <p:cNvSpPr/>
            <p:nvPr/>
          </p:nvSpPr>
          <p:spPr>
            <a:xfrm>
              <a:off x="8144390" y="6236503"/>
              <a:ext cx="3300097" cy="1307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434"/>
                </a:lnSpc>
              </a:pPr>
              <a:r>
                <a:rPr sz="143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York River: Oyster Survival thru Time</a:t>
              </a:r>
            </a:p>
          </p:txBody>
        </p:sp>
        <p:sp>
          <p:nvSpPr>
            <p:cNvPr id="223" name="rc3">
              <a:extLst>
                <a:ext uri="{FF2B5EF4-FFF2-40B4-BE49-F238E27FC236}">
                  <a16:creationId xmlns:a16="http://schemas.microsoft.com/office/drawing/2014/main" id="{8BC484E3-89DB-E5ED-B06D-6EE76DC6F741}"/>
                </a:ext>
              </a:extLst>
            </p:cNvPr>
            <p:cNvSpPr/>
            <p:nvPr/>
          </p:nvSpPr>
          <p:spPr>
            <a:xfrm>
              <a:off x="1864989" y="9905383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224" name="rc4">
              <a:extLst>
                <a:ext uri="{FF2B5EF4-FFF2-40B4-BE49-F238E27FC236}">
                  <a16:creationId xmlns:a16="http://schemas.microsoft.com/office/drawing/2014/main" id="{50DECBB8-BA25-0DBF-B6CB-F2CF5DCC7F0A}"/>
                </a:ext>
              </a:extLst>
            </p:cNvPr>
            <p:cNvSpPr/>
            <p:nvPr/>
          </p:nvSpPr>
          <p:spPr>
            <a:xfrm>
              <a:off x="1864989" y="9905383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98BB38F1-7F5E-DE84-1C30-B9C517710667}"/>
                </a:ext>
              </a:extLst>
            </p:cNvPr>
            <p:cNvGrpSpPr/>
            <p:nvPr/>
          </p:nvGrpSpPr>
          <p:grpSpPr>
            <a:xfrm>
              <a:off x="2182035" y="9966375"/>
              <a:ext cx="5000236" cy="3123980"/>
              <a:chOff x="1802256" y="7218157"/>
              <a:chExt cx="4706104" cy="2940216"/>
            </a:xfrm>
          </p:grpSpPr>
          <p:sp>
            <p:nvSpPr>
              <p:cNvPr id="225" name="rc5">
                <a:extLst>
                  <a:ext uri="{FF2B5EF4-FFF2-40B4-BE49-F238E27FC236}">
                    <a16:creationId xmlns:a16="http://schemas.microsoft.com/office/drawing/2014/main" id="{83C40DD3-18FE-7434-824B-E46DC0AF8CA5}"/>
                  </a:ext>
                </a:extLst>
              </p:cNvPr>
              <p:cNvSpPr/>
              <p:nvPr/>
            </p:nvSpPr>
            <p:spPr>
              <a:xfrm>
                <a:off x="2082440" y="7426038"/>
                <a:ext cx="4425920" cy="252813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26" name="pl6">
                <a:extLst>
                  <a:ext uri="{FF2B5EF4-FFF2-40B4-BE49-F238E27FC236}">
                    <a16:creationId xmlns:a16="http://schemas.microsoft.com/office/drawing/2014/main" id="{C7E635D7-D86E-3850-4656-52E9DCAAD7D7}"/>
                  </a:ext>
                </a:extLst>
              </p:cNvPr>
              <p:cNvSpPr/>
              <p:nvPr/>
            </p:nvSpPr>
            <p:spPr>
              <a:xfrm>
                <a:off x="2283619" y="7985018"/>
                <a:ext cx="4023564" cy="1854236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747017">
                    <a:moveTo>
                      <a:pt x="0" y="2747017"/>
                    </a:moveTo>
                    <a:lnTo>
                      <a:pt x="1490208" y="1485011"/>
                    </a:lnTo>
                    <a:lnTo>
                      <a:pt x="2980417" y="1235131"/>
                    </a:lnTo>
                    <a:lnTo>
                      <a:pt x="4470626" y="516657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365C8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27" name="pl7">
                <a:extLst>
                  <a:ext uri="{FF2B5EF4-FFF2-40B4-BE49-F238E27FC236}">
                    <a16:creationId xmlns:a16="http://schemas.microsoft.com/office/drawing/2014/main" id="{3354DE68-DCE2-C421-BB39-D32942541AC4}"/>
                  </a:ext>
                </a:extLst>
              </p:cNvPr>
              <p:cNvSpPr/>
              <p:nvPr/>
            </p:nvSpPr>
            <p:spPr>
              <a:xfrm>
                <a:off x="2283619" y="7823551"/>
                <a:ext cx="4023564" cy="2015704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986228">
                    <a:moveTo>
                      <a:pt x="0" y="2986228"/>
                    </a:moveTo>
                    <a:lnTo>
                      <a:pt x="1490208" y="1727249"/>
                    </a:lnTo>
                    <a:lnTo>
                      <a:pt x="2980417" y="1568017"/>
                    </a:lnTo>
                    <a:lnTo>
                      <a:pt x="4470626" y="407739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277F8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28" name="pl8">
                <a:extLst>
                  <a:ext uri="{FF2B5EF4-FFF2-40B4-BE49-F238E27FC236}">
                    <a16:creationId xmlns:a16="http://schemas.microsoft.com/office/drawing/2014/main" id="{9D4B4678-9118-58DC-BF7C-3946EB4634F0}"/>
                  </a:ext>
                </a:extLst>
              </p:cNvPr>
              <p:cNvSpPr/>
              <p:nvPr/>
            </p:nvSpPr>
            <p:spPr>
              <a:xfrm>
                <a:off x="2283619" y="8085474"/>
                <a:ext cx="4023564" cy="1753781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598194">
                    <a:moveTo>
                      <a:pt x="0" y="2598194"/>
                    </a:moveTo>
                    <a:lnTo>
                      <a:pt x="1490208" y="1377891"/>
                    </a:lnTo>
                    <a:lnTo>
                      <a:pt x="2980417" y="1241213"/>
                    </a:lnTo>
                    <a:lnTo>
                      <a:pt x="4470626" y="635602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1FA187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29" name="pl9">
                <a:extLst>
                  <a:ext uri="{FF2B5EF4-FFF2-40B4-BE49-F238E27FC236}">
                    <a16:creationId xmlns:a16="http://schemas.microsoft.com/office/drawing/2014/main" id="{0BA7C03E-0EF6-655F-5649-BE133ABEBA92}"/>
                  </a:ext>
                </a:extLst>
              </p:cNvPr>
              <p:cNvSpPr/>
              <p:nvPr/>
            </p:nvSpPr>
            <p:spPr>
              <a:xfrm>
                <a:off x="2283619" y="7970059"/>
                <a:ext cx="4023564" cy="1869195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769178">
                    <a:moveTo>
                      <a:pt x="0" y="2769178"/>
                    </a:moveTo>
                    <a:lnTo>
                      <a:pt x="1490208" y="1743136"/>
                    </a:lnTo>
                    <a:lnTo>
                      <a:pt x="2980417" y="1417409"/>
                    </a:lnTo>
                    <a:lnTo>
                      <a:pt x="4470626" y="714781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4AC1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 dirty="0"/>
              </a:p>
            </p:txBody>
          </p:sp>
          <p:sp>
            <p:nvSpPr>
              <p:cNvPr id="230" name="pl10">
                <a:extLst>
                  <a:ext uri="{FF2B5EF4-FFF2-40B4-BE49-F238E27FC236}">
                    <a16:creationId xmlns:a16="http://schemas.microsoft.com/office/drawing/2014/main" id="{87B7A860-2AED-0649-D4F6-50537A081B8C}"/>
                  </a:ext>
                </a:extLst>
              </p:cNvPr>
              <p:cNvSpPr/>
              <p:nvPr/>
            </p:nvSpPr>
            <p:spPr>
              <a:xfrm>
                <a:off x="2283619" y="7773425"/>
                <a:ext cx="4023564" cy="2065829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3060488">
                    <a:moveTo>
                      <a:pt x="0" y="3060488"/>
                    </a:moveTo>
                    <a:lnTo>
                      <a:pt x="1490208" y="1659659"/>
                    </a:lnTo>
                    <a:lnTo>
                      <a:pt x="2980417" y="1568973"/>
                    </a:lnTo>
                    <a:lnTo>
                      <a:pt x="4470626" y="477226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44015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 dirty="0"/>
              </a:p>
            </p:txBody>
          </p:sp>
          <p:sp>
            <p:nvSpPr>
              <p:cNvPr id="231" name="pl11">
                <a:extLst>
                  <a:ext uri="{FF2B5EF4-FFF2-40B4-BE49-F238E27FC236}">
                    <a16:creationId xmlns:a16="http://schemas.microsoft.com/office/drawing/2014/main" id="{8086DA71-6E1C-F2D8-ECAC-77DAFD3B6A08}"/>
                  </a:ext>
                </a:extLst>
              </p:cNvPr>
              <p:cNvSpPr/>
              <p:nvPr/>
            </p:nvSpPr>
            <p:spPr>
              <a:xfrm>
                <a:off x="2283619" y="7861621"/>
                <a:ext cx="4023564" cy="1977633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929827">
                    <a:moveTo>
                      <a:pt x="0" y="2929827"/>
                    </a:moveTo>
                    <a:lnTo>
                      <a:pt x="1490208" y="1817037"/>
                    </a:lnTo>
                    <a:lnTo>
                      <a:pt x="2980417" y="1506310"/>
                    </a:lnTo>
                    <a:lnTo>
                      <a:pt x="4470626" y="606144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46337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2" name="pl12">
                <a:extLst>
                  <a:ext uri="{FF2B5EF4-FFF2-40B4-BE49-F238E27FC236}">
                    <a16:creationId xmlns:a16="http://schemas.microsoft.com/office/drawing/2014/main" id="{AF64E615-5664-E30D-BD05-39743D7CFFDE}"/>
                  </a:ext>
                </a:extLst>
              </p:cNvPr>
              <p:cNvSpPr/>
              <p:nvPr/>
            </p:nvSpPr>
            <p:spPr>
              <a:xfrm>
                <a:off x="2283619" y="8680254"/>
                <a:ext cx="4023564" cy="1159001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1717038">
                    <a:moveTo>
                      <a:pt x="0" y="1717038"/>
                    </a:moveTo>
                    <a:lnTo>
                      <a:pt x="1490208" y="856344"/>
                    </a:lnTo>
                    <a:lnTo>
                      <a:pt x="2980417" y="621000"/>
                    </a:lnTo>
                    <a:lnTo>
                      <a:pt x="4470626" y="471820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9FDA3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3" name="pl13">
                <a:extLst>
                  <a:ext uri="{FF2B5EF4-FFF2-40B4-BE49-F238E27FC236}">
                    <a16:creationId xmlns:a16="http://schemas.microsoft.com/office/drawing/2014/main" id="{78239848-3DF2-2729-AF52-ADA254512C8F}"/>
                  </a:ext>
                </a:extLst>
              </p:cNvPr>
              <p:cNvSpPr/>
              <p:nvPr/>
            </p:nvSpPr>
            <p:spPr>
              <a:xfrm>
                <a:off x="2283619" y="8226187"/>
                <a:ext cx="4023564" cy="1613067"/>
              </a:xfrm>
              <a:custGeom>
                <a:avLst/>
                <a:gdLst/>
                <a:ahLst/>
                <a:cxnLst/>
                <a:rect l="0" t="0" r="0" b="0"/>
                <a:pathLst>
                  <a:path w="5960835" h="2389729">
                    <a:moveTo>
                      <a:pt x="0" y="2389729"/>
                    </a:moveTo>
                    <a:lnTo>
                      <a:pt x="1490208" y="1357416"/>
                    </a:lnTo>
                    <a:lnTo>
                      <a:pt x="2980417" y="1232066"/>
                    </a:lnTo>
                    <a:lnTo>
                      <a:pt x="4470626" y="803730"/>
                    </a:lnTo>
                    <a:lnTo>
                      <a:pt x="5960835" y="0"/>
                    </a:lnTo>
                  </a:path>
                </a:pathLst>
              </a:custGeom>
              <a:ln w="13550" cap="flat">
                <a:solidFill>
                  <a:srgbClr val="FDE725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4" name="pg14">
                <a:extLst>
                  <a:ext uri="{FF2B5EF4-FFF2-40B4-BE49-F238E27FC236}">
                    <a16:creationId xmlns:a16="http://schemas.microsoft.com/office/drawing/2014/main" id="{C221622B-3A31-A000-D671-3364B74164F9}"/>
                  </a:ext>
                </a:extLst>
              </p:cNvPr>
              <p:cNvSpPr/>
              <p:nvPr/>
            </p:nvSpPr>
            <p:spPr>
              <a:xfrm>
                <a:off x="5251630" y="8221107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5" name="pg15">
                <a:extLst>
                  <a:ext uri="{FF2B5EF4-FFF2-40B4-BE49-F238E27FC236}">
                    <a16:creationId xmlns:a16="http://schemas.microsoft.com/office/drawing/2014/main" id="{5EA1F2AE-20D2-922A-E884-EA6F5F049088}"/>
                  </a:ext>
                </a:extLst>
              </p:cNvPr>
              <p:cNvSpPr/>
              <p:nvPr/>
            </p:nvSpPr>
            <p:spPr>
              <a:xfrm>
                <a:off x="4245739" y="8828719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6" name="pg16">
                <a:extLst>
                  <a:ext uri="{FF2B5EF4-FFF2-40B4-BE49-F238E27FC236}">
                    <a16:creationId xmlns:a16="http://schemas.microsoft.com/office/drawing/2014/main" id="{1DCB449C-B05E-E660-7D85-59191F28AA2A}"/>
                  </a:ext>
                </a:extLst>
              </p:cNvPr>
              <p:cNvSpPr/>
              <p:nvPr/>
            </p:nvSpPr>
            <p:spPr>
              <a:xfrm>
                <a:off x="6257521" y="7811959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7" name="pg17">
                <a:extLst>
                  <a:ext uri="{FF2B5EF4-FFF2-40B4-BE49-F238E27FC236}">
                    <a16:creationId xmlns:a16="http://schemas.microsoft.com/office/drawing/2014/main" id="{4C58BABC-43B4-BC3D-1BE6-A0E22EFC02E1}"/>
                  </a:ext>
                </a:extLst>
              </p:cNvPr>
              <p:cNvSpPr/>
              <p:nvPr/>
            </p:nvSpPr>
            <p:spPr>
              <a:xfrm>
                <a:off x="2233957" y="9789593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8" name="pg18">
                <a:extLst>
                  <a:ext uri="{FF2B5EF4-FFF2-40B4-BE49-F238E27FC236}">
                    <a16:creationId xmlns:a16="http://schemas.microsoft.com/office/drawing/2014/main" id="{20D83848-71D3-ABA3-E78A-027AF1FF0887}"/>
                  </a:ext>
                </a:extLst>
              </p:cNvPr>
              <p:cNvSpPr/>
              <p:nvPr/>
            </p:nvSpPr>
            <p:spPr>
              <a:xfrm>
                <a:off x="3239848" y="9038459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39" name="pt19">
                <a:extLst>
                  <a:ext uri="{FF2B5EF4-FFF2-40B4-BE49-F238E27FC236}">
                    <a16:creationId xmlns:a16="http://schemas.microsoft.com/office/drawing/2014/main" id="{37B49BA7-8C6C-BE6A-5477-21A3B58BAA5D}"/>
                  </a:ext>
                </a:extLst>
              </p:cNvPr>
              <p:cNvSpPr/>
              <p:nvPr/>
            </p:nvSpPr>
            <p:spPr>
              <a:xfrm>
                <a:off x="6267558" y="8045850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0" name="pt20">
                <a:extLst>
                  <a:ext uri="{FF2B5EF4-FFF2-40B4-BE49-F238E27FC236}">
                    <a16:creationId xmlns:a16="http://schemas.microsoft.com/office/drawing/2014/main" id="{0DAADEE5-2AE5-EE2D-D428-8E37412895DD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1" name="pt21">
                <a:extLst>
                  <a:ext uri="{FF2B5EF4-FFF2-40B4-BE49-F238E27FC236}">
                    <a16:creationId xmlns:a16="http://schemas.microsoft.com/office/drawing/2014/main" id="{45BBA06A-A8B1-2EC0-46A2-2AA40BC9CC96}"/>
                  </a:ext>
                </a:extLst>
              </p:cNvPr>
              <p:cNvSpPr/>
              <p:nvPr/>
            </p:nvSpPr>
            <p:spPr>
              <a:xfrm>
                <a:off x="4255776" y="8883669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2" name="pt22">
                <a:extLst>
                  <a:ext uri="{FF2B5EF4-FFF2-40B4-BE49-F238E27FC236}">
                    <a16:creationId xmlns:a16="http://schemas.microsoft.com/office/drawing/2014/main" id="{3FF975AD-75AD-E7F9-5B9D-513221CC1A84}"/>
                  </a:ext>
                </a:extLst>
              </p:cNvPr>
              <p:cNvSpPr/>
              <p:nvPr/>
            </p:nvSpPr>
            <p:spPr>
              <a:xfrm>
                <a:off x="3249885" y="8975926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3" name="pt23">
                <a:extLst>
                  <a:ext uri="{FF2B5EF4-FFF2-40B4-BE49-F238E27FC236}">
                    <a16:creationId xmlns:a16="http://schemas.microsoft.com/office/drawing/2014/main" id="{BD61E3A1-3C77-E8FA-D9AB-077692692260}"/>
                  </a:ext>
                </a:extLst>
              </p:cNvPr>
              <p:cNvSpPr/>
              <p:nvPr/>
            </p:nvSpPr>
            <p:spPr>
              <a:xfrm>
                <a:off x="5261667" y="8474882"/>
                <a:ext cx="79248" cy="79248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4" name="pt24">
                <a:extLst>
                  <a:ext uri="{FF2B5EF4-FFF2-40B4-BE49-F238E27FC236}">
                    <a16:creationId xmlns:a16="http://schemas.microsoft.com/office/drawing/2014/main" id="{C4BAA1BE-5FC0-0371-818C-5B5DA18780DB}"/>
                  </a:ext>
                </a:extLst>
              </p:cNvPr>
              <p:cNvSpPr/>
              <p:nvPr/>
            </p:nvSpPr>
            <p:spPr>
              <a:xfrm>
                <a:off x="4255776" y="8842338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5" name="pt25">
                <a:extLst>
                  <a:ext uri="{FF2B5EF4-FFF2-40B4-BE49-F238E27FC236}">
                    <a16:creationId xmlns:a16="http://schemas.microsoft.com/office/drawing/2014/main" id="{9CFC7C97-4E7C-4C66-5DEB-7F7A74D4E617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6" name="pt26">
                <a:extLst>
                  <a:ext uri="{FF2B5EF4-FFF2-40B4-BE49-F238E27FC236}">
                    <a16:creationId xmlns:a16="http://schemas.microsoft.com/office/drawing/2014/main" id="{FDF0316C-3E61-1DCA-FA07-DE4F4D096C58}"/>
                  </a:ext>
                </a:extLst>
              </p:cNvPr>
              <p:cNvSpPr/>
              <p:nvPr/>
            </p:nvSpPr>
            <p:spPr>
              <a:xfrm>
                <a:off x="5261667" y="8059151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7" name="pt27">
                <a:extLst>
                  <a:ext uri="{FF2B5EF4-FFF2-40B4-BE49-F238E27FC236}">
                    <a16:creationId xmlns:a16="http://schemas.microsoft.com/office/drawing/2014/main" id="{79F55CD1-9290-F7DB-BA0E-27B22EF8BB08}"/>
                  </a:ext>
                </a:extLst>
              </p:cNvPr>
              <p:cNvSpPr/>
              <p:nvPr/>
            </p:nvSpPr>
            <p:spPr>
              <a:xfrm>
                <a:off x="3249885" y="8949820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8" name="pt28">
                <a:extLst>
                  <a:ext uri="{FF2B5EF4-FFF2-40B4-BE49-F238E27FC236}">
                    <a16:creationId xmlns:a16="http://schemas.microsoft.com/office/drawing/2014/main" id="{63BFA8C4-4406-9876-1F6C-15E9F1F92C08}"/>
                  </a:ext>
                </a:extLst>
              </p:cNvPr>
              <p:cNvSpPr/>
              <p:nvPr/>
            </p:nvSpPr>
            <p:spPr>
              <a:xfrm>
                <a:off x="6267558" y="7783926"/>
                <a:ext cx="79248" cy="79248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49" name="pg29">
                <a:extLst>
                  <a:ext uri="{FF2B5EF4-FFF2-40B4-BE49-F238E27FC236}">
                    <a16:creationId xmlns:a16="http://schemas.microsoft.com/office/drawing/2014/main" id="{CBF30DBE-709D-E23F-7A8D-66E814F89298}"/>
                  </a:ext>
                </a:extLst>
              </p:cNvPr>
              <p:cNvSpPr/>
              <p:nvPr/>
            </p:nvSpPr>
            <p:spPr>
              <a:xfrm>
                <a:off x="3239848" y="8844034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0" name="pg30">
                <a:extLst>
                  <a:ext uri="{FF2B5EF4-FFF2-40B4-BE49-F238E27FC236}">
                    <a16:creationId xmlns:a16="http://schemas.microsoft.com/office/drawing/2014/main" id="{5A9BE7EE-F293-6E8C-6E24-B33D4C634B38}"/>
                  </a:ext>
                </a:extLst>
              </p:cNvPr>
              <p:cNvSpPr/>
              <p:nvPr/>
            </p:nvSpPr>
            <p:spPr>
              <a:xfrm>
                <a:off x="6257521" y="7723763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1" name="pg31">
                <a:extLst>
                  <a:ext uri="{FF2B5EF4-FFF2-40B4-BE49-F238E27FC236}">
                    <a16:creationId xmlns:a16="http://schemas.microsoft.com/office/drawing/2014/main" id="{DE48B14A-F182-B35D-1556-D7C800912783}"/>
                  </a:ext>
                </a:extLst>
              </p:cNvPr>
              <p:cNvSpPr/>
              <p:nvPr/>
            </p:nvSpPr>
            <p:spPr>
              <a:xfrm>
                <a:off x="4245739" y="8782820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2" name="pg32">
                <a:extLst>
                  <a:ext uri="{FF2B5EF4-FFF2-40B4-BE49-F238E27FC236}">
                    <a16:creationId xmlns:a16="http://schemas.microsoft.com/office/drawing/2014/main" id="{7EAA18E9-C0B3-6DE3-F012-29D221CB32AF}"/>
                  </a:ext>
                </a:extLst>
              </p:cNvPr>
              <p:cNvSpPr/>
              <p:nvPr/>
            </p:nvSpPr>
            <p:spPr>
              <a:xfrm>
                <a:off x="2233957" y="9789593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3" name="pg33">
                <a:extLst>
                  <a:ext uri="{FF2B5EF4-FFF2-40B4-BE49-F238E27FC236}">
                    <a16:creationId xmlns:a16="http://schemas.microsoft.com/office/drawing/2014/main" id="{972E7628-0854-4F22-D8A5-243B42209ECC}"/>
                  </a:ext>
                </a:extLst>
              </p:cNvPr>
              <p:cNvSpPr/>
              <p:nvPr/>
            </p:nvSpPr>
            <p:spPr>
              <a:xfrm>
                <a:off x="5251630" y="8045891"/>
                <a:ext cx="99323" cy="99323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4" name="pt34">
                <a:extLst>
                  <a:ext uri="{FF2B5EF4-FFF2-40B4-BE49-F238E27FC236}">
                    <a16:creationId xmlns:a16="http://schemas.microsoft.com/office/drawing/2014/main" id="{A0E5C931-E6A6-33AB-105A-FE2853D596A6}"/>
                  </a:ext>
                </a:extLst>
              </p:cNvPr>
              <p:cNvSpPr/>
              <p:nvPr/>
            </p:nvSpPr>
            <p:spPr>
              <a:xfrm>
                <a:off x="5261667" y="8729082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5" name="pt35">
                <a:extLst>
                  <a:ext uri="{FF2B5EF4-FFF2-40B4-BE49-F238E27FC236}">
                    <a16:creationId xmlns:a16="http://schemas.microsoft.com/office/drawing/2014/main" id="{6D170825-6081-0967-F119-E254B238A9FE}"/>
                  </a:ext>
                </a:extLst>
              </p:cNvPr>
              <p:cNvSpPr/>
              <p:nvPr/>
            </p:nvSpPr>
            <p:spPr>
              <a:xfrm>
                <a:off x="4255776" y="9018208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6" name="pt36">
                <a:extLst>
                  <a:ext uri="{FF2B5EF4-FFF2-40B4-BE49-F238E27FC236}">
                    <a16:creationId xmlns:a16="http://schemas.microsoft.com/office/drawing/2014/main" id="{55B65FDD-EBDF-456D-0DEB-1328EF56DC45}"/>
                  </a:ext>
                </a:extLst>
              </p:cNvPr>
              <p:cNvSpPr/>
              <p:nvPr/>
            </p:nvSpPr>
            <p:spPr>
              <a:xfrm>
                <a:off x="3249885" y="9102819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7" name="pt37">
                <a:extLst>
                  <a:ext uri="{FF2B5EF4-FFF2-40B4-BE49-F238E27FC236}">
                    <a16:creationId xmlns:a16="http://schemas.microsoft.com/office/drawing/2014/main" id="{555F25D4-99EB-ABE5-CF3B-2937E2050653}"/>
                  </a:ext>
                </a:extLst>
              </p:cNvPr>
              <p:cNvSpPr/>
              <p:nvPr/>
            </p:nvSpPr>
            <p:spPr>
              <a:xfrm>
                <a:off x="6267558" y="8186564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8" name="pt38">
                <a:extLst>
                  <a:ext uri="{FF2B5EF4-FFF2-40B4-BE49-F238E27FC236}">
                    <a16:creationId xmlns:a16="http://schemas.microsoft.com/office/drawing/2014/main" id="{BD0E8223-267E-FE24-33F7-A546779DD894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59" name="pt39">
                <a:extLst>
                  <a:ext uri="{FF2B5EF4-FFF2-40B4-BE49-F238E27FC236}">
                    <a16:creationId xmlns:a16="http://schemas.microsoft.com/office/drawing/2014/main" id="{11E8B3C0-A652-ACFF-68A3-727B9135BF14}"/>
                  </a:ext>
                </a:extLst>
              </p:cNvPr>
              <p:cNvSpPr/>
              <p:nvPr/>
            </p:nvSpPr>
            <p:spPr>
              <a:xfrm>
                <a:off x="6267558" y="8640630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0" name="pt40">
                <a:extLst>
                  <a:ext uri="{FF2B5EF4-FFF2-40B4-BE49-F238E27FC236}">
                    <a16:creationId xmlns:a16="http://schemas.microsoft.com/office/drawing/2014/main" id="{AB3DBBC0-CA60-6F70-BA1F-92531DA85915}"/>
                  </a:ext>
                </a:extLst>
              </p:cNvPr>
              <p:cNvSpPr/>
              <p:nvPr/>
            </p:nvSpPr>
            <p:spPr>
              <a:xfrm>
                <a:off x="5261667" y="8959109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1" name="pt41">
                <a:extLst>
                  <a:ext uri="{FF2B5EF4-FFF2-40B4-BE49-F238E27FC236}">
                    <a16:creationId xmlns:a16="http://schemas.microsoft.com/office/drawing/2014/main" id="{76F325F1-7832-C73D-B0FE-5408A0F8073C}"/>
                  </a:ext>
                </a:extLst>
              </p:cNvPr>
              <p:cNvSpPr/>
              <p:nvPr/>
            </p:nvSpPr>
            <p:spPr>
              <a:xfrm>
                <a:off x="4255776" y="9059806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2" name="pt42">
                <a:extLst>
                  <a:ext uri="{FF2B5EF4-FFF2-40B4-BE49-F238E27FC236}">
                    <a16:creationId xmlns:a16="http://schemas.microsoft.com/office/drawing/2014/main" id="{AABFDC02-E8C4-0F00-4E72-70256A51C7E6}"/>
                  </a:ext>
                </a:extLst>
              </p:cNvPr>
              <p:cNvSpPr/>
              <p:nvPr/>
            </p:nvSpPr>
            <p:spPr>
              <a:xfrm>
                <a:off x="3249885" y="9218663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3" name="pt43">
                <a:extLst>
                  <a:ext uri="{FF2B5EF4-FFF2-40B4-BE49-F238E27FC236}">
                    <a16:creationId xmlns:a16="http://schemas.microsoft.com/office/drawing/2014/main" id="{1F74D016-0C91-9DF0-532F-D644957BD37A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4" name="pt44">
                <a:extLst>
                  <a:ext uri="{FF2B5EF4-FFF2-40B4-BE49-F238E27FC236}">
                    <a16:creationId xmlns:a16="http://schemas.microsoft.com/office/drawing/2014/main" id="{28BA04E2-061A-E8F4-353A-718AAC09C6E3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5" name="pt45">
                <a:extLst>
                  <a:ext uri="{FF2B5EF4-FFF2-40B4-BE49-F238E27FC236}">
                    <a16:creationId xmlns:a16="http://schemas.microsoft.com/office/drawing/2014/main" id="{D485F1B9-2806-4059-3D5F-2C4846BF2C42}"/>
                  </a:ext>
                </a:extLst>
              </p:cNvPr>
              <p:cNvSpPr/>
              <p:nvPr/>
            </p:nvSpPr>
            <p:spPr>
              <a:xfrm>
                <a:off x="4255776" y="8779108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6" name="pt46">
                <a:extLst>
                  <a:ext uri="{FF2B5EF4-FFF2-40B4-BE49-F238E27FC236}">
                    <a16:creationId xmlns:a16="http://schemas.microsoft.com/office/drawing/2014/main" id="{6806B4B8-99A7-E08A-0F21-3B9623FADD83}"/>
                  </a:ext>
                </a:extLst>
              </p:cNvPr>
              <p:cNvSpPr/>
              <p:nvPr/>
            </p:nvSpPr>
            <p:spPr>
              <a:xfrm>
                <a:off x="6267558" y="7945393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7" name="pt47">
                <a:extLst>
                  <a:ext uri="{FF2B5EF4-FFF2-40B4-BE49-F238E27FC236}">
                    <a16:creationId xmlns:a16="http://schemas.microsoft.com/office/drawing/2014/main" id="{C75CF98F-711D-53DC-7FBA-6040F3EAFA0A}"/>
                  </a:ext>
                </a:extLst>
              </p:cNvPr>
              <p:cNvSpPr/>
              <p:nvPr/>
            </p:nvSpPr>
            <p:spPr>
              <a:xfrm>
                <a:off x="3249885" y="8947777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8" name="pt48">
                <a:extLst>
                  <a:ext uri="{FF2B5EF4-FFF2-40B4-BE49-F238E27FC236}">
                    <a16:creationId xmlns:a16="http://schemas.microsoft.com/office/drawing/2014/main" id="{A03E6FB2-6082-1866-EB8F-9661B6E21CE7}"/>
                  </a:ext>
                </a:extLst>
              </p:cNvPr>
              <p:cNvSpPr/>
              <p:nvPr/>
            </p:nvSpPr>
            <p:spPr>
              <a:xfrm>
                <a:off x="5261667" y="8294138"/>
                <a:ext cx="79248" cy="79248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69" name="pt49">
                <a:extLst>
                  <a:ext uri="{FF2B5EF4-FFF2-40B4-BE49-F238E27FC236}">
                    <a16:creationId xmlns:a16="http://schemas.microsoft.com/office/drawing/2014/main" id="{41BFA657-D568-4DD1-275A-BD2C9B0457F5}"/>
                  </a:ext>
                </a:extLst>
              </p:cNvPr>
              <p:cNvSpPr/>
              <p:nvPr/>
            </p:nvSpPr>
            <p:spPr>
              <a:xfrm>
                <a:off x="6267558" y="7930435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0" name="pt50">
                <a:extLst>
                  <a:ext uri="{FF2B5EF4-FFF2-40B4-BE49-F238E27FC236}">
                    <a16:creationId xmlns:a16="http://schemas.microsoft.com/office/drawing/2014/main" id="{328698A7-DDC7-75D4-E4CC-ADD667BA6D30}"/>
                  </a:ext>
                </a:extLst>
              </p:cNvPr>
              <p:cNvSpPr/>
              <p:nvPr/>
            </p:nvSpPr>
            <p:spPr>
              <a:xfrm>
                <a:off x="5261667" y="8412913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1" name="pt51">
                <a:extLst>
                  <a:ext uri="{FF2B5EF4-FFF2-40B4-BE49-F238E27FC236}">
                    <a16:creationId xmlns:a16="http://schemas.microsoft.com/office/drawing/2014/main" id="{9A1AA99B-4F74-DFAB-1A54-596B0B2EEAA3}"/>
                  </a:ext>
                </a:extLst>
              </p:cNvPr>
              <p:cNvSpPr/>
              <p:nvPr/>
            </p:nvSpPr>
            <p:spPr>
              <a:xfrm>
                <a:off x="2243994" y="9799631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2" name="pt52">
                <a:extLst>
                  <a:ext uri="{FF2B5EF4-FFF2-40B4-BE49-F238E27FC236}">
                    <a16:creationId xmlns:a16="http://schemas.microsoft.com/office/drawing/2014/main" id="{8E101081-47B1-BACE-591E-FE5BE9AB4E4C}"/>
                  </a:ext>
                </a:extLst>
              </p:cNvPr>
              <p:cNvSpPr/>
              <p:nvPr/>
            </p:nvSpPr>
            <p:spPr>
              <a:xfrm>
                <a:off x="3249885" y="9107053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3" name="pt53">
                <a:extLst>
                  <a:ext uri="{FF2B5EF4-FFF2-40B4-BE49-F238E27FC236}">
                    <a16:creationId xmlns:a16="http://schemas.microsoft.com/office/drawing/2014/main" id="{47891E11-3F8C-8604-E81F-BD9D6694F99A}"/>
                  </a:ext>
                </a:extLst>
              </p:cNvPr>
              <p:cNvSpPr/>
              <p:nvPr/>
            </p:nvSpPr>
            <p:spPr>
              <a:xfrm>
                <a:off x="4255776" y="8887187"/>
                <a:ext cx="79248" cy="79248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4" name="pl54">
                <a:extLst>
                  <a:ext uri="{FF2B5EF4-FFF2-40B4-BE49-F238E27FC236}">
                    <a16:creationId xmlns:a16="http://schemas.microsoft.com/office/drawing/2014/main" id="{DF381168-D15B-400D-6485-39021DFAE6DC}"/>
                  </a:ext>
                </a:extLst>
              </p:cNvPr>
              <p:cNvSpPr/>
              <p:nvPr/>
            </p:nvSpPr>
            <p:spPr>
              <a:xfrm>
                <a:off x="2082440" y="7426038"/>
                <a:ext cx="0" cy="2528131"/>
              </a:xfrm>
              <a:custGeom>
                <a:avLst/>
                <a:gdLst/>
                <a:ahLst/>
                <a:cxnLst/>
                <a:rect l="0" t="0" r="0" b="0"/>
                <a:pathLst>
                  <a:path h="3745380">
                    <a:moveTo>
                      <a:pt x="0" y="3745380"/>
                    </a:moveTo>
                    <a:lnTo>
                      <a:pt x="0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75" name="tx55">
                <a:extLst>
                  <a:ext uri="{FF2B5EF4-FFF2-40B4-BE49-F238E27FC236}">
                    <a16:creationId xmlns:a16="http://schemas.microsoft.com/office/drawing/2014/main" id="{8836A4C7-22C0-7CD6-CD56-4803B1DE3CCE}"/>
                  </a:ext>
                </a:extLst>
              </p:cNvPr>
              <p:cNvSpPr/>
              <p:nvPr/>
            </p:nvSpPr>
            <p:spPr>
              <a:xfrm>
                <a:off x="1998194" y="9812221"/>
                <a:ext cx="41971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</a:t>
                </a:r>
              </a:p>
            </p:txBody>
          </p:sp>
          <p:sp>
            <p:nvSpPr>
              <p:cNvPr id="276" name="tx56">
                <a:extLst>
                  <a:ext uri="{FF2B5EF4-FFF2-40B4-BE49-F238E27FC236}">
                    <a16:creationId xmlns:a16="http://schemas.microsoft.com/office/drawing/2014/main" id="{443B4531-D721-BA0A-A67B-72315F9A84D4}"/>
                  </a:ext>
                </a:extLst>
              </p:cNvPr>
              <p:cNvSpPr/>
              <p:nvPr/>
            </p:nvSpPr>
            <p:spPr>
              <a:xfrm>
                <a:off x="1956223" y="9237645"/>
                <a:ext cx="83942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25</a:t>
                </a:r>
              </a:p>
            </p:txBody>
          </p:sp>
          <p:sp>
            <p:nvSpPr>
              <p:cNvPr id="277" name="tx57">
                <a:extLst>
                  <a:ext uri="{FF2B5EF4-FFF2-40B4-BE49-F238E27FC236}">
                    <a16:creationId xmlns:a16="http://schemas.microsoft.com/office/drawing/2014/main" id="{D14884FA-9329-DBA3-8967-B828B22F71BA}"/>
                  </a:ext>
                </a:extLst>
              </p:cNvPr>
              <p:cNvSpPr/>
              <p:nvPr/>
            </p:nvSpPr>
            <p:spPr>
              <a:xfrm>
                <a:off x="1956223" y="8663070"/>
                <a:ext cx="83942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50</a:t>
                </a:r>
              </a:p>
            </p:txBody>
          </p:sp>
          <p:sp>
            <p:nvSpPr>
              <p:cNvPr id="278" name="tx58">
                <a:extLst>
                  <a:ext uri="{FF2B5EF4-FFF2-40B4-BE49-F238E27FC236}">
                    <a16:creationId xmlns:a16="http://schemas.microsoft.com/office/drawing/2014/main" id="{BC4E2820-BA19-CA5E-78D3-0E3808FFF708}"/>
                  </a:ext>
                </a:extLst>
              </p:cNvPr>
              <p:cNvSpPr/>
              <p:nvPr/>
            </p:nvSpPr>
            <p:spPr>
              <a:xfrm>
                <a:off x="1956223" y="8088494"/>
                <a:ext cx="83942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75</a:t>
                </a:r>
              </a:p>
            </p:txBody>
          </p:sp>
          <p:sp>
            <p:nvSpPr>
              <p:cNvPr id="279" name="tx59">
                <a:extLst>
                  <a:ext uri="{FF2B5EF4-FFF2-40B4-BE49-F238E27FC236}">
                    <a16:creationId xmlns:a16="http://schemas.microsoft.com/office/drawing/2014/main" id="{72E03A86-F7C3-6EA3-E990-CC6658A38077}"/>
                  </a:ext>
                </a:extLst>
              </p:cNvPr>
              <p:cNvSpPr/>
              <p:nvPr/>
            </p:nvSpPr>
            <p:spPr>
              <a:xfrm>
                <a:off x="1914252" y="7513919"/>
                <a:ext cx="125912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100</a:t>
                </a:r>
              </a:p>
            </p:txBody>
          </p:sp>
          <p:sp>
            <p:nvSpPr>
              <p:cNvPr id="280" name="pl60">
                <a:extLst>
                  <a:ext uri="{FF2B5EF4-FFF2-40B4-BE49-F238E27FC236}">
                    <a16:creationId xmlns:a16="http://schemas.microsoft.com/office/drawing/2014/main" id="{800976F1-D626-7111-5274-EB51BE206551}"/>
                  </a:ext>
                </a:extLst>
              </p:cNvPr>
              <p:cNvSpPr/>
              <p:nvPr/>
            </p:nvSpPr>
            <p:spPr>
              <a:xfrm>
                <a:off x="2058954" y="9839255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1" name="pl61">
                <a:extLst>
                  <a:ext uri="{FF2B5EF4-FFF2-40B4-BE49-F238E27FC236}">
                    <a16:creationId xmlns:a16="http://schemas.microsoft.com/office/drawing/2014/main" id="{7C9B9D1A-4752-3C48-DDBC-177B31AE7D75}"/>
                  </a:ext>
                </a:extLst>
              </p:cNvPr>
              <p:cNvSpPr/>
              <p:nvPr/>
            </p:nvSpPr>
            <p:spPr>
              <a:xfrm>
                <a:off x="2058954" y="9264680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2" name="pl62">
                <a:extLst>
                  <a:ext uri="{FF2B5EF4-FFF2-40B4-BE49-F238E27FC236}">
                    <a16:creationId xmlns:a16="http://schemas.microsoft.com/office/drawing/2014/main" id="{6A6B5171-2B2F-79B9-9019-B256CA51F03C}"/>
                  </a:ext>
                </a:extLst>
              </p:cNvPr>
              <p:cNvSpPr/>
              <p:nvPr/>
            </p:nvSpPr>
            <p:spPr>
              <a:xfrm>
                <a:off x="2058954" y="8690104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3" name="pl63">
                <a:extLst>
                  <a:ext uri="{FF2B5EF4-FFF2-40B4-BE49-F238E27FC236}">
                    <a16:creationId xmlns:a16="http://schemas.microsoft.com/office/drawing/2014/main" id="{63953157-B01F-B172-8F58-47146DEDF0B5}"/>
                  </a:ext>
                </a:extLst>
              </p:cNvPr>
              <p:cNvSpPr/>
              <p:nvPr/>
            </p:nvSpPr>
            <p:spPr>
              <a:xfrm>
                <a:off x="2058954" y="8115529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4" name="pl64">
                <a:extLst>
                  <a:ext uri="{FF2B5EF4-FFF2-40B4-BE49-F238E27FC236}">
                    <a16:creationId xmlns:a16="http://schemas.microsoft.com/office/drawing/2014/main" id="{275F59D8-EC89-0FF8-C39C-B38C7BAEF8DE}"/>
                  </a:ext>
                </a:extLst>
              </p:cNvPr>
              <p:cNvSpPr/>
              <p:nvPr/>
            </p:nvSpPr>
            <p:spPr>
              <a:xfrm>
                <a:off x="2058954" y="7540953"/>
                <a:ext cx="23486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5" name="pl65">
                <a:extLst>
                  <a:ext uri="{FF2B5EF4-FFF2-40B4-BE49-F238E27FC236}">
                    <a16:creationId xmlns:a16="http://schemas.microsoft.com/office/drawing/2014/main" id="{1D064BB4-7CB0-FFC4-1480-73AFC2D4C2BB}"/>
                  </a:ext>
                </a:extLst>
              </p:cNvPr>
              <p:cNvSpPr/>
              <p:nvPr/>
            </p:nvSpPr>
            <p:spPr>
              <a:xfrm>
                <a:off x="2082440" y="9954170"/>
                <a:ext cx="4425920" cy="0"/>
              </a:xfrm>
              <a:custGeom>
                <a:avLst/>
                <a:gdLst/>
                <a:ahLst/>
                <a:cxnLst/>
                <a:rect l="0" t="0" r="0" b="0"/>
                <a:pathLst>
                  <a:path w="6556919">
                    <a:moveTo>
                      <a:pt x="0" y="0"/>
                    </a:moveTo>
                    <a:lnTo>
                      <a:pt x="6556919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6" name="pl66">
                <a:extLst>
                  <a:ext uri="{FF2B5EF4-FFF2-40B4-BE49-F238E27FC236}">
                    <a16:creationId xmlns:a16="http://schemas.microsoft.com/office/drawing/2014/main" id="{E7D7850D-4195-5890-BC42-58DA7AA2B669}"/>
                  </a:ext>
                </a:extLst>
              </p:cNvPr>
              <p:cNvSpPr/>
              <p:nvPr/>
            </p:nvSpPr>
            <p:spPr>
              <a:xfrm>
                <a:off x="2283619" y="9954170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7" name="pl67">
                <a:extLst>
                  <a:ext uri="{FF2B5EF4-FFF2-40B4-BE49-F238E27FC236}">
                    <a16:creationId xmlns:a16="http://schemas.microsoft.com/office/drawing/2014/main" id="{BC05ABDF-4D90-9C82-C039-ABB45212B54E}"/>
                  </a:ext>
                </a:extLst>
              </p:cNvPr>
              <p:cNvSpPr/>
              <p:nvPr/>
            </p:nvSpPr>
            <p:spPr>
              <a:xfrm>
                <a:off x="3289509" y="9954170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8" name="pl68">
                <a:extLst>
                  <a:ext uri="{FF2B5EF4-FFF2-40B4-BE49-F238E27FC236}">
                    <a16:creationId xmlns:a16="http://schemas.microsoft.com/office/drawing/2014/main" id="{9D7B5297-E3D7-5588-492C-B3D4935B2FEC}"/>
                  </a:ext>
                </a:extLst>
              </p:cNvPr>
              <p:cNvSpPr/>
              <p:nvPr/>
            </p:nvSpPr>
            <p:spPr>
              <a:xfrm>
                <a:off x="4295400" y="9954170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89" name="pl69">
                <a:extLst>
                  <a:ext uri="{FF2B5EF4-FFF2-40B4-BE49-F238E27FC236}">
                    <a16:creationId xmlns:a16="http://schemas.microsoft.com/office/drawing/2014/main" id="{A5A8CAC5-2A2D-F43F-5F5E-5D3A5623C2FA}"/>
                  </a:ext>
                </a:extLst>
              </p:cNvPr>
              <p:cNvSpPr/>
              <p:nvPr/>
            </p:nvSpPr>
            <p:spPr>
              <a:xfrm>
                <a:off x="5301291" y="9954170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90" name="pl70">
                <a:extLst>
                  <a:ext uri="{FF2B5EF4-FFF2-40B4-BE49-F238E27FC236}">
                    <a16:creationId xmlns:a16="http://schemas.microsoft.com/office/drawing/2014/main" id="{0DA97A97-1D77-B33F-A9D3-5B451263E8F7}"/>
                  </a:ext>
                </a:extLst>
              </p:cNvPr>
              <p:cNvSpPr/>
              <p:nvPr/>
            </p:nvSpPr>
            <p:spPr>
              <a:xfrm>
                <a:off x="6307182" y="9954170"/>
                <a:ext cx="0" cy="23486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291"/>
              </a:p>
            </p:txBody>
          </p:sp>
          <p:sp>
            <p:nvSpPr>
              <p:cNvPr id="291" name="tx71">
                <a:extLst>
                  <a:ext uri="{FF2B5EF4-FFF2-40B4-BE49-F238E27FC236}">
                    <a16:creationId xmlns:a16="http://schemas.microsoft.com/office/drawing/2014/main" id="{DA0862D4-666C-FC74-A140-E9DFA40249F6}"/>
                  </a:ext>
                </a:extLst>
              </p:cNvPr>
              <p:cNvSpPr/>
              <p:nvPr/>
            </p:nvSpPr>
            <p:spPr>
              <a:xfrm>
                <a:off x="2114963" y="9996445"/>
                <a:ext cx="337310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Spring '23</a:t>
                </a:r>
              </a:p>
            </p:txBody>
          </p:sp>
          <p:sp>
            <p:nvSpPr>
              <p:cNvPr id="292" name="tx72">
                <a:extLst>
                  <a:ext uri="{FF2B5EF4-FFF2-40B4-BE49-F238E27FC236}">
                    <a16:creationId xmlns:a16="http://schemas.microsoft.com/office/drawing/2014/main" id="{29EAC58F-A7D1-6645-1D7E-6C4773295A95}"/>
                  </a:ext>
                </a:extLst>
              </p:cNvPr>
              <p:cNvSpPr/>
              <p:nvPr/>
            </p:nvSpPr>
            <p:spPr>
              <a:xfrm>
                <a:off x="3169151" y="9996445"/>
                <a:ext cx="24071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Fall '23</a:t>
                </a:r>
              </a:p>
            </p:txBody>
          </p:sp>
          <p:sp>
            <p:nvSpPr>
              <p:cNvPr id="293" name="tx73">
                <a:extLst>
                  <a:ext uri="{FF2B5EF4-FFF2-40B4-BE49-F238E27FC236}">
                    <a16:creationId xmlns:a16="http://schemas.microsoft.com/office/drawing/2014/main" id="{CF95C4F8-86DC-68F0-7B73-580BFA9EA526}"/>
                  </a:ext>
                </a:extLst>
              </p:cNvPr>
              <p:cNvSpPr/>
              <p:nvPr/>
            </p:nvSpPr>
            <p:spPr>
              <a:xfrm>
                <a:off x="4126745" y="9996445"/>
                <a:ext cx="337310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Spring '24</a:t>
                </a:r>
              </a:p>
            </p:txBody>
          </p:sp>
          <p:sp>
            <p:nvSpPr>
              <p:cNvPr id="294" name="tx74">
                <a:extLst>
                  <a:ext uri="{FF2B5EF4-FFF2-40B4-BE49-F238E27FC236}">
                    <a16:creationId xmlns:a16="http://schemas.microsoft.com/office/drawing/2014/main" id="{1EF9A392-0D51-84CA-AFD3-D96DED3A897E}"/>
                  </a:ext>
                </a:extLst>
              </p:cNvPr>
              <p:cNvSpPr/>
              <p:nvPr/>
            </p:nvSpPr>
            <p:spPr>
              <a:xfrm>
                <a:off x="5180933" y="9996445"/>
                <a:ext cx="240716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Fall '24</a:t>
                </a:r>
              </a:p>
            </p:txBody>
          </p:sp>
          <p:sp>
            <p:nvSpPr>
              <p:cNvPr id="295" name="tx75">
                <a:extLst>
                  <a:ext uri="{FF2B5EF4-FFF2-40B4-BE49-F238E27FC236}">
                    <a16:creationId xmlns:a16="http://schemas.microsoft.com/office/drawing/2014/main" id="{F746D6A2-7073-70BC-B91E-5B29D52D7877}"/>
                  </a:ext>
                </a:extLst>
              </p:cNvPr>
              <p:cNvSpPr/>
              <p:nvPr/>
            </p:nvSpPr>
            <p:spPr>
              <a:xfrm>
                <a:off x="6138527" y="9996445"/>
                <a:ext cx="337310" cy="5406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631"/>
                  </a:lnSpc>
                </a:pPr>
                <a:r>
                  <a:rPr sz="631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Spring '25</a:t>
                </a:r>
              </a:p>
            </p:txBody>
          </p:sp>
          <p:sp>
            <p:nvSpPr>
              <p:cNvPr id="296" name="tx76">
                <a:extLst>
                  <a:ext uri="{FF2B5EF4-FFF2-40B4-BE49-F238E27FC236}">
                    <a16:creationId xmlns:a16="http://schemas.microsoft.com/office/drawing/2014/main" id="{958091E9-F8D6-9406-4194-7E66A361BE2D}"/>
                  </a:ext>
                </a:extLst>
              </p:cNvPr>
              <p:cNvSpPr/>
              <p:nvPr/>
            </p:nvSpPr>
            <p:spPr>
              <a:xfrm>
                <a:off x="3941579" y="10090726"/>
                <a:ext cx="707642" cy="6764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789"/>
                  </a:lnSpc>
                </a:pPr>
                <a:r>
                  <a:rPr sz="789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Monitoring Event</a:t>
                </a:r>
              </a:p>
            </p:txBody>
          </p:sp>
          <p:sp>
            <p:nvSpPr>
              <p:cNvPr id="297" name="tx77">
                <a:extLst>
                  <a:ext uri="{FF2B5EF4-FFF2-40B4-BE49-F238E27FC236}">
                    <a16:creationId xmlns:a16="http://schemas.microsoft.com/office/drawing/2014/main" id="{1FBDDBB6-07A8-F70A-D1CE-733BAF8A977B}"/>
                  </a:ext>
                </a:extLst>
              </p:cNvPr>
              <p:cNvSpPr/>
              <p:nvPr/>
            </p:nvSpPr>
            <p:spPr>
              <a:xfrm rot="16200000">
                <a:off x="1450842" y="8656281"/>
                <a:ext cx="770475" cy="6764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789"/>
                  </a:lnSpc>
                </a:pPr>
                <a:r>
                  <a:rPr sz="789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Shell Length (mm)</a:t>
                </a:r>
              </a:p>
            </p:txBody>
          </p:sp>
          <p:sp>
            <p:nvSpPr>
              <p:cNvPr id="332" name="tx112">
                <a:extLst>
                  <a:ext uri="{FF2B5EF4-FFF2-40B4-BE49-F238E27FC236}">
                    <a16:creationId xmlns:a16="http://schemas.microsoft.com/office/drawing/2014/main" id="{A0E92C63-C3E7-57ED-F162-C3626B2FB05B}"/>
                  </a:ext>
                </a:extLst>
              </p:cNvPr>
              <p:cNvSpPr/>
              <p:nvPr/>
            </p:nvSpPr>
            <p:spPr>
              <a:xfrm>
                <a:off x="2082440" y="7218157"/>
                <a:ext cx="3383044" cy="12301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434"/>
                  </a:lnSpc>
                </a:pPr>
                <a:r>
                  <a:rPr sz="1434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(C) Lewisetta: Oyster Shell Length thru Time</a:t>
                </a:r>
              </a:p>
            </p:txBody>
          </p:sp>
        </p:grpSp>
        <p:sp>
          <p:nvSpPr>
            <p:cNvPr id="334" name="rc3">
              <a:extLst>
                <a:ext uri="{FF2B5EF4-FFF2-40B4-BE49-F238E27FC236}">
                  <a16:creationId xmlns:a16="http://schemas.microsoft.com/office/drawing/2014/main" id="{2F78E827-4CB2-4B69-463B-6865E25241D5}"/>
                </a:ext>
              </a:extLst>
            </p:cNvPr>
            <p:cNvSpPr/>
            <p:nvPr/>
          </p:nvSpPr>
          <p:spPr>
            <a:xfrm>
              <a:off x="7772400" y="9905383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5" name="rc4">
              <a:extLst>
                <a:ext uri="{FF2B5EF4-FFF2-40B4-BE49-F238E27FC236}">
                  <a16:creationId xmlns:a16="http://schemas.microsoft.com/office/drawing/2014/main" id="{0945C758-4438-926C-84D1-6890936E80D2}"/>
                </a:ext>
              </a:extLst>
            </p:cNvPr>
            <p:cNvSpPr/>
            <p:nvPr/>
          </p:nvSpPr>
          <p:spPr>
            <a:xfrm>
              <a:off x="7772400" y="9905383"/>
              <a:ext cx="5902166" cy="32459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6" name="rc5">
              <a:extLst>
                <a:ext uri="{FF2B5EF4-FFF2-40B4-BE49-F238E27FC236}">
                  <a16:creationId xmlns:a16="http://schemas.microsoft.com/office/drawing/2014/main" id="{18E6AAE2-5681-F003-E023-00F71FC83A96}"/>
                </a:ext>
              </a:extLst>
            </p:cNvPr>
            <p:cNvSpPr/>
            <p:nvPr/>
          </p:nvSpPr>
          <p:spPr>
            <a:xfrm>
              <a:off x="8120003" y="10176166"/>
              <a:ext cx="4702540" cy="26861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291"/>
            </a:p>
          </p:txBody>
        </p:sp>
        <p:sp>
          <p:nvSpPr>
            <p:cNvPr id="337" name="pl6">
              <a:extLst>
                <a:ext uri="{FF2B5EF4-FFF2-40B4-BE49-F238E27FC236}">
                  <a16:creationId xmlns:a16="http://schemas.microsoft.com/office/drawing/2014/main" id="{93B23F0D-E578-8590-0B11-1FA360D58A8E}"/>
                </a:ext>
              </a:extLst>
            </p:cNvPr>
            <p:cNvSpPr/>
            <p:nvPr/>
          </p:nvSpPr>
          <p:spPr>
            <a:xfrm>
              <a:off x="8333756" y="11408166"/>
              <a:ext cx="4275037" cy="1332041"/>
            </a:xfrm>
            <a:custGeom>
              <a:avLst/>
              <a:gdLst/>
              <a:ahLst/>
              <a:cxnLst/>
              <a:rect l="0" t="0" r="0" b="0"/>
              <a:pathLst>
                <a:path w="5960835" h="1857313">
                  <a:moveTo>
                    <a:pt x="0" y="1857313"/>
                  </a:moveTo>
                  <a:lnTo>
                    <a:pt x="1490208" y="822912"/>
                  </a:lnTo>
                  <a:lnTo>
                    <a:pt x="2980417" y="596359"/>
                  </a:lnTo>
                  <a:lnTo>
                    <a:pt x="4470626" y="592038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8" name="pl7">
              <a:extLst>
                <a:ext uri="{FF2B5EF4-FFF2-40B4-BE49-F238E27FC236}">
                  <a16:creationId xmlns:a16="http://schemas.microsoft.com/office/drawing/2014/main" id="{05EC0280-9011-769F-000C-A20B146CBB52}"/>
                </a:ext>
              </a:extLst>
            </p:cNvPr>
            <p:cNvSpPr/>
            <p:nvPr/>
          </p:nvSpPr>
          <p:spPr>
            <a:xfrm>
              <a:off x="8333756" y="11371609"/>
              <a:ext cx="4275037" cy="1368599"/>
            </a:xfrm>
            <a:custGeom>
              <a:avLst/>
              <a:gdLst/>
              <a:ahLst/>
              <a:cxnLst/>
              <a:rect l="0" t="0" r="0" b="0"/>
              <a:pathLst>
                <a:path w="5960835" h="1908286">
                  <a:moveTo>
                    <a:pt x="0" y="1908286"/>
                  </a:moveTo>
                  <a:lnTo>
                    <a:pt x="1490208" y="960895"/>
                  </a:lnTo>
                  <a:lnTo>
                    <a:pt x="2980417" y="778997"/>
                  </a:lnTo>
                  <a:lnTo>
                    <a:pt x="4470626" y="597193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39" name="pl8">
              <a:extLst>
                <a:ext uri="{FF2B5EF4-FFF2-40B4-BE49-F238E27FC236}">
                  <a16:creationId xmlns:a16="http://schemas.microsoft.com/office/drawing/2014/main" id="{EEC04EDE-39C7-6FB6-519C-4EB3D6C7B657}"/>
                </a:ext>
              </a:extLst>
            </p:cNvPr>
            <p:cNvSpPr/>
            <p:nvPr/>
          </p:nvSpPr>
          <p:spPr>
            <a:xfrm>
              <a:off x="8333756" y="11263808"/>
              <a:ext cx="4275037" cy="1476400"/>
            </a:xfrm>
            <a:custGeom>
              <a:avLst/>
              <a:gdLst/>
              <a:ahLst/>
              <a:cxnLst/>
              <a:rect l="0" t="0" r="0" b="0"/>
              <a:pathLst>
                <a:path w="5960835" h="2058597">
                  <a:moveTo>
                    <a:pt x="0" y="2058597"/>
                  </a:moveTo>
                  <a:lnTo>
                    <a:pt x="1490208" y="816201"/>
                  </a:lnTo>
                  <a:lnTo>
                    <a:pt x="2980417" y="640624"/>
                  </a:lnTo>
                  <a:lnTo>
                    <a:pt x="4470626" y="24150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0" name="pl9">
              <a:extLst>
                <a:ext uri="{FF2B5EF4-FFF2-40B4-BE49-F238E27FC236}">
                  <a16:creationId xmlns:a16="http://schemas.microsoft.com/office/drawing/2014/main" id="{B4B1B933-DC06-2658-31D9-571C3B89993A}"/>
                </a:ext>
              </a:extLst>
            </p:cNvPr>
            <p:cNvSpPr/>
            <p:nvPr/>
          </p:nvSpPr>
          <p:spPr>
            <a:xfrm>
              <a:off x="8333756" y="11316969"/>
              <a:ext cx="4275037" cy="1423239"/>
            </a:xfrm>
            <a:custGeom>
              <a:avLst/>
              <a:gdLst/>
              <a:ahLst/>
              <a:cxnLst/>
              <a:rect l="0" t="0" r="0" b="0"/>
              <a:pathLst>
                <a:path w="5960835" h="1984473">
                  <a:moveTo>
                    <a:pt x="0" y="1984473"/>
                  </a:moveTo>
                  <a:lnTo>
                    <a:pt x="1490208" y="942476"/>
                  </a:lnTo>
                  <a:lnTo>
                    <a:pt x="2980417" y="741688"/>
                  </a:lnTo>
                  <a:lnTo>
                    <a:pt x="4470626" y="316850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1" name="pl10">
              <a:extLst>
                <a:ext uri="{FF2B5EF4-FFF2-40B4-BE49-F238E27FC236}">
                  <a16:creationId xmlns:a16="http://schemas.microsoft.com/office/drawing/2014/main" id="{BB826FEC-4BCA-ADFF-0DE7-7E98D64397B2}"/>
                </a:ext>
              </a:extLst>
            </p:cNvPr>
            <p:cNvSpPr/>
            <p:nvPr/>
          </p:nvSpPr>
          <p:spPr>
            <a:xfrm>
              <a:off x="8333756" y="11105680"/>
              <a:ext cx="4275037" cy="1634528"/>
            </a:xfrm>
            <a:custGeom>
              <a:avLst/>
              <a:gdLst/>
              <a:ahLst/>
              <a:cxnLst/>
              <a:rect l="0" t="0" r="0" b="0"/>
              <a:pathLst>
                <a:path w="5960835" h="2279080">
                  <a:moveTo>
                    <a:pt x="0" y="2279080"/>
                  </a:moveTo>
                  <a:lnTo>
                    <a:pt x="1490208" y="1054136"/>
                  </a:lnTo>
                  <a:lnTo>
                    <a:pt x="2980417" y="984935"/>
                  </a:lnTo>
                  <a:lnTo>
                    <a:pt x="4470626" y="6749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2" name="pl11">
              <a:extLst>
                <a:ext uri="{FF2B5EF4-FFF2-40B4-BE49-F238E27FC236}">
                  <a16:creationId xmlns:a16="http://schemas.microsoft.com/office/drawing/2014/main" id="{3FBD4851-52DA-5E8A-482D-D0F403FC7AE2}"/>
                </a:ext>
              </a:extLst>
            </p:cNvPr>
            <p:cNvSpPr/>
            <p:nvPr/>
          </p:nvSpPr>
          <p:spPr>
            <a:xfrm>
              <a:off x="8333756" y="11050713"/>
              <a:ext cx="4275037" cy="1689495"/>
            </a:xfrm>
            <a:custGeom>
              <a:avLst/>
              <a:gdLst/>
              <a:ahLst/>
              <a:cxnLst/>
              <a:rect l="0" t="0" r="0" b="0"/>
              <a:pathLst>
                <a:path w="5960835" h="2355723">
                  <a:moveTo>
                    <a:pt x="0" y="2355723"/>
                  </a:moveTo>
                  <a:lnTo>
                    <a:pt x="1490208" y="1268911"/>
                  </a:lnTo>
                  <a:lnTo>
                    <a:pt x="2980417" y="1098425"/>
                  </a:lnTo>
                  <a:lnTo>
                    <a:pt x="4470626" y="476771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3" name="pl12">
              <a:extLst>
                <a:ext uri="{FF2B5EF4-FFF2-40B4-BE49-F238E27FC236}">
                  <a16:creationId xmlns:a16="http://schemas.microsoft.com/office/drawing/2014/main" id="{B3AA37F8-E81C-49A9-0C47-42AC3DC8A975}"/>
                </a:ext>
              </a:extLst>
            </p:cNvPr>
            <p:cNvSpPr/>
            <p:nvPr/>
          </p:nvSpPr>
          <p:spPr>
            <a:xfrm>
              <a:off x="8333756" y="11637263"/>
              <a:ext cx="4275037" cy="1102945"/>
            </a:xfrm>
            <a:custGeom>
              <a:avLst/>
              <a:gdLst/>
              <a:ahLst/>
              <a:cxnLst/>
              <a:rect l="0" t="0" r="0" b="0"/>
              <a:pathLst>
                <a:path w="5960835" h="1537875">
                  <a:moveTo>
                    <a:pt x="0" y="1537875"/>
                  </a:moveTo>
                  <a:lnTo>
                    <a:pt x="1490208" y="650172"/>
                  </a:lnTo>
                  <a:lnTo>
                    <a:pt x="2980417" y="562491"/>
                  </a:lnTo>
                  <a:lnTo>
                    <a:pt x="4470626" y="252124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4" name="pl13">
              <a:extLst>
                <a:ext uri="{FF2B5EF4-FFF2-40B4-BE49-F238E27FC236}">
                  <a16:creationId xmlns:a16="http://schemas.microsoft.com/office/drawing/2014/main" id="{86142545-36E7-8BBA-AC1C-A6D17953AFD8}"/>
                </a:ext>
              </a:extLst>
            </p:cNvPr>
            <p:cNvSpPr/>
            <p:nvPr/>
          </p:nvSpPr>
          <p:spPr>
            <a:xfrm>
              <a:off x="8333756" y="11380859"/>
              <a:ext cx="4275037" cy="1359350"/>
            </a:xfrm>
            <a:custGeom>
              <a:avLst/>
              <a:gdLst/>
              <a:ahLst/>
              <a:cxnLst/>
              <a:rect l="0" t="0" r="0" b="0"/>
              <a:pathLst>
                <a:path w="5960835" h="1895389">
                  <a:moveTo>
                    <a:pt x="0" y="1895389"/>
                  </a:moveTo>
                  <a:lnTo>
                    <a:pt x="1490208" y="793086"/>
                  </a:lnTo>
                  <a:lnTo>
                    <a:pt x="2980417" y="716058"/>
                  </a:lnTo>
                  <a:lnTo>
                    <a:pt x="4470626" y="618555"/>
                  </a:lnTo>
                  <a:lnTo>
                    <a:pt x="5960835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5" name="pg14">
              <a:extLst>
                <a:ext uri="{FF2B5EF4-FFF2-40B4-BE49-F238E27FC236}">
                  <a16:creationId xmlns:a16="http://schemas.microsoft.com/office/drawing/2014/main" id="{4BD32740-F812-302F-16B2-DAF1844A3BC2}"/>
                </a:ext>
              </a:extLst>
            </p:cNvPr>
            <p:cNvSpPr/>
            <p:nvPr/>
          </p:nvSpPr>
          <p:spPr>
            <a:xfrm>
              <a:off x="10418509" y="11785725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6" name="pg15">
              <a:extLst>
                <a:ext uri="{FF2B5EF4-FFF2-40B4-BE49-F238E27FC236}">
                  <a16:creationId xmlns:a16="http://schemas.microsoft.com/office/drawing/2014/main" id="{5957AD6D-4BBF-3082-6407-2A515AE064A3}"/>
                </a:ext>
              </a:extLst>
            </p:cNvPr>
            <p:cNvSpPr/>
            <p:nvPr/>
          </p:nvSpPr>
          <p:spPr>
            <a:xfrm>
              <a:off x="9349750" y="11907996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7" name="pg16">
              <a:extLst>
                <a:ext uri="{FF2B5EF4-FFF2-40B4-BE49-F238E27FC236}">
                  <a16:creationId xmlns:a16="http://schemas.microsoft.com/office/drawing/2014/main" id="{DCC96376-0A9F-9937-C85D-8B88B9CFF9A8}"/>
                </a:ext>
              </a:extLst>
            </p:cNvPr>
            <p:cNvSpPr/>
            <p:nvPr/>
          </p:nvSpPr>
          <p:spPr>
            <a:xfrm>
              <a:off x="11487268" y="11339883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8" name="pg17">
              <a:extLst>
                <a:ext uri="{FF2B5EF4-FFF2-40B4-BE49-F238E27FC236}">
                  <a16:creationId xmlns:a16="http://schemas.microsoft.com/office/drawing/2014/main" id="{39AE2318-6195-B19D-02E5-717F20B88F3E}"/>
                </a:ext>
              </a:extLst>
            </p:cNvPr>
            <p:cNvSpPr/>
            <p:nvPr/>
          </p:nvSpPr>
          <p:spPr>
            <a:xfrm>
              <a:off x="12556027" y="10997948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49" name="pg18">
              <a:extLst>
                <a:ext uri="{FF2B5EF4-FFF2-40B4-BE49-F238E27FC236}">
                  <a16:creationId xmlns:a16="http://schemas.microsoft.com/office/drawing/2014/main" id="{5EDAC42F-8C95-D8A9-F774-28365C9CBEC1}"/>
                </a:ext>
              </a:extLst>
            </p:cNvPr>
            <p:cNvSpPr/>
            <p:nvPr/>
          </p:nvSpPr>
          <p:spPr>
            <a:xfrm>
              <a:off x="8280990" y="12687443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0" name="pt19">
              <a:extLst>
                <a:ext uri="{FF2B5EF4-FFF2-40B4-BE49-F238E27FC236}">
                  <a16:creationId xmlns:a16="http://schemas.microsoft.com/office/drawing/2014/main" id="{88F31DD5-8E0D-1928-00F0-42C0EE2FB613}"/>
                </a:ext>
              </a:extLst>
            </p:cNvPr>
            <p:cNvSpPr/>
            <p:nvPr/>
          </p:nvSpPr>
          <p:spPr>
            <a:xfrm>
              <a:off x="12566691" y="11221708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1" name="pt20">
              <a:extLst>
                <a:ext uri="{FF2B5EF4-FFF2-40B4-BE49-F238E27FC236}">
                  <a16:creationId xmlns:a16="http://schemas.microsoft.com/office/drawing/2014/main" id="{2DAB7545-C199-6982-4FFF-79CDA5AA334A}"/>
                </a:ext>
              </a:extLst>
            </p:cNvPr>
            <p:cNvSpPr/>
            <p:nvPr/>
          </p:nvSpPr>
          <p:spPr>
            <a:xfrm>
              <a:off x="10429173" y="11681156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2" name="pt21">
              <a:extLst>
                <a:ext uri="{FF2B5EF4-FFF2-40B4-BE49-F238E27FC236}">
                  <a16:creationId xmlns:a16="http://schemas.microsoft.com/office/drawing/2014/main" id="{4A3DAD69-E0B9-E752-AB92-7C09495ED708}"/>
                </a:ext>
              </a:extLst>
            </p:cNvPr>
            <p:cNvSpPr/>
            <p:nvPr/>
          </p:nvSpPr>
          <p:spPr>
            <a:xfrm>
              <a:off x="11497932" y="11394912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3" name="pt22">
              <a:extLst>
                <a:ext uri="{FF2B5EF4-FFF2-40B4-BE49-F238E27FC236}">
                  <a16:creationId xmlns:a16="http://schemas.microsoft.com/office/drawing/2014/main" id="{1F07F533-BEAF-B503-644C-74B56B24DEB0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4" name="pt23">
              <a:extLst>
                <a:ext uri="{FF2B5EF4-FFF2-40B4-BE49-F238E27FC236}">
                  <a16:creationId xmlns:a16="http://schemas.microsoft.com/office/drawing/2014/main" id="{C5A06518-EED6-636C-78DC-CBE813A20B56}"/>
                </a:ext>
              </a:extLst>
            </p:cNvPr>
            <p:cNvSpPr/>
            <p:nvPr/>
          </p:nvSpPr>
          <p:spPr>
            <a:xfrm>
              <a:off x="9360414" y="11807077"/>
              <a:ext cx="84201" cy="84201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5" name="pt24">
              <a:extLst>
                <a:ext uri="{FF2B5EF4-FFF2-40B4-BE49-F238E27FC236}">
                  <a16:creationId xmlns:a16="http://schemas.microsoft.com/office/drawing/2014/main" id="{EF8F71DB-8ACD-C313-C71A-783DB6EB9B27}"/>
                </a:ext>
              </a:extLst>
            </p:cNvPr>
            <p:cNvSpPr/>
            <p:nvPr/>
          </p:nvSpPr>
          <p:spPr>
            <a:xfrm>
              <a:off x="9360414" y="12018651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6" name="pt25">
              <a:extLst>
                <a:ext uri="{FF2B5EF4-FFF2-40B4-BE49-F238E27FC236}">
                  <a16:creationId xmlns:a16="http://schemas.microsoft.com/office/drawing/2014/main" id="{C042806C-358E-427F-37C7-A91F0957CCD0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7" name="pt26">
              <a:extLst>
                <a:ext uri="{FF2B5EF4-FFF2-40B4-BE49-F238E27FC236}">
                  <a16:creationId xmlns:a16="http://schemas.microsoft.com/office/drawing/2014/main" id="{1FC96460-0368-34D3-07CA-B5F59F35A9C2}"/>
                </a:ext>
              </a:extLst>
            </p:cNvPr>
            <p:cNvSpPr/>
            <p:nvPr/>
          </p:nvSpPr>
          <p:spPr>
            <a:xfrm>
              <a:off x="11497932" y="11757808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8" name="pt27">
              <a:extLst>
                <a:ext uri="{FF2B5EF4-FFF2-40B4-BE49-F238E27FC236}">
                  <a16:creationId xmlns:a16="http://schemas.microsoft.com/office/drawing/2014/main" id="{34FD0E28-EFF0-0AB3-91A7-9F3744E0E2FD}"/>
                </a:ext>
              </a:extLst>
            </p:cNvPr>
            <p:cNvSpPr/>
            <p:nvPr/>
          </p:nvSpPr>
          <p:spPr>
            <a:xfrm>
              <a:off x="10429173" y="11888196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59" name="pt28">
              <a:extLst>
                <a:ext uri="{FF2B5EF4-FFF2-40B4-BE49-F238E27FC236}">
                  <a16:creationId xmlns:a16="http://schemas.microsoft.com/office/drawing/2014/main" id="{60D2F4B3-27C6-3291-F23C-DB9D94C47344}"/>
                </a:ext>
              </a:extLst>
            </p:cNvPr>
            <p:cNvSpPr/>
            <p:nvPr/>
          </p:nvSpPr>
          <p:spPr>
            <a:xfrm>
              <a:off x="12566691" y="11329508"/>
              <a:ext cx="84201" cy="84201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0" name="pg29">
              <a:extLst>
                <a:ext uri="{FF2B5EF4-FFF2-40B4-BE49-F238E27FC236}">
                  <a16:creationId xmlns:a16="http://schemas.microsoft.com/office/drawing/2014/main" id="{B8D3DEAE-5DDB-4DF4-9660-8117EB4E9332}"/>
                </a:ext>
              </a:extLst>
            </p:cNvPr>
            <p:cNvSpPr/>
            <p:nvPr/>
          </p:nvSpPr>
          <p:spPr>
            <a:xfrm>
              <a:off x="12556027" y="11052915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1" name="pg30">
              <a:extLst>
                <a:ext uri="{FF2B5EF4-FFF2-40B4-BE49-F238E27FC236}">
                  <a16:creationId xmlns:a16="http://schemas.microsoft.com/office/drawing/2014/main" id="{A23842B1-05E1-CD4F-69D9-4A2044E1F169}"/>
                </a:ext>
              </a:extLst>
            </p:cNvPr>
            <p:cNvSpPr/>
            <p:nvPr/>
          </p:nvSpPr>
          <p:spPr>
            <a:xfrm>
              <a:off x="8280990" y="12687443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2" name="pg31">
              <a:extLst>
                <a:ext uri="{FF2B5EF4-FFF2-40B4-BE49-F238E27FC236}">
                  <a16:creationId xmlns:a16="http://schemas.microsoft.com/office/drawing/2014/main" id="{F9C6F26F-7E14-8343-73D9-5037A517CE5A}"/>
                </a:ext>
              </a:extLst>
            </p:cNvPr>
            <p:cNvSpPr/>
            <p:nvPr/>
          </p:nvSpPr>
          <p:spPr>
            <a:xfrm>
              <a:off x="9349750" y="11808929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3" name="pg32">
              <a:extLst>
                <a:ext uri="{FF2B5EF4-FFF2-40B4-BE49-F238E27FC236}">
                  <a16:creationId xmlns:a16="http://schemas.microsoft.com/office/drawing/2014/main" id="{4A75CA47-BC3F-BDDB-5203-894A54233B11}"/>
                </a:ext>
              </a:extLst>
            </p:cNvPr>
            <p:cNvSpPr/>
            <p:nvPr/>
          </p:nvSpPr>
          <p:spPr>
            <a:xfrm>
              <a:off x="11487268" y="11536985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4" name="pg33">
              <a:extLst>
                <a:ext uri="{FF2B5EF4-FFF2-40B4-BE49-F238E27FC236}">
                  <a16:creationId xmlns:a16="http://schemas.microsoft.com/office/drawing/2014/main" id="{39218EA3-3C76-0782-1AC5-35E971D92BB7}"/>
                </a:ext>
              </a:extLst>
            </p:cNvPr>
            <p:cNvSpPr/>
            <p:nvPr/>
          </p:nvSpPr>
          <p:spPr>
            <a:xfrm>
              <a:off x="10418509" y="11759298"/>
              <a:ext cx="105531" cy="105531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5" name="pt34">
              <a:extLst>
                <a:ext uri="{FF2B5EF4-FFF2-40B4-BE49-F238E27FC236}">
                  <a16:creationId xmlns:a16="http://schemas.microsoft.com/office/drawing/2014/main" id="{651AF333-FDB7-B86C-A416-9FA7B1889A2B}"/>
                </a:ext>
              </a:extLst>
            </p:cNvPr>
            <p:cNvSpPr/>
            <p:nvPr/>
          </p:nvSpPr>
          <p:spPr>
            <a:xfrm>
              <a:off x="10429173" y="11852307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6" name="pt35">
              <a:extLst>
                <a:ext uri="{FF2B5EF4-FFF2-40B4-BE49-F238E27FC236}">
                  <a16:creationId xmlns:a16="http://schemas.microsoft.com/office/drawing/2014/main" id="{A241F75D-BB27-A338-1D5F-1EDAAB058CD1}"/>
                </a:ext>
              </a:extLst>
            </p:cNvPr>
            <p:cNvSpPr/>
            <p:nvPr/>
          </p:nvSpPr>
          <p:spPr>
            <a:xfrm>
              <a:off x="11497932" y="11782379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7" name="pt36">
              <a:extLst>
                <a:ext uri="{FF2B5EF4-FFF2-40B4-BE49-F238E27FC236}">
                  <a16:creationId xmlns:a16="http://schemas.microsoft.com/office/drawing/2014/main" id="{A582968A-4E01-089F-C496-3928CADD9951}"/>
                </a:ext>
              </a:extLst>
            </p:cNvPr>
            <p:cNvSpPr/>
            <p:nvPr/>
          </p:nvSpPr>
          <p:spPr>
            <a:xfrm>
              <a:off x="9360414" y="11907550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8" name="pt37">
              <a:extLst>
                <a:ext uri="{FF2B5EF4-FFF2-40B4-BE49-F238E27FC236}">
                  <a16:creationId xmlns:a16="http://schemas.microsoft.com/office/drawing/2014/main" id="{5685800B-144C-5B68-0934-EBAB304CB164}"/>
                </a:ext>
              </a:extLst>
            </p:cNvPr>
            <p:cNvSpPr/>
            <p:nvPr/>
          </p:nvSpPr>
          <p:spPr>
            <a:xfrm>
              <a:off x="12566691" y="11338758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69" name="pt38">
              <a:extLst>
                <a:ext uri="{FF2B5EF4-FFF2-40B4-BE49-F238E27FC236}">
                  <a16:creationId xmlns:a16="http://schemas.microsoft.com/office/drawing/2014/main" id="{F9BE8D25-E319-981E-E393-1271EF6A4106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0" name="pt39">
              <a:extLst>
                <a:ext uri="{FF2B5EF4-FFF2-40B4-BE49-F238E27FC236}">
                  <a16:creationId xmlns:a16="http://schemas.microsoft.com/office/drawing/2014/main" id="{12287AC6-3E55-DEC1-34F1-EE2D0007BA31}"/>
                </a:ext>
              </a:extLst>
            </p:cNvPr>
            <p:cNvSpPr/>
            <p:nvPr/>
          </p:nvSpPr>
          <p:spPr>
            <a:xfrm>
              <a:off x="12566691" y="11595162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1" name="pt40">
              <a:extLst>
                <a:ext uri="{FF2B5EF4-FFF2-40B4-BE49-F238E27FC236}">
                  <a16:creationId xmlns:a16="http://schemas.microsoft.com/office/drawing/2014/main" id="{A3391A72-ADC5-88F9-FBF6-BC8D47D1837D}"/>
                </a:ext>
              </a:extLst>
            </p:cNvPr>
            <p:cNvSpPr/>
            <p:nvPr/>
          </p:nvSpPr>
          <p:spPr>
            <a:xfrm>
              <a:off x="11497932" y="11775982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2" name="pt41">
              <a:extLst>
                <a:ext uri="{FF2B5EF4-FFF2-40B4-BE49-F238E27FC236}">
                  <a16:creationId xmlns:a16="http://schemas.microsoft.com/office/drawing/2014/main" id="{22422BD7-7031-3E41-70BD-E3C7353363DF}"/>
                </a:ext>
              </a:extLst>
            </p:cNvPr>
            <p:cNvSpPr/>
            <p:nvPr/>
          </p:nvSpPr>
          <p:spPr>
            <a:xfrm>
              <a:off x="10429173" y="11998574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3" name="pt42">
              <a:extLst>
                <a:ext uri="{FF2B5EF4-FFF2-40B4-BE49-F238E27FC236}">
                  <a16:creationId xmlns:a16="http://schemas.microsoft.com/office/drawing/2014/main" id="{492BE8EB-5824-A891-706D-ED0529E53D37}"/>
                </a:ext>
              </a:extLst>
            </p:cNvPr>
            <p:cNvSpPr/>
            <p:nvPr/>
          </p:nvSpPr>
          <p:spPr>
            <a:xfrm>
              <a:off x="9360414" y="12061457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4" name="pt43">
              <a:extLst>
                <a:ext uri="{FF2B5EF4-FFF2-40B4-BE49-F238E27FC236}">
                  <a16:creationId xmlns:a16="http://schemas.microsoft.com/office/drawing/2014/main" id="{ED606DB3-E4D5-1755-A53C-11B27479A51C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5" name="pt44">
              <a:extLst>
                <a:ext uri="{FF2B5EF4-FFF2-40B4-BE49-F238E27FC236}">
                  <a16:creationId xmlns:a16="http://schemas.microsoft.com/office/drawing/2014/main" id="{8793B2CC-F72D-C290-6225-C9D309FFE702}"/>
                </a:ext>
              </a:extLst>
            </p:cNvPr>
            <p:cNvSpPr/>
            <p:nvPr/>
          </p:nvSpPr>
          <p:spPr>
            <a:xfrm>
              <a:off x="12566691" y="11366066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6" name="pt45">
              <a:extLst>
                <a:ext uri="{FF2B5EF4-FFF2-40B4-BE49-F238E27FC236}">
                  <a16:creationId xmlns:a16="http://schemas.microsoft.com/office/drawing/2014/main" id="{186C8BED-2713-84FF-8E2C-DC8C1FE9D775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7" name="pt46">
              <a:extLst>
                <a:ext uri="{FF2B5EF4-FFF2-40B4-BE49-F238E27FC236}">
                  <a16:creationId xmlns:a16="http://schemas.microsoft.com/office/drawing/2014/main" id="{D664BD51-DF72-1870-55D9-2DDC4AEAD039}"/>
                </a:ext>
              </a:extLst>
            </p:cNvPr>
            <p:cNvSpPr/>
            <p:nvPr/>
          </p:nvSpPr>
          <p:spPr>
            <a:xfrm>
              <a:off x="10429173" y="11793767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8" name="pt47">
              <a:extLst>
                <a:ext uri="{FF2B5EF4-FFF2-40B4-BE49-F238E27FC236}">
                  <a16:creationId xmlns:a16="http://schemas.microsoft.com/office/drawing/2014/main" id="{3E872217-0189-186F-BD2F-6A9CBBE26369}"/>
                </a:ext>
              </a:extLst>
            </p:cNvPr>
            <p:cNvSpPr/>
            <p:nvPr/>
          </p:nvSpPr>
          <p:spPr>
            <a:xfrm>
              <a:off x="9360414" y="11956248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79" name="pt48">
              <a:extLst>
                <a:ext uri="{FF2B5EF4-FFF2-40B4-BE49-F238E27FC236}">
                  <a16:creationId xmlns:a16="http://schemas.microsoft.com/office/drawing/2014/main" id="{D4DC9571-54B5-BADC-70DA-7865FB151C91}"/>
                </a:ext>
              </a:extLst>
            </p:cNvPr>
            <p:cNvSpPr/>
            <p:nvPr/>
          </p:nvSpPr>
          <p:spPr>
            <a:xfrm>
              <a:off x="11497932" y="11790669"/>
              <a:ext cx="84201" cy="84201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0" name="pt49">
              <a:extLst>
                <a:ext uri="{FF2B5EF4-FFF2-40B4-BE49-F238E27FC236}">
                  <a16:creationId xmlns:a16="http://schemas.microsoft.com/office/drawing/2014/main" id="{DE267560-D1F2-FFB9-478B-79788AB12CC7}"/>
                </a:ext>
              </a:extLst>
            </p:cNvPr>
            <p:cNvSpPr/>
            <p:nvPr/>
          </p:nvSpPr>
          <p:spPr>
            <a:xfrm>
              <a:off x="11497932" y="11502109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1" name="pt50">
              <a:extLst>
                <a:ext uri="{FF2B5EF4-FFF2-40B4-BE49-F238E27FC236}">
                  <a16:creationId xmlns:a16="http://schemas.microsoft.com/office/drawing/2014/main" id="{2988BCA3-9AEB-C96E-8070-3B3A563CC376}"/>
                </a:ext>
              </a:extLst>
            </p:cNvPr>
            <p:cNvSpPr/>
            <p:nvPr/>
          </p:nvSpPr>
          <p:spPr>
            <a:xfrm>
              <a:off x="8291654" y="12698108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2" name="pt51">
              <a:extLst>
                <a:ext uri="{FF2B5EF4-FFF2-40B4-BE49-F238E27FC236}">
                  <a16:creationId xmlns:a16="http://schemas.microsoft.com/office/drawing/2014/main" id="{6F99A5F6-94FD-8DD5-673C-B6ADC5F44900}"/>
                </a:ext>
              </a:extLst>
            </p:cNvPr>
            <p:cNvSpPr/>
            <p:nvPr/>
          </p:nvSpPr>
          <p:spPr>
            <a:xfrm>
              <a:off x="9360414" y="11950801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3" name="pt52">
              <a:extLst>
                <a:ext uri="{FF2B5EF4-FFF2-40B4-BE49-F238E27FC236}">
                  <a16:creationId xmlns:a16="http://schemas.microsoft.com/office/drawing/2014/main" id="{9962B3F1-BC09-F45E-DE28-0D1F18595DC7}"/>
                </a:ext>
              </a:extLst>
            </p:cNvPr>
            <p:cNvSpPr/>
            <p:nvPr/>
          </p:nvSpPr>
          <p:spPr>
            <a:xfrm>
              <a:off x="10429173" y="11806798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4" name="pt53">
              <a:extLst>
                <a:ext uri="{FF2B5EF4-FFF2-40B4-BE49-F238E27FC236}">
                  <a16:creationId xmlns:a16="http://schemas.microsoft.com/office/drawing/2014/main" id="{E5F878A1-2EAB-C1DB-F7A7-28AF4E74FA25}"/>
                </a:ext>
              </a:extLst>
            </p:cNvPr>
            <p:cNvSpPr/>
            <p:nvPr/>
          </p:nvSpPr>
          <p:spPr>
            <a:xfrm>
              <a:off x="12566691" y="11274868"/>
              <a:ext cx="84201" cy="84201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5" name="pl54">
              <a:extLst>
                <a:ext uri="{FF2B5EF4-FFF2-40B4-BE49-F238E27FC236}">
                  <a16:creationId xmlns:a16="http://schemas.microsoft.com/office/drawing/2014/main" id="{FAF55E65-F05D-51AB-1F76-0009806918E4}"/>
                </a:ext>
              </a:extLst>
            </p:cNvPr>
            <p:cNvSpPr/>
            <p:nvPr/>
          </p:nvSpPr>
          <p:spPr>
            <a:xfrm>
              <a:off x="8120003" y="10176166"/>
              <a:ext cx="0" cy="2686139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86" name="tx55">
              <a:extLst>
                <a:ext uri="{FF2B5EF4-FFF2-40B4-BE49-F238E27FC236}">
                  <a16:creationId xmlns:a16="http://schemas.microsoft.com/office/drawing/2014/main" id="{141AE251-9E3A-F6B8-622A-E4841A3B9C33}"/>
                </a:ext>
              </a:extLst>
            </p:cNvPr>
            <p:cNvSpPr/>
            <p:nvPr/>
          </p:nvSpPr>
          <p:spPr>
            <a:xfrm>
              <a:off x="8030493" y="12711485"/>
              <a:ext cx="44594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7" name="tx56">
              <a:extLst>
                <a:ext uri="{FF2B5EF4-FFF2-40B4-BE49-F238E27FC236}">
                  <a16:creationId xmlns:a16="http://schemas.microsoft.com/office/drawing/2014/main" id="{BF01CAE2-46D3-6A4C-7D1B-D7F7656BC2E2}"/>
                </a:ext>
              </a:extLst>
            </p:cNvPr>
            <p:cNvSpPr/>
            <p:nvPr/>
          </p:nvSpPr>
          <p:spPr>
            <a:xfrm>
              <a:off x="7985898" y="12100998"/>
              <a:ext cx="89188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8" name="tx57">
              <a:extLst>
                <a:ext uri="{FF2B5EF4-FFF2-40B4-BE49-F238E27FC236}">
                  <a16:creationId xmlns:a16="http://schemas.microsoft.com/office/drawing/2014/main" id="{9319880A-FD3A-D2A5-6518-E7133BB1C97A}"/>
                </a:ext>
              </a:extLst>
            </p:cNvPr>
            <p:cNvSpPr/>
            <p:nvPr/>
          </p:nvSpPr>
          <p:spPr>
            <a:xfrm>
              <a:off x="7985898" y="11490512"/>
              <a:ext cx="89188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89" name="tx58">
              <a:extLst>
                <a:ext uri="{FF2B5EF4-FFF2-40B4-BE49-F238E27FC236}">
                  <a16:creationId xmlns:a16="http://schemas.microsoft.com/office/drawing/2014/main" id="{56579CA9-AD21-F137-A7BA-30A8D4B2D987}"/>
                </a:ext>
              </a:extLst>
            </p:cNvPr>
            <p:cNvSpPr/>
            <p:nvPr/>
          </p:nvSpPr>
          <p:spPr>
            <a:xfrm>
              <a:off x="7985898" y="10880025"/>
              <a:ext cx="89188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90" name="tx59">
              <a:extLst>
                <a:ext uri="{FF2B5EF4-FFF2-40B4-BE49-F238E27FC236}">
                  <a16:creationId xmlns:a16="http://schemas.microsoft.com/office/drawing/2014/main" id="{53A2C103-3708-DCFC-DC55-6509B16C1999}"/>
                </a:ext>
              </a:extLst>
            </p:cNvPr>
            <p:cNvSpPr/>
            <p:nvPr/>
          </p:nvSpPr>
          <p:spPr>
            <a:xfrm>
              <a:off x="7941303" y="10269539"/>
              <a:ext cx="13378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91" name="pl60">
              <a:extLst>
                <a:ext uri="{FF2B5EF4-FFF2-40B4-BE49-F238E27FC236}">
                  <a16:creationId xmlns:a16="http://schemas.microsoft.com/office/drawing/2014/main" id="{2F7253D1-5009-FD0D-02AD-AFF698EE4570}"/>
                </a:ext>
              </a:extLst>
            </p:cNvPr>
            <p:cNvSpPr/>
            <p:nvPr/>
          </p:nvSpPr>
          <p:spPr>
            <a:xfrm>
              <a:off x="8095049" y="12740208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2" name="pl61">
              <a:extLst>
                <a:ext uri="{FF2B5EF4-FFF2-40B4-BE49-F238E27FC236}">
                  <a16:creationId xmlns:a16="http://schemas.microsoft.com/office/drawing/2014/main" id="{035BCED5-D9F4-1A89-CF87-B1F1E38341B9}"/>
                </a:ext>
              </a:extLst>
            </p:cNvPr>
            <p:cNvSpPr/>
            <p:nvPr/>
          </p:nvSpPr>
          <p:spPr>
            <a:xfrm>
              <a:off x="8095049" y="12129723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3" name="pl62">
              <a:extLst>
                <a:ext uri="{FF2B5EF4-FFF2-40B4-BE49-F238E27FC236}">
                  <a16:creationId xmlns:a16="http://schemas.microsoft.com/office/drawing/2014/main" id="{2A080229-2ACC-8546-CFDF-EB8455F80111}"/>
                </a:ext>
              </a:extLst>
            </p:cNvPr>
            <p:cNvSpPr/>
            <p:nvPr/>
          </p:nvSpPr>
          <p:spPr>
            <a:xfrm>
              <a:off x="8095049" y="11519236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4" name="pl63">
              <a:extLst>
                <a:ext uri="{FF2B5EF4-FFF2-40B4-BE49-F238E27FC236}">
                  <a16:creationId xmlns:a16="http://schemas.microsoft.com/office/drawing/2014/main" id="{7B80FCBD-745A-13B1-4D56-06E237F50552}"/>
                </a:ext>
              </a:extLst>
            </p:cNvPr>
            <p:cNvSpPr/>
            <p:nvPr/>
          </p:nvSpPr>
          <p:spPr>
            <a:xfrm>
              <a:off x="8095049" y="10908750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5" name="pl64">
              <a:extLst>
                <a:ext uri="{FF2B5EF4-FFF2-40B4-BE49-F238E27FC236}">
                  <a16:creationId xmlns:a16="http://schemas.microsoft.com/office/drawing/2014/main" id="{1EE13260-7EB0-514B-1E73-26A5883283A4}"/>
                </a:ext>
              </a:extLst>
            </p:cNvPr>
            <p:cNvSpPr/>
            <p:nvPr/>
          </p:nvSpPr>
          <p:spPr>
            <a:xfrm>
              <a:off x="8095049" y="10298263"/>
              <a:ext cx="2495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6" name="pl65">
              <a:extLst>
                <a:ext uri="{FF2B5EF4-FFF2-40B4-BE49-F238E27FC236}">
                  <a16:creationId xmlns:a16="http://schemas.microsoft.com/office/drawing/2014/main" id="{5FD280B2-E0B2-7786-C4FE-CA541E1BB3F3}"/>
                </a:ext>
              </a:extLst>
            </p:cNvPr>
            <p:cNvSpPr/>
            <p:nvPr/>
          </p:nvSpPr>
          <p:spPr>
            <a:xfrm>
              <a:off x="8120003" y="12862306"/>
              <a:ext cx="4702540" cy="0"/>
            </a:xfrm>
            <a:custGeom>
              <a:avLst/>
              <a:gdLst/>
              <a:ahLst/>
              <a:cxnLst/>
              <a:rect l="0" t="0" r="0" b="0"/>
              <a:pathLst>
                <a:path w="6556919">
                  <a:moveTo>
                    <a:pt x="0" y="0"/>
                  </a:moveTo>
                  <a:lnTo>
                    <a:pt x="655691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7" name="pl66">
              <a:extLst>
                <a:ext uri="{FF2B5EF4-FFF2-40B4-BE49-F238E27FC236}">
                  <a16:creationId xmlns:a16="http://schemas.microsoft.com/office/drawing/2014/main" id="{4F29F2BE-3746-8315-8179-A7311750D294}"/>
                </a:ext>
              </a:extLst>
            </p:cNvPr>
            <p:cNvSpPr/>
            <p:nvPr/>
          </p:nvSpPr>
          <p:spPr>
            <a:xfrm>
              <a:off x="8333756" y="12862306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8" name="pl67">
              <a:extLst>
                <a:ext uri="{FF2B5EF4-FFF2-40B4-BE49-F238E27FC236}">
                  <a16:creationId xmlns:a16="http://schemas.microsoft.com/office/drawing/2014/main" id="{B2F054CB-8943-99B3-9571-305652E64491}"/>
                </a:ext>
              </a:extLst>
            </p:cNvPr>
            <p:cNvSpPr/>
            <p:nvPr/>
          </p:nvSpPr>
          <p:spPr>
            <a:xfrm>
              <a:off x="9402514" y="12862306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399" name="pl68">
              <a:extLst>
                <a:ext uri="{FF2B5EF4-FFF2-40B4-BE49-F238E27FC236}">
                  <a16:creationId xmlns:a16="http://schemas.microsoft.com/office/drawing/2014/main" id="{A84EAE58-9BAB-DF32-A180-15DBA912E587}"/>
                </a:ext>
              </a:extLst>
            </p:cNvPr>
            <p:cNvSpPr/>
            <p:nvPr/>
          </p:nvSpPr>
          <p:spPr>
            <a:xfrm>
              <a:off x="10471273" y="12862306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0" name="pl69">
              <a:extLst>
                <a:ext uri="{FF2B5EF4-FFF2-40B4-BE49-F238E27FC236}">
                  <a16:creationId xmlns:a16="http://schemas.microsoft.com/office/drawing/2014/main" id="{FEC3DE00-0397-2305-0B1A-57BEB8B01769}"/>
                </a:ext>
              </a:extLst>
            </p:cNvPr>
            <p:cNvSpPr/>
            <p:nvPr/>
          </p:nvSpPr>
          <p:spPr>
            <a:xfrm>
              <a:off x="11540032" y="12862306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1" name="pl70">
              <a:extLst>
                <a:ext uri="{FF2B5EF4-FFF2-40B4-BE49-F238E27FC236}">
                  <a16:creationId xmlns:a16="http://schemas.microsoft.com/office/drawing/2014/main" id="{489E5A00-A982-796B-E0E3-FDDC802DA1F2}"/>
                </a:ext>
              </a:extLst>
            </p:cNvPr>
            <p:cNvSpPr/>
            <p:nvPr/>
          </p:nvSpPr>
          <p:spPr>
            <a:xfrm>
              <a:off x="12608792" y="12862306"/>
              <a:ext cx="0" cy="2495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91"/>
            </a:p>
          </p:txBody>
        </p:sp>
        <p:sp>
          <p:nvSpPr>
            <p:cNvPr id="402" name="tx71">
              <a:extLst>
                <a:ext uri="{FF2B5EF4-FFF2-40B4-BE49-F238E27FC236}">
                  <a16:creationId xmlns:a16="http://schemas.microsoft.com/office/drawing/2014/main" id="{A40E9A7C-0241-8883-758B-C03EDECF9D22}"/>
                </a:ext>
              </a:extLst>
            </p:cNvPr>
            <p:cNvSpPr/>
            <p:nvPr/>
          </p:nvSpPr>
          <p:spPr>
            <a:xfrm>
              <a:off x="8154559" y="12907223"/>
              <a:ext cx="35839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'23</a:t>
              </a:r>
            </a:p>
          </p:txBody>
        </p:sp>
        <p:sp>
          <p:nvSpPr>
            <p:cNvPr id="403" name="tx72">
              <a:extLst>
                <a:ext uri="{FF2B5EF4-FFF2-40B4-BE49-F238E27FC236}">
                  <a16:creationId xmlns:a16="http://schemas.microsoft.com/office/drawing/2014/main" id="{E283E59F-BCA6-30AA-09DD-DA222844DEB4}"/>
                </a:ext>
              </a:extLst>
            </p:cNvPr>
            <p:cNvSpPr/>
            <p:nvPr/>
          </p:nvSpPr>
          <p:spPr>
            <a:xfrm>
              <a:off x="9274634" y="12907223"/>
              <a:ext cx="255761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404" name="tx73">
              <a:extLst>
                <a:ext uri="{FF2B5EF4-FFF2-40B4-BE49-F238E27FC236}">
                  <a16:creationId xmlns:a16="http://schemas.microsoft.com/office/drawing/2014/main" id="{4032D867-EB1F-0B2A-1426-666CBCCD183F}"/>
                </a:ext>
              </a:extLst>
            </p:cNvPr>
            <p:cNvSpPr/>
            <p:nvPr/>
          </p:nvSpPr>
          <p:spPr>
            <a:xfrm>
              <a:off x="10292077" y="12907223"/>
              <a:ext cx="35839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405" name="tx74">
              <a:extLst>
                <a:ext uri="{FF2B5EF4-FFF2-40B4-BE49-F238E27FC236}">
                  <a16:creationId xmlns:a16="http://schemas.microsoft.com/office/drawing/2014/main" id="{9D8F4E2B-CD89-E0FC-0F1C-48CAD4B10DE6}"/>
                </a:ext>
              </a:extLst>
            </p:cNvPr>
            <p:cNvSpPr/>
            <p:nvPr/>
          </p:nvSpPr>
          <p:spPr>
            <a:xfrm>
              <a:off x="11412152" y="12907223"/>
              <a:ext cx="255761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406" name="tx75">
              <a:extLst>
                <a:ext uri="{FF2B5EF4-FFF2-40B4-BE49-F238E27FC236}">
                  <a16:creationId xmlns:a16="http://schemas.microsoft.com/office/drawing/2014/main" id="{6D072DB3-9506-2069-D8D3-93DA6BD96F75}"/>
                </a:ext>
              </a:extLst>
            </p:cNvPr>
            <p:cNvSpPr/>
            <p:nvPr/>
          </p:nvSpPr>
          <p:spPr>
            <a:xfrm>
              <a:off x="12429596" y="12907223"/>
              <a:ext cx="358392" cy="574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631"/>
                </a:lnSpc>
              </a:pPr>
              <a:r>
                <a:rPr sz="63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407" name="tx76">
              <a:extLst>
                <a:ext uri="{FF2B5EF4-FFF2-40B4-BE49-F238E27FC236}">
                  <a16:creationId xmlns:a16="http://schemas.microsoft.com/office/drawing/2014/main" id="{A42D8DB7-C85D-37FF-17D9-BE6AD701F4C9}"/>
                </a:ext>
              </a:extLst>
            </p:cNvPr>
            <p:cNvSpPr/>
            <p:nvPr/>
          </p:nvSpPr>
          <p:spPr>
            <a:xfrm>
              <a:off x="10095338" y="13007397"/>
              <a:ext cx="751870" cy="718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408" name="tx77">
              <a:extLst>
                <a:ext uri="{FF2B5EF4-FFF2-40B4-BE49-F238E27FC236}">
                  <a16:creationId xmlns:a16="http://schemas.microsoft.com/office/drawing/2014/main" id="{3225BAB0-CFFA-3D8C-E8E9-5BC119F35ABF}"/>
                </a:ext>
              </a:extLst>
            </p:cNvPr>
            <p:cNvSpPr/>
            <p:nvPr/>
          </p:nvSpPr>
          <p:spPr>
            <a:xfrm rot="16200000">
              <a:off x="7448931" y="11483299"/>
              <a:ext cx="818630" cy="718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789"/>
                </a:lnSpc>
              </a:pPr>
              <a:r>
                <a:rPr sz="78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Shell Length (mm)</a:t>
              </a:r>
            </a:p>
          </p:txBody>
        </p:sp>
        <p:sp>
          <p:nvSpPr>
            <p:cNvPr id="443" name="tx112">
              <a:extLst>
                <a:ext uri="{FF2B5EF4-FFF2-40B4-BE49-F238E27FC236}">
                  <a16:creationId xmlns:a16="http://schemas.microsoft.com/office/drawing/2014/main" id="{79BD3A98-3B96-EF7B-FBBF-F9B97F63E490}"/>
                </a:ext>
              </a:extLst>
            </p:cNvPr>
            <p:cNvSpPr/>
            <p:nvPr/>
          </p:nvSpPr>
          <p:spPr>
            <a:xfrm>
              <a:off x="8120004" y="9955292"/>
              <a:ext cx="3675148" cy="1306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434"/>
                </a:lnSpc>
              </a:pPr>
              <a:r>
                <a:rPr sz="143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York River: Oyster Shell Length thru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4402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309</Words>
  <Application>Microsoft Macintosh PowerPoint</Application>
  <PresentationFormat>Custom</PresentationFormat>
  <Paragraphs>145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5</cp:revision>
  <dcterms:created xsi:type="dcterms:W3CDTF">2017-02-13T16:18:36Z</dcterms:created>
  <dcterms:modified xsi:type="dcterms:W3CDTF">2026-05-05T14:22:53Z</dcterms:modified>
  <cp:category/>
</cp:coreProperties>
</file>