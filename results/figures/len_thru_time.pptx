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1876" y="1977762"/>
              <a:ext cx="6556919" cy="37453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239918" y="2805880"/>
              <a:ext cx="5960835" cy="2747017"/>
            </a:xfrm>
            <a:custGeom>
              <a:avLst/>
              <a:pathLst>
                <a:path w="5960835" h="2747017">
                  <a:moveTo>
                    <a:pt x="0" y="2747017"/>
                  </a:moveTo>
                  <a:lnTo>
                    <a:pt x="1490208" y="1485011"/>
                  </a:lnTo>
                  <a:lnTo>
                    <a:pt x="2980417" y="1235131"/>
                  </a:lnTo>
                  <a:lnTo>
                    <a:pt x="4470626" y="516657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39918" y="2566669"/>
              <a:ext cx="5960835" cy="2986228"/>
            </a:xfrm>
            <a:custGeom>
              <a:avLst/>
              <a:pathLst>
                <a:path w="5960835" h="2986228">
                  <a:moveTo>
                    <a:pt x="0" y="2986228"/>
                  </a:moveTo>
                  <a:lnTo>
                    <a:pt x="1490208" y="1727249"/>
                  </a:lnTo>
                  <a:lnTo>
                    <a:pt x="2980417" y="1568017"/>
                  </a:lnTo>
                  <a:lnTo>
                    <a:pt x="4470626" y="407739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39918" y="2954704"/>
              <a:ext cx="5960835" cy="2598194"/>
            </a:xfrm>
            <a:custGeom>
              <a:avLst/>
              <a:pathLst>
                <a:path w="5960835" h="2598194">
                  <a:moveTo>
                    <a:pt x="0" y="2598194"/>
                  </a:moveTo>
                  <a:lnTo>
                    <a:pt x="1490208" y="1377891"/>
                  </a:lnTo>
                  <a:lnTo>
                    <a:pt x="2980417" y="1241213"/>
                  </a:lnTo>
                  <a:lnTo>
                    <a:pt x="4470626" y="635602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39918" y="2783719"/>
              <a:ext cx="5960835" cy="2769178"/>
            </a:xfrm>
            <a:custGeom>
              <a:avLst/>
              <a:pathLst>
                <a:path w="5960835" h="2769178">
                  <a:moveTo>
                    <a:pt x="0" y="2769178"/>
                  </a:moveTo>
                  <a:lnTo>
                    <a:pt x="1490208" y="1743136"/>
                  </a:lnTo>
                  <a:lnTo>
                    <a:pt x="2980417" y="1417409"/>
                  </a:lnTo>
                  <a:lnTo>
                    <a:pt x="4470626" y="714781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239918" y="2492409"/>
              <a:ext cx="5960835" cy="3060488"/>
            </a:xfrm>
            <a:custGeom>
              <a:avLst/>
              <a:pathLst>
                <a:path w="5960835" h="3060488">
                  <a:moveTo>
                    <a:pt x="0" y="3060488"/>
                  </a:moveTo>
                  <a:lnTo>
                    <a:pt x="1490208" y="1659659"/>
                  </a:lnTo>
                  <a:lnTo>
                    <a:pt x="2980417" y="1568973"/>
                  </a:lnTo>
                  <a:lnTo>
                    <a:pt x="4470626" y="477226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239918" y="2623070"/>
              <a:ext cx="5960835" cy="2929827"/>
            </a:xfrm>
            <a:custGeom>
              <a:avLst/>
              <a:pathLst>
                <a:path w="5960835" h="2929827">
                  <a:moveTo>
                    <a:pt x="0" y="2929827"/>
                  </a:moveTo>
                  <a:lnTo>
                    <a:pt x="1490208" y="1817037"/>
                  </a:lnTo>
                  <a:lnTo>
                    <a:pt x="2980417" y="1506310"/>
                  </a:lnTo>
                  <a:lnTo>
                    <a:pt x="4470626" y="606144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239918" y="3835860"/>
              <a:ext cx="5960835" cy="1717038"/>
            </a:xfrm>
            <a:custGeom>
              <a:avLst/>
              <a:pathLst>
                <a:path w="5960835" h="1717038">
                  <a:moveTo>
                    <a:pt x="0" y="1717038"/>
                  </a:moveTo>
                  <a:lnTo>
                    <a:pt x="1490208" y="856344"/>
                  </a:lnTo>
                  <a:lnTo>
                    <a:pt x="2980417" y="621000"/>
                  </a:lnTo>
                  <a:lnTo>
                    <a:pt x="4470626" y="471820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39918" y="3163168"/>
              <a:ext cx="5960835" cy="2389729"/>
            </a:xfrm>
            <a:custGeom>
              <a:avLst/>
              <a:pathLst>
                <a:path w="5960835" h="2389729">
                  <a:moveTo>
                    <a:pt x="0" y="2389729"/>
                  </a:moveTo>
                  <a:lnTo>
                    <a:pt x="1490208" y="1357416"/>
                  </a:lnTo>
                  <a:lnTo>
                    <a:pt x="2980417" y="1232066"/>
                  </a:lnTo>
                  <a:lnTo>
                    <a:pt x="4470626" y="803730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5636972" y="3155641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4146763" y="4055808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7127181" y="2549497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1166345" y="5479325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2656554" y="4366534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7142051" y="2896001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161633" y="413721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671424" y="4273892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651842" y="3531604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161633" y="4075984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651842" y="2915706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671424" y="4235216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7142051" y="2507966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2656554" y="4078496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7127181" y="2418836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4146763" y="3987809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66345" y="5479325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5636972" y="2896062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651842" y="3908197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161633" y="4336532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671424" y="4461882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7142051" y="3104466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7142051" y="3777157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651842" y="4248978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161633" y="4398158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671424" y="4633502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161633" y="3982309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7142051" y="2747177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671424" y="4232189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651842" y="3263835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7142051" y="2725017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5651842" y="3439798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671424" y="4468154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161633" y="4142426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941876" y="1977762"/>
              <a:ext cx="0" cy="3745380"/>
            </a:xfrm>
            <a:custGeom>
              <a:avLst/>
              <a:pathLst>
                <a:path w="0" h="3745380">
                  <a:moveTo>
                    <a:pt x="0" y="374538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817066" y="551284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466162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381040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4887" y="295917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92708" y="2107956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0" name="pl60"/>
            <p:cNvSpPr/>
            <p:nvPr/>
          </p:nvSpPr>
          <p:spPr>
            <a:xfrm>
              <a:off x="907081" y="55528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907081" y="47016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907081" y="38504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907081" y="29992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907081" y="21480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941876" y="5723142"/>
              <a:ext cx="6556919" cy="0"/>
            </a:xfrm>
            <a:custGeom>
              <a:avLst/>
              <a:pathLst>
                <a:path w="6556919" h="0">
                  <a:moveTo>
                    <a:pt x="0" y="0"/>
                  </a:moveTo>
                  <a:lnTo>
                    <a:pt x="655691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239918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30126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220335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710544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7200753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990058" y="5785772"/>
              <a:ext cx="49971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'23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2551818" y="5785772"/>
              <a:ext cx="35661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'23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970476" y="5785772"/>
              <a:ext cx="49971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'24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5532236" y="5785772"/>
              <a:ext cx="35661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'24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6950893" y="5785772"/>
              <a:ext cx="49971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696156" y="5925448"/>
              <a:ext cx="104835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Monitoring Event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6175" y="3800343"/>
              <a:ext cx="114144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Shell Length (mm)</a:t>
              </a:r>
            </a:p>
          </p:txBody>
        </p:sp>
        <p:sp>
          <p:nvSpPr>
            <p:cNvPr id="78" name="rc78"/>
            <p:cNvSpPr/>
            <p:nvPr/>
          </p:nvSpPr>
          <p:spPr>
            <a:xfrm>
              <a:off x="7637973" y="1977762"/>
              <a:ext cx="979237" cy="21312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7707562" y="2067010"/>
              <a:ext cx="840059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Population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707562" y="228381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7729508" y="239354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7758588" y="2334843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7707562" y="250327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7729508" y="261300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758588" y="2554299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7707562" y="272273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7729508" y="283245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7758588" y="277375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7707562" y="294218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7729508" y="305191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7758588" y="2993211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7707562" y="316164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7729508" y="327137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7743717" y="3197797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7707562" y="338109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7729508" y="349082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7743717" y="3417253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7707562" y="36005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7729508" y="371028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7758588" y="3651579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7707562" y="382001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7729508" y="392973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7758588" y="387103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tx104"/>
            <p:cNvSpPr/>
            <p:nvPr/>
          </p:nvSpPr>
          <p:spPr>
            <a:xfrm>
              <a:off x="7996607" y="2353495"/>
              <a:ext cx="3725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7996607" y="2572951"/>
              <a:ext cx="36649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7996607" y="2792407"/>
              <a:ext cx="36018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7996607" y="3011863"/>
              <a:ext cx="3788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996607" y="3231319"/>
              <a:ext cx="48463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996607" y="3450775"/>
              <a:ext cx="5031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7996607" y="3670231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996607" y="3889687"/>
              <a:ext cx="39739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941876" y="1669789"/>
              <a:ext cx="5011917" cy="182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(C) Lewisetta: Oyster Shell Length thru Time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1876" y="1977762"/>
              <a:ext cx="6556919" cy="37453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239918" y="3695584"/>
              <a:ext cx="5960835" cy="1857313"/>
            </a:xfrm>
            <a:custGeom>
              <a:avLst/>
              <a:pathLst>
                <a:path w="5960835" h="1857313">
                  <a:moveTo>
                    <a:pt x="0" y="1857313"/>
                  </a:moveTo>
                  <a:lnTo>
                    <a:pt x="1490208" y="822912"/>
                  </a:lnTo>
                  <a:lnTo>
                    <a:pt x="2980417" y="596359"/>
                  </a:lnTo>
                  <a:lnTo>
                    <a:pt x="4470626" y="592038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39918" y="3644611"/>
              <a:ext cx="5960835" cy="1908286"/>
            </a:xfrm>
            <a:custGeom>
              <a:avLst/>
              <a:pathLst>
                <a:path w="5960835" h="1908286">
                  <a:moveTo>
                    <a:pt x="0" y="1908286"/>
                  </a:moveTo>
                  <a:lnTo>
                    <a:pt x="1490208" y="960895"/>
                  </a:lnTo>
                  <a:lnTo>
                    <a:pt x="2980417" y="778997"/>
                  </a:lnTo>
                  <a:lnTo>
                    <a:pt x="4470626" y="597193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39918" y="3494300"/>
              <a:ext cx="5960835" cy="2058597"/>
            </a:xfrm>
            <a:custGeom>
              <a:avLst/>
              <a:pathLst>
                <a:path w="5960835" h="2058597">
                  <a:moveTo>
                    <a:pt x="0" y="2058597"/>
                  </a:moveTo>
                  <a:lnTo>
                    <a:pt x="1490208" y="816201"/>
                  </a:lnTo>
                  <a:lnTo>
                    <a:pt x="2980417" y="640624"/>
                  </a:lnTo>
                  <a:lnTo>
                    <a:pt x="4470626" y="241505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39918" y="3568424"/>
              <a:ext cx="5960835" cy="1984473"/>
            </a:xfrm>
            <a:custGeom>
              <a:avLst/>
              <a:pathLst>
                <a:path w="5960835" h="1984473">
                  <a:moveTo>
                    <a:pt x="0" y="1984473"/>
                  </a:moveTo>
                  <a:lnTo>
                    <a:pt x="1490208" y="942476"/>
                  </a:lnTo>
                  <a:lnTo>
                    <a:pt x="2980417" y="741688"/>
                  </a:lnTo>
                  <a:lnTo>
                    <a:pt x="4470626" y="316850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239918" y="3273817"/>
              <a:ext cx="5960835" cy="2279080"/>
            </a:xfrm>
            <a:custGeom>
              <a:avLst/>
              <a:pathLst>
                <a:path w="5960835" h="2279080">
                  <a:moveTo>
                    <a:pt x="0" y="2279080"/>
                  </a:moveTo>
                  <a:lnTo>
                    <a:pt x="1490208" y="1054136"/>
                  </a:lnTo>
                  <a:lnTo>
                    <a:pt x="2980417" y="984935"/>
                  </a:lnTo>
                  <a:lnTo>
                    <a:pt x="4470626" y="674955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239918" y="3197174"/>
              <a:ext cx="5960835" cy="2355723"/>
            </a:xfrm>
            <a:custGeom>
              <a:avLst/>
              <a:pathLst>
                <a:path w="5960835" h="2355723">
                  <a:moveTo>
                    <a:pt x="0" y="2355723"/>
                  </a:moveTo>
                  <a:lnTo>
                    <a:pt x="1490208" y="1268911"/>
                  </a:lnTo>
                  <a:lnTo>
                    <a:pt x="2980417" y="1098425"/>
                  </a:lnTo>
                  <a:lnTo>
                    <a:pt x="4470626" y="476771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239918" y="4015022"/>
              <a:ext cx="5960835" cy="1537875"/>
            </a:xfrm>
            <a:custGeom>
              <a:avLst/>
              <a:pathLst>
                <a:path w="5960835" h="1537875">
                  <a:moveTo>
                    <a:pt x="0" y="1537875"/>
                  </a:moveTo>
                  <a:lnTo>
                    <a:pt x="1490208" y="650172"/>
                  </a:lnTo>
                  <a:lnTo>
                    <a:pt x="2980417" y="562491"/>
                  </a:lnTo>
                  <a:lnTo>
                    <a:pt x="4470626" y="252124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39918" y="3657508"/>
              <a:ext cx="5960835" cy="1895389"/>
            </a:xfrm>
            <a:custGeom>
              <a:avLst/>
              <a:pathLst>
                <a:path w="5960835" h="1895389">
                  <a:moveTo>
                    <a:pt x="0" y="1895389"/>
                  </a:moveTo>
                  <a:lnTo>
                    <a:pt x="1490208" y="793086"/>
                  </a:lnTo>
                  <a:lnTo>
                    <a:pt x="2980417" y="716058"/>
                  </a:lnTo>
                  <a:lnTo>
                    <a:pt x="4470626" y="618555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4146763" y="4222027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2656554" y="4392514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5636972" y="3600373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7127181" y="3123602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1166345" y="5479325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7142051" y="3435598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4161633" y="4076223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5651842" y="3677104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671424" y="4251800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671424" y="4546804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651842" y="4183102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161633" y="4364906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7142051" y="3585908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7127181" y="3200244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66345" y="5479325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656554" y="4254381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5636972" y="3875200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4146763" y="4185180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161633" y="431486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5651842" y="4217361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671424" y="4391892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7142051" y="3598806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7142051" y="3956319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651842" y="4208443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161633" y="4518811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671424" y="4606491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7142051" y="3636882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161633" y="4233241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671424" y="4459794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651842" y="4228921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651842" y="3826572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671424" y="4452198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161633" y="4251410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7142051" y="3509722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941876" y="1977762"/>
              <a:ext cx="0" cy="3745380"/>
            </a:xfrm>
            <a:custGeom>
              <a:avLst/>
              <a:pathLst>
                <a:path w="0" h="3745380">
                  <a:moveTo>
                    <a:pt x="0" y="374538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817066" y="551284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466162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381040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4887" y="295917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92708" y="2107956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0" name="pl60"/>
            <p:cNvSpPr/>
            <p:nvPr/>
          </p:nvSpPr>
          <p:spPr>
            <a:xfrm>
              <a:off x="907081" y="55528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907081" y="47016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907081" y="38504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907081" y="29992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907081" y="21480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941876" y="5723142"/>
              <a:ext cx="6556919" cy="0"/>
            </a:xfrm>
            <a:custGeom>
              <a:avLst/>
              <a:pathLst>
                <a:path w="6556919" h="0">
                  <a:moveTo>
                    <a:pt x="0" y="0"/>
                  </a:moveTo>
                  <a:lnTo>
                    <a:pt x="655691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239918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30126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220335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710544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7200753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990058" y="5785772"/>
              <a:ext cx="49971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'23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2551818" y="5785772"/>
              <a:ext cx="35661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'23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970476" y="5785772"/>
              <a:ext cx="49971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'24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5532236" y="5785772"/>
              <a:ext cx="35661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'24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6950893" y="5785772"/>
              <a:ext cx="49971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696156" y="5925448"/>
              <a:ext cx="104835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Monitoring Event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6175" y="3800343"/>
              <a:ext cx="114144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Shell Length (mm)</a:t>
              </a:r>
            </a:p>
          </p:txBody>
        </p:sp>
        <p:sp>
          <p:nvSpPr>
            <p:cNvPr id="78" name="rc78"/>
            <p:cNvSpPr/>
            <p:nvPr/>
          </p:nvSpPr>
          <p:spPr>
            <a:xfrm>
              <a:off x="7637973" y="1977762"/>
              <a:ext cx="979237" cy="21312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7707562" y="2067010"/>
              <a:ext cx="840059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Population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707562" y="228381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7729508" y="239354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7758588" y="2334843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7707562" y="250327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7729508" y="261300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758588" y="2554299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7707562" y="272273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7729508" y="283245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7758588" y="277375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7707562" y="294218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7729508" y="305191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7758588" y="2993211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7707562" y="316164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7729508" y="327137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7743717" y="3197797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7707562" y="338109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7729508" y="349082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7743717" y="3417253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7707562" y="36005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7729508" y="371028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7758588" y="3651579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7707562" y="382001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7729508" y="392973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7758588" y="387103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tx104"/>
            <p:cNvSpPr/>
            <p:nvPr/>
          </p:nvSpPr>
          <p:spPr>
            <a:xfrm>
              <a:off x="7996607" y="2353495"/>
              <a:ext cx="3725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7996607" y="2572951"/>
              <a:ext cx="36649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7996607" y="2792407"/>
              <a:ext cx="36018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7996607" y="3011863"/>
              <a:ext cx="3788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996607" y="3231319"/>
              <a:ext cx="48463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996607" y="3450775"/>
              <a:ext cx="5031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7996607" y="3670231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996607" y="3889687"/>
              <a:ext cx="39739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941876" y="1669789"/>
              <a:ext cx="5124389" cy="182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(D) York River: Oyster Shell Length thru Time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2026-02-02T13:41:53Z</dcterms:modified>
  <cp:category/>
</cp:coreProperties>
</file>